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JPG" ContentType="image/.jpg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102"/>
  </p:handoutMasterIdLst>
  <p:sldIdLst>
    <p:sldId id="521" r:id="rId3"/>
    <p:sldId id="522" r:id="rId4"/>
    <p:sldId id="523" r:id="rId5"/>
    <p:sldId id="524" r:id="rId6"/>
    <p:sldId id="525" r:id="rId7"/>
    <p:sldId id="526" r:id="rId8"/>
    <p:sldId id="529" r:id="rId9"/>
    <p:sldId id="530" r:id="rId10"/>
    <p:sldId id="531" r:id="rId11"/>
    <p:sldId id="532" r:id="rId12"/>
    <p:sldId id="533" r:id="rId13"/>
    <p:sldId id="534" r:id="rId14"/>
    <p:sldId id="535" r:id="rId15"/>
    <p:sldId id="536" r:id="rId16"/>
    <p:sldId id="537" r:id="rId17"/>
    <p:sldId id="538" r:id="rId18"/>
    <p:sldId id="539" r:id="rId19"/>
    <p:sldId id="540" r:id="rId20"/>
    <p:sldId id="541" r:id="rId21"/>
    <p:sldId id="542" r:id="rId22"/>
    <p:sldId id="544" r:id="rId23"/>
    <p:sldId id="545" r:id="rId24"/>
    <p:sldId id="546" r:id="rId26"/>
    <p:sldId id="547" r:id="rId27"/>
    <p:sldId id="548" r:id="rId28"/>
    <p:sldId id="549" r:id="rId29"/>
    <p:sldId id="550" r:id="rId30"/>
    <p:sldId id="551" r:id="rId31"/>
    <p:sldId id="552" r:id="rId32"/>
    <p:sldId id="553" r:id="rId33"/>
    <p:sldId id="554" r:id="rId34"/>
    <p:sldId id="555" r:id="rId35"/>
    <p:sldId id="556" r:id="rId36"/>
    <p:sldId id="557" r:id="rId37"/>
    <p:sldId id="558" r:id="rId38"/>
    <p:sldId id="559" r:id="rId39"/>
    <p:sldId id="560" r:id="rId40"/>
    <p:sldId id="628" r:id="rId41"/>
    <p:sldId id="629" r:id="rId42"/>
    <p:sldId id="561" r:id="rId43"/>
    <p:sldId id="563" r:id="rId44"/>
    <p:sldId id="562" r:id="rId45"/>
    <p:sldId id="634" r:id="rId46"/>
    <p:sldId id="635" r:id="rId47"/>
    <p:sldId id="564" r:id="rId48"/>
    <p:sldId id="566" r:id="rId49"/>
    <p:sldId id="567" r:id="rId50"/>
    <p:sldId id="568" r:id="rId51"/>
    <p:sldId id="569" r:id="rId52"/>
    <p:sldId id="570" r:id="rId53"/>
    <p:sldId id="571" r:id="rId54"/>
    <p:sldId id="572" r:id="rId55"/>
    <p:sldId id="574" r:id="rId56"/>
    <p:sldId id="575" r:id="rId57"/>
    <p:sldId id="576" r:id="rId58"/>
    <p:sldId id="577" r:id="rId59"/>
    <p:sldId id="578" r:id="rId60"/>
    <p:sldId id="579" r:id="rId61"/>
    <p:sldId id="580" r:id="rId62"/>
    <p:sldId id="581" r:id="rId63"/>
    <p:sldId id="582" r:id="rId64"/>
    <p:sldId id="583" r:id="rId65"/>
    <p:sldId id="632" r:id="rId66"/>
    <p:sldId id="633" r:id="rId67"/>
    <p:sldId id="584" r:id="rId68"/>
    <p:sldId id="585" r:id="rId69"/>
    <p:sldId id="586" r:id="rId70"/>
    <p:sldId id="587" r:id="rId71"/>
    <p:sldId id="588" r:id="rId72"/>
    <p:sldId id="589" r:id="rId73"/>
    <p:sldId id="590" r:id="rId74"/>
    <p:sldId id="591" r:id="rId75"/>
    <p:sldId id="592" r:id="rId76"/>
    <p:sldId id="593" r:id="rId77"/>
    <p:sldId id="594" r:id="rId78"/>
    <p:sldId id="595" r:id="rId79"/>
    <p:sldId id="596" r:id="rId80"/>
    <p:sldId id="597" r:id="rId81"/>
    <p:sldId id="598" r:id="rId82"/>
    <p:sldId id="599" r:id="rId83"/>
    <p:sldId id="600" r:id="rId84"/>
    <p:sldId id="601" r:id="rId85"/>
    <p:sldId id="602" r:id="rId86"/>
    <p:sldId id="603" r:id="rId87"/>
    <p:sldId id="604" r:id="rId88"/>
    <p:sldId id="605" r:id="rId89"/>
    <p:sldId id="606" r:id="rId90"/>
    <p:sldId id="607" r:id="rId91"/>
    <p:sldId id="608" r:id="rId92"/>
    <p:sldId id="609" r:id="rId93"/>
    <p:sldId id="610" r:id="rId94"/>
    <p:sldId id="611" r:id="rId95"/>
    <p:sldId id="612" r:id="rId96"/>
    <p:sldId id="520" r:id="rId97"/>
    <p:sldId id="625" r:id="rId98"/>
    <p:sldId id="626" r:id="rId99"/>
    <p:sldId id="627" r:id="rId100"/>
    <p:sldId id="507" r:id="rId101"/>
  </p:sldIdLst>
  <p:sldSz cx="9144000" cy="6858000" type="screen4x3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CC33"/>
    <a:srgbClr val="009999"/>
    <a:srgbClr val="CC0066"/>
    <a:srgbClr val="A50021"/>
    <a:srgbClr val="CCFFFF"/>
    <a:srgbClr val="FFCC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870" autoAdjust="0"/>
  </p:normalViewPr>
  <p:slideViewPr>
    <p:cSldViewPr snapToGrid="0" showGuides="1">
      <p:cViewPr varScale="1">
        <p:scale>
          <a:sx n="72" d="100"/>
          <a:sy n="72" d="100"/>
        </p:scale>
        <p:origin x="324" y="72"/>
      </p:cViewPr>
      <p:guideLst>
        <p:guide orient="horz" pos="2880"/>
        <p:guide pos="2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242"/>
    </p:cViewPr>
  </p:sorterViewPr>
  <p:notesViewPr>
    <p:cSldViewPr snapToGrid="0">
      <p:cViewPr varScale="1">
        <p:scale>
          <a:sx n="73" d="100"/>
          <a:sy n="73" d="100"/>
        </p:scale>
        <p:origin x="-2742" y="-90"/>
      </p:cViewPr>
      <p:guideLst>
        <p:guide orient="horz" pos="2204"/>
        <p:guide pos="2915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5" Type="http://schemas.openxmlformats.org/officeDocument/2006/relationships/tableStyles" Target="tableStyles.xml"/><Relationship Id="rId104" Type="http://schemas.openxmlformats.org/officeDocument/2006/relationships/viewProps" Target="viewProps.xml"/><Relationship Id="rId103" Type="http://schemas.openxmlformats.org/officeDocument/2006/relationships/presProps" Target="presProps.xml"/><Relationship Id="rId102" Type="http://schemas.openxmlformats.org/officeDocument/2006/relationships/handoutMaster" Target="handoutMasters/handoutMaster1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.wmf"/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8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.emf"/><Relationship Id="rId8" Type="http://schemas.openxmlformats.org/officeDocument/2006/relationships/image" Target="../media/image31.emf"/><Relationship Id="rId7" Type="http://schemas.openxmlformats.org/officeDocument/2006/relationships/image" Target="../media/image30.emf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7" Type="http://schemas.openxmlformats.org/officeDocument/2006/relationships/image" Target="../media/image40.emf"/><Relationship Id="rId16" Type="http://schemas.openxmlformats.org/officeDocument/2006/relationships/image" Target="../media/image39.emf"/><Relationship Id="rId15" Type="http://schemas.openxmlformats.org/officeDocument/2006/relationships/image" Target="../media/image38.emf"/><Relationship Id="rId14" Type="http://schemas.openxmlformats.org/officeDocument/2006/relationships/image" Target="../media/image37.emf"/><Relationship Id="rId13" Type="http://schemas.openxmlformats.org/officeDocument/2006/relationships/image" Target="../media/image36.emf"/><Relationship Id="rId12" Type="http://schemas.openxmlformats.org/officeDocument/2006/relationships/image" Target="../media/image35.emf"/><Relationship Id="rId11" Type="http://schemas.openxmlformats.org/officeDocument/2006/relationships/image" Target="../media/image34.wmf"/><Relationship Id="rId10" Type="http://schemas.openxmlformats.org/officeDocument/2006/relationships/image" Target="../media/image33.wmf"/><Relationship Id="rId1" Type="http://schemas.openxmlformats.org/officeDocument/2006/relationships/image" Target="../media/image24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44.emf"/><Relationship Id="rId3" Type="http://schemas.openxmlformats.org/officeDocument/2006/relationships/image" Target="../media/image43.e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6.vml.rels><?xml version="1.0" encoding="UTF-8" standalone="yes"?>
<Relationships xmlns="http://schemas.openxmlformats.org/package/2006/relationships"><Relationship Id="rId4" Type="http://schemas.openxmlformats.org/officeDocument/2006/relationships/image" Target="../media/image62.wmf"/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image" Target="../media/image66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20.vml.rels><?xml version="1.0" encoding="UTF-8" standalone="yes"?>
<Relationships xmlns="http://schemas.openxmlformats.org/package/2006/relationships"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1.vml.rels><?xml version="1.0" encoding="UTF-8" standalone="yes"?>
<Relationships xmlns="http://schemas.openxmlformats.org/package/2006/relationships"><Relationship Id="rId5" Type="http://schemas.openxmlformats.org/officeDocument/2006/relationships/image" Target="../media/image79.wmf"/><Relationship Id="rId4" Type="http://schemas.openxmlformats.org/officeDocument/2006/relationships/image" Target="../media/image78.wmf"/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image" Target="../media/image80.emf"/></Relationships>
</file>

<file path=ppt/drawings/_rels/vmlDrawing23.vml.rels><?xml version="1.0" encoding="UTF-8" standalone="yes"?>
<Relationships xmlns="http://schemas.openxmlformats.org/package/2006/relationships"><Relationship Id="rId4" Type="http://schemas.openxmlformats.org/officeDocument/2006/relationships/image" Target="../media/image86.emf"/><Relationship Id="rId3" Type="http://schemas.openxmlformats.org/officeDocument/2006/relationships/image" Target="../media/image85.emf"/><Relationship Id="rId2" Type="http://schemas.openxmlformats.org/officeDocument/2006/relationships/image" Target="../media/image84.emf"/><Relationship Id="rId1" Type="http://schemas.openxmlformats.org/officeDocument/2006/relationships/image" Target="../media/image83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image" Target="../media/image87.emf"/></Relationships>
</file>

<file path=ppt/drawings/_rels/vmlDrawing25.vml.rels><?xml version="1.0" encoding="UTF-8" standalone="yes"?>
<Relationships xmlns="http://schemas.openxmlformats.org/package/2006/relationships"><Relationship Id="rId7" Type="http://schemas.openxmlformats.org/officeDocument/2006/relationships/image" Target="../media/image96.wmf"/><Relationship Id="rId6" Type="http://schemas.openxmlformats.org/officeDocument/2006/relationships/image" Target="../media/image94.emf"/><Relationship Id="rId5" Type="http://schemas.openxmlformats.org/officeDocument/2006/relationships/image" Target="../media/image93.wmf"/><Relationship Id="rId4" Type="http://schemas.openxmlformats.org/officeDocument/2006/relationships/image" Target="../media/image92.emf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drawings/_rels/vmlDrawing2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5.emf"/><Relationship Id="rId8" Type="http://schemas.openxmlformats.org/officeDocument/2006/relationships/image" Target="../media/image104.emf"/><Relationship Id="rId7" Type="http://schemas.openxmlformats.org/officeDocument/2006/relationships/image" Target="../media/image103.emf"/><Relationship Id="rId6" Type="http://schemas.openxmlformats.org/officeDocument/2006/relationships/image" Target="../media/image102.emf"/><Relationship Id="rId5" Type="http://schemas.openxmlformats.org/officeDocument/2006/relationships/image" Target="../media/image101.emf"/><Relationship Id="rId4" Type="http://schemas.openxmlformats.org/officeDocument/2006/relationships/image" Target="../media/image100.emf"/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2" Type="http://schemas.openxmlformats.org/officeDocument/2006/relationships/image" Target="../media/image108.emf"/><Relationship Id="rId11" Type="http://schemas.openxmlformats.org/officeDocument/2006/relationships/image" Target="../media/image107.emf"/><Relationship Id="rId10" Type="http://schemas.openxmlformats.org/officeDocument/2006/relationships/image" Target="../media/image106.wmf"/><Relationship Id="rId1" Type="http://schemas.openxmlformats.org/officeDocument/2006/relationships/image" Target="../media/image97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wmf"/><Relationship Id="rId8" Type="http://schemas.openxmlformats.org/officeDocument/2006/relationships/image" Target="../media/image116.emf"/><Relationship Id="rId7" Type="http://schemas.openxmlformats.org/officeDocument/2006/relationships/image" Target="../media/image115.wmf"/><Relationship Id="rId6" Type="http://schemas.openxmlformats.org/officeDocument/2006/relationships/image" Target="../media/image114.wmf"/><Relationship Id="rId5" Type="http://schemas.openxmlformats.org/officeDocument/2006/relationships/image" Target="../media/image113.emf"/><Relationship Id="rId4" Type="http://schemas.openxmlformats.org/officeDocument/2006/relationships/image" Target="../media/image112.wmf"/><Relationship Id="rId3" Type="http://schemas.openxmlformats.org/officeDocument/2006/relationships/image" Target="../media/image111.wmf"/><Relationship Id="rId2" Type="http://schemas.openxmlformats.org/officeDocument/2006/relationships/image" Target="../media/image110.emf"/><Relationship Id="rId11" Type="http://schemas.openxmlformats.org/officeDocument/2006/relationships/image" Target="../media/image119.wmf"/><Relationship Id="rId10" Type="http://schemas.openxmlformats.org/officeDocument/2006/relationships/image" Target="../media/image118.wmf"/><Relationship Id="rId1" Type="http://schemas.openxmlformats.org/officeDocument/2006/relationships/image" Target="../media/image109.wmf"/></Relationships>
</file>

<file path=ppt/drawings/_rels/vmlDrawing28.vml.rels><?xml version="1.0" encoding="UTF-8" standalone="yes"?>
<Relationships xmlns="http://schemas.openxmlformats.org/package/2006/relationships"><Relationship Id="rId7" Type="http://schemas.openxmlformats.org/officeDocument/2006/relationships/image" Target="../media/image126.wmf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Relationship Id="rId3" Type="http://schemas.openxmlformats.org/officeDocument/2006/relationships/image" Target="../media/image122.wmf"/><Relationship Id="rId2" Type="http://schemas.openxmlformats.org/officeDocument/2006/relationships/image" Target="../media/image121.emf"/><Relationship Id="rId1" Type="http://schemas.openxmlformats.org/officeDocument/2006/relationships/image" Target="../media/image120.emf"/></Relationships>
</file>

<file path=ppt/drawings/_rels/vmlDrawing29.vml.rels><?xml version="1.0" encoding="UTF-8" standalone="yes"?>
<Relationships xmlns="http://schemas.openxmlformats.org/package/2006/relationships"><Relationship Id="rId7" Type="http://schemas.openxmlformats.org/officeDocument/2006/relationships/image" Target="../media/image133.emf"/><Relationship Id="rId6" Type="http://schemas.openxmlformats.org/officeDocument/2006/relationships/image" Target="../media/image132.wmf"/><Relationship Id="rId5" Type="http://schemas.openxmlformats.org/officeDocument/2006/relationships/image" Target="../media/image131.wmf"/><Relationship Id="rId4" Type="http://schemas.openxmlformats.org/officeDocument/2006/relationships/image" Target="../media/image130.wmf"/><Relationship Id="rId3" Type="http://schemas.openxmlformats.org/officeDocument/2006/relationships/image" Target="../media/image129.wmf"/><Relationship Id="rId2" Type="http://schemas.openxmlformats.org/officeDocument/2006/relationships/image" Target="../media/image128.emf"/><Relationship Id="rId1" Type="http://schemas.openxmlformats.org/officeDocument/2006/relationships/image" Target="../media/image127.e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emf"/><Relationship Id="rId7" Type="http://schemas.openxmlformats.org/officeDocument/2006/relationships/image" Target="../media/image135.emf"/><Relationship Id="rId6" Type="http://schemas.openxmlformats.org/officeDocument/2006/relationships/image" Target="../media/image74.wmf"/><Relationship Id="rId5" Type="http://schemas.openxmlformats.org/officeDocument/2006/relationships/image" Target="../media/image134.wmf"/><Relationship Id="rId4" Type="http://schemas.openxmlformats.org/officeDocument/2006/relationships/image" Target="../media/image73.wmf"/><Relationship Id="rId3" Type="http://schemas.openxmlformats.org/officeDocument/2006/relationships/image" Target="../media/image70.wmf"/><Relationship Id="rId2" Type="http://schemas.openxmlformats.org/officeDocument/2006/relationships/image" Target="../media/image72.wmf"/><Relationship Id="rId1" Type="http://schemas.openxmlformats.org/officeDocument/2006/relationships/image" Target="../media/image69.wmf"/></Relationships>
</file>

<file path=ppt/drawings/_rels/vmlDrawing3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6.wmf"/><Relationship Id="rId8" Type="http://schemas.openxmlformats.org/officeDocument/2006/relationships/image" Target="../media/image145.wmf"/><Relationship Id="rId7" Type="http://schemas.openxmlformats.org/officeDocument/2006/relationships/image" Target="../media/image143.wmf"/><Relationship Id="rId6" Type="http://schemas.openxmlformats.org/officeDocument/2006/relationships/image" Target="../media/image142.wmf"/><Relationship Id="rId5" Type="http://schemas.openxmlformats.org/officeDocument/2006/relationships/image" Target="../media/image141.emf"/><Relationship Id="rId4" Type="http://schemas.openxmlformats.org/officeDocument/2006/relationships/image" Target="../media/image140.emf"/><Relationship Id="rId3" Type="http://schemas.openxmlformats.org/officeDocument/2006/relationships/image" Target="../media/image139.emf"/><Relationship Id="rId2" Type="http://schemas.openxmlformats.org/officeDocument/2006/relationships/image" Target="../media/image138.wmf"/><Relationship Id="rId12" Type="http://schemas.openxmlformats.org/officeDocument/2006/relationships/image" Target="../media/image149.wmf"/><Relationship Id="rId11" Type="http://schemas.openxmlformats.org/officeDocument/2006/relationships/image" Target="../media/image148.wmf"/><Relationship Id="rId10" Type="http://schemas.openxmlformats.org/officeDocument/2006/relationships/image" Target="../media/image147.wmf"/><Relationship Id="rId1" Type="http://schemas.openxmlformats.org/officeDocument/2006/relationships/image" Target="../media/image137.wmf"/></Relationships>
</file>

<file path=ppt/drawings/_rels/vmlDrawing3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55.emf"/><Relationship Id="rId5" Type="http://schemas.openxmlformats.org/officeDocument/2006/relationships/image" Target="../media/image154.emf"/><Relationship Id="rId4" Type="http://schemas.openxmlformats.org/officeDocument/2006/relationships/image" Target="../media/image153.emf"/><Relationship Id="rId3" Type="http://schemas.openxmlformats.org/officeDocument/2006/relationships/image" Target="../media/image152.e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wmf"/><Relationship Id="rId1" Type="http://schemas.openxmlformats.org/officeDocument/2006/relationships/image" Target="../media/image156.wmf"/></Relationships>
</file>

<file path=ppt/drawings/_rels/vmlDrawing3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62.emf"/><Relationship Id="rId4" Type="http://schemas.openxmlformats.org/officeDocument/2006/relationships/image" Target="../media/image161.wmf"/><Relationship Id="rId3" Type="http://schemas.openxmlformats.org/officeDocument/2006/relationships/image" Target="../media/image160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/Relationships>
</file>

<file path=ppt/drawings/_rels/vmlDrawing35.vml.rels><?xml version="1.0" encoding="UTF-8" standalone="yes"?>
<Relationships xmlns="http://schemas.openxmlformats.org/package/2006/relationships"><Relationship Id="rId6" Type="http://schemas.openxmlformats.org/officeDocument/2006/relationships/image" Target="../media/image168.emf"/><Relationship Id="rId5" Type="http://schemas.openxmlformats.org/officeDocument/2006/relationships/image" Target="../media/image167.emf"/><Relationship Id="rId4" Type="http://schemas.openxmlformats.org/officeDocument/2006/relationships/image" Target="../media/image166.emf"/><Relationship Id="rId3" Type="http://schemas.openxmlformats.org/officeDocument/2006/relationships/image" Target="../media/image165.emf"/><Relationship Id="rId2" Type="http://schemas.openxmlformats.org/officeDocument/2006/relationships/image" Target="../media/image164.emf"/><Relationship Id="rId1" Type="http://schemas.openxmlformats.org/officeDocument/2006/relationships/image" Target="../media/image163.emf"/></Relationships>
</file>

<file path=ppt/drawings/_rels/vmlDrawing3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7.wmf"/><Relationship Id="rId8" Type="http://schemas.openxmlformats.org/officeDocument/2006/relationships/image" Target="../media/image176.wmf"/><Relationship Id="rId7" Type="http://schemas.openxmlformats.org/officeDocument/2006/relationships/image" Target="../media/image175.wmf"/><Relationship Id="rId6" Type="http://schemas.openxmlformats.org/officeDocument/2006/relationships/image" Target="../media/image174.wmf"/><Relationship Id="rId5" Type="http://schemas.openxmlformats.org/officeDocument/2006/relationships/image" Target="../media/image173.wmf"/><Relationship Id="rId4" Type="http://schemas.openxmlformats.org/officeDocument/2006/relationships/image" Target="../media/image172.wmf"/><Relationship Id="rId3" Type="http://schemas.openxmlformats.org/officeDocument/2006/relationships/image" Target="../media/image171.wmf"/><Relationship Id="rId2" Type="http://schemas.openxmlformats.org/officeDocument/2006/relationships/image" Target="../media/image170.wmf"/><Relationship Id="rId1" Type="http://schemas.openxmlformats.org/officeDocument/2006/relationships/image" Target="../media/image169.wmf"/></Relationships>
</file>

<file path=ppt/drawings/_rels/vmlDrawing3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4.wmf"/><Relationship Id="rId8" Type="http://schemas.openxmlformats.org/officeDocument/2006/relationships/image" Target="../media/image113.emf"/><Relationship Id="rId7" Type="http://schemas.openxmlformats.org/officeDocument/2006/relationships/image" Target="../media/image110.emf"/><Relationship Id="rId6" Type="http://schemas.openxmlformats.org/officeDocument/2006/relationships/image" Target="../media/image183.emf"/><Relationship Id="rId5" Type="http://schemas.openxmlformats.org/officeDocument/2006/relationships/image" Target="../media/image182.emf"/><Relationship Id="rId4" Type="http://schemas.openxmlformats.org/officeDocument/2006/relationships/image" Target="../media/image181.emf"/><Relationship Id="rId3" Type="http://schemas.openxmlformats.org/officeDocument/2006/relationships/image" Target="../media/image180.emf"/><Relationship Id="rId2" Type="http://schemas.openxmlformats.org/officeDocument/2006/relationships/image" Target="../media/image179.wmf"/><Relationship Id="rId11" Type="http://schemas.openxmlformats.org/officeDocument/2006/relationships/image" Target="../media/image157.wmf"/><Relationship Id="rId10" Type="http://schemas.openxmlformats.org/officeDocument/2006/relationships/image" Target="../media/image153.emf"/><Relationship Id="rId1" Type="http://schemas.openxmlformats.org/officeDocument/2006/relationships/image" Target="../media/image178.wmf"/></Relationships>
</file>

<file path=ppt/drawings/_rels/vmlDrawing3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90.emf"/><Relationship Id="rId5" Type="http://schemas.openxmlformats.org/officeDocument/2006/relationships/image" Target="../media/image189.emf"/><Relationship Id="rId4" Type="http://schemas.openxmlformats.org/officeDocument/2006/relationships/image" Target="../media/image188.wmf"/><Relationship Id="rId3" Type="http://schemas.openxmlformats.org/officeDocument/2006/relationships/image" Target="../media/image187.wmf"/><Relationship Id="rId2" Type="http://schemas.openxmlformats.org/officeDocument/2006/relationships/image" Target="../media/image186.wmf"/><Relationship Id="rId1" Type="http://schemas.openxmlformats.org/officeDocument/2006/relationships/image" Target="../media/image185.emf"/></Relationships>
</file>

<file path=ppt/drawings/_rels/vmlDrawing39.vml.rels><?xml version="1.0" encoding="UTF-8" standalone="yes"?>
<Relationships xmlns="http://schemas.openxmlformats.org/package/2006/relationships"><Relationship Id="rId6" Type="http://schemas.openxmlformats.org/officeDocument/2006/relationships/image" Target="../media/image196.wmf"/><Relationship Id="rId5" Type="http://schemas.openxmlformats.org/officeDocument/2006/relationships/image" Target="../media/image195.emf"/><Relationship Id="rId4" Type="http://schemas.openxmlformats.org/officeDocument/2006/relationships/image" Target="../media/image194.emf"/><Relationship Id="rId3" Type="http://schemas.openxmlformats.org/officeDocument/2006/relationships/image" Target="../media/image193.wmf"/><Relationship Id="rId2" Type="http://schemas.openxmlformats.org/officeDocument/2006/relationships/image" Target="../media/image192.wmf"/><Relationship Id="rId1" Type="http://schemas.openxmlformats.org/officeDocument/2006/relationships/image" Target="../media/image191.e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wmf"/><Relationship Id="rId1" Type="http://schemas.openxmlformats.org/officeDocument/2006/relationships/image" Target="../media/image197.wmf"/></Relationships>
</file>

<file path=ppt/drawings/_rels/vmlDrawing4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7.wmf"/><Relationship Id="rId8" Type="http://schemas.openxmlformats.org/officeDocument/2006/relationships/image" Target="../media/image176.wmf"/><Relationship Id="rId7" Type="http://schemas.openxmlformats.org/officeDocument/2006/relationships/image" Target="../media/image175.wmf"/><Relationship Id="rId6" Type="http://schemas.openxmlformats.org/officeDocument/2006/relationships/image" Target="../media/image174.wmf"/><Relationship Id="rId5" Type="http://schemas.openxmlformats.org/officeDocument/2006/relationships/image" Target="../media/image173.wmf"/><Relationship Id="rId4" Type="http://schemas.openxmlformats.org/officeDocument/2006/relationships/image" Target="../media/image172.wmf"/><Relationship Id="rId3" Type="http://schemas.openxmlformats.org/officeDocument/2006/relationships/image" Target="../media/image171.wmf"/><Relationship Id="rId2" Type="http://schemas.openxmlformats.org/officeDocument/2006/relationships/image" Target="../media/image170.wmf"/><Relationship Id="rId1" Type="http://schemas.openxmlformats.org/officeDocument/2006/relationships/image" Target="../media/image169.wmf"/></Relationships>
</file>

<file path=ppt/drawings/_rels/vmlDrawing4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4.wmf"/><Relationship Id="rId8" Type="http://schemas.openxmlformats.org/officeDocument/2006/relationships/image" Target="../media/image113.emf"/><Relationship Id="rId7" Type="http://schemas.openxmlformats.org/officeDocument/2006/relationships/image" Target="../media/image110.emf"/><Relationship Id="rId6" Type="http://schemas.openxmlformats.org/officeDocument/2006/relationships/image" Target="../media/image183.emf"/><Relationship Id="rId5" Type="http://schemas.openxmlformats.org/officeDocument/2006/relationships/image" Target="../media/image182.emf"/><Relationship Id="rId4" Type="http://schemas.openxmlformats.org/officeDocument/2006/relationships/image" Target="../media/image181.emf"/><Relationship Id="rId3" Type="http://schemas.openxmlformats.org/officeDocument/2006/relationships/image" Target="../media/image180.emf"/><Relationship Id="rId2" Type="http://schemas.openxmlformats.org/officeDocument/2006/relationships/image" Target="../media/image179.wmf"/><Relationship Id="rId11" Type="http://schemas.openxmlformats.org/officeDocument/2006/relationships/image" Target="../media/image157.wmf"/><Relationship Id="rId10" Type="http://schemas.openxmlformats.org/officeDocument/2006/relationships/image" Target="../media/image153.emf"/><Relationship Id="rId1" Type="http://schemas.openxmlformats.org/officeDocument/2006/relationships/image" Target="../media/image178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7" Type="http://schemas.openxmlformats.org/officeDocument/2006/relationships/image" Target="../media/image205.png"/><Relationship Id="rId6" Type="http://schemas.openxmlformats.org/officeDocument/2006/relationships/image" Target="../media/image204.emf"/><Relationship Id="rId5" Type="http://schemas.openxmlformats.org/officeDocument/2006/relationships/image" Target="../media/image203.emf"/><Relationship Id="rId4" Type="http://schemas.openxmlformats.org/officeDocument/2006/relationships/image" Target="../media/image202.emf"/><Relationship Id="rId3" Type="http://schemas.openxmlformats.org/officeDocument/2006/relationships/image" Target="../media/image201.png"/><Relationship Id="rId2" Type="http://schemas.openxmlformats.org/officeDocument/2006/relationships/image" Target="../media/image200.emf"/><Relationship Id="rId1" Type="http://schemas.openxmlformats.org/officeDocument/2006/relationships/image" Target="../media/image199.wmf"/></Relationships>
</file>

<file path=ppt/drawings/_rels/vmlDrawing4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10.wmf"/><Relationship Id="rId3" Type="http://schemas.openxmlformats.org/officeDocument/2006/relationships/image" Target="../media/image209.wmf"/><Relationship Id="rId2" Type="http://schemas.openxmlformats.org/officeDocument/2006/relationships/image" Target="../media/image208.wmf"/><Relationship Id="rId1" Type="http://schemas.openxmlformats.org/officeDocument/2006/relationships/image" Target="../media/image207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wmf"/><Relationship Id="rId2" Type="http://schemas.openxmlformats.org/officeDocument/2006/relationships/image" Target="../media/image212.wmf"/><Relationship Id="rId1" Type="http://schemas.openxmlformats.org/officeDocument/2006/relationships/image" Target="../media/image211.wmf"/></Relationships>
</file>

<file path=ppt/drawings/_rels/vmlDrawing46.vml.rels><?xml version="1.0" encoding="UTF-8" standalone="yes"?>
<Relationships xmlns="http://schemas.openxmlformats.org/package/2006/relationships"><Relationship Id="rId6" Type="http://schemas.openxmlformats.org/officeDocument/2006/relationships/image" Target="../media/image219.wmf"/><Relationship Id="rId5" Type="http://schemas.openxmlformats.org/officeDocument/2006/relationships/image" Target="../media/image218.wmf"/><Relationship Id="rId4" Type="http://schemas.openxmlformats.org/officeDocument/2006/relationships/image" Target="../media/image217.wmf"/><Relationship Id="rId3" Type="http://schemas.openxmlformats.org/officeDocument/2006/relationships/image" Target="../media/image216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/Relationships>
</file>

<file path=ppt/drawings/_rels/vmlDrawing4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8.wmf"/><Relationship Id="rId8" Type="http://schemas.openxmlformats.org/officeDocument/2006/relationships/image" Target="../media/image227.wmf"/><Relationship Id="rId7" Type="http://schemas.openxmlformats.org/officeDocument/2006/relationships/image" Target="../media/image226.wmf"/><Relationship Id="rId6" Type="http://schemas.openxmlformats.org/officeDocument/2006/relationships/image" Target="../media/image225.emf"/><Relationship Id="rId5" Type="http://schemas.openxmlformats.org/officeDocument/2006/relationships/image" Target="../media/image224.wmf"/><Relationship Id="rId4" Type="http://schemas.openxmlformats.org/officeDocument/2006/relationships/image" Target="../media/image223.emf"/><Relationship Id="rId3" Type="http://schemas.openxmlformats.org/officeDocument/2006/relationships/image" Target="../media/image222.wmf"/><Relationship Id="rId2" Type="http://schemas.openxmlformats.org/officeDocument/2006/relationships/image" Target="../media/image221.wmf"/><Relationship Id="rId13" Type="http://schemas.openxmlformats.org/officeDocument/2006/relationships/image" Target="../media/image232.wmf"/><Relationship Id="rId12" Type="http://schemas.openxmlformats.org/officeDocument/2006/relationships/image" Target="../media/image231.wmf"/><Relationship Id="rId11" Type="http://schemas.openxmlformats.org/officeDocument/2006/relationships/image" Target="../media/image230.wmf"/><Relationship Id="rId10" Type="http://schemas.openxmlformats.org/officeDocument/2006/relationships/image" Target="../media/image229.wmf"/><Relationship Id="rId1" Type="http://schemas.openxmlformats.org/officeDocument/2006/relationships/image" Target="../media/image220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emf"/><Relationship Id="rId7" Type="http://schemas.openxmlformats.org/officeDocument/2006/relationships/image" Target="../media/image239.wmf"/><Relationship Id="rId6" Type="http://schemas.openxmlformats.org/officeDocument/2006/relationships/image" Target="../media/image238.wmf"/><Relationship Id="rId5" Type="http://schemas.openxmlformats.org/officeDocument/2006/relationships/image" Target="../media/image237.wmf"/><Relationship Id="rId4" Type="http://schemas.openxmlformats.org/officeDocument/2006/relationships/image" Target="../media/image236.wmf"/><Relationship Id="rId3" Type="http://schemas.openxmlformats.org/officeDocument/2006/relationships/image" Target="../media/image235.wmf"/><Relationship Id="rId2" Type="http://schemas.openxmlformats.org/officeDocument/2006/relationships/image" Target="../media/image234.wmf"/><Relationship Id="rId1" Type="http://schemas.openxmlformats.org/officeDocument/2006/relationships/image" Target="../media/image233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wmf"/><Relationship Id="rId7" Type="http://schemas.openxmlformats.org/officeDocument/2006/relationships/image" Target="../media/image247.wmf"/><Relationship Id="rId6" Type="http://schemas.openxmlformats.org/officeDocument/2006/relationships/image" Target="../media/image246.wmf"/><Relationship Id="rId5" Type="http://schemas.openxmlformats.org/officeDocument/2006/relationships/image" Target="../media/image245.wmf"/><Relationship Id="rId4" Type="http://schemas.openxmlformats.org/officeDocument/2006/relationships/image" Target="../media/image244.emf"/><Relationship Id="rId3" Type="http://schemas.openxmlformats.org/officeDocument/2006/relationships/image" Target="../media/image243.wmf"/><Relationship Id="rId2" Type="http://schemas.openxmlformats.org/officeDocument/2006/relationships/image" Target="../media/image242.wmf"/><Relationship Id="rId1" Type="http://schemas.openxmlformats.org/officeDocument/2006/relationships/image" Target="../media/image241.wmf"/></Relationships>
</file>

<file path=ppt/drawings/_rels/vmlDrawing5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7.emf"/><Relationship Id="rId8" Type="http://schemas.openxmlformats.org/officeDocument/2006/relationships/image" Target="../media/image256.emf"/><Relationship Id="rId7" Type="http://schemas.openxmlformats.org/officeDocument/2006/relationships/image" Target="../media/image255.emf"/><Relationship Id="rId6" Type="http://schemas.openxmlformats.org/officeDocument/2006/relationships/image" Target="../media/image254.emf"/><Relationship Id="rId5" Type="http://schemas.openxmlformats.org/officeDocument/2006/relationships/image" Target="../media/image253.emf"/><Relationship Id="rId4" Type="http://schemas.openxmlformats.org/officeDocument/2006/relationships/image" Target="../media/image252.emf"/><Relationship Id="rId3" Type="http://schemas.openxmlformats.org/officeDocument/2006/relationships/image" Target="../media/image251.wmf"/><Relationship Id="rId2" Type="http://schemas.openxmlformats.org/officeDocument/2006/relationships/image" Target="../media/image250.wmf"/><Relationship Id="rId12" Type="http://schemas.openxmlformats.org/officeDocument/2006/relationships/image" Target="../media/image260.png"/><Relationship Id="rId11" Type="http://schemas.openxmlformats.org/officeDocument/2006/relationships/image" Target="../media/image259.png"/><Relationship Id="rId10" Type="http://schemas.openxmlformats.org/officeDocument/2006/relationships/image" Target="../media/image258.emf"/><Relationship Id="rId1" Type="http://schemas.openxmlformats.org/officeDocument/2006/relationships/image" Target="../media/image249.png"/></Relationships>
</file>

<file path=ppt/drawings/_rels/vmlDrawing51.vml.rels><?xml version="1.0" encoding="UTF-8" standalone="yes"?>
<Relationships xmlns="http://schemas.openxmlformats.org/package/2006/relationships"><Relationship Id="rId6" Type="http://schemas.openxmlformats.org/officeDocument/2006/relationships/image" Target="../media/image266.wmf"/><Relationship Id="rId5" Type="http://schemas.openxmlformats.org/officeDocument/2006/relationships/image" Target="../media/image265.emf"/><Relationship Id="rId4" Type="http://schemas.openxmlformats.org/officeDocument/2006/relationships/image" Target="../media/image264.wmf"/><Relationship Id="rId3" Type="http://schemas.openxmlformats.org/officeDocument/2006/relationships/image" Target="../media/image263.wmf"/><Relationship Id="rId2" Type="http://schemas.openxmlformats.org/officeDocument/2006/relationships/image" Target="../media/image262.wmf"/><Relationship Id="rId1" Type="http://schemas.openxmlformats.org/officeDocument/2006/relationships/image" Target="../media/image261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8.wmf"/></Relationships>
</file>

<file path=ppt/drawings/_rels/vmlDrawing5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wmf"/><Relationship Id="rId1" Type="http://schemas.openxmlformats.org/officeDocument/2006/relationships/image" Target="../media/image269.wmf"/></Relationships>
</file>

<file path=ppt/drawings/_rels/vmlDrawing5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2.wmf"/><Relationship Id="rId1" Type="http://schemas.openxmlformats.org/officeDocument/2006/relationships/image" Target="../media/image271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wmf"/><Relationship Id="rId2" Type="http://schemas.openxmlformats.org/officeDocument/2006/relationships/image" Target="../media/image274.wmf"/><Relationship Id="rId1" Type="http://schemas.openxmlformats.org/officeDocument/2006/relationships/image" Target="../media/image273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wmf"/><Relationship Id="rId2" Type="http://schemas.openxmlformats.org/officeDocument/2006/relationships/image" Target="../media/image277.wmf"/><Relationship Id="rId1" Type="http://schemas.openxmlformats.org/officeDocument/2006/relationships/image" Target="../media/image276.wmf"/></Relationships>
</file>

<file path=ppt/drawings/_rels/vmlDrawing5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6.wmf"/><Relationship Id="rId8" Type="http://schemas.openxmlformats.org/officeDocument/2006/relationships/image" Target="../media/image285.wmf"/><Relationship Id="rId7" Type="http://schemas.openxmlformats.org/officeDocument/2006/relationships/image" Target="../media/image284.emf"/><Relationship Id="rId6" Type="http://schemas.openxmlformats.org/officeDocument/2006/relationships/image" Target="../media/image283.wmf"/><Relationship Id="rId5" Type="http://schemas.openxmlformats.org/officeDocument/2006/relationships/image" Target="../media/image282.wmf"/><Relationship Id="rId4" Type="http://schemas.openxmlformats.org/officeDocument/2006/relationships/image" Target="../media/image281.wmf"/><Relationship Id="rId3" Type="http://schemas.openxmlformats.org/officeDocument/2006/relationships/image" Target="../media/image280.wmf"/><Relationship Id="rId2" Type="http://schemas.openxmlformats.org/officeDocument/2006/relationships/image" Target="../media/image279.wmf"/><Relationship Id="rId11" Type="http://schemas.openxmlformats.org/officeDocument/2006/relationships/image" Target="../media/image288.wmf"/><Relationship Id="rId10" Type="http://schemas.openxmlformats.org/officeDocument/2006/relationships/image" Target="../media/image287.wmf"/><Relationship Id="rId1" Type="http://schemas.openxmlformats.org/officeDocument/2006/relationships/image" Target="../media/image278.emf"/></Relationships>
</file>

<file path=ppt/drawings/_rels/vmlDrawing5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wmf"/><Relationship Id="rId7" Type="http://schemas.openxmlformats.org/officeDocument/2006/relationships/image" Target="../media/image295.wmf"/><Relationship Id="rId6" Type="http://schemas.openxmlformats.org/officeDocument/2006/relationships/image" Target="../media/image294.wmf"/><Relationship Id="rId5" Type="http://schemas.openxmlformats.org/officeDocument/2006/relationships/image" Target="../media/image293.wmf"/><Relationship Id="rId4" Type="http://schemas.openxmlformats.org/officeDocument/2006/relationships/image" Target="../media/image292.emf"/><Relationship Id="rId3" Type="http://schemas.openxmlformats.org/officeDocument/2006/relationships/image" Target="../media/image291.wmf"/><Relationship Id="rId2" Type="http://schemas.openxmlformats.org/officeDocument/2006/relationships/image" Target="../media/image290.wmf"/><Relationship Id="rId1" Type="http://schemas.openxmlformats.org/officeDocument/2006/relationships/image" Target="../media/image289.emf"/></Relationships>
</file>

<file path=ppt/drawings/_rels/vmlDrawing59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3.wmf"/><Relationship Id="rId8" Type="http://schemas.openxmlformats.org/officeDocument/2006/relationships/image" Target="../media/image283.wmf"/><Relationship Id="rId7" Type="http://schemas.openxmlformats.org/officeDocument/2006/relationships/image" Target="../media/image302.emf"/><Relationship Id="rId6" Type="http://schemas.openxmlformats.org/officeDocument/2006/relationships/image" Target="../media/image301.wmf"/><Relationship Id="rId5" Type="http://schemas.openxmlformats.org/officeDocument/2006/relationships/image" Target="../media/image300.wmf"/><Relationship Id="rId4" Type="http://schemas.openxmlformats.org/officeDocument/2006/relationships/image" Target="../media/image299.emf"/><Relationship Id="rId3" Type="http://schemas.openxmlformats.org/officeDocument/2006/relationships/image" Target="../media/image286.wmf"/><Relationship Id="rId2" Type="http://schemas.openxmlformats.org/officeDocument/2006/relationships/image" Target="../media/image298.wmf"/><Relationship Id="rId1" Type="http://schemas.openxmlformats.org/officeDocument/2006/relationships/image" Target="../media/image297.wmf"/></Relationships>
</file>

<file path=ppt/drawings/_rels/vmlDrawing60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2.emf"/><Relationship Id="rId8" Type="http://schemas.openxmlformats.org/officeDocument/2006/relationships/image" Target="../media/image311.emf"/><Relationship Id="rId7" Type="http://schemas.openxmlformats.org/officeDocument/2006/relationships/image" Target="../media/image310.wmf"/><Relationship Id="rId6" Type="http://schemas.openxmlformats.org/officeDocument/2006/relationships/image" Target="../media/image309.wmf"/><Relationship Id="rId5" Type="http://schemas.openxmlformats.org/officeDocument/2006/relationships/image" Target="../media/image308.wmf"/><Relationship Id="rId4" Type="http://schemas.openxmlformats.org/officeDocument/2006/relationships/image" Target="../media/image307.emf"/><Relationship Id="rId3" Type="http://schemas.openxmlformats.org/officeDocument/2006/relationships/image" Target="../media/image306.wmf"/><Relationship Id="rId2" Type="http://schemas.openxmlformats.org/officeDocument/2006/relationships/image" Target="../media/image305.wmf"/><Relationship Id="rId10" Type="http://schemas.openxmlformats.org/officeDocument/2006/relationships/image" Target="../media/image313.emf"/><Relationship Id="rId1" Type="http://schemas.openxmlformats.org/officeDocument/2006/relationships/image" Target="../media/image304.w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0.emf"/></Relationships>
</file>

<file path=ppt/drawings/_rels/vmlDrawing6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6.wmf"/><Relationship Id="rId2" Type="http://schemas.openxmlformats.org/officeDocument/2006/relationships/image" Target="../media/image315.wmf"/><Relationship Id="rId1" Type="http://schemas.openxmlformats.org/officeDocument/2006/relationships/image" Target="../media/image314.w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7.wmf"/></Relationships>
</file>

<file path=ppt/drawings/_rels/vmlDrawing6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9.wmf"/><Relationship Id="rId1" Type="http://schemas.openxmlformats.org/officeDocument/2006/relationships/image" Target="../media/image318.w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0.wmf"/></Relationships>
</file>

<file path=ppt/drawings/_rels/vmlDrawing66.vml.rels><?xml version="1.0" encoding="UTF-8" standalone="yes"?>
<Relationships xmlns="http://schemas.openxmlformats.org/package/2006/relationships"><Relationship Id="rId5" Type="http://schemas.openxmlformats.org/officeDocument/2006/relationships/image" Target="../media/image325.emf"/><Relationship Id="rId4" Type="http://schemas.openxmlformats.org/officeDocument/2006/relationships/image" Target="../media/image324.emf"/><Relationship Id="rId3" Type="http://schemas.openxmlformats.org/officeDocument/2006/relationships/image" Target="../media/image323.emf"/><Relationship Id="rId2" Type="http://schemas.openxmlformats.org/officeDocument/2006/relationships/image" Target="../media/image322.emf"/><Relationship Id="rId1" Type="http://schemas.openxmlformats.org/officeDocument/2006/relationships/image" Target="../media/image321.emf"/></Relationships>
</file>

<file path=ppt/drawings/_rels/vmlDrawing6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7.wmf"/><Relationship Id="rId1" Type="http://schemas.openxmlformats.org/officeDocument/2006/relationships/image" Target="../media/image326.wmf"/></Relationships>
</file>

<file path=ppt/drawings/_rels/vmlDrawing6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6.wmf"/></Relationships>
</file>

<file path=ppt/drawings/_rels/vmlDrawing69.vml.rels><?xml version="1.0" encoding="UTF-8" standalone="yes"?>
<Relationships xmlns="http://schemas.openxmlformats.org/package/2006/relationships"><Relationship Id="rId4" Type="http://schemas.openxmlformats.org/officeDocument/2006/relationships/image" Target="../media/image331.emf"/><Relationship Id="rId3" Type="http://schemas.openxmlformats.org/officeDocument/2006/relationships/image" Target="../media/image330.emf"/><Relationship Id="rId2" Type="http://schemas.openxmlformats.org/officeDocument/2006/relationships/image" Target="../media/image329.emf"/><Relationship Id="rId1" Type="http://schemas.openxmlformats.org/officeDocument/2006/relationships/image" Target="../media/image328.emf"/></Relationships>
</file>

<file path=ppt/drawings/_rels/vmlDrawing70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0.emf"/><Relationship Id="rId8" Type="http://schemas.openxmlformats.org/officeDocument/2006/relationships/image" Target="../media/image339.emf"/><Relationship Id="rId7" Type="http://schemas.openxmlformats.org/officeDocument/2006/relationships/image" Target="../media/image338.emf"/><Relationship Id="rId6" Type="http://schemas.openxmlformats.org/officeDocument/2006/relationships/image" Target="../media/image337.wmf"/><Relationship Id="rId5" Type="http://schemas.openxmlformats.org/officeDocument/2006/relationships/image" Target="../media/image336.emf"/><Relationship Id="rId4" Type="http://schemas.openxmlformats.org/officeDocument/2006/relationships/image" Target="../media/image335.emf"/><Relationship Id="rId3" Type="http://schemas.openxmlformats.org/officeDocument/2006/relationships/image" Target="../media/image334.emf"/><Relationship Id="rId2" Type="http://schemas.openxmlformats.org/officeDocument/2006/relationships/image" Target="../media/image333.emf"/><Relationship Id="rId1" Type="http://schemas.openxmlformats.org/officeDocument/2006/relationships/image" Target="../media/image332.wmf"/></Relationships>
</file>

<file path=ppt/drawings/_rels/vmlDrawing7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7.wmf"/><Relationship Id="rId1" Type="http://schemas.openxmlformats.org/officeDocument/2006/relationships/image" Target="../media/image341.w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2.wmf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3.wmf"/></Relationships>
</file>

<file path=ppt/drawings/_rels/vmlDrawing74.vml.rels><?xml version="1.0" encoding="UTF-8" standalone="yes"?>
<Relationships xmlns="http://schemas.openxmlformats.org/package/2006/relationships"><Relationship Id="rId7" Type="http://schemas.openxmlformats.org/officeDocument/2006/relationships/image" Target="../media/image350.wmf"/><Relationship Id="rId6" Type="http://schemas.openxmlformats.org/officeDocument/2006/relationships/image" Target="../media/image349.wmf"/><Relationship Id="rId5" Type="http://schemas.openxmlformats.org/officeDocument/2006/relationships/image" Target="../media/image348.wmf"/><Relationship Id="rId4" Type="http://schemas.openxmlformats.org/officeDocument/2006/relationships/image" Target="../media/image347.wmf"/><Relationship Id="rId3" Type="http://schemas.openxmlformats.org/officeDocument/2006/relationships/image" Target="../media/image346.wmf"/><Relationship Id="rId2" Type="http://schemas.openxmlformats.org/officeDocument/2006/relationships/image" Target="../media/image345.wmf"/><Relationship Id="rId1" Type="http://schemas.openxmlformats.org/officeDocument/2006/relationships/image" Target="../media/image344.wmf"/></Relationships>
</file>

<file path=ppt/drawings/_rels/vmlDrawing7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wmf"/><Relationship Id="rId1" Type="http://schemas.openxmlformats.org/officeDocument/2006/relationships/image" Target="../media/image351.wmf"/></Relationships>
</file>

<file path=ppt/drawings/_rels/vmlDrawing76.vml.rels><?xml version="1.0" encoding="UTF-8" standalone="yes"?>
<Relationships xmlns="http://schemas.openxmlformats.org/package/2006/relationships"><Relationship Id="rId6" Type="http://schemas.openxmlformats.org/officeDocument/2006/relationships/image" Target="../media/image358.emf"/><Relationship Id="rId5" Type="http://schemas.openxmlformats.org/officeDocument/2006/relationships/image" Target="../media/image357.wmf"/><Relationship Id="rId4" Type="http://schemas.openxmlformats.org/officeDocument/2006/relationships/image" Target="../media/image356.wmf"/><Relationship Id="rId3" Type="http://schemas.openxmlformats.org/officeDocument/2006/relationships/image" Target="../media/image355.wmf"/><Relationship Id="rId2" Type="http://schemas.openxmlformats.org/officeDocument/2006/relationships/image" Target="../media/image354.wmf"/><Relationship Id="rId1" Type="http://schemas.openxmlformats.org/officeDocument/2006/relationships/image" Target="../media/image353.png"/></Relationships>
</file>

<file path=ppt/drawings/_rels/vmlDrawing7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67.emf"/><Relationship Id="rId8" Type="http://schemas.openxmlformats.org/officeDocument/2006/relationships/image" Target="../media/image366.emf"/><Relationship Id="rId7" Type="http://schemas.openxmlformats.org/officeDocument/2006/relationships/image" Target="../media/image365.wmf"/><Relationship Id="rId6" Type="http://schemas.openxmlformats.org/officeDocument/2006/relationships/image" Target="../media/image364.emf"/><Relationship Id="rId5" Type="http://schemas.openxmlformats.org/officeDocument/2006/relationships/image" Target="../media/image363.emf"/><Relationship Id="rId4" Type="http://schemas.openxmlformats.org/officeDocument/2006/relationships/image" Target="../media/image362.emf"/><Relationship Id="rId3" Type="http://schemas.openxmlformats.org/officeDocument/2006/relationships/image" Target="../media/image361.emf"/><Relationship Id="rId2" Type="http://schemas.openxmlformats.org/officeDocument/2006/relationships/image" Target="../media/image360.emf"/><Relationship Id="rId11" Type="http://schemas.openxmlformats.org/officeDocument/2006/relationships/image" Target="../media/image369.emf"/><Relationship Id="rId10" Type="http://schemas.openxmlformats.org/officeDocument/2006/relationships/image" Target="../media/image368.emf"/><Relationship Id="rId1" Type="http://schemas.openxmlformats.org/officeDocument/2006/relationships/image" Target="../media/image359.emf"/></Relationships>
</file>

<file path=ppt/drawings/_rels/vmlDrawing78.vml.rels><?xml version="1.0" encoding="UTF-8" standalone="yes"?>
<Relationships xmlns="http://schemas.openxmlformats.org/package/2006/relationships"><Relationship Id="rId6" Type="http://schemas.openxmlformats.org/officeDocument/2006/relationships/image" Target="../media/image375.emf"/><Relationship Id="rId5" Type="http://schemas.openxmlformats.org/officeDocument/2006/relationships/image" Target="../media/image374.emf"/><Relationship Id="rId4" Type="http://schemas.openxmlformats.org/officeDocument/2006/relationships/image" Target="../media/image373.wmf"/><Relationship Id="rId3" Type="http://schemas.openxmlformats.org/officeDocument/2006/relationships/image" Target="../media/image372.wmf"/><Relationship Id="rId2" Type="http://schemas.openxmlformats.org/officeDocument/2006/relationships/image" Target="../media/image371.wmf"/><Relationship Id="rId1" Type="http://schemas.openxmlformats.org/officeDocument/2006/relationships/image" Target="../media/image370.wmf"/></Relationships>
</file>

<file path=ppt/drawings/_rels/vmlDrawing7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7.emf"/></Relationships>
</file>

<file path=ppt/drawings/_rels/vmlDrawing80.vml.rels><?xml version="1.0" encoding="UTF-8" standalone="yes"?>
<Relationships xmlns="http://schemas.openxmlformats.org/package/2006/relationships"><Relationship Id="rId5" Type="http://schemas.openxmlformats.org/officeDocument/2006/relationships/image" Target="../media/image382.wmf"/><Relationship Id="rId4" Type="http://schemas.openxmlformats.org/officeDocument/2006/relationships/image" Target="../media/image381.wmf"/><Relationship Id="rId3" Type="http://schemas.openxmlformats.org/officeDocument/2006/relationships/image" Target="../media/image380.wmf"/><Relationship Id="rId2" Type="http://schemas.openxmlformats.org/officeDocument/2006/relationships/image" Target="../media/image379.emf"/><Relationship Id="rId1" Type="http://schemas.openxmlformats.org/officeDocument/2006/relationships/image" Target="../media/image378.wmf"/></Relationships>
</file>

<file path=ppt/drawings/_rels/vmlDrawing81.vml.rels><?xml version="1.0" encoding="UTF-8" standalone="yes"?>
<Relationships xmlns="http://schemas.openxmlformats.org/package/2006/relationships"><Relationship Id="rId7" Type="http://schemas.openxmlformats.org/officeDocument/2006/relationships/image" Target="../media/image389.wmf"/><Relationship Id="rId6" Type="http://schemas.openxmlformats.org/officeDocument/2006/relationships/image" Target="../media/image388.wmf"/><Relationship Id="rId5" Type="http://schemas.openxmlformats.org/officeDocument/2006/relationships/image" Target="../media/image387.wmf"/><Relationship Id="rId4" Type="http://schemas.openxmlformats.org/officeDocument/2006/relationships/image" Target="../media/image386.emf"/><Relationship Id="rId3" Type="http://schemas.openxmlformats.org/officeDocument/2006/relationships/image" Target="../media/image385.emf"/><Relationship Id="rId2" Type="http://schemas.openxmlformats.org/officeDocument/2006/relationships/image" Target="../media/image384.emf"/><Relationship Id="rId1" Type="http://schemas.openxmlformats.org/officeDocument/2006/relationships/image" Target="../media/image383.wmf"/></Relationships>
</file>

<file path=ppt/drawings/_rels/vmlDrawing82.vml.rels><?xml version="1.0" encoding="UTF-8" standalone="yes"?>
<Relationships xmlns="http://schemas.openxmlformats.org/package/2006/relationships"><Relationship Id="rId9" Type="http://schemas.openxmlformats.org/officeDocument/2006/relationships/image" Target="../media/image397.png"/><Relationship Id="rId8" Type="http://schemas.openxmlformats.org/officeDocument/2006/relationships/image" Target="../media/image396.wmf"/><Relationship Id="rId7" Type="http://schemas.openxmlformats.org/officeDocument/2006/relationships/image" Target="../media/image395.wmf"/><Relationship Id="rId6" Type="http://schemas.openxmlformats.org/officeDocument/2006/relationships/image" Target="../media/image394.emf"/><Relationship Id="rId5" Type="http://schemas.openxmlformats.org/officeDocument/2006/relationships/image" Target="../media/image393.emf"/><Relationship Id="rId4" Type="http://schemas.openxmlformats.org/officeDocument/2006/relationships/image" Target="../media/image392.wmf"/><Relationship Id="rId3" Type="http://schemas.openxmlformats.org/officeDocument/2006/relationships/image" Target="../media/image391.emf"/><Relationship Id="rId2" Type="http://schemas.openxmlformats.org/officeDocument/2006/relationships/image" Target="../media/image387.wmf"/><Relationship Id="rId11" Type="http://schemas.openxmlformats.org/officeDocument/2006/relationships/image" Target="../media/image399.emf"/><Relationship Id="rId10" Type="http://schemas.openxmlformats.org/officeDocument/2006/relationships/image" Target="../media/image398.emf"/><Relationship Id="rId1" Type="http://schemas.openxmlformats.org/officeDocument/2006/relationships/image" Target="../media/image390.png"/></Relationships>
</file>

<file path=ppt/drawings/_rels/vmlDrawing83.vml.rels><?xml version="1.0" encoding="UTF-8" standalone="yes"?>
<Relationships xmlns="http://schemas.openxmlformats.org/package/2006/relationships"><Relationship Id="rId6" Type="http://schemas.openxmlformats.org/officeDocument/2006/relationships/image" Target="../media/image405.emf"/><Relationship Id="rId5" Type="http://schemas.openxmlformats.org/officeDocument/2006/relationships/image" Target="../media/image404.wmf"/><Relationship Id="rId4" Type="http://schemas.openxmlformats.org/officeDocument/2006/relationships/image" Target="../media/image403.wmf"/><Relationship Id="rId3" Type="http://schemas.openxmlformats.org/officeDocument/2006/relationships/image" Target="../media/image402.wmf"/><Relationship Id="rId2" Type="http://schemas.openxmlformats.org/officeDocument/2006/relationships/image" Target="../media/image401.wmf"/><Relationship Id="rId1" Type="http://schemas.openxmlformats.org/officeDocument/2006/relationships/image" Target="../media/image400.wmf"/></Relationships>
</file>

<file path=ppt/drawings/_rels/vmlDrawing8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4.wmf"/></Relationships>
</file>

<file path=ppt/drawings/_rels/vmlDrawing85.vml.rels><?xml version="1.0" encoding="UTF-8" standalone="yes"?>
<Relationships xmlns="http://schemas.openxmlformats.org/package/2006/relationships"><Relationship Id="rId4" Type="http://schemas.openxmlformats.org/officeDocument/2006/relationships/image" Target="../media/image418.wmf"/><Relationship Id="rId3" Type="http://schemas.openxmlformats.org/officeDocument/2006/relationships/image" Target="../media/image417.wmf"/><Relationship Id="rId2" Type="http://schemas.openxmlformats.org/officeDocument/2006/relationships/image" Target="../media/image416.wmf"/><Relationship Id="rId1" Type="http://schemas.openxmlformats.org/officeDocument/2006/relationships/image" Target="../media/image415.wmf"/></Relationships>
</file>

<file path=ppt/drawings/_rels/vmlDrawing8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1.wmf"/><Relationship Id="rId2" Type="http://schemas.openxmlformats.org/officeDocument/2006/relationships/image" Target="../media/image420.wmf"/><Relationship Id="rId1" Type="http://schemas.openxmlformats.org/officeDocument/2006/relationships/image" Target="../media/image419.wmf"/></Relationships>
</file>

<file path=ppt/drawings/_rels/vmlDrawing8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2.wmf"/></Relationships>
</file>

<file path=ppt/drawings/_rels/vmlDrawing88.vml.rels><?xml version="1.0" encoding="UTF-8" standalone="yes"?>
<Relationships xmlns="http://schemas.openxmlformats.org/package/2006/relationships"><Relationship Id="rId6" Type="http://schemas.openxmlformats.org/officeDocument/2006/relationships/image" Target="../media/image428.wmf"/><Relationship Id="rId5" Type="http://schemas.openxmlformats.org/officeDocument/2006/relationships/image" Target="../media/image427.wmf"/><Relationship Id="rId4" Type="http://schemas.openxmlformats.org/officeDocument/2006/relationships/image" Target="../media/image426.wmf"/><Relationship Id="rId3" Type="http://schemas.openxmlformats.org/officeDocument/2006/relationships/image" Target="../media/image425.wmf"/><Relationship Id="rId2" Type="http://schemas.openxmlformats.org/officeDocument/2006/relationships/image" Target="../media/image424.wmf"/><Relationship Id="rId1" Type="http://schemas.openxmlformats.org/officeDocument/2006/relationships/image" Target="../media/image423.wmf"/></Relationships>
</file>

<file path=ppt/drawings/_rels/vmlDrawing89.vml.rels><?xml version="1.0" encoding="UTF-8" standalone="yes"?>
<Relationships xmlns="http://schemas.openxmlformats.org/package/2006/relationships"><Relationship Id="rId5" Type="http://schemas.openxmlformats.org/officeDocument/2006/relationships/image" Target="../media/image433.wmf"/><Relationship Id="rId4" Type="http://schemas.openxmlformats.org/officeDocument/2006/relationships/image" Target="../media/image432.wmf"/><Relationship Id="rId3" Type="http://schemas.openxmlformats.org/officeDocument/2006/relationships/image" Target="../media/image431.wmf"/><Relationship Id="rId2" Type="http://schemas.openxmlformats.org/officeDocument/2006/relationships/image" Target="../media/image430.wmf"/><Relationship Id="rId1" Type="http://schemas.openxmlformats.org/officeDocument/2006/relationships/image" Target="../media/image429.wmf"/></Relationships>
</file>

<file path=ppt/drawings/_rels/vmlDrawing9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5.wmf"/><Relationship Id="rId1" Type="http://schemas.openxmlformats.org/officeDocument/2006/relationships/image" Target="../media/image43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计算机控制技术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D82856F-0AC3-495E-A506-C63B6BEDD70D}" type="datetimeFigureOut">
              <a:rPr lang="en-US" altLang="zh-CN"/>
            </a:fld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BB871CE6-C456-455E-B6D2-6CEB2C7E2CB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计算机控制技术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0E77D50-1ECC-49DA-A6E7-B4FA90401E69}" type="datetimeFigureOut">
              <a:rPr lang="en-US" altLang="zh-CN"/>
            </a:fld>
            <a:endParaRPr lang="en-US" altLang="zh-CN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CE4C14C6-FA71-481F-B1A2-F10DB73DC99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0" y="0"/>
            <a:ext cx="379413" cy="685800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100000">
                <a:srgbClr val="003B00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>
                <a:solidFill>
                  <a:schemeClr val="bg1"/>
                </a:solidFill>
                <a:latin typeface="Times New Roman" panose="02020603050405020304" pitchFamily="18" charset="0"/>
                <a:ea typeface="方正舒体" panose="02010601030101010101" pitchFamily="2" charset="-122"/>
              </a:rPr>
              <a:t>第八章离散时间系统的变换域分析</a:t>
            </a:r>
            <a:endParaRPr lang="zh-CN" altLang="en-US" sz="2000">
              <a:solidFill>
                <a:schemeClr val="bg1"/>
              </a:solidFill>
              <a:latin typeface="Times New Roman" panose="02020603050405020304" pitchFamily="18" charset="0"/>
              <a:ea typeface="方正舒体" panose="02010601030101010101" pitchFamily="2" charset="-122"/>
            </a:endParaRPr>
          </a:p>
        </p:txBody>
      </p:sp>
      <p:sp>
        <p:nvSpPr>
          <p:cNvPr id="7" name="TextBox 12"/>
          <p:cNvSpPr txBox="1">
            <a:spLocks noChangeArrowheads="1"/>
          </p:cNvSpPr>
          <p:nvPr userDrawn="1"/>
        </p:nvSpPr>
        <p:spPr bwMode="auto">
          <a:xfrm>
            <a:off x="3030538" y="6581775"/>
            <a:ext cx="2557462" cy="2754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域分析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8B2D402A-6005-4E81-AFCF-CD524DCD3DE4}" type="slidenum"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/102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</p:nvPr>
        </p:nvSpPr>
        <p:spPr>
          <a:xfrm>
            <a:off x="0" y="6538913"/>
            <a:ext cx="1565453" cy="3190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F56515-B71A-4C55-BF97-22B4A3F55B31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11"/>
          <p:cNvSpPr>
            <a:spLocks noChangeArrowheads="1"/>
          </p:cNvSpPr>
          <p:nvPr userDrawn="1"/>
        </p:nvSpPr>
        <p:spPr bwMode="auto">
          <a:xfrm>
            <a:off x="0" y="0"/>
            <a:ext cx="369888" cy="685800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100000">
                <a:srgbClr val="003B00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>
                <a:solidFill>
                  <a:schemeClr val="bg1"/>
                </a:solidFill>
                <a:latin typeface="Times New Roman" panose="02020603050405020304" pitchFamily="18" charset="0"/>
                <a:ea typeface="方正舒体" panose="02010601030101010101" pitchFamily="2" charset="-122"/>
              </a:rPr>
              <a:t>第八章离散时间系统的变换域分析</a:t>
            </a:r>
            <a:endParaRPr lang="zh-CN" altLang="en-US" sz="2000">
              <a:solidFill>
                <a:schemeClr val="bg1"/>
              </a:solidFill>
              <a:latin typeface="Times New Roman" panose="02020603050405020304" pitchFamily="18" charset="0"/>
              <a:ea typeface="方正舒体" panose="02010601030101010101" pitchFamily="2" charset="-122"/>
            </a:endParaRPr>
          </a:p>
        </p:txBody>
      </p:sp>
      <p:sp>
        <p:nvSpPr>
          <p:cNvPr id="8" name="TextBox 12"/>
          <p:cNvSpPr txBox="1">
            <a:spLocks noChangeArrowheads="1"/>
          </p:cNvSpPr>
          <p:nvPr userDrawn="1"/>
        </p:nvSpPr>
        <p:spPr bwMode="auto">
          <a:xfrm>
            <a:off x="3030538" y="6581775"/>
            <a:ext cx="2405062" cy="2754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域分析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684D4593-7366-4AC5-8799-F2731CB8CA26}" type="slidenum"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/102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11188" y="1484313"/>
            <a:ext cx="3924300" cy="42672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7888" y="1484313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75413"/>
            <a:ext cx="1370013" cy="3825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A37BA7-D08B-44A9-A5C7-7ED813DC1E9D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" name="图片 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1"/>
          <p:cNvSpPr>
            <a:spLocks noChangeArrowheads="1"/>
          </p:cNvSpPr>
          <p:nvPr userDrawn="1"/>
        </p:nvSpPr>
        <p:spPr bwMode="auto">
          <a:xfrm>
            <a:off x="0" y="0"/>
            <a:ext cx="369888" cy="685800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100000">
                <a:srgbClr val="003B00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>
                <a:solidFill>
                  <a:schemeClr val="bg1"/>
                </a:solidFill>
                <a:latin typeface="Times New Roman" panose="02020603050405020304" pitchFamily="18" charset="0"/>
                <a:ea typeface="方正舒体" panose="02010601030101010101" pitchFamily="2" charset="-122"/>
              </a:rPr>
              <a:t>第八章离散时间系统的变换域分析</a:t>
            </a:r>
            <a:endParaRPr lang="zh-CN" altLang="en-US" sz="2000">
              <a:solidFill>
                <a:schemeClr val="bg1"/>
              </a:solidFill>
              <a:latin typeface="Times New Roman" panose="02020603050405020304" pitchFamily="18" charset="0"/>
              <a:ea typeface="方正舒体" panose="02010601030101010101" pitchFamily="2" charset="-122"/>
            </a:endParaRPr>
          </a:p>
        </p:txBody>
      </p:sp>
      <p:sp>
        <p:nvSpPr>
          <p:cNvPr id="6" name="TextBox 12"/>
          <p:cNvSpPr txBox="1">
            <a:spLocks noChangeArrowheads="1"/>
          </p:cNvSpPr>
          <p:nvPr userDrawn="1"/>
        </p:nvSpPr>
        <p:spPr bwMode="auto">
          <a:xfrm>
            <a:off x="3030538" y="6581775"/>
            <a:ext cx="2532062" cy="2754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域分析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C4B25255-2117-44CB-8272-16F9AF2B30B2}" type="slidenum"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/102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277793" y="1261641"/>
            <a:ext cx="8507392" cy="471089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BB41BD-F7ED-431A-BA64-EA7C99C7E184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" name="图片 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1"/>
          <p:cNvSpPr>
            <a:spLocks noChangeArrowheads="1"/>
          </p:cNvSpPr>
          <p:nvPr userDrawn="1"/>
        </p:nvSpPr>
        <p:spPr bwMode="auto">
          <a:xfrm>
            <a:off x="0" y="0"/>
            <a:ext cx="369888" cy="685800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100000">
                <a:srgbClr val="003B00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>
                <a:solidFill>
                  <a:schemeClr val="bg1"/>
                </a:solidFill>
                <a:latin typeface="Times New Roman" panose="02020603050405020304" pitchFamily="18" charset="0"/>
                <a:ea typeface="方正舒体" panose="02010601030101010101" pitchFamily="2" charset="-122"/>
              </a:rPr>
              <a:t>第八章离散时间系统的变换域分析</a:t>
            </a:r>
            <a:endParaRPr lang="zh-CN" altLang="en-US" sz="2000">
              <a:solidFill>
                <a:schemeClr val="bg1"/>
              </a:solidFill>
              <a:latin typeface="Times New Roman" panose="02020603050405020304" pitchFamily="18" charset="0"/>
              <a:ea typeface="方正舒体" panose="02010601030101010101" pitchFamily="2" charset="-122"/>
            </a:endParaRPr>
          </a:p>
        </p:txBody>
      </p:sp>
      <p:sp>
        <p:nvSpPr>
          <p:cNvPr id="5" name="TextBox 12"/>
          <p:cNvSpPr txBox="1">
            <a:spLocks noChangeArrowheads="1"/>
          </p:cNvSpPr>
          <p:nvPr userDrawn="1"/>
        </p:nvSpPr>
        <p:spPr bwMode="auto">
          <a:xfrm>
            <a:off x="3030538" y="6581775"/>
            <a:ext cx="2443162" cy="2754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域分析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A13D0F13-D289-463D-9201-32606FD43616}" type="slidenum"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/102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showMasterSp="0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1"/>
          <p:cNvSpPr>
            <a:spLocks noChangeArrowheads="1"/>
          </p:cNvSpPr>
          <p:nvPr userDrawn="1"/>
        </p:nvSpPr>
        <p:spPr bwMode="auto">
          <a:xfrm>
            <a:off x="0" y="0"/>
            <a:ext cx="369888" cy="685800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100000">
                <a:srgbClr val="003B00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>
                <a:solidFill>
                  <a:schemeClr val="bg1"/>
                </a:solidFill>
                <a:latin typeface="Times New Roman" panose="02020603050405020304" pitchFamily="18" charset="0"/>
                <a:ea typeface="方正舒体" panose="02010601030101010101" pitchFamily="2" charset="-122"/>
              </a:rPr>
              <a:t>第八章离散时间系统的变换域分析</a:t>
            </a:r>
            <a:endParaRPr lang="zh-CN" altLang="en-US" sz="2000">
              <a:solidFill>
                <a:schemeClr val="bg1"/>
              </a:solidFill>
              <a:latin typeface="Times New Roman" panose="02020603050405020304" pitchFamily="18" charset="0"/>
              <a:ea typeface="方正舒体" panose="02010601030101010101" pitchFamily="2" charset="-122"/>
            </a:endParaRPr>
          </a:p>
        </p:txBody>
      </p:sp>
      <p:sp>
        <p:nvSpPr>
          <p:cNvPr id="9" name="TextBox 12"/>
          <p:cNvSpPr txBox="1">
            <a:spLocks noChangeArrowheads="1"/>
          </p:cNvSpPr>
          <p:nvPr userDrawn="1"/>
        </p:nvSpPr>
        <p:spPr bwMode="auto">
          <a:xfrm>
            <a:off x="2895600" y="6581775"/>
            <a:ext cx="2501900" cy="2754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域分析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53376E93-DAF8-4DF1-91EF-85053628F5E6}" type="slidenum"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/102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6889" y="610362"/>
            <a:ext cx="7770223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6889" y="1981963"/>
            <a:ext cx="3832860" cy="41136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4252" y="1981963"/>
            <a:ext cx="3832860" cy="20013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4252" y="4093083"/>
            <a:ext cx="3832860" cy="200253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6581774"/>
            <a:ext cx="1905000" cy="2762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511450-A6A7-4CFB-933E-008E46B8C5D3}" type="datetime1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showMasterSp="0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1"/>
          <p:cNvSpPr txBox="1">
            <a:spLocks noChangeArrowheads="1"/>
          </p:cNvSpPr>
          <p:nvPr userDrawn="1"/>
        </p:nvSpPr>
        <p:spPr bwMode="auto">
          <a:xfrm>
            <a:off x="3030538" y="6581775"/>
            <a:ext cx="2316162" cy="2754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域分析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BFB72924-795F-4F37-BA37-F5D23D5130BB}" type="slidenum"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/102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Rectangle 11"/>
          <p:cNvSpPr>
            <a:spLocks noChangeArrowheads="1"/>
          </p:cNvSpPr>
          <p:nvPr userDrawn="1"/>
        </p:nvSpPr>
        <p:spPr bwMode="auto">
          <a:xfrm>
            <a:off x="0" y="0"/>
            <a:ext cx="369888" cy="685800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100000">
                <a:srgbClr val="003B00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>
                <a:solidFill>
                  <a:schemeClr val="bg1"/>
                </a:solidFill>
                <a:latin typeface="Times New Roman" panose="02020603050405020304" pitchFamily="18" charset="0"/>
                <a:ea typeface="方正舒体" panose="02010601030101010101" pitchFamily="2" charset="-122"/>
              </a:rPr>
              <a:t>第八章离散时间系统的变换域分析</a:t>
            </a:r>
            <a:endParaRPr lang="zh-CN" altLang="en-US" sz="2000">
              <a:solidFill>
                <a:schemeClr val="bg1"/>
              </a:solidFill>
              <a:latin typeface="Times New Roman" panose="02020603050405020304" pitchFamily="18" charset="0"/>
              <a:ea typeface="方正舒体" panose="02010601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6889" y="610362"/>
            <a:ext cx="7770223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6889" y="1981963"/>
            <a:ext cx="3832860" cy="41136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4252" y="1981963"/>
            <a:ext cx="3832860" cy="20013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4252" y="4093083"/>
            <a:ext cx="3832860" cy="20025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5"/>
          <p:cNvSpPr>
            <a:spLocks noGrp="1"/>
          </p:cNvSpPr>
          <p:nvPr>
            <p:ph type="dt" sz="half" idx="10"/>
          </p:nvPr>
        </p:nvSpPr>
        <p:spPr>
          <a:xfrm>
            <a:off x="477838" y="6581774"/>
            <a:ext cx="1905000" cy="2762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48A0A-26CE-45E3-A6A7-1F128BC930A3}" type="datetime1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524000"/>
            <a:ext cx="38481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4713" y="1524000"/>
            <a:ext cx="3849687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F7BEC8-8175-46C2-9BAA-17F48BEF6E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ardvark Cafe" pitchFamily="2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ardvark Cafe" pitchFamily="2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jpeg"/><Relationship Id="rId8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8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484313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/>
              <a:t>第二级</a:t>
            </a:r>
            <a:endParaRPr lang="zh-CN" altLang="en-US" dirty="0"/>
          </a:p>
          <a:p>
            <a:pPr lvl="1"/>
            <a:r>
              <a:rPr lang="zh-CN" altLang="en-US" dirty="0"/>
              <a:t>第三级</a:t>
            </a:r>
            <a:endParaRPr lang="zh-CN" altLang="en-US" dirty="0"/>
          </a:p>
          <a:p>
            <a:pPr lvl="0"/>
            <a:r>
              <a:rPr lang="zh-CN" altLang="en-US" dirty="0"/>
              <a:t>第四级</a:t>
            </a:r>
            <a:endParaRPr lang="zh-CN" altLang="en-US" dirty="0"/>
          </a:p>
          <a:p>
            <a:pPr lvl="1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Line 5"/>
          <p:cNvSpPr>
            <a:spLocks noChangeShapeType="1"/>
          </p:cNvSpPr>
          <p:nvPr/>
        </p:nvSpPr>
        <p:spPr bwMode="auto">
          <a:xfrm flipV="1">
            <a:off x="609600" y="6359525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1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88113"/>
            <a:ext cx="1521562" cy="369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1">
                <a:latin typeface="+mn-lt"/>
                <a:ea typeface="+mj-ea"/>
              </a:defRPr>
            </a:lvl1pPr>
          </a:lstStyle>
          <a:p>
            <a:pPr>
              <a:defRPr/>
            </a:pPr>
            <a:fld id="{F815FF66-CB20-42BF-B9C2-B649B0794170}" type="datetime1">
              <a:rPr lang="zh-CN" altLang="en-US" smtClean="0"/>
            </a:fld>
            <a:endParaRPr lang="zh-CN" altLang="en-US" dirty="0"/>
          </a:p>
        </p:txBody>
      </p:sp>
      <p:pic>
        <p:nvPicPr>
          <p:cNvPr id="1030" name="图片 9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t="65486" r="4713" b="24107"/>
          <a:stretch>
            <a:fillRect/>
          </a:stretch>
        </p:blipFill>
        <p:spPr bwMode="auto">
          <a:xfrm>
            <a:off x="6088063" y="6392863"/>
            <a:ext cx="3055937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9"/>
          <p:cNvSpPr>
            <a:spLocks noChangeArrowheads="1"/>
          </p:cNvSpPr>
          <p:nvPr userDrawn="1"/>
        </p:nvSpPr>
        <p:spPr bwMode="auto">
          <a:xfrm>
            <a:off x="0" y="0"/>
            <a:ext cx="369888" cy="6858000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100000">
                <a:srgbClr val="003B00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2000">
                <a:solidFill>
                  <a:schemeClr val="bg1"/>
                </a:solidFill>
                <a:latin typeface="Times New Roman" panose="02020603050405020304" pitchFamily="18" charset="0"/>
                <a:ea typeface="方正舒体" panose="02010601030101010101" pitchFamily="2" charset="-122"/>
              </a:rPr>
              <a:t>第八章离散时间系统的变换域分析</a:t>
            </a:r>
            <a:endParaRPr lang="zh-CN" altLang="en-US" sz="2000">
              <a:solidFill>
                <a:schemeClr val="bg1"/>
              </a:solidFill>
              <a:latin typeface="Times New Roman" panose="02020603050405020304" pitchFamily="18" charset="0"/>
              <a:ea typeface="方正舒体" panose="02010601030101010101" pitchFamily="2" charset="-122"/>
            </a:endParaRPr>
          </a:p>
        </p:txBody>
      </p:sp>
      <p:sp>
        <p:nvSpPr>
          <p:cNvPr id="1032" name="TextBox 9"/>
          <p:cNvSpPr txBox="1">
            <a:spLocks noChangeArrowheads="1"/>
          </p:cNvSpPr>
          <p:nvPr userDrawn="1"/>
        </p:nvSpPr>
        <p:spPr bwMode="auto">
          <a:xfrm>
            <a:off x="3030538" y="6581775"/>
            <a:ext cx="2468562" cy="2754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Z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域分析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fld id="{071B01A7-CB05-4089-8E0D-1489E5D146F2}" type="slidenum"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</a:fld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/102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Ø"/>
        <a:defRPr sz="26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ü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.xml"/><Relationship Id="rId7" Type="http://schemas.openxmlformats.org/officeDocument/2006/relationships/audio" Target="../media/audio1.wav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.bin"/><Relationship Id="rId8" Type="http://schemas.openxmlformats.org/officeDocument/2006/relationships/image" Target="../media/image11.w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1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8.wmf"/><Relationship Id="rId13" Type="http://schemas.openxmlformats.org/officeDocument/2006/relationships/vmlDrawing" Target="../drawings/vmlDrawing2.v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2.xml"/><Relationship Id="rId10" Type="http://schemas.openxmlformats.org/officeDocument/2006/relationships/image" Target="../media/image12.w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image" Target="../media/image16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3.wmf"/><Relationship Id="rId11" Type="http://schemas.openxmlformats.org/officeDocument/2006/relationships/vmlDrawing" Target="../drawings/vmlDrawing3.vml"/><Relationship Id="rId10" Type="http://schemas.openxmlformats.org/officeDocument/2006/relationships/slideLayout" Target="../slideLayouts/slideLayout1.xml"/><Relationship Id="rId1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4.xml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8.emf"/><Relationship Id="rId1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6.v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5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4.bin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17.bin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.xml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8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27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5.wmf"/><Relationship Id="rId38" Type="http://schemas.openxmlformats.org/officeDocument/2006/relationships/vmlDrawing" Target="../drawings/vmlDrawing9.vml"/><Relationship Id="rId37" Type="http://schemas.openxmlformats.org/officeDocument/2006/relationships/slideLayout" Target="../slideLayouts/slideLayout1.xml"/><Relationship Id="rId36" Type="http://schemas.openxmlformats.org/officeDocument/2006/relationships/audio" Target="../media/audio2.wav"/><Relationship Id="rId35" Type="http://schemas.openxmlformats.org/officeDocument/2006/relationships/tags" Target="../tags/tag9.xml"/><Relationship Id="rId34" Type="http://schemas.openxmlformats.org/officeDocument/2006/relationships/image" Target="../media/image40.emf"/><Relationship Id="rId33" Type="http://schemas.openxmlformats.org/officeDocument/2006/relationships/oleObject" Target="../embeddings/oleObject35.bin"/><Relationship Id="rId32" Type="http://schemas.openxmlformats.org/officeDocument/2006/relationships/image" Target="../media/image39.emf"/><Relationship Id="rId31" Type="http://schemas.openxmlformats.org/officeDocument/2006/relationships/oleObject" Target="../embeddings/oleObject34.bin"/><Relationship Id="rId30" Type="http://schemas.openxmlformats.org/officeDocument/2006/relationships/image" Target="../media/image38.emf"/><Relationship Id="rId3" Type="http://schemas.openxmlformats.org/officeDocument/2006/relationships/oleObject" Target="../embeddings/oleObject20.bin"/><Relationship Id="rId29" Type="http://schemas.openxmlformats.org/officeDocument/2006/relationships/oleObject" Target="../embeddings/oleObject33.bin"/><Relationship Id="rId28" Type="http://schemas.openxmlformats.org/officeDocument/2006/relationships/image" Target="../media/image37.emf"/><Relationship Id="rId27" Type="http://schemas.openxmlformats.org/officeDocument/2006/relationships/oleObject" Target="../embeddings/oleObject32.bin"/><Relationship Id="rId26" Type="http://schemas.openxmlformats.org/officeDocument/2006/relationships/image" Target="../media/image36.emf"/><Relationship Id="rId25" Type="http://schemas.openxmlformats.org/officeDocument/2006/relationships/oleObject" Target="../embeddings/oleObject31.bin"/><Relationship Id="rId24" Type="http://schemas.openxmlformats.org/officeDocument/2006/relationships/image" Target="../media/image35.emf"/><Relationship Id="rId23" Type="http://schemas.openxmlformats.org/officeDocument/2006/relationships/oleObject" Target="../embeddings/oleObject30.bin"/><Relationship Id="rId22" Type="http://schemas.openxmlformats.org/officeDocument/2006/relationships/image" Target="../media/image34.wmf"/><Relationship Id="rId21" Type="http://schemas.openxmlformats.org/officeDocument/2006/relationships/oleObject" Target="../embeddings/oleObject29.bin"/><Relationship Id="rId20" Type="http://schemas.openxmlformats.org/officeDocument/2006/relationships/image" Target="../media/image33.wmf"/><Relationship Id="rId2" Type="http://schemas.openxmlformats.org/officeDocument/2006/relationships/image" Target="../media/image24.wmf"/><Relationship Id="rId19" Type="http://schemas.openxmlformats.org/officeDocument/2006/relationships/oleObject" Target="../embeddings/oleObject28.bin"/><Relationship Id="rId18" Type="http://schemas.openxmlformats.org/officeDocument/2006/relationships/image" Target="../media/image32.emf"/><Relationship Id="rId17" Type="http://schemas.openxmlformats.org/officeDocument/2006/relationships/oleObject" Target="../embeddings/oleObject27.bin"/><Relationship Id="rId16" Type="http://schemas.openxmlformats.org/officeDocument/2006/relationships/image" Target="../media/image31.emf"/><Relationship Id="rId15" Type="http://schemas.openxmlformats.org/officeDocument/2006/relationships/oleObject" Target="../embeddings/oleObject26.bin"/><Relationship Id="rId14" Type="http://schemas.openxmlformats.org/officeDocument/2006/relationships/image" Target="../media/image30.emf"/><Relationship Id="rId13" Type="http://schemas.openxmlformats.org/officeDocument/2006/relationships/oleObject" Target="../embeddings/oleObject25.bin"/><Relationship Id="rId12" Type="http://schemas.openxmlformats.org/officeDocument/2006/relationships/image" Target="../media/image29.emf"/><Relationship Id="rId11" Type="http://schemas.openxmlformats.org/officeDocument/2006/relationships/oleObject" Target="../embeddings/oleObject24.bin"/><Relationship Id="rId10" Type="http://schemas.openxmlformats.org/officeDocument/2006/relationships/image" Target="../media/image28.emf"/><Relationship Id="rId1" Type="http://schemas.openxmlformats.org/officeDocument/2006/relationships/oleObject" Target="../embeddings/oleObject19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e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43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2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41.wmf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0.xml"/><Relationship Id="rId1" Type="http://schemas.openxmlformats.org/officeDocument/2006/relationships/oleObject" Target="../embeddings/oleObject36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1.v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1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46.wmf"/><Relationship Id="rId1" Type="http://schemas.openxmlformats.org/officeDocument/2006/relationships/oleObject" Target="../embeddings/oleObject40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2.v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2.x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49.wmf"/><Relationship Id="rId1" Type="http://schemas.openxmlformats.org/officeDocument/2006/relationships/oleObject" Target="../embeddings/oleObject43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image" Target="../media/image55.wmf"/><Relationship Id="rId7" Type="http://schemas.openxmlformats.org/officeDocument/2006/relationships/oleObject" Target="../embeddings/oleObject49.bin"/><Relationship Id="rId6" Type="http://schemas.openxmlformats.org/officeDocument/2006/relationships/image" Target="../media/image54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53.wmf"/><Relationship Id="rId3" Type="http://schemas.openxmlformats.org/officeDocument/2006/relationships/oleObject" Target="../embeddings/oleObject47.bin"/><Relationship Id="rId2" Type="http://schemas.openxmlformats.org/officeDocument/2006/relationships/image" Target="../media/image52.wmf"/><Relationship Id="rId11" Type="http://schemas.openxmlformats.org/officeDocument/2006/relationships/vmlDrawing" Target="../drawings/vmlDrawing13.vml"/><Relationship Id="rId10" Type="http://schemas.openxmlformats.org/officeDocument/2006/relationships/slideLayout" Target="../slideLayouts/slideLayout1.xml"/><Relationship Id="rId1" Type="http://schemas.openxmlformats.org/officeDocument/2006/relationships/oleObject" Target="../embeddings/oleObject46.bin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4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.xml"/><Relationship Id="rId4" Type="http://schemas.openxmlformats.org/officeDocument/2006/relationships/image" Target="../media/image51.w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56.wmf"/><Relationship Id="rId1" Type="http://schemas.openxmlformats.org/officeDocument/2006/relationships/oleObject" Target="../embeddings/oleObject50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5.xml"/><Relationship Id="rId7" Type="http://schemas.openxmlformats.org/officeDocument/2006/relationships/oleObject" Target="../embeddings/oleObject55.bin"/><Relationship Id="rId6" Type="http://schemas.openxmlformats.org/officeDocument/2006/relationships/image" Target="../media/image51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8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57.wmf"/><Relationship Id="rId10" Type="http://schemas.openxmlformats.org/officeDocument/2006/relationships/vmlDrawing" Target="../drawings/vmlDrawing15.vml"/><Relationship Id="rId1" Type="http://schemas.openxmlformats.org/officeDocument/2006/relationships/oleObject" Target="../embeddings/oleObject52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image" Target="../media/image62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61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0.wmf"/><Relationship Id="rId3" Type="http://schemas.openxmlformats.org/officeDocument/2006/relationships/oleObject" Target="../embeddings/oleObject57.bin"/><Relationship Id="rId2" Type="http://schemas.openxmlformats.org/officeDocument/2006/relationships/image" Target="../media/image59.wmf"/><Relationship Id="rId11" Type="http://schemas.openxmlformats.org/officeDocument/2006/relationships/vmlDrawing" Target="../drawings/vmlDrawing16.vml"/><Relationship Id="rId10" Type="http://schemas.openxmlformats.org/officeDocument/2006/relationships/slideLayout" Target="../slideLayouts/slideLayout1.xml"/><Relationship Id="rId1" Type="http://schemas.openxmlformats.org/officeDocument/2006/relationships/oleObject" Target="../embeddings/oleObject56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7.v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7.x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61.bin"/><Relationship Id="rId2" Type="http://schemas.openxmlformats.org/officeDocument/2006/relationships/image" Target="../media/image63.wmf"/><Relationship Id="rId1" Type="http://schemas.openxmlformats.org/officeDocument/2006/relationships/oleObject" Target="../embeddings/oleObject60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8.xml"/><Relationship Id="rId5" Type="http://schemas.openxmlformats.org/officeDocument/2006/relationships/slide" Target="slide21.xml"/><Relationship Id="rId4" Type="http://schemas.openxmlformats.org/officeDocument/2006/relationships/image" Target="../media/image67.e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66.emf"/><Relationship Id="rId1" Type="http://schemas.openxmlformats.org/officeDocument/2006/relationships/oleObject" Target="../embeddings/oleObject63.bin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8.wmf"/><Relationship Id="rId1" Type="http://schemas.openxmlformats.org/officeDocument/2006/relationships/oleObject" Target="../embeddings/oleObject65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0.bin"/><Relationship Id="rId8" Type="http://schemas.openxmlformats.org/officeDocument/2006/relationships/image" Target="../media/image72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71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70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69.wmf"/><Relationship Id="rId16" Type="http://schemas.openxmlformats.org/officeDocument/2006/relationships/notesSlide" Target="../notesSlides/notesSlide1.xml"/><Relationship Id="rId15" Type="http://schemas.openxmlformats.org/officeDocument/2006/relationships/vmlDrawing" Target="../drawings/vmlDrawing20.v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9.xml"/><Relationship Id="rId12" Type="http://schemas.openxmlformats.org/officeDocument/2006/relationships/image" Target="../media/image74.wmf"/><Relationship Id="rId11" Type="http://schemas.openxmlformats.org/officeDocument/2006/relationships/oleObject" Target="../embeddings/oleObject71.bin"/><Relationship Id="rId10" Type="http://schemas.openxmlformats.org/officeDocument/2006/relationships/image" Target="../media/image73.wmf"/><Relationship Id="rId1" Type="http://schemas.openxmlformats.org/officeDocument/2006/relationships/oleObject" Target="../embeddings/oleObject66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6.bin"/><Relationship Id="rId8" Type="http://schemas.openxmlformats.org/officeDocument/2006/relationships/image" Target="../media/image78.wmf"/><Relationship Id="rId7" Type="http://schemas.openxmlformats.org/officeDocument/2006/relationships/oleObject" Target="../embeddings/oleObject75.bin"/><Relationship Id="rId6" Type="http://schemas.openxmlformats.org/officeDocument/2006/relationships/image" Target="../media/image77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76.wmf"/><Relationship Id="rId3" Type="http://schemas.openxmlformats.org/officeDocument/2006/relationships/oleObject" Target="../embeddings/oleObject73.bin"/><Relationship Id="rId2" Type="http://schemas.openxmlformats.org/officeDocument/2006/relationships/image" Target="../media/image75.wmf"/><Relationship Id="rId14" Type="http://schemas.openxmlformats.org/officeDocument/2006/relationships/notesSlide" Target="../notesSlides/notesSlide2.xml"/><Relationship Id="rId13" Type="http://schemas.openxmlformats.org/officeDocument/2006/relationships/vmlDrawing" Target="../drawings/vmlDrawing21.v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20.xml"/><Relationship Id="rId10" Type="http://schemas.openxmlformats.org/officeDocument/2006/relationships/image" Target="../media/image79.wmf"/><Relationship Id="rId1" Type="http://schemas.openxmlformats.org/officeDocument/2006/relationships/oleObject" Target="../embeddings/oleObject72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2.v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21.xml"/><Relationship Id="rId6" Type="http://schemas.openxmlformats.org/officeDocument/2006/relationships/image" Target="../media/image82.e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81.emf"/><Relationship Id="rId3" Type="http://schemas.openxmlformats.org/officeDocument/2006/relationships/oleObject" Target="../embeddings/oleObject78.bin"/><Relationship Id="rId2" Type="http://schemas.openxmlformats.org/officeDocument/2006/relationships/image" Target="../media/image80.emf"/><Relationship Id="rId10" Type="http://schemas.openxmlformats.org/officeDocument/2006/relationships/notesSlide" Target="../notesSlides/notesSlide3.xml"/><Relationship Id="rId1" Type="http://schemas.openxmlformats.org/officeDocument/2006/relationships/oleObject" Target="../embeddings/oleObject77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image" Target="../media/image86.emf"/><Relationship Id="rId7" Type="http://schemas.openxmlformats.org/officeDocument/2006/relationships/oleObject" Target="../embeddings/oleObject83.bin"/><Relationship Id="rId6" Type="http://schemas.openxmlformats.org/officeDocument/2006/relationships/image" Target="../media/image85.e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84.emf"/><Relationship Id="rId3" Type="http://schemas.openxmlformats.org/officeDocument/2006/relationships/oleObject" Target="../embeddings/oleObject81.bin"/><Relationship Id="rId2" Type="http://schemas.openxmlformats.org/officeDocument/2006/relationships/image" Target="../media/image83.emf"/><Relationship Id="rId12" Type="http://schemas.openxmlformats.org/officeDocument/2006/relationships/notesSlide" Target="../notesSlides/notesSlide4.xml"/><Relationship Id="rId11" Type="http://schemas.openxmlformats.org/officeDocument/2006/relationships/vmlDrawing" Target="../drawings/vmlDrawing23.vml"/><Relationship Id="rId10" Type="http://schemas.openxmlformats.org/officeDocument/2006/relationships/slideLayout" Target="../slideLayouts/slideLayout1.xml"/><Relationship Id="rId1" Type="http://schemas.openxmlformats.org/officeDocument/2006/relationships/oleObject" Target="../embeddings/oleObject80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vmlDrawing" Target="../drawings/vmlDrawing24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3.xml"/><Relationship Id="rId4" Type="http://schemas.openxmlformats.org/officeDocument/2006/relationships/image" Target="../media/image88.emf"/><Relationship Id="rId3" Type="http://schemas.openxmlformats.org/officeDocument/2006/relationships/oleObject" Target="../embeddings/oleObject85.bin"/><Relationship Id="rId2" Type="http://schemas.openxmlformats.org/officeDocument/2006/relationships/image" Target="../media/image87.emf"/><Relationship Id="rId1" Type="http://schemas.openxmlformats.org/officeDocument/2006/relationships/oleObject" Target="../embeddings/oleObject84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0.bin"/><Relationship Id="rId8" Type="http://schemas.openxmlformats.org/officeDocument/2006/relationships/image" Target="../media/image92.emf"/><Relationship Id="rId7" Type="http://schemas.openxmlformats.org/officeDocument/2006/relationships/oleObject" Target="../embeddings/oleObject89.bin"/><Relationship Id="rId6" Type="http://schemas.openxmlformats.org/officeDocument/2006/relationships/image" Target="../media/image91.png"/><Relationship Id="rId5" Type="http://schemas.openxmlformats.org/officeDocument/2006/relationships/oleObject" Target="../embeddings/oleObject88.bin"/><Relationship Id="rId4" Type="http://schemas.openxmlformats.org/officeDocument/2006/relationships/image" Target="../media/image90.png"/><Relationship Id="rId3" Type="http://schemas.openxmlformats.org/officeDocument/2006/relationships/oleObject" Target="../embeddings/oleObject87.bin"/><Relationship Id="rId2" Type="http://schemas.openxmlformats.org/officeDocument/2006/relationships/image" Target="../media/image89.png"/><Relationship Id="rId19" Type="http://schemas.openxmlformats.org/officeDocument/2006/relationships/notesSlide" Target="../notesSlides/notesSlide6.xml"/><Relationship Id="rId18" Type="http://schemas.openxmlformats.org/officeDocument/2006/relationships/vmlDrawing" Target="../drawings/vmlDrawing25.v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24.xml"/><Relationship Id="rId15" Type="http://schemas.openxmlformats.org/officeDocument/2006/relationships/image" Target="../media/image96.wmf"/><Relationship Id="rId14" Type="http://schemas.openxmlformats.org/officeDocument/2006/relationships/oleObject" Target="../embeddings/oleObject92.bin"/><Relationship Id="rId13" Type="http://schemas.openxmlformats.org/officeDocument/2006/relationships/image" Target="../media/image95.wmf"/><Relationship Id="rId12" Type="http://schemas.openxmlformats.org/officeDocument/2006/relationships/image" Target="../media/image94.emf"/><Relationship Id="rId11" Type="http://schemas.openxmlformats.org/officeDocument/2006/relationships/oleObject" Target="../embeddings/oleObject91.bin"/><Relationship Id="rId10" Type="http://schemas.openxmlformats.org/officeDocument/2006/relationships/image" Target="../media/image93.wmf"/><Relationship Id="rId1" Type="http://schemas.openxmlformats.org/officeDocument/2006/relationships/oleObject" Target="../embeddings/oleObject86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7.bin"/><Relationship Id="rId8" Type="http://schemas.openxmlformats.org/officeDocument/2006/relationships/image" Target="../media/image100.emf"/><Relationship Id="rId7" Type="http://schemas.openxmlformats.org/officeDocument/2006/relationships/oleObject" Target="../embeddings/oleObject96.bin"/><Relationship Id="rId6" Type="http://schemas.openxmlformats.org/officeDocument/2006/relationships/image" Target="../media/image99.wmf"/><Relationship Id="rId5" Type="http://schemas.openxmlformats.org/officeDocument/2006/relationships/oleObject" Target="../embeddings/oleObject95.bin"/><Relationship Id="rId4" Type="http://schemas.openxmlformats.org/officeDocument/2006/relationships/image" Target="../media/image98.wmf"/><Relationship Id="rId3" Type="http://schemas.openxmlformats.org/officeDocument/2006/relationships/oleObject" Target="../embeddings/oleObject94.bin"/><Relationship Id="rId29" Type="http://schemas.openxmlformats.org/officeDocument/2006/relationships/notesSlide" Target="../notesSlides/notesSlide7.xml"/><Relationship Id="rId28" Type="http://schemas.openxmlformats.org/officeDocument/2006/relationships/vmlDrawing" Target="../drawings/vmlDrawing26.v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25.xml"/><Relationship Id="rId25" Type="http://schemas.openxmlformats.org/officeDocument/2006/relationships/image" Target="../media/image108.emf"/><Relationship Id="rId24" Type="http://schemas.openxmlformats.org/officeDocument/2006/relationships/oleObject" Target="../embeddings/oleObject105.bin"/><Relationship Id="rId23" Type="http://schemas.openxmlformats.org/officeDocument/2006/relationships/image" Target="../media/image107.emf"/><Relationship Id="rId22" Type="http://schemas.openxmlformats.org/officeDocument/2006/relationships/oleObject" Target="../embeddings/oleObject104.bin"/><Relationship Id="rId21" Type="http://schemas.openxmlformats.org/officeDocument/2006/relationships/image" Target="../media/image106.wmf"/><Relationship Id="rId20" Type="http://schemas.openxmlformats.org/officeDocument/2006/relationships/oleObject" Target="../embeddings/oleObject103.bin"/><Relationship Id="rId2" Type="http://schemas.openxmlformats.org/officeDocument/2006/relationships/image" Target="../media/image97.wmf"/><Relationship Id="rId19" Type="http://schemas.openxmlformats.org/officeDocument/2006/relationships/image" Target="../media/image105.emf"/><Relationship Id="rId18" Type="http://schemas.openxmlformats.org/officeDocument/2006/relationships/oleObject" Target="../embeddings/oleObject102.bin"/><Relationship Id="rId17" Type="http://schemas.openxmlformats.org/officeDocument/2006/relationships/image" Target="../media/image104.emf"/><Relationship Id="rId16" Type="http://schemas.openxmlformats.org/officeDocument/2006/relationships/oleObject" Target="../embeddings/oleObject101.bin"/><Relationship Id="rId15" Type="http://schemas.openxmlformats.org/officeDocument/2006/relationships/image" Target="../media/image103.emf"/><Relationship Id="rId14" Type="http://schemas.openxmlformats.org/officeDocument/2006/relationships/oleObject" Target="../embeddings/oleObject100.bin"/><Relationship Id="rId13" Type="http://schemas.openxmlformats.org/officeDocument/2006/relationships/oleObject" Target="../embeddings/oleObject99.bin"/><Relationship Id="rId12" Type="http://schemas.openxmlformats.org/officeDocument/2006/relationships/image" Target="../media/image102.emf"/><Relationship Id="rId11" Type="http://schemas.openxmlformats.org/officeDocument/2006/relationships/oleObject" Target="../embeddings/oleObject98.bin"/><Relationship Id="rId10" Type="http://schemas.openxmlformats.org/officeDocument/2006/relationships/image" Target="../media/image101.emf"/><Relationship Id="rId1" Type="http://schemas.openxmlformats.org/officeDocument/2006/relationships/oleObject" Target="../embeddings/oleObject93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0.bin"/><Relationship Id="rId8" Type="http://schemas.openxmlformats.org/officeDocument/2006/relationships/image" Target="../media/image112.wmf"/><Relationship Id="rId7" Type="http://schemas.openxmlformats.org/officeDocument/2006/relationships/oleObject" Target="../embeddings/oleObject109.bin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110.emf"/><Relationship Id="rId3" Type="http://schemas.openxmlformats.org/officeDocument/2006/relationships/oleObject" Target="../embeddings/oleObject107.bin"/><Relationship Id="rId25" Type="http://schemas.openxmlformats.org/officeDocument/2006/relationships/vmlDrawing" Target="../drawings/vmlDrawing27.v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26.xml"/><Relationship Id="rId22" Type="http://schemas.openxmlformats.org/officeDocument/2006/relationships/image" Target="../media/image119.wmf"/><Relationship Id="rId21" Type="http://schemas.openxmlformats.org/officeDocument/2006/relationships/oleObject" Target="../embeddings/oleObject116.bin"/><Relationship Id="rId20" Type="http://schemas.openxmlformats.org/officeDocument/2006/relationships/image" Target="../media/image118.wmf"/><Relationship Id="rId2" Type="http://schemas.openxmlformats.org/officeDocument/2006/relationships/image" Target="../media/image109.wmf"/><Relationship Id="rId19" Type="http://schemas.openxmlformats.org/officeDocument/2006/relationships/oleObject" Target="../embeddings/oleObject115.bin"/><Relationship Id="rId18" Type="http://schemas.openxmlformats.org/officeDocument/2006/relationships/image" Target="../media/image117.wmf"/><Relationship Id="rId17" Type="http://schemas.openxmlformats.org/officeDocument/2006/relationships/oleObject" Target="../embeddings/oleObject114.bin"/><Relationship Id="rId16" Type="http://schemas.openxmlformats.org/officeDocument/2006/relationships/image" Target="../media/image116.emf"/><Relationship Id="rId15" Type="http://schemas.openxmlformats.org/officeDocument/2006/relationships/oleObject" Target="../embeddings/oleObject113.bin"/><Relationship Id="rId14" Type="http://schemas.openxmlformats.org/officeDocument/2006/relationships/image" Target="../media/image115.wmf"/><Relationship Id="rId13" Type="http://schemas.openxmlformats.org/officeDocument/2006/relationships/oleObject" Target="../embeddings/oleObject112.bin"/><Relationship Id="rId12" Type="http://schemas.openxmlformats.org/officeDocument/2006/relationships/image" Target="../media/image114.wmf"/><Relationship Id="rId11" Type="http://schemas.openxmlformats.org/officeDocument/2006/relationships/oleObject" Target="../embeddings/oleObject111.bin"/><Relationship Id="rId10" Type="http://schemas.openxmlformats.org/officeDocument/2006/relationships/image" Target="../media/image113.emf"/><Relationship Id="rId1" Type="http://schemas.openxmlformats.org/officeDocument/2006/relationships/oleObject" Target="../embeddings/oleObject106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1.bin"/><Relationship Id="rId8" Type="http://schemas.openxmlformats.org/officeDocument/2006/relationships/image" Target="../media/image123.wmf"/><Relationship Id="rId7" Type="http://schemas.openxmlformats.org/officeDocument/2006/relationships/oleObject" Target="../embeddings/oleObject120.bin"/><Relationship Id="rId6" Type="http://schemas.openxmlformats.org/officeDocument/2006/relationships/image" Target="../media/image122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21.emf"/><Relationship Id="rId3" Type="http://schemas.openxmlformats.org/officeDocument/2006/relationships/oleObject" Target="../embeddings/oleObject118.bin"/><Relationship Id="rId2" Type="http://schemas.openxmlformats.org/officeDocument/2006/relationships/image" Target="../media/image120.emf"/><Relationship Id="rId18" Type="http://schemas.openxmlformats.org/officeDocument/2006/relationships/notesSlide" Target="../notesSlides/notesSlide8.xml"/><Relationship Id="rId17" Type="http://schemas.openxmlformats.org/officeDocument/2006/relationships/vmlDrawing" Target="../drawings/vmlDrawing28.v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27.xml"/><Relationship Id="rId14" Type="http://schemas.openxmlformats.org/officeDocument/2006/relationships/image" Target="../media/image126.wmf"/><Relationship Id="rId13" Type="http://schemas.openxmlformats.org/officeDocument/2006/relationships/oleObject" Target="../embeddings/oleObject123.bin"/><Relationship Id="rId12" Type="http://schemas.openxmlformats.org/officeDocument/2006/relationships/image" Target="../media/image125.wmf"/><Relationship Id="rId11" Type="http://schemas.openxmlformats.org/officeDocument/2006/relationships/oleObject" Target="../embeddings/oleObject122.bin"/><Relationship Id="rId10" Type="http://schemas.openxmlformats.org/officeDocument/2006/relationships/image" Target="../media/image124.wmf"/><Relationship Id="rId1" Type="http://schemas.openxmlformats.org/officeDocument/2006/relationships/oleObject" Target="../embeddings/oleObject117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8.bin"/><Relationship Id="rId8" Type="http://schemas.openxmlformats.org/officeDocument/2006/relationships/image" Target="../media/image130.wmf"/><Relationship Id="rId7" Type="http://schemas.openxmlformats.org/officeDocument/2006/relationships/oleObject" Target="../embeddings/oleObject127.bin"/><Relationship Id="rId6" Type="http://schemas.openxmlformats.org/officeDocument/2006/relationships/image" Target="../media/image129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128.emf"/><Relationship Id="rId3" Type="http://schemas.openxmlformats.org/officeDocument/2006/relationships/oleObject" Target="../embeddings/oleObject125.bin"/><Relationship Id="rId2" Type="http://schemas.openxmlformats.org/officeDocument/2006/relationships/image" Target="../media/image127.emf"/><Relationship Id="rId17" Type="http://schemas.openxmlformats.org/officeDocument/2006/relationships/vmlDrawing" Target="../drawings/vmlDrawing29.v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28.xml"/><Relationship Id="rId14" Type="http://schemas.openxmlformats.org/officeDocument/2006/relationships/image" Target="../media/image133.emf"/><Relationship Id="rId13" Type="http://schemas.openxmlformats.org/officeDocument/2006/relationships/oleObject" Target="../embeddings/oleObject130.bin"/><Relationship Id="rId12" Type="http://schemas.openxmlformats.org/officeDocument/2006/relationships/image" Target="../media/image132.wmf"/><Relationship Id="rId11" Type="http://schemas.openxmlformats.org/officeDocument/2006/relationships/oleObject" Target="../embeddings/oleObject129.bin"/><Relationship Id="rId10" Type="http://schemas.openxmlformats.org/officeDocument/2006/relationships/image" Target="../media/image131.wmf"/><Relationship Id="rId1" Type="http://schemas.openxmlformats.org/officeDocument/2006/relationships/oleObject" Target="../embeddings/oleObject124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5.bin"/><Relationship Id="rId8" Type="http://schemas.openxmlformats.org/officeDocument/2006/relationships/image" Target="../media/image73.wmf"/><Relationship Id="rId7" Type="http://schemas.openxmlformats.org/officeDocument/2006/relationships/oleObject" Target="../embeddings/oleObject134.bin"/><Relationship Id="rId6" Type="http://schemas.openxmlformats.org/officeDocument/2006/relationships/image" Target="../media/image70.wmf"/><Relationship Id="rId5" Type="http://schemas.openxmlformats.org/officeDocument/2006/relationships/oleObject" Target="../embeddings/oleObject133.bin"/><Relationship Id="rId4" Type="http://schemas.openxmlformats.org/officeDocument/2006/relationships/image" Target="../media/image72.wmf"/><Relationship Id="rId3" Type="http://schemas.openxmlformats.org/officeDocument/2006/relationships/oleObject" Target="../embeddings/oleObject132.bin"/><Relationship Id="rId2" Type="http://schemas.openxmlformats.org/officeDocument/2006/relationships/image" Target="../media/image69.wmf"/><Relationship Id="rId19" Type="http://schemas.openxmlformats.org/officeDocument/2006/relationships/vmlDrawing" Target="../drawings/vmlDrawing30.v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29.xml"/><Relationship Id="rId16" Type="http://schemas.openxmlformats.org/officeDocument/2006/relationships/image" Target="../media/image136.emf"/><Relationship Id="rId15" Type="http://schemas.openxmlformats.org/officeDocument/2006/relationships/oleObject" Target="../embeddings/oleObject138.bin"/><Relationship Id="rId14" Type="http://schemas.openxmlformats.org/officeDocument/2006/relationships/image" Target="../media/image135.emf"/><Relationship Id="rId13" Type="http://schemas.openxmlformats.org/officeDocument/2006/relationships/oleObject" Target="../embeddings/oleObject137.bin"/><Relationship Id="rId12" Type="http://schemas.openxmlformats.org/officeDocument/2006/relationships/image" Target="../media/image74.wmf"/><Relationship Id="rId11" Type="http://schemas.openxmlformats.org/officeDocument/2006/relationships/oleObject" Target="../embeddings/oleObject136.bin"/><Relationship Id="rId10" Type="http://schemas.openxmlformats.org/officeDocument/2006/relationships/image" Target="../media/image134.wmf"/><Relationship Id="rId1" Type="http://schemas.openxmlformats.org/officeDocument/2006/relationships/oleObject" Target="../embeddings/oleObject131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3.bin"/><Relationship Id="rId8" Type="http://schemas.openxmlformats.org/officeDocument/2006/relationships/image" Target="../media/image140.emf"/><Relationship Id="rId7" Type="http://schemas.openxmlformats.org/officeDocument/2006/relationships/oleObject" Target="../embeddings/oleObject142.bin"/><Relationship Id="rId6" Type="http://schemas.openxmlformats.org/officeDocument/2006/relationships/image" Target="../media/image139.emf"/><Relationship Id="rId5" Type="http://schemas.openxmlformats.org/officeDocument/2006/relationships/oleObject" Target="../embeddings/oleObject141.bin"/><Relationship Id="rId4" Type="http://schemas.openxmlformats.org/officeDocument/2006/relationships/image" Target="../media/image138.wmf"/><Relationship Id="rId3" Type="http://schemas.openxmlformats.org/officeDocument/2006/relationships/oleObject" Target="../embeddings/oleObject140.bin"/><Relationship Id="rId28" Type="http://schemas.openxmlformats.org/officeDocument/2006/relationships/vmlDrawing" Target="../drawings/vmlDrawing31.v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30.xml"/><Relationship Id="rId25" Type="http://schemas.openxmlformats.org/officeDocument/2006/relationships/image" Target="../media/image149.wmf"/><Relationship Id="rId24" Type="http://schemas.openxmlformats.org/officeDocument/2006/relationships/oleObject" Target="../embeddings/oleObject150.bin"/><Relationship Id="rId23" Type="http://schemas.openxmlformats.org/officeDocument/2006/relationships/image" Target="../media/image148.wmf"/><Relationship Id="rId22" Type="http://schemas.openxmlformats.org/officeDocument/2006/relationships/oleObject" Target="../embeddings/oleObject149.bin"/><Relationship Id="rId21" Type="http://schemas.openxmlformats.org/officeDocument/2006/relationships/image" Target="../media/image147.wmf"/><Relationship Id="rId20" Type="http://schemas.openxmlformats.org/officeDocument/2006/relationships/oleObject" Target="../embeddings/oleObject148.bin"/><Relationship Id="rId2" Type="http://schemas.openxmlformats.org/officeDocument/2006/relationships/image" Target="../media/image137.wmf"/><Relationship Id="rId19" Type="http://schemas.openxmlformats.org/officeDocument/2006/relationships/image" Target="../media/image146.wmf"/><Relationship Id="rId18" Type="http://schemas.openxmlformats.org/officeDocument/2006/relationships/oleObject" Target="../embeddings/oleObject147.bin"/><Relationship Id="rId17" Type="http://schemas.openxmlformats.org/officeDocument/2006/relationships/image" Target="../media/image145.wmf"/><Relationship Id="rId16" Type="http://schemas.openxmlformats.org/officeDocument/2006/relationships/oleObject" Target="../embeddings/oleObject146.bin"/><Relationship Id="rId15" Type="http://schemas.openxmlformats.org/officeDocument/2006/relationships/image" Target="../media/image144.png"/><Relationship Id="rId14" Type="http://schemas.openxmlformats.org/officeDocument/2006/relationships/image" Target="../media/image143.wmf"/><Relationship Id="rId13" Type="http://schemas.openxmlformats.org/officeDocument/2006/relationships/oleObject" Target="../embeddings/oleObject145.bin"/><Relationship Id="rId12" Type="http://schemas.openxmlformats.org/officeDocument/2006/relationships/image" Target="../media/image142.wmf"/><Relationship Id="rId11" Type="http://schemas.openxmlformats.org/officeDocument/2006/relationships/oleObject" Target="../embeddings/oleObject144.bin"/><Relationship Id="rId10" Type="http://schemas.openxmlformats.org/officeDocument/2006/relationships/image" Target="../media/image141.emf"/><Relationship Id="rId1" Type="http://schemas.openxmlformats.org/officeDocument/2006/relationships/oleObject" Target="../embeddings/oleObject139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5.bin"/><Relationship Id="rId8" Type="http://schemas.openxmlformats.org/officeDocument/2006/relationships/image" Target="../media/image153.emf"/><Relationship Id="rId7" Type="http://schemas.openxmlformats.org/officeDocument/2006/relationships/oleObject" Target="../embeddings/oleObject154.bin"/><Relationship Id="rId6" Type="http://schemas.openxmlformats.org/officeDocument/2006/relationships/image" Target="../media/image152.emf"/><Relationship Id="rId5" Type="http://schemas.openxmlformats.org/officeDocument/2006/relationships/oleObject" Target="../embeddings/oleObject153.bin"/><Relationship Id="rId4" Type="http://schemas.openxmlformats.org/officeDocument/2006/relationships/image" Target="../media/image151.wmf"/><Relationship Id="rId3" Type="http://schemas.openxmlformats.org/officeDocument/2006/relationships/oleObject" Target="../embeddings/oleObject152.bin"/><Relationship Id="rId2" Type="http://schemas.openxmlformats.org/officeDocument/2006/relationships/image" Target="../media/image150.wmf"/><Relationship Id="rId15" Type="http://schemas.openxmlformats.org/officeDocument/2006/relationships/vmlDrawing" Target="../drawings/vmlDrawing32.v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31.xml"/><Relationship Id="rId12" Type="http://schemas.openxmlformats.org/officeDocument/2006/relationships/image" Target="../media/image155.emf"/><Relationship Id="rId11" Type="http://schemas.openxmlformats.org/officeDocument/2006/relationships/oleObject" Target="../embeddings/oleObject156.bin"/><Relationship Id="rId10" Type="http://schemas.openxmlformats.org/officeDocument/2006/relationships/image" Target="../media/image154.emf"/><Relationship Id="rId1" Type="http://schemas.openxmlformats.org/officeDocument/2006/relationships/oleObject" Target="../embeddings/oleObject151.bin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3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2.xml"/><Relationship Id="rId4" Type="http://schemas.openxmlformats.org/officeDocument/2006/relationships/image" Target="../media/image157.wmf"/><Relationship Id="rId3" Type="http://schemas.openxmlformats.org/officeDocument/2006/relationships/oleObject" Target="../embeddings/oleObject158.bin"/><Relationship Id="rId2" Type="http://schemas.openxmlformats.org/officeDocument/2006/relationships/image" Target="../media/image156.wmf"/><Relationship Id="rId1" Type="http://schemas.openxmlformats.org/officeDocument/2006/relationships/oleObject" Target="../embeddings/oleObject157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3.bin"/><Relationship Id="rId8" Type="http://schemas.openxmlformats.org/officeDocument/2006/relationships/image" Target="../media/image161.wmf"/><Relationship Id="rId7" Type="http://schemas.openxmlformats.org/officeDocument/2006/relationships/oleObject" Target="../embeddings/oleObject162.bin"/><Relationship Id="rId6" Type="http://schemas.openxmlformats.org/officeDocument/2006/relationships/image" Target="../media/image160.wmf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159.wmf"/><Relationship Id="rId3" Type="http://schemas.openxmlformats.org/officeDocument/2006/relationships/oleObject" Target="../embeddings/oleObject160.bin"/><Relationship Id="rId2" Type="http://schemas.openxmlformats.org/officeDocument/2006/relationships/image" Target="../media/image158.wmf"/><Relationship Id="rId14" Type="http://schemas.openxmlformats.org/officeDocument/2006/relationships/notesSlide" Target="../notesSlides/notesSlide9.xml"/><Relationship Id="rId13" Type="http://schemas.openxmlformats.org/officeDocument/2006/relationships/vmlDrawing" Target="../drawings/vmlDrawing34.v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33.xml"/><Relationship Id="rId10" Type="http://schemas.openxmlformats.org/officeDocument/2006/relationships/image" Target="../media/image162.emf"/><Relationship Id="rId1" Type="http://schemas.openxmlformats.org/officeDocument/2006/relationships/oleObject" Target="../embeddings/oleObject159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6.emf"/><Relationship Id="rId8" Type="http://schemas.openxmlformats.org/officeDocument/2006/relationships/oleObject" Target="../embeddings/oleObject167.bin"/><Relationship Id="rId7" Type="http://schemas.openxmlformats.org/officeDocument/2006/relationships/hyperlink" Target="8%20&#31163;&#25955;&#26102;&#38388;&#31995;&#32479;&#30340;&#21464;&#25442;&#22495;&#20998;&#26512;4.ppt" TargetMode="External"/><Relationship Id="rId6" Type="http://schemas.openxmlformats.org/officeDocument/2006/relationships/image" Target="../media/image165.emf"/><Relationship Id="rId5" Type="http://schemas.openxmlformats.org/officeDocument/2006/relationships/oleObject" Target="../embeddings/oleObject166.bin"/><Relationship Id="rId4" Type="http://schemas.openxmlformats.org/officeDocument/2006/relationships/image" Target="../media/image164.emf"/><Relationship Id="rId3" Type="http://schemas.openxmlformats.org/officeDocument/2006/relationships/oleObject" Target="../embeddings/oleObject165.bin"/><Relationship Id="rId2" Type="http://schemas.openxmlformats.org/officeDocument/2006/relationships/image" Target="../media/image163.emf"/><Relationship Id="rId17" Type="http://schemas.openxmlformats.org/officeDocument/2006/relationships/notesSlide" Target="../notesSlides/notesSlide10.xml"/><Relationship Id="rId16" Type="http://schemas.openxmlformats.org/officeDocument/2006/relationships/vmlDrawing" Target="../drawings/vmlDrawing35.v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34.xml"/><Relationship Id="rId13" Type="http://schemas.openxmlformats.org/officeDocument/2006/relationships/image" Target="../media/image168.emf"/><Relationship Id="rId12" Type="http://schemas.openxmlformats.org/officeDocument/2006/relationships/oleObject" Target="../embeddings/oleObject169.bin"/><Relationship Id="rId11" Type="http://schemas.openxmlformats.org/officeDocument/2006/relationships/image" Target="../media/image167.emf"/><Relationship Id="rId10" Type="http://schemas.openxmlformats.org/officeDocument/2006/relationships/oleObject" Target="../embeddings/oleObject168.bin"/><Relationship Id="rId1" Type="http://schemas.openxmlformats.org/officeDocument/2006/relationships/oleObject" Target="../embeddings/oleObject164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4.bin"/><Relationship Id="rId8" Type="http://schemas.openxmlformats.org/officeDocument/2006/relationships/image" Target="../media/image172.wmf"/><Relationship Id="rId7" Type="http://schemas.openxmlformats.org/officeDocument/2006/relationships/oleObject" Target="../embeddings/oleObject173.bin"/><Relationship Id="rId6" Type="http://schemas.openxmlformats.org/officeDocument/2006/relationships/image" Target="../media/image171.wmf"/><Relationship Id="rId5" Type="http://schemas.openxmlformats.org/officeDocument/2006/relationships/oleObject" Target="../embeddings/oleObject172.bin"/><Relationship Id="rId4" Type="http://schemas.openxmlformats.org/officeDocument/2006/relationships/image" Target="../media/image170.wmf"/><Relationship Id="rId3" Type="http://schemas.openxmlformats.org/officeDocument/2006/relationships/oleObject" Target="../embeddings/oleObject171.bin"/><Relationship Id="rId21" Type="http://schemas.openxmlformats.org/officeDocument/2006/relationships/vmlDrawing" Target="../drawings/vmlDrawing36.v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169.wmf"/><Relationship Id="rId19" Type="http://schemas.openxmlformats.org/officeDocument/2006/relationships/tags" Target="../tags/tag35.xml"/><Relationship Id="rId18" Type="http://schemas.openxmlformats.org/officeDocument/2006/relationships/image" Target="../media/image177.wmf"/><Relationship Id="rId17" Type="http://schemas.openxmlformats.org/officeDocument/2006/relationships/oleObject" Target="../embeddings/oleObject178.bin"/><Relationship Id="rId16" Type="http://schemas.openxmlformats.org/officeDocument/2006/relationships/image" Target="../media/image176.wmf"/><Relationship Id="rId15" Type="http://schemas.openxmlformats.org/officeDocument/2006/relationships/oleObject" Target="../embeddings/oleObject177.bin"/><Relationship Id="rId14" Type="http://schemas.openxmlformats.org/officeDocument/2006/relationships/image" Target="../media/image175.wmf"/><Relationship Id="rId13" Type="http://schemas.openxmlformats.org/officeDocument/2006/relationships/oleObject" Target="../embeddings/oleObject176.bin"/><Relationship Id="rId12" Type="http://schemas.openxmlformats.org/officeDocument/2006/relationships/image" Target="../media/image174.wmf"/><Relationship Id="rId11" Type="http://schemas.openxmlformats.org/officeDocument/2006/relationships/oleObject" Target="../embeddings/oleObject175.bin"/><Relationship Id="rId10" Type="http://schemas.openxmlformats.org/officeDocument/2006/relationships/image" Target="../media/image173.wmf"/><Relationship Id="rId1" Type="http://schemas.openxmlformats.org/officeDocument/2006/relationships/oleObject" Target="../embeddings/oleObject170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3.bin"/><Relationship Id="rId8" Type="http://schemas.openxmlformats.org/officeDocument/2006/relationships/image" Target="../media/image181.emf"/><Relationship Id="rId7" Type="http://schemas.openxmlformats.org/officeDocument/2006/relationships/oleObject" Target="../embeddings/oleObject182.bin"/><Relationship Id="rId6" Type="http://schemas.openxmlformats.org/officeDocument/2006/relationships/image" Target="../media/image180.emf"/><Relationship Id="rId5" Type="http://schemas.openxmlformats.org/officeDocument/2006/relationships/oleObject" Target="../embeddings/oleObject181.bin"/><Relationship Id="rId4" Type="http://schemas.openxmlformats.org/officeDocument/2006/relationships/image" Target="../media/image179.wmf"/><Relationship Id="rId3" Type="http://schemas.openxmlformats.org/officeDocument/2006/relationships/oleObject" Target="../embeddings/oleObject180.bin"/><Relationship Id="rId26" Type="http://schemas.openxmlformats.org/officeDocument/2006/relationships/vmlDrawing" Target="../drawings/vmlDrawing37.v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36.xml"/><Relationship Id="rId23" Type="http://schemas.openxmlformats.org/officeDocument/2006/relationships/image" Target="../media/image157.wmf"/><Relationship Id="rId22" Type="http://schemas.openxmlformats.org/officeDocument/2006/relationships/oleObject" Target="../embeddings/oleObject189.bin"/><Relationship Id="rId21" Type="http://schemas.openxmlformats.org/officeDocument/2006/relationships/image" Target="../media/image153.emf"/><Relationship Id="rId20" Type="http://schemas.openxmlformats.org/officeDocument/2006/relationships/oleObject" Target="../embeddings/oleObject188.bin"/><Relationship Id="rId2" Type="http://schemas.openxmlformats.org/officeDocument/2006/relationships/image" Target="../media/image178.wmf"/><Relationship Id="rId19" Type="http://schemas.openxmlformats.org/officeDocument/2006/relationships/image" Target="../media/image184.wmf"/><Relationship Id="rId18" Type="http://schemas.openxmlformats.org/officeDocument/2006/relationships/oleObject" Target="../embeddings/oleObject187.bin"/><Relationship Id="rId17" Type="http://schemas.openxmlformats.org/officeDocument/2006/relationships/image" Target="../media/image113.emf"/><Relationship Id="rId16" Type="http://schemas.openxmlformats.org/officeDocument/2006/relationships/oleObject" Target="../embeddings/oleObject186.bin"/><Relationship Id="rId15" Type="http://schemas.openxmlformats.org/officeDocument/2006/relationships/image" Target="../media/image110.emf"/><Relationship Id="rId14" Type="http://schemas.openxmlformats.org/officeDocument/2006/relationships/oleObject" Target="../embeddings/oleObject185.bin"/><Relationship Id="rId13" Type="http://schemas.openxmlformats.org/officeDocument/2006/relationships/hyperlink" Target="8%20&#31163;&#25955;&#26102;&#38388;&#31995;&#32479;&#30340;&#21464;&#25442;&#22495;&#20998;&#26512;6.ppt" TargetMode="External"/><Relationship Id="rId12" Type="http://schemas.openxmlformats.org/officeDocument/2006/relationships/image" Target="../media/image183.emf"/><Relationship Id="rId11" Type="http://schemas.openxmlformats.org/officeDocument/2006/relationships/oleObject" Target="../embeddings/oleObject184.bin"/><Relationship Id="rId10" Type="http://schemas.openxmlformats.org/officeDocument/2006/relationships/image" Target="../media/image182.emf"/><Relationship Id="rId1" Type="http://schemas.openxmlformats.org/officeDocument/2006/relationships/oleObject" Target="../embeddings/oleObject179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4.bin"/><Relationship Id="rId8" Type="http://schemas.openxmlformats.org/officeDocument/2006/relationships/image" Target="../media/image188.wmf"/><Relationship Id="rId7" Type="http://schemas.openxmlformats.org/officeDocument/2006/relationships/oleObject" Target="../embeddings/oleObject193.bin"/><Relationship Id="rId6" Type="http://schemas.openxmlformats.org/officeDocument/2006/relationships/image" Target="../media/image187.wmf"/><Relationship Id="rId5" Type="http://schemas.openxmlformats.org/officeDocument/2006/relationships/oleObject" Target="../embeddings/oleObject192.bin"/><Relationship Id="rId4" Type="http://schemas.openxmlformats.org/officeDocument/2006/relationships/image" Target="../media/image186.wmf"/><Relationship Id="rId3" Type="http://schemas.openxmlformats.org/officeDocument/2006/relationships/oleObject" Target="../embeddings/oleObject191.bin"/><Relationship Id="rId2" Type="http://schemas.openxmlformats.org/officeDocument/2006/relationships/image" Target="../media/image185.emf"/><Relationship Id="rId16" Type="http://schemas.openxmlformats.org/officeDocument/2006/relationships/notesSlide" Target="../notesSlides/notesSlide11.xml"/><Relationship Id="rId15" Type="http://schemas.openxmlformats.org/officeDocument/2006/relationships/vmlDrawing" Target="../drawings/vmlDrawing38.v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37.xml"/><Relationship Id="rId12" Type="http://schemas.openxmlformats.org/officeDocument/2006/relationships/image" Target="../media/image190.emf"/><Relationship Id="rId11" Type="http://schemas.openxmlformats.org/officeDocument/2006/relationships/oleObject" Target="../embeddings/oleObject195.bin"/><Relationship Id="rId10" Type="http://schemas.openxmlformats.org/officeDocument/2006/relationships/image" Target="../media/image189.emf"/><Relationship Id="rId1" Type="http://schemas.openxmlformats.org/officeDocument/2006/relationships/oleObject" Target="../embeddings/oleObject190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0.bin"/><Relationship Id="rId8" Type="http://schemas.openxmlformats.org/officeDocument/2006/relationships/image" Target="../media/image194.emf"/><Relationship Id="rId7" Type="http://schemas.openxmlformats.org/officeDocument/2006/relationships/oleObject" Target="../embeddings/oleObject199.bin"/><Relationship Id="rId6" Type="http://schemas.openxmlformats.org/officeDocument/2006/relationships/image" Target="../media/image193.wmf"/><Relationship Id="rId5" Type="http://schemas.openxmlformats.org/officeDocument/2006/relationships/oleObject" Target="../embeddings/oleObject198.bin"/><Relationship Id="rId4" Type="http://schemas.openxmlformats.org/officeDocument/2006/relationships/image" Target="../media/image192.wmf"/><Relationship Id="rId3" Type="http://schemas.openxmlformats.org/officeDocument/2006/relationships/oleObject" Target="../embeddings/oleObject197.bin"/><Relationship Id="rId2" Type="http://schemas.openxmlformats.org/officeDocument/2006/relationships/image" Target="../media/image191.emf"/><Relationship Id="rId16" Type="http://schemas.openxmlformats.org/officeDocument/2006/relationships/notesSlide" Target="../notesSlides/notesSlide12.xml"/><Relationship Id="rId15" Type="http://schemas.openxmlformats.org/officeDocument/2006/relationships/vmlDrawing" Target="../drawings/vmlDrawing39.v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38.xml"/><Relationship Id="rId12" Type="http://schemas.openxmlformats.org/officeDocument/2006/relationships/image" Target="../media/image196.wmf"/><Relationship Id="rId11" Type="http://schemas.openxmlformats.org/officeDocument/2006/relationships/oleObject" Target="../embeddings/oleObject201.bin"/><Relationship Id="rId10" Type="http://schemas.openxmlformats.org/officeDocument/2006/relationships/image" Target="../media/image195.emf"/><Relationship Id="rId1" Type="http://schemas.openxmlformats.org/officeDocument/2006/relationships/oleObject" Target="../embeddings/oleObject196.bin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0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9.xml"/><Relationship Id="rId4" Type="http://schemas.openxmlformats.org/officeDocument/2006/relationships/image" Target="../media/image198.wmf"/><Relationship Id="rId3" Type="http://schemas.openxmlformats.org/officeDocument/2006/relationships/oleObject" Target="../embeddings/oleObject203.bin"/><Relationship Id="rId2" Type="http://schemas.openxmlformats.org/officeDocument/2006/relationships/image" Target="../media/image197.wmf"/><Relationship Id="rId1" Type="http://schemas.openxmlformats.org/officeDocument/2006/relationships/oleObject" Target="../embeddings/oleObject202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8.bin"/><Relationship Id="rId8" Type="http://schemas.openxmlformats.org/officeDocument/2006/relationships/image" Target="../media/image172.wmf"/><Relationship Id="rId7" Type="http://schemas.openxmlformats.org/officeDocument/2006/relationships/oleObject" Target="../embeddings/oleObject207.bin"/><Relationship Id="rId6" Type="http://schemas.openxmlformats.org/officeDocument/2006/relationships/image" Target="../media/image171.wmf"/><Relationship Id="rId5" Type="http://schemas.openxmlformats.org/officeDocument/2006/relationships/oleObject" Target="../embeddings/oleObject206.bin"/><Relationship Id="rId4" Type="http://schemas.openxmlformats.org/officeDocument/2006/relationships/image" Target="../media/image170.wmf"/><Relationship Id="rId3" Type="http://schemas.openxmlformats.org/officeDocument/2006/relationships/oleObject" Target="../embeddings/oleObject205.bin"/><Relationship Id="rId21" Type="http://schemas.openxmlformats.org/officeDocument/2006/relationships/vmlDrawing" Target="../drawings/vmlDrawing41.v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169.wmf"/><Relationship Id="rId19" Type="http://schemas.openxmlformats.org/officeDocument/2006/relationships/tags" Target="../tags/tag40.xml"/><Relationship Id="rId18" Type="http://schemas.openxmlformats.org/officeDocument/2006/relationships/image" Target="../media/image177.wmf"/><Relationship Id="rId17" Type="http://schemas.openxmlformats.org/officeDocument/2006/relationships/oleObject" Target="../embeddings/oleObject212.bin"/><Relationship Id="rId16" Type="http://schemas.openxmlformats.org/officeDocument/2006/relationships/image" Target="../media/image176.wmf"/><Relationship Id="rId15" Type="http://schemas.openxmlformats.org/officeDocument/2006/relationships/oleObject" Target="../embeddings/oleObject211.bin"/><Relationship Id="rId14" Type="http://schemas.openxmlformats.org/officeDocument/2006/relationships/image" Target="../media/image175.wmf"/><Relationship Id="rId13" Type="http://schemas.openxmlformats.org/officeDocument/2006/relationships/oleObject" Target="../embeddings/oleObject210.bin"/><Relationship Id="rId12" Type="http://schemas.openxmlformats.org/officeDocument/2006/relationships/image" Target="../media/image174.wmf"/><Relationship Id="rId11" Type="http://schemas.openxmlformats.org/officeDocument/2006/relationships/oleObject" Target="../embeddings/oleObject209.bin"/><Relationship Id="rId10" Type="http://schemas.openxmlformats.org/officeDocument/2006/relationships/image" Target="../media/image173.wmf"/><Relationship Id="rId1" Type="http://schemas.openxmlformats.org/officeDocument/2006/relationships/oleObject" Target="../embeddings/oleObject204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7.bin"/><Relationship Id="rId8" Type="http://schemas.openxmlformats.org/officeDocument/2006/relationships/image" Target="../media/image181.emf"/><Relationship Id="rId7" Type="http://schemas.openxmlformats.org/officeDocument/2006/relationships/oleObject" Target="../embeddings/oleObject216.bin"/><Relationship Id="rId6" Type="http://schemas.openxmlformats.org/officeDocument/2006/relationships/image" Target="../media/image180.emf"/><Relationship Id="rId5" Type="http://schemas.openxmlformats.org/officeDocument/2006/relationships/oleObject" Target="../embeddings/oleObject215.bin"/><Relationship Id="rId4" Type="http://schemas.openxmlformats.org/officeDocument/2006/relationships/image" Target="../media/image179.wmf"/><Relationship Id="rId3" Type="http://schemas.openxmlformats.org/officeDocument/2006/relationships/oleObject" Target="../embeddings/oleObject214.bin"/><Relationship Id="rId26" Type="http://schemas.openxmlformats.org/officeDocument/2006/relationships/vmlDrawing" Target="../drawings/vmlDrawing42.v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1.xml"/><Relationship Id="rId23" Type="http://schemas.openxmlformats.org/officeDocument/2006/relationships/image" Target="../media/image157.wmf"/><Relationship Id="rId22" Type="http://schemas.openxmlformats.org/officeDocument/2006/relationships/oleObject" Target="../embeddings/oleObject223.bin"/><Relationship Id="rId21" Type="http://schemas.openxmlformats.org/officeDocument/2006/relationships/image" Target="../media/image153.emf"/><Relationship Id="rId20" Type="http://schemas.openxmlformats.org/officeDocument/2006/relationships/oleObject" Target="../embeddings/oleObject222.bin"/><Relationship Id="rId2" Type="http://schemas.openxmlformats.org/officeDocument/2006/relationships/image" Target="../media/image178.wmf"/><Relationship Id="rId19" Type="http://schemas.openxmlformats.org/officeDocument/2006/relationships/image" Target="../media/image184.wmf"/><Relationship Id="rId18" Type="http://schemas.openxmlformats.org/officeDocument/2006/relationships/oleObject" Target="../embeddings/oleObject221.bin"/><Relationship Id="rId17" Type="http://schemas.openxmlformats.org/officeDocument/2006/relationships/image" Target="../media/image113.emf"/><Relationship Id="rId16" Type="http://schemas.openxmlformats.org/officeDocument/2006/relationships/oleObject" Target="../embeddings/oleObject220.bin"/><Relationship Id="rId15" Type="http://schemas.openxmlformats.org/officeDocument/2006/relationships/image" Target="../media/image110.emf"/><Relationship Id="rId14" Type="http://schemas.openxmlformats.org/officeDocument/2006/relationships/oleObject" Target="../embeddings/oleObject219.bin"/><Relationship Id="rId13" Type="http://schemas.openxmlformats.org/officeDocument/2006/relationships/hyperlink" Target="8%20&#31163;&#25955;&#26102;&#38388;&#31995;&#32479;&#30340;&#21464;&#25442;&#22495;&#20998;&#26512;6.ppt" TargetMode="External"/><Relationship Id="rId12" Type="http://schemas.openxmlformats.org/officeDocument/2006/relationships/image" Target="../media/image183.emf"/><Relationship Id="rId11" Type="http://schemas.openxmlformats.org/officeDocument/2006/relationships/oleObject" Target="../embeddings/oleObject218.bin"/><Relationship Id="rId10" Type="http://schemas.openxmlformats.org/officeDocument/2006/relationships/image" Target="../media/image182.emf"/><Relationship Id="rId1" Type="http://schemas.openxmlformats.org/officeDocument/2006/relationships/oleObject" Target="../embeddings/oleObject213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8.bin"/><Relationship Id="rId8" Type="http://schemas.openxmlformats.org/officeDocument/2006/relationships/image" Target="../media/image202.emf"/><Relationship Id="rId7" Type="http://schemas.openxmlformats.org/officeDocument/2006/relationships/oleObject" Target="../embeddings/oleObject227.bin"/><Relationship Id="rId6" Type="http://schemas.openxmlformats.org/officeDocument/2006/relationships/image" Target="../media/image201.png"/><Relationship Id="rId5" Type="http://schemas.openxmlformats.org/officeDocument/2006/relationships/oleObject" Target="../embeddings/oleObject226.bin"/><Relationship Id="rId4" Type="http://schemas.openxmlformats.org/officeDocument/2006/relationships/image" Target="../media/image200.emf"/><Relationship Id="rId3" Type="http://schemas.openxmlformats.org/officeDocument/2006/relationships/oleObject" Target="../embeddings/oleObject225.bin"/><Relationship Id="rId2" Type="http://schemas.openxmlformats.org/officeDocument/2006/relationships/image" Target="../media/image199.wmf"/><Relationship Id="rId19" Type="http://schemas.openxmlformats.org/officeDocument/2006/relationships/vmlDrawing" Target="../drawings/vmlDrawing43.v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42.xml"/><Relationship Id="rId16" Type="http://schemas.openxmlformats.org/officeDocument/2006/relationships/image" Target="../media/image206.wmf"/><Relationship Id="rId15" Type="http://schemas.openxmlformats.org/officeDocument/2006/relationships/oleObject" Target="../embeddings/oleObject231.bin"/><Relationship Id="rId14" Type="http://schemas.openxmlformats.org/officeDocument/2006/relationships/image" Target="../media/image205.png"/><Relationship Id="rId13" Type="http://schemas.openxmlformats.org/officeDocument/2006/relationships/oleObject" Target="../embeddings/oleObject230.bin"/><Relationship Id="rId12" Type="http://schemas.openxmlformats.org/officeDocument/2006/relationships/image" Target="../media/image204.emf"/><Relationship Id="rId11" Type="http://schemas.openxmlformats.org/officeDocument/2006/relationships/oleObject" Target="../embeddings/oleObject229.bin"/><Relationship Id="rId10" Type="http://schemas.openxmlformats.org/officeDocument/2006/relationships/image" Target="../media/image203.emf"/><Relationship Id="rId1" Type="http://schemas.openxmlformats.org/officeDocument/2006/relationships/oleObject" Target="../embeddings/oleObject224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image" Target="../media/image210.wmf"/><Relationship Id="rId7" Type="http://schemas.openxmlformats.org/officeDocument/2006/relationships/oleObject" Target="../embeddings/oleObject235.bin"/><Relationship Id="rId6" Type="http://schemas.openxmlformats.org/officeDocument/2006/relationships/image" Target="../media/image209.wmf"/><Relationship Id="rId5" Type="http://schemas.openxmlformats.org/officeDocument/2006/relationships/oleObject" Target="../embeddings/oleObject234.bin"/><Relationship Id="rId4" Type="http://schemas.openxmlformats.org/officeDocument/2006/relationships/image" Target="../media/image208.wmf"/><Relationship Id="rId3" Type="http://schemas.openxmlformats.org/officeDocument/2006/relationships/oleObject" Target="../embeddings/oleObject233.bin"/><Relationship Id="rId2" Type="http://schemas.openxmlformats.org/officeDocument/2006/relationships/image" Target="../media/image207.wmf"/><Relationship Id="rId11" Type="http://schemas.openxmlformats.org/officeDocument/2006/relationships/vmlDrawing" Target="../drawings/vmlDrawing44.vml"/><Relationship Id="rId10" Type="http://schemas.openxmlformats.org/officeDocument/2006/relationships/slideLayout" Target="../slideLayouts/slideLayout1.xml"/><Relationship Id="rId1" Type="http://schemas.openxmlformats.org/officeDocument/2006/relationships/oleObject" Target="../embeddings/oleObject232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5.v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44.xml"/><Relationship Id="rId6" Type="http://schemas.openxmlformats.org/officeDocument/2006/relationships/image" Target="../media/image213.wmf"/><Relationship Id="rId5" Type="http://schemas.openxmlformats.org/officeDocument/2006/relationships/oleObject" Target="../embeddings/oleObject238.bin"/><Relationship Id="rId4" Type="http://schemas.openxmlformats.org/officeDocument/2006/relationships/image" Target="../media/image212.wmf"/><Relationship Id="rId3" Type="http://schemas.openxmlformats.org/officeDocument/2006/relationships/oleObject" Target="../embeddings/oleObject237.bin"/><Relationship Id="rId2" Type="http://schemas.openxmlformats.org/officeDocument/2006/relationships/image" Target="../media/image211.wmf"/><Relationship Id="rId10" Type="http://schemas.openxmlformats.org/officeDocument/2006/relationships/notesSlide" Target="../notesSlides/notesSlide13.xml"/><Relationship Id="rId1" Type="http://schemas.openxmlformats.org/officeDocument/2006/relationships/oleObject" Target="../embeddings/oleObject236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3.bin"/><Relationship Id="rId8" Type="http://schemas.openxmlformats.org/officeDocument/2006/relationships/image" Target="../media/image217.wmf"/><Relationship Id="rId7" Type="http://schemas.openxmlformats.org/officeDocument/2006/relationships/oleObject" Target="../embeddings/oleObject242.bin"/><Relationship Id="rId6" Type="http://schemas.openxmlformats.org/officeDocument/2006/relationships/image" Target="../media/image216.wmf"/><Relationship Id="rId5" Type="http://schemas.openxmlformats.org/officeDocument/2006/relationships/oleObject" Target="../embeddings/oleObject241.bin"/><Relationship Id="rId4" Type="http://schemas.openxmlformats.org/officeDocument/2006/relationships/image" Target="../media/image215.wmf"/><Relationship Id="rId3" Type="http://schemas.openxmlformats.org/officeDocument/2006/relationships/oleObject" Target="../embeddings/oleObject240.bin"/><Relationship Id="rId2" Type="http://schemas.openxmlformats.org/officeDocument/2006/relationships/image" Target="../media/image214.wmf"/><Relationship Id="rId15" Type="http://schemas.openxmlformats.org/officeDocument/2006/relationships/vmlDrawing" Target="../drawings/vmlDrawing46.v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45.xml"/><Relationship Id="rId12" Type="http://schemas.openxmlformats.org/officeDocument/2006/relationships/image" Target="../media/image219.wmf"/><Relationship Id="rId11" Type="http://schemas.openxmlformats.org/officeDocument/2006/relationships/oleObject" Target="../embeddings/oleObject244.bin"/><Relationship Id="rId10" Type="http://schemas.openxmlformats.org/officeDocument/2006/relationships/image" Target="../media/image218.wmf"/><Relationship Id="rId1" Type="http://schemas.openxmlformats.org/officeDocument/2006/relationships/oleObject" Target="../embeddings/oleObject239.bin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9.bin"/><Relationship Id="rId8" Type="http://schemas.openxmlformats.org/officeDocument/2006/relationships/image" Target="../media/image223.emf"/><Relationship Id="rId7" Type="http://schemas.openxmlformats.org/officeDocument/2006/relationships/oleObject" Target="../embeddings/oleObject248.bin"/><Relationship Id="rId6" Type="http://schemas.openxmlformats.org/officeDocument/2006/relationships/image" Target="../media/image222.wmf"/><Relationship Id="rId5" Type="http://schemas.openxmlformats.org/officeDocument/2006/relationships/oleObject" Target="../embeddings/oleObject247.bin"/><Relationship Id="rId4" Type="http://schemas.openxmlformats.org/officeDocument/2006/relationships/image" Target="../media/image221.wmf"/><Relationship Id="rId30" Type="http://schemas.openxmlformats.org/officeDocument/2006/relationships/notesSlide" Target="../notesSlides/notesSlide14.xml"/><Relationship Id="rId3" Type="http://schemas.openxmlformats.org/officeDocument/2006/relationships/oleObject" Target="../embeddings/oleObject246.bin"/><Relationship Id="rId29" Type="http://schemas.openxmlformats.org/officeDocument/2006/relationships/vmlDrawing" Target="../drawings/vmlDrawing47.v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46.xml"/><Relationship Id="rId26" Type="http://schemas.openxmlformats.org/officeDocument/2006/relationships/image" Target="../media/image232.wmf"/><Relationship Id="rId25" Type="http://schemas.openxmlformats.org/officeDocument/2006/relationships/oleObject" Target="../embeddings/oleObject257.bin"/><Relationship Id="rId24" Type="http://schemas.openxmlformats.org/officeDocument/2006/relationships/image" Target="../media/image231.wmf"/><Relationship Id="rId23" Type="http://schemas.openxmlformats.org/officeDocument/2006/relationships/oleObject" Target="../embeddings/oleObject256.bin"/><Relationship Id="rId22" Type="http://schemas.openxmlformats.org/officeDocument/2006/relationships/image" Target="../media/image230.wmf"/><Relationship Id="rId21" Type="http://schemas.openxmlformats.org/officeDocument/2006/relationships/oleObject" Target="../embeddings/oleObject255.bin"/><Relationship Id="rId20" Type="http://schemas.openxmlformats.org/officeDocument/2006/relationships/image" Target="../media/image229.wmf"/><Relationship Id="rId2" Type="http://schemas.openxmlformats.org/officeDocument/2006/relationships/image" Target="../media/image220.wmf"/><Relationship Id="rId19" Type="http://schemas.openxmlformats.org/officeDocument/2006/relationships/oleObject" Target="../embeddings/oleObject254.bin"/><Relationship Id="rId18" Type="http://schemas.openxmlformats.org/officeDocument/2006/relationships/image" Target="../media/image228.wmf"/><Relationship Id="rId17" Type="http://schemas.openxmlformats.org/officeDocument/2006/relationships/oleObject" Target="../embeddings/oleObject253.bin"/><Relationship Id="rId16" Type="http://schemas.openxmlformats.org/officeDocument/2006/relationships/image" Target="../media/image227.wmf"/><Relationship Id="rId15" Type="http://schemas.openxmlformats.org/officeDocument/2006/relationships/oleObject" Target="../embeddings/oleObject252.bin"/><Relationship Id="rId14" Type="http://schemas.openxmlformats.org/officeDocument/2006/relationships/image" Target="../media/image226.wmf"/><Relationship Id="rId13" Type="http://schemas.openxmlformats.org/officeDocument/2006/relationships/oleObject" Target="../embeddings/oleObject251.bin"/><Relationship Id="rId12" Type="http://schemas.openxmlformats.org/officeDocument/2006/relationships/image" Target="../media/image225.emf"/><Relationship Id="rId11" Type="http://schemas.openxmlformats.org/officeDocument/2006/relationships/oleObject" Target="../embeddings/oleObject250.bin"/><Relationship Id="rId10" Type="http://schemas.openxmlformats.org/officeDocument/2006/relationships/image" Target="../media/image224.wmf"/><Relationship Id="rId1" Type="http://schemas.openxmlformats.org/officeDocument/2006/relationships/oleObject" Target="../embeddings/oleObject245.bin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2.bin"/><Relationship Id="rId8" Type="http://schemas.openxmlformats.org/officeDocument/2006/relationships/image" Target="../media/image236.wmf"/><Relationship Id="rId7" Type="http://schemas.openxmlformats.org/officeDocument/2006/relationships/oleObject" Target="../embeddings/oleObject261.bin"/><Relationship Id="rId6" Type="http://schemas.openxmlformats.org/officeDocument/2006/relationships/image" Target="../media/image235.wmf"/><Relationship Id="rId5" Type="http://schemas.openxmlformats.org/officeDocument/2006/relationships/oleObject" Target="../embeddings/oleObject260.bin"/><Relationship Id="rId4" Type="http://schemas.openxmlformats.org/officeDocument/2006/relationships/image" Target="../media/image234.wmf"/><Relationship Id="rId3" Type="http://schemas.openxmlformats.org/officeDocument/2006/relationships/oleObject" Target="../embeddings/oleObject259.bin"/><Relationship Id="rId20" Type="http://schemas.openxmlformats.org/officeDocument/2006/relationships/notesSlide" Target="../notesSlides/notesSlide15.xml"/><Relationship Id="rId2" Type="http://schemas.openxmlformats.org/officeDocument/2006/relationships/image" Target="../media/image233.wmf"/><Relationship Id="rId19" Type="http://schemas.openxmlformats.org/officeDocument/2006/relationships/vmlDrawing" Target="../drawings/vmlDrawing48.v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47.xml"/><Relationship Id="rId16" Type="http://schemas.openxmlformats.org/officeDocument/2006/relationships/image" Target="../media/image240.emf"/><Relationship Id="rId15" Type="http://schemas.openxmlformats.org/officeDocument/2006/relationships/oleObject" Target="../embeddings/oleObject265.bin"/><Relationship Id="rId14" Type="http://schemas.openxmlformats.org/officeDocument/2006/relationships/image" Target="../media/image239.wmf"/><Relationship Id="rId13" Type="http://schemas.openxmlformats.org/officeDocument/2006/relationships/oleObject" Target="../embeddings/oleObject264.bin"/><Relationship Id="rId12" Type="http://schemas.openxmlformats.org/officeDocument/2006/relationships/image" Target="../media/image238.wmf"/><Relationship Id="rId11" Type="http://schemas.openxmlformats.org/officeDocument/2006/relationships/oleObject" Target="../embeddings/oleObject263.bin"/><Relationship Id="rId10" Type="http://schemas.openxmlformats.org/officeDocument/2006/relationships/image" Target="../media/image237.wmf"/><Relationship Id="rId1" Type="http://schemas.openxmlformats.org/officeDocument/2006/relationships/oleObject" Target="../embeddings/oleObject258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0.bin"/><Relationship Id="rId8" Type="http://schemas.openxmlformats.org/officeDocument/2006/relationships/image" Target="../media/image244.emf"/><Relationship Id="rId7" Type="http://schemas.openxmlformats.org/officeDocument/2006/relationships/oleObject" Target="../embeddings/oleObject269.bin"/><Relationship Id="rId6" Type="http://schemas.openxmlformats.org/officeDocument/2006/relationships/image" Target="../media/image243.wmf"/><Relationship Id="rId5" Type="http://schemas.openxmlformats.org/officeDocument/2006/relationships/oleObject" Target="../embeddings/oleObject268.bin"/><Relationship Id="rId4" Type="http://schemas.openxmlformats.org/officeDocument/2006/relationships/image" Target="../media/image242.wmf"/><Relationship Id="rId3" Type="http://schemas.openxmlformats.org/officeDocument/2006/relationships/oleObject" Target="../embeddings/oleObject267.bin"/><Relationship Id="rId20" Type="http://schemas.openxmlformats.org/officeDocument/2006/relationships/notesSlide" Target="../notesSlides/notesSlide16.xml"/><Relationship Id="rId2" Type="http://schemas.openxmlformats.org/officeDocument/2006/relationships/image" Target="../media/image241.wmf"/><Relationship Id="rId19" Type="http://schemas.openxmlformats.org/officeDocument/2006/relationships/vmlDrawing" Target="../drawings/vmlDrawing49.v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48.xml"/><Relationship Id="rId16" Type="http://schemas.openxmlformats.org/officeDocument/2006/relationships/image" Target="../media/image248.wmf"/><Relationship Id="rId15" Type="http://schemas.openxmlformats.org/officeDocument/2006/relationships/oleObject" Target="../embeddings/oleObject273.bin"/><Relationship Id="rId14" Type="http://schemas.openxmlformats.org/officeDocument/2006/relationships/image" Target="../media/image247.wmf"/><Relationship Id="rId13" Type="http://schemas.openxmlformats.org/officeDocument/2006/relationships/oleObject" Target="../embeddings/oleObject272.bin"/><Relationship Id="rId12" Type="http://schemas.openxmlformats.org/officeDocument/2006/relationships/image" Target="../media/image246.wmf"/><Relationship Id="rId11" Type="http://schemas.openxmlformats.org/officeDocument/2006/relationships/oleObject" Target="../embeddings/oleObject271.bin"/><Relationship Id="rId10" Type="http://schemas.openxmlformats.org/officeDocument/2006/relationships/image" Target="../media/image245.wmf"/><Relationship Id="rId1" Type="http://schemas.openxmlformats.org/officeDocument/2006/relationships/oleObject" Target="../embeddings/oleObject266.bin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8.bin"/><Relationship Id="rId8" Type="http://schemas.openxmlformats.org/officeDocument/2006/relationships/image" Target="../media/image252.emf"/><Relationship Id="rId7" Type="http://schemas.openxmlformats.org/officeDocument/2006/relationships/oleObject" Target="../embeddings/oleObject277.bin"/><Relationship Id="rId6" Type="http://schemas.openxmlformats.org/officeDocument/2006/relationships/image" Target="../media/image251.wmf"/><Relationship Id="rId5" Type="http://schemas.openxmlformats.org/officeDocument/2006/relationships/oleObject" Target="../embeddings/oleObject276.bin"/><Relationship Id="rId4" Type="http://schemas.openxmlformats.org/officeDocument/2006/relationships/image" Target="../media/image250.wmf"/><Relationship Id="rId3" Type="http://schemas.openxmlformats.org/officeDocument/2006/relationships/oleObject" Target="../embeddings/oleObject275.bin"/><Relationship Id="rId28" Type="http://schemas.openxmlformats.org/officeDocument/2006/relationships/notesSlide" Target="../notesSlides/notesSlide17.xml"/><Relationship Id="rId27" Type="http://schemas.openxmlformats.org/officeDocument/2006/relationships/vmlDrawing" Target="../drawings/vmlDrawing50.v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49.xml"/><Relationship Id="rId24" Type="http://schemas.openxmlformats.org/officeDocument/2006/relationships/image" Target="../media/image260.png"/><Relationship Id="rId23" Type="http://schemas.openxmlformats.org/officeDocument/2006/relationships/oleObject" Target="../embeddings/oleObject285.bin"/><Relationship Id="rId22" Type="http://schemas.openxmlformats.org/officeDocument/2006/relationships/image" Target="../media/image259.png"/><Relationship Id="rId21" Type="http://schemas.openxmlformats.org/officeDocument/2006/relationships/oleObject" Target="../embeddings/oleObject284.bin"/><Relationship Id="rId20" Type="http://schemas.openxmlformats.org/officeDocument/2006/relationships/image" Target="../media/image258.emf"/><Relationship Id="rId2" Type="http://schemas.openxmlformats.org/officeDocument/2006/relationships/image" Target="../media/image249.png"/><Relationship Id="rId19" Type="http://schemas.openxmlformats.org/officeDocument/2006/relationships/oleObject" Target="../embeddings/oleObject283.bin"/><Relationship Id="rId18" Type="http://schemas.openxmlformats.org/officeDocument/2006/relationships/image" Target="../media/image257.emf"/><Relationship Id="rId17" Type="http://schemas.openxmlformats.org/officeDocument/2006/relationships/oleObject" Target="../embeddings/oleObject282.bin"/><Relationship Id="rId16" Type="http://schemas.openxmlformats.org/officeDocument/2006/relationships/image" Target="../media/image256.emf"/><Relationship Id="rId15" Type="http://schemas.openxmlformats.org/officeDocument/2006/relationships/oleObject" Target="../embeddings/oleObject281.bin"/><Relationship Id="rId14" Type="http://schemas.openxmlformats.org/officeDocument/2006/relationships/image" Target="../media/image255.emf"/><Relationship Id="rId13" Type="http://schemas.openxmlformats.org/officeDocument/2006/relationships/oleObject" Target="../embeddings/oleObject280.bin"/><Relationship Id="rId12" Type="http://schemas.openxmlformats.org/officeDocument/2006/relationships/image" Target="../media/image254.emf"/><Relationship Id="rId11" Type="http://schemas.openxmlformats.org/officeDocument/2006/relationships/oleObject" Target="../embeddings/oleObject279.bin"/><Relationship Id="rId10" Type="http://schemas.openxmlformats.org/officeDocument/2006/relationships/image" Target="../media/image253.emf"/><Relationship Id="rId1" Type="http://schemas.openxmlformats.org/officeDocument/2006/relationships/oleObject" Target="../embeddings/oleObject274.bin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0.bin"/><Relationship Id="rId8" Type="http://schemas.openxmlformats.org/officeDocument/2006/relationships/image" Target="../media/image264.wmf"/><Relationship Id="rId7" Type="http://schemas.openxmlformats.org/officeDocument/2006/relationships/oleObject" Target="../embeddings/oleObject289.bin"/><Relationship Id="rId6" Type="http://schemas.openxmlformats.org/officeDocument/2006/relationships/image" Target="../media/image263.wmf"/><Relationship Id="rId5" Type="http://schemas.openxmlformats.org/officeDocument/2006/relationships/oleObject" Target="../embeddings/oleObject288.bin"/><Relationship Id="rId4" Type="http://schemas.openxmlformats.org/officeDocument/2006/relationships/image" Target="../media/image262.wmf"/><Relationship Id="rId3" Type="http://schemas.openxmlformats.org/officeDocument/2006/relationships/oleObject" Target="../embeddings/oleObject287.bin"/><Relationship Id="rId2" Type="http://schemas.openxmlformats.org/officeDocument/2006/relationships/image" Target="../media/image261.emf"/><Relationship Id="rId17" Type="http://schemas.openxmlformats.org/officeDocument/2006/relationships/notesSlide" Target="../notesSlides/notesSlide18.xml"/><Relationship Id="rId16" Type="http://schemas.openxmlformats.org/officeDocument/2006/relationships/vmlDrawing" Target="../drawings/vmlDrawing51.v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50.xml"/><Relationship Id="rId13" Type="http://schemas.openxmlformats.org/officeDocument/2006/relationships/image" Target="../media/image267.png"/><Relationship Id="rId12" Type="http://schemas.openxmlformats.org/officeDocument/2006/relationships/image" Target="../media/image266.wmf"/><Relationship Id="rId11" Type="http://schemas.openxmlformats.org/officeDocument/2006/relationships/oleObject" Target="../embeddings/oleObject291.bin"/><Relationship Id="rId10" Type="http://schemas.openxmlformats.org/officeDocument/2006/relationships/image" Target="../media/image265.emf"/><Relationship Id="rId1" Type="http://schemas.openxmlformats.org/officeDocument/2006/relationships/oleObject" Target="../embeddings/oleObject286.bin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2.v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51.xml"/><Relationship Id="rId2" Type="http://schemas.openxmlformats.org/officeDocument/2006/relationships/image" Target="../media/image268.wmf"/><Relationship Id="rId1" Type="http://schemas.openxmlformats.org/officeDocument/2006/relationships/oleObject" Target="../embeddings/oleObject292.bin"/></Relationships>
</file>

<file path=ppt/slides/_rels/slide5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3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0.wmf"/><Relationship Id="rId3" Type="http://schemas.openxmlformats.org/officeDocument/2006/relationships/oleObject" Target="../embeddings/oleObject294.bin"/><Relationship Id="rId2" Type="http://schemas.openxmlformats.org/officeDocument/2006/relationships/image" Target="../media/image269.wmf"/><Relationship Id="rId1" Type="http://schemas.openxmlformats.org/officeDocument/2006/relationships/oleObject" Target="../embeddings/oleObject293.bin"/></Relationships>
</file>

<file path=ppt/slides/_rels/slide5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4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2.xml"/><Relationship Id="rId4" Type="http://schemas.openxmlformats.org/officeDocument/2006/relationships/image" Target="../media/image272.wmf"/><Relationship Id="rId3" Type="http://schemas.openxmlformats.org/officeDocument/2006/relationships/oleObject" Target="../embeddings/oleObject296.bin"/><Relationship Id="rId2" Type="http://schemas.openxmlformats.org/officeDocument/2006/relationships/image" Target="../media/image271.wmf"/><Relationship Id="rId1" Type="http://schemas.openxmlformats.org/officeDocument/2006/relationships/oleObject" Target="../embeddings/oleObject295.bin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5.v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53.xml"/><Relationship Id="rId6" Type="http://schemas.openxmlformats.org/officeDocument/2006/relationships/image" Target="../media/image275.wmf"/><Relationship Id="rId5" Type="http://schemas.openxmlformats.org/officeDocument/2006/relationships/oleObject" Target="../embeddings/oleObject299.bin"/><Relationship Id="rId4" Type="http://schemas.openxmlformats.org/officeDocument/2006/relationships/image" Target="../media/image274.wmf"/><Relationship Id="rId3" Type="http://schemas.openxmlformats.org/officeDocument/2006/relationships/oleObject" Target="../embeddings/oleObject298.bin"/><Relationship Id="rId2" Type="http://schemas.openxmlformats.org/officeDocument/2006/relationships/image" Target="../media/image273.wmf"/><Relationship Id="rId1" Type="http://schemas.openxmlformats.org/officeDocument/2006/relationships/oleObject" Target="../embeddings/oleObject297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6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73.wmf"/><Relationship Id="rId5" Type="http://schemas.openxmlformats.org/officeDocument/2006/relationships/oleObject" Target="../embeddings/oleObject302.bin"/><Relationship Id="rId4" Type="http://schemas.openxmlformats.org/officeDocument/2006/relationships/image" Target="../media/image277.wmf"/><Relationship Id="rId3" Type="http://schemas.openxmlformats.org/officeDocument/2006/relationships/oleObject" Target="../embeddings/oleObject301.bin"/><Relationship Id="rId2" Type="http://schemas.openxmlformats.org/officeDocument/2006/relationships/image" Target="../media/image276.wmf"/><Relationship Id="rId1" Type="http://schemas.openxmlformats.org/officeDocument/2006/relationships/oleObject" Target="../embeddings/oleObject300.bin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7.bin"/><Relationship Id="rId8" Type="http://schemas.openxmlformats.org/officeDocument/2006/relationships/image" Target="../media/image281.wmf"/><Relationship Id="rId7" Type="http://schemas.openxmlformats.org/officeDocument/2006/relationships/oleObject" Target="../embeddings/oleObject306.bin"/><Relationship Id="rId6" Type="http://schemas.openxmlformats.org/officeDocument/2006/relationships/image" Target="../media/image280.wmf"/><Relationship Id="rId5" Type="http://schemas.openxmlformats.org/officeDocument/2006/relationships/oleObject" Target="../embeddings/oleObject305.bin"/><Relationship Id="rId4" Type="http://schemas.openxmlformats.org/officeDocument/2006/relationships/image" Target="../media/image279.wmf"/><Relationship Id="rId3" Type="http://schemas.openxmlformats.org/officeDocument/2006/relationships/oleObject" Target="../embeddings/oleObject304.bin"/><Relationship Id="rId26" Type="http://schemas.openxmlformats.org/officeDocument/2006/relationships/notesSlide" Target="../notesSlides/notesSlide19.xml"/><Relationship Id="rId25" Type="http://schemas.openxmlformats.org/officeDocument/2006/relationships/vmlDrawing" Target="../drawings/vmlDrawing57.v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54.xml"/><Relationship Id="rId22" Type="http://schemas.openxmlformats.org/officeDocument/2006/relationships/image" Target="../media/image288.wmf"/><Relationship Id="rId21" Type="http://schemas.openxmlformats.org/officeDocument/2006/relationships/oleObject" Target="../embeddings/oleObject313.bin"/><Relationship Id="rId20" Type="http://schemas.openxmlformats.org/officeDocument/2006/relationships/image" Target="../media/image287.wmf"/><Relationship Id="rId2" Type="http://schemas.openxmlformats.org/officeDocument/2006/relationships/image" Target="../media/image278.emf"/><Relationship Id="rId19" Type="http://schemas.openxmlformats.org/officeDocument/2006/relationships/oleObject" Target="../embeddings/oleObject312.bin"/><Relationship Id="rId18" Type="http://schemas.openxmlformats.org/officeDocument/2006/relationships/image" Target="../media/image286.wmf"/><Relationship Id="rId17" Type="http://schemas.openxmlformats.org/officeDocument/2006/relationships/oleObject" Target="../embeddings/oleObject311.bin"/><Relationship Id="rId16" Type="http://schemas.openxmlformats.org/officeDocument/2006/relationships/image" Target="../media/image285.wmf"/><Relationship Id="rId15" Type="http://schemas.openxmlformats.org/officeDocument/2006/relationships/oleObject" Target="../embeddings/oleObject310.bin"/><Relationship Id="rId14" Type="http://schemas.openxmlformats.org/officeDocument/2006/relationships/image" Target="../media/image284.emf"/><Relationship Id="rId13" Type="http://schemas.openxmlformats.org/officeDocument/2006/relationships/oleObject" Target="../embeddings/oleObject309.bin"/><Relationship Id="rId12" Type="http://schemas.openxmlformats.org/officeDocument/2006/relationships/image" Target="../media/image283.wmf"/><Relationship Id="rId11" Type="http://schemas.openxmlformats.org/officeDocument/2006/relationships/oleObject" Target="../embeddings/oleObject308.bin"/><Relationship Id="rId10" Type="http://schemas.openxmlformats.org/officeDocument/2006/relationships/image" Target="../media/image282.wmf"/><Relationship Id="rId1" Type="http://schemas.openxmlformats.org/officeDocument/2006/relationships/oleObject" Target="../embeddings/oleObject303.bin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8.bin"/><Relationship Id="rId8" Type="http://schemas.openxmlformats.org/officeDocument/2006/relationships/image" Target="../media/image292.emf"/><Relationship Id="rId7" Type="http://schemas.openxmlformats.org/officeDocument/2006/relationships/oleObject" Target="../embeddings/oleObject317.bin"/><Relationship Id="rId6" Type="http://schemas.openxmlformats.org/officeDocument/2006/relationships/image" Target="../media/image291.wmf"/><Relationship Id="rId5" Type="http://schemas.openxmlformats.org/officeDocument/2006/relationships/oleObject" Target="../embeddings/oleObject316.bin"/><Relationship Id="rId4" Type="http://schemas.openxmlformats.org/officeDocument/2006/relationships/image" Target="../media/image290.wmf"/><Relationship Id="rId3" Type="http://schemas.openxmlformats.org/officeDocument/2006/relationships/oleObject" Target="../embeddings/oleObject315.bin"/><Relationship Id="rId20" Type="http://schemas.openxmlformats.org/officeDocument/2006/relationships/notesSlide" Target="../notesSlides/notesSlide20.xml"/><Relationship Id="rId2" Type="http://schemas.openxmlformats.org/officeDocument/2006/relationships/image" Target="../media/image289.emf"/><Relationship Id="rId19" Type="http://schemas.openxmlformats.org/officeDocument/2006/relationships/vmlDrawing" Target="../drawings/vmlDrawing58.v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55.xml"/><Relationship Id="rId16" Type="http://schemas.openxmlformats.org/officeDocument/2006/relationships/image" Target="../media/image296.wmf"/><Relationship Id="rId15" Type="http://schemas.openxmlformats.org/officeDocument/2006/relationships/oleObject" Target="../embeddings/oleObject321.bin"/><Relationship Id="rId14" Type="http://schemas.openxmlformats.org/officeDocument/2006/relationships/image" Target="../media/image295.wmf"/><Relationship Id="rId13" Type="http://schemas.openxmlformats.org/officeDocument/2006/relationships/oleObject" Target="../embeddings/oleObject320.bin"/><Relationship Id="rId12" Type="http://schemas.openxmlformats.org/officeDocument/2006/relationships/image" Target="../media/image294.wmf"/><Relationship Id="rId11" Type="http://schemas.openxmlformats.org/officeDocument/2006/relationships/oleObject" Target="../embeddings/oleObject319.bin"/><Relationship Id="rId10" Type="http://schemas.openxmlformats.org/officeDocument/2006/relationships/image" Target="../media/image293.wmf"/><Relationship Id="rId1" Type="http://schemas.openxmlformats.org/officeDocument/2006/relationships/oleObject" Target="../embeddings/oleObject314.bin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6.bin"/><Relationship Id="rId8" Type="http://schemas.openxmlformats.org/officeDocument/2006/relationships/image" Target="../media/image299.emf"/><Relationship Id="rId7" Type="http://schemas.openxmlformats.org/officeDocument/2006/relationships/oleObject" Target="../embeddings/oleObject325.bin"/><Relationship Id="rId6" Type="http://schemas.openxmlformats.org/officeDocument/2006/relationships/image" Target="../media/image286.wmf"/><Relationship Id="rId5" Type="http://schemas.openxmlformats.org/officeDocument/2006/relationships/oleObject" Target="../embeddings/oleObject324.bin"/><Relationship Id="rId4" Type="http://schemas.openxmlformats.org/officeDocument/2006/relationships/image" Target="../media/image298.wmf"/><Relationship Id="rId3" Type="http://schemas.openxmlformats.org/officeDocument/2006/relationships/oleObject" Target="../embeddings/oleObject323.bin"/><Relationship Id="rId22" Type="http://schemas.openxmlformats.org/officeDocument/2006/relationships/notesSlide" Target="../notesSlides/notesSlide21.xml"/><Relationship Id="rId21" Type="http://schemas.openxmlformats.org/officeDocument/2006/relationships/vmlDrawing" Target="../drawings/vmlDrawing59.v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97.wmf"/><Relationship Id="rId19" Type="http://schemas.openxmlformats.org/officeDocument/2006/relationships/tags" Target="../tags/tag56.xml"/><Relationship Id="rId18" Type="http://schemas.openxmlformats.org/officeDocument/2006/relationships/image" Target="../media/image303.wmf"/><Relationship Id="rId17" Type="http://schemas.openxmlformats.org/officeDocument/2006/relationships/oleObject" Target="../embeddings/oleObject330.bin"/><Relationship Id="rId16" Type="http://schemas.openxmlformats.org/officeDocument/2006/relationships/image" Target="../media/image283.wmf"/><Relationship Id="rId15" Type="http://schemas.openxmlformats.org/officeDocument/2006/relationships/oleObject" Target="../embeddings/oleObject329.bin"/><Relationship Id="rId14" Type="http://schemas.openxmlformats.org/officeDocument/2006/relationships/image" Target="../media/image302.emf"/><Relationship Id="rId13" Type="http://schemas.openxmlformats.org/officeDocument/2006/relationships/oleObject" Target="../embeddings/oleObject328.bin"/><Relationship Id="rId12" Type="http://schemas.openxmlformats.org/officeDocument/2006/relationships/image" Target="../media/image301.wmf"/><Relationship Id="rId11" Type="http://schemas.openxmlformats.org/officeDocument/2006/relationships/oleObject" Target="../embeddings/oleObject327.bin"/><Relationship Id="rId10" Type="http://schemas.openxmlformats.org/officeDocument/2006/relationships/image" Target="../media/image300.wmf"/><Relationship Id="rId1" Type="http://schemas.openxmlformats.org/officeDocument/2006/relationships/oleObject" Target="../embeddings/oleObject322.bin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5.bin"/><Relationship Id="rId8" Type="http://schemas.openxmlformats.org/officeDocument/2006/relationships/image" Target="../media/image307.emf"/><Relationship Id="rId7" Type="http://schemas.openxmlformats.org/officeDocument/2006/relationships/oleObject" Target="../embeddings/oleObject334.bin"/><Relationship Id="rId6" Type="http://schemas.openxmlformats.org/officeDocument/2006/relationships/image" Target="../media/image306.wmf"/><Relationship Id="rId5" Type="http://schemas.openxmlformats.org/officeDocument/2006/relationships/oleObject" Target="../embeddings/oleObject333.bin"/><Relationship Id="rId4" Type="http://schemas.openxmlformats.org/officeDocument/2006/relationships/image" Target="../media/image305.wmf"/><Relationship Id="rId3" Type="http://schemas.openxmlformats.org/officeDocument/2006/relationships/oleObject" Target="../embeddings/oleObject332.bin"/><Relationship Id="rId24" Type="http://schemas.openxmlformats.org/officeDocument/2006/relationships/notesSlide" Target="../notesSlides/notesSlide22.xml"/><Relationship Id="rId23" Type="http://schemas.openxmlformats.org/officeDocument/2006/relationships/vmlDrawing" Target="../drawings/vmlDrawing60.v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57.xml"/><Relationship Id="rId20" Type="http://schemas.openxmlformats.org/officeDocument/2006/relationships/image" Target="../media/image313.emf"/><Relationship Id="rId2" Type="http://schemas.openxmlformats.org/officeDocument/2006/relationships/image" Target="../media/image304.wmf"/><Relationship Id="rId19" Type="http://schemas.openxmlformats.org/officeDocument/2006/relationships/oleObject" Target="../embeddings/oleObject340.bin"/><Relationship Id="rId18" Type="http://schemas.openxmlformats.org/officeDocument/2006/relationships/image" Target="../media/image312.emf"/><Relationship Id="rId17" Type="http://schemas.openxmlformats.org/officeDocument/2006/relationships/oleObject" Target="../embeddings/oleObject339.bin"/><Relationship Id="rId16" Type="http://schemas.openxmlformats.org/officeDocument/2006/relationships/image" Target="../media/image311.emf"/><Relationship Id="rId15" Type="http://schemas.openxmlformats.org/officeDocument/2006/relationships/oleObject" Target="../embeddings/oleObject338.bin"/><Relationship Id="rId14" Type="http://schemas.openxmlformats.org/officeDocument/2006/relationships/image" Target="../media/image310.wmf"/><Relationship Id="rId13" Type="http://schemas.openxmlformats.org/officeDocument/2006/relationships/oleObject" Target="../embeddings/oleObject337.bin"/><Relationship Id="rId12" Type="http://schemas.openxmlformats.org/officeDocument/2006/relationships/image" Target="../media/image309.wmf"/><Relationship Id="rId11" Type="http://schemas.openxmlformats.org/officeDocument/2006/relationships/oleObject" Target="../embeddings/oleObject336.bin"/><Relationship Id="rId10" Type="http://schemas.openxmlformats.org/officeDocument/2006/relationships/image" Target="../media/image308.wmf"/><Relationship Id="rId1" Type="http://schemas.openxmlformats.org/officeDocument/2006/relationships/oleObject" Target="../embeddings/oleObject331.bin"/></Relationships>
</file>

<file path=ppt/slides/_rels/slide6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vmlDrawing" Target="../drawings/vmlDrawing61.v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58.xml"/><Relationship Id="rId2" Type="http://schemas.openxmlformats.org/officeDocument/2006/relationships/image" Target="../media/image190.emf"/><Relationship Id="rId1" Type="http://schemas.openxmlformats.org/officeDocument/2006/relationships/oleObject" Target="../embeddings/oleObject341.bin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62.v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59.xml"/><Relationship Id="rId6" Type="http://schemas.openxmlformats.org/officeDocument/2006/relationships/image" Target="../media/image316.wmf"/><Relationship Id="rId5" Type="http://schemas.openxmlformats.org/officeDocument/2006/relationships/oleObject" Target="../embeddings/oleObject344.bin"/><Relationship Id="rId4" Type="http://schemas.openxmlformats.org/officeDocument/2006/relationships/image" Target="../media/image315.wmf"/><Relationship Id="rId3" Type="http://schemas.openxmlformats.org/officeDocument/2006/relationships/oleObject" Target="../embeddings/oleObject343.bin"/><Relationship Id="rId2" Type="http://schemas.openxmlformats.org/officeDocument/2006/relationships/image" Target="../media/image314.wmf"/><Relationship Id="rId1" Type="http://schemas.openxmlformats.org/officeDocument/2006/relationships/oleObject" Target="../embeddings/oleObject342.bin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3.v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0.xml"/><Relationship Id="rId2" Type="http://schemas.openxmlformats.org/officeDocument/2006/relationships/image" Target="../media/image317.wmf"/><Relationship Id="rId1" Type="http://schemas.openxmlformats.org/officeDocument/2006/relationships/oleObject" Target="../embeddings/oleObject345.bin"/></Relationships>
</file>

<file path=ppt/slides/_rels/slide6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4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1.xml"/><Relationship Id="rId4" Type="http://schemas.openxmlformats.org/officeDocument/2006/relationships/image" Target="../media/image319.wmf"/><Relationship Id="rId3" Type="http://schemas.openxmlformats.org/officeDocument/2006/relationships/oleObject" Target="../embeddings/oleObject347.bin"/><Relationship Id="rId2" Type="http://schemas.openxmlformats.org/officeDocument/2006/relationships/image" Target="../media/image318.wmf"/><Relationship Id="rId1" Type="http://schemas.openxmlformats.org/officeDocument/2006/relationships/oleObject" Target="../embeddings/oleObject346.bin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5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0.wmf"/><Relationship Id="rId1" Type="http://schemas.openxmlformats.org/officeDocument/2006/relationships/oleObject" Target="../embeddings/oleObject348.bin"/></Relationships>
</file>

<file path=ppt/slides/_rels/slide6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3.bin"/><Relationship Id="rId8" Type="http://schemas.openxmlformats.org/officeDocument/2006/relationships/image" Target="../media/image324.emf"/><Relationship Id="rId7" Type="http://schemas.openxmlformats.org/officeDocument/2006/relationships/oleObject" Target="../embeddings/oleObject352.bin"/><Relationship Id="rId6" Type="http://schemas.openxmlformats.org/officeDocument/2006/relationships/image" Target="../media/image323.emf"/><Relationship Id="rId5" Type="http://schemas.openxmlformats.org/officeDocument/2006/relationships/oleObject" Target="../embeddings/oleObject351.bin"/><Relationship Id="rId4" Type="http://schemas.openxmlformats.org/officeDocument/2006/relationships/image" Target="../media/image322.emf"/><Relationship Id="rId3" Type="http://schemas.openxmlformats.org/officeDocument/2006/relationships/oleObject" Target="../embeddings/oleObject350.bin"/><Relationship Id="rId2" Type="http://schemas.openxmlformats.org/officeDocument/2006/relationships/image" Target="../media/image321.emf"/><Relationship Id="rId14" Type="http://schemas.openxmlformats.org/officeDocument/2006/relationships/notesSlide" Target="../notesSlides/notesSlide24.xml"/><Relationship Id="rId13" Type="http://schemas.openxmlformats.org/officeDocument/2006/relationships/vmlDrawing" Target="../drawings/vmlDrawing66.v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62.xml"/><Relationship Id="rId10" Type="http://schemas.openxmlformats.org/officeDocument/2006/relationships/image" Target="../media/image325.emf"/><Relationship Id="rId1" Type="http://schemas.openxmlformats.org/officeDocument/2006/relationships/oleObject" Target="../embeddings/oleObject349.bin"/></Relationships>
</file>

<file path=ppt/slides/_rels/slide6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7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image" Target="../media/image327.wmf"/><Relationship Id="rId3" Type="http://schemas.openxmlformats.org/officeDocument/2006/relationships/oleObject" Target="../embeddings/oleObject355.bin"/><Relationship Id="rId2" Type="http://schemas.openxmlformats.org/officeDocument/2006/relationships/image" Target="../media/image326.wmf"/><Relationship Id="rId1" Type="http://schemas.openxmlformats.org/officeDocument/2006/relationships/oleObject" Target="../embeddings/oleObject354.bin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8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6.wmf"/><Relationship Id="rId1" Type="http://schemas.openxmlformats.org/officeDocument/2006/relationships/oleObject" Target="../embeddings/oleObject356.bin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image" Target="../media/image331.emf"/><Relationship Id="rId7" Type="http://schemas.openxmlformats.org/officeDocument/2006/relationships/oleObject" Target="../embeddings/oleObject360.bin"/><Relationship Id="rId6" Type="http://schemas.openxmlformats.org/officeDocument/2006/relationships/image" Target="../media/image330.emf"/><Relationship Id="rId5" Type="http://schemas.openxmlformats.org/officeDocument/2006/relationships/oleObject" Target="../embeddings/oleObject359.bin"/><Relationship Id="rId4" Type="http://schemas.openxmlformats.org/officeDocument/2006/relationships/image" Target="../media/image329.emf"/><Relationship Id="rId3" Type="http://schemas.openxmlformats.org/officeDocument/2006/relationships/oleObject" Target="../embeddings/oleObject358.bin"/><Relationship Id="rId2" Type="http://schemas.openxmlformats.org/officeDocument/2006/relationships/image" Target="../media/image328.emf"/><Relationship Id="rId12" Type="http://schemas.openxmlformats.org/officeDocument/2006/relationships/notesSlide" Target="../notesSlides/notesSlide25.xml"/><Relationship Id="rId11" Type="http://schemas.openxmlformats.org/officeDocument/2006/relationships/vmlDrawing" Target="../drawings/vmlDrawing69.vml"/><Relationship Id="rId10" Type="http://schemas.openxmlformats.org/officeDocument/2006/relationships/slideLayout" Target="../slideLayouts/slideLayout1.xml"/><Relationship Id="rId1" Type="http://schemas.openxmlformats.org/officeDocument/2006/relationships/oleObject" Target="../embeddings/oleObject357.bin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5.bin"/><Relationship Id="rId8" Type="http://schemas.openxmlformats.org/officeDocument/2006/relationships/image" Target="../media/image335.emf"/><Relationship Id="rId7" Type="http://schemas.openxmlformats.org/officeDocument/2006/relationships/oleObject" Target="../embeddings/oleObject364.bin"/><Relationship Id="rId6" Type="http://schemas.openxmlformats.org/officeDocument/2006/relationships/image" Target="../media/image334.emf"/><Relationship Id="rId5" Type="http://schemas.openxmlformats.org/officeDocument/2006/relationships/oleObject" Target="../embeddings/oleObject363.bin"/><Relationship Id="rId4" Type="http://schemas.openxmlformats.org/officeDocument/2006/relationships/image" Target="../media/image333.emf"/><Relationship Id="rId3" Type="http://schemas.openxmlformats.org/officeDocument/2006/relationships/oleObject" Target="../embeddings/oleObject362.bin"/><Relationship Id="rId22" Type="http://schemas.openxmlformats.org/officeDocument/2006/relationships/notesSlide" Target="../notesSlides/notesSlide26.xml"/><Relationship Id="rId21" Type="http://schemas.openxmlformats.org/officeDocument/2006/relationships/vmlDrawing" Target="../drawings/vmlDrawing70.v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332.wmf"/><Relationship Id="rId19" Type="http://schemas.openxmlformats.org/officeDocument/2006/relationships/tags" Target="../tags/tag65.xml"/><Relationship Id="rId18" Type="http://schemas.openxmlformats.org/officeDocument/2006/relationships/image" Target="../media/image340.emf"/><Relationship Id="rId17" Type="http://schemas.openxmlformats.org/officeDocument/2006/relationships/oleObject" Target="../embeddings/oleObject369.bin"/><Relationship Id="rId16" Type="http://schemas.openxmlformats.org/officeDocument/2006/relationships/image" Target="../media/image339.emf"/><Relationship Id="rId15" Type="http://schemas.openxmlformats.org/officeDocument/2006/relationships/oleObject" Target="../embeddings/oleObject368.bin"/><Relationship Id="rId14" Type="http://schemas.openxmlformats.org/officeDocument/2006/relationships/image" Target="../media/image338.emf"/><Relationship Id="rId13" Type="http://schemas.openxmlformats.org/officeDocument/2006/relationships/oleObject" Target="../embeddings/oleObject367.bin"/><Relationship Id="rId12" Type="http://schemas.openxmlformats.org/officeDocument/2006/relationships/image" Target="../media/image337.wmf"/><Relationship Id="rId11" Type="http://schemas.openxmlformats.org/officeDocument/2006/relationships/oleObject" Target="../embeddings/oleObject366.bin"/><Relationship Id="rId10" Type="http://schemas.openxmlformats.org/officeDocument/2006/relationships/image" Target="../media/image336.emf"/><Relationship Id="rId1" Type="http://schemas.openxmlformats.org/officeDocument/2006/relationships/oleObject" Target="../embeddings/oleObject361.bin"/></Relationships>
</file>

<file path=ppt/slides/_rels/slide7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71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6.xml"/><Relationship Id="rId4" Type="http://schemas.openxmlformats.org/officeDocument/2006/relationships/image" Target="../media/image317.wmf"/><Relationship Id="rId3" Type="http://schemas.openxmlformats.org/officeDocument/2006/relationships/oleObject" Target="../embeddings/oleObject371.bin"/><Relationship Id="rId2" Type="http://schemas.openxmlformats.org/officeDocument/2006/relationships/image" Target="../media/image341.wmf"/><Relationship Id="rId1" Type="http://schemas.openxmlformats.org/officeDocument/2006/relationships/oleObject" Target="../embeddings/oleObject370.bin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2.wmf"/><Relationship Id="rId1" Type="http://schemas.openxmlformats.org/officeDocument/2006/relationships/oleObject" Target="../embeddings/oleObject372.bin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3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3.wmf"/><Relationship Id="rId1" Type="http://schemas.openxmlformats.org/officeDocument/2006/relationships/oleObject" Target="../embeddings/oleObject373.bin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8.bin"/><Relationship Id="rId8" Type="http://schemas.openxmlformats.org/officeDocument/2006/relationships/image" Target="../media/image347.wmf"/><Relationship Id="rId7" Type="http://schemas.openxmlformats.org/officeDocument/2006/relationships/oleObject" Target="../embeddings/oleObject377.bin"/><Relationship Id="rId6" Type="http://schemas.openxmlformats.org/officeDocument/2006/relationships/image" Target="../media/image346.wmf"/><Relationship Id="rId5" Type="http://schemas.openxmlformats.org/officeDocument/2006/relationships/oleObject" Target="../embeddings/oleObject376.bin"/><Relationship Id="rId4" Type="http://schemas.openxmlformats.org/officeDocument/2006/relationships/image" Target="../media/image345.wmf"/><Relationship Id="rId3" Type="http://schemas.openxmlformats.org/officeDocument/2006/relationships/oleObject" Target="../embeddings/oleObject375.bin"/><Relationship Id="rId2" Type="http://schemas.openxmlformats.org/officeDocument/2006/relationships/image" Target="../media/image344.wmf"/><Relationship Id="rId19" Type="http://schemas.openxmlformats.org/officeDocument/2006/relationships/vmlDrawing" Target="../drawings/vmlDrawing74.v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68.xml"/><Relationship Id="rId16" Type="http://schemas.openxmlformats.org/officeDocument/2006/relationships/oleObject" Target="../embeddings/oleObject382.bin"/><Relationship Id="rId15" Type="http://schemas.openxmlformats.org/officeDocument/2006/relationships/oleObject" Target="../embeddings/oleObject381.bin"/><Relationship Id="rId14" Type="http://schemas.openxmlformats.org/officeDocument/2006/relationships/image" Target="../media/image350.wmf"/><Relationship Id="rId13" Type="http://schemas.openxmlformats.org/officeDocument/2006/relationships/oleObject" Target="../embeddings/oleObject380.bin"/><Relationship Id="rId12" Type="http://schemas.openxmlformats.org/officeDocument/2006/relationships/image" Target="../media/image349.wmf"/><Relationship Id="rId11" Type="http://schemas.openxmlformats.org/officeDocument/2006/relationships/oleObject" Target="../embeddings/oleObject379.bin"/><Relationship Id="rId10" Type="http://schemas.openxmlformats.org/officeDocument/2006/relationships/image" Target="../media/image348.wmf"/><Relationship Id="rId1" Type="http://schemas.openxmlformats.org/officeDocument/2006/relationships/oleObject" Target="../embeddings/oleObject374.bin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5.v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9.xml"/><Relationship Id="rId5" Type="http://schemas.openxmlformats.org/officeDocument/2006/relationships/image" Target="../media/image352.png"/><Relationship Id="rId4" Type="http://schemas.openxmlformats.org/officeDocument/2006/relationships/image" Target="../media/image350.wmf"/><Relationship Id="rId3" Type="http://schemas.openxmlformats.org/officeDocument/2006/relationships/oleObject" Target="../embeddings/oleObject384.bin"/><Relationship Id="rId2" Type="http://schemas.openxmlformats.org/officeDocument/2006/relationships/image" Target="../media/image351.wmf"/><Relationship Id="rId1" Type="http://schemas.openxmlformats.org/officeDocument/2006/relationships/oleObject" Target="../embeddings/oleObject383.bin"/></Relationships>
</file>

<file path=ppt/slides/_rels/slide7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9.bin"/><Relationship Id="rId8" Type="http://schemas.openxmlformats.org/officeDocument/2006/relationships/image" Target="../media/image356.wmf"/><Relationship Id="rId7" Type="http://schemas.openxmlformats.org/officeDocument/2006/relationships/oleObject" Target="../embeddings/oleObject388.bin"/><Relationship Id="rId6" Type="http://schemas.openxmlformats.org/officeDocument/2006/relationships/image" Target="../media/image355.wmf"/><Relationship Id="rId5" Type="http://schemas.openxmlformats.org/officeDocument/2006/relationships/oleObject" Target="../embeddings/oleObject387.bin"/><Relationship Id="rId4" Type="http://schemas.openxmlformats.org/officeDocument/2006/relationships/image" Target="../media/image354.wmf"/><Relationship Id="rId3" Type="http://schemas.openxmlformats.org/officeDocument/2006/relationships/oleObject" Target="../embeddings/oleObject386.bin"/><Relationship Id="rId2" Type="http://schemas.openxmlformats.org/officeDocument/2006/relationships/image" Target="../media/image353.png"/><Relationship Id="rId16" Type="http://schemas.openxmlformats.org/officeDocument/2006/relationships/notesSlide" Target="../notesSlides/notesSlide27.xml"/><Relationship Id="rId15" Type="http://schemas.openxmlformats.org/officeDocument/2006/relationships/vmlDrawing" Target="../drawings/vmlDrawing76.v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70.xml"/><Relationship Id="rId12" Type="http://schemas.openxmlformats.org/officeDocument/2006/relationships/image" Target="../media/image358.emf"/><Relationship Id="rId11" Type="http://schemas.openxmlformats.org/officeDocument/2006/relationships/oleObject" Target="../embeddings/oleObject390.bin"/><Relationship Id="rId10" Type="http://schemas.openxmlformats.org/officeDocument/2006/relationships/image" Target="../media/image357.wmf"/><Relationship Id="rId1" Type="http://schemas.openxmlformats.org/officeDocument/2006/relationships/oleObject" Target="../embeddings/oleObject385.bin"/></Relationships>
</file>

<file path=ppt/slides/_rels/slide8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5.bin"/><Relationship Id="rId8" Type="http://schemas.openxmlformats.org/officeDocument/2006/relationships/image" Target="../media/image362.emf"/><Relationship Id="rId7" Type="http://schemas.openxmlformats.org/officeDocument/2006/relationships/oleObject" Target="../embeddings/oleObject394.bin"/><Relationship Id="rId6" Type="http://schemas.openxmlformats.org/officeDocument/2006/relationships/image" Target="../media/image361.emf"/><Relationship Id="rId5" Type="http://schemas.openxmlformats.org/officeDocument/2006/relationships/oleObject" Target="../embeddings/oleObject393.bin"/><Relationship Id="rId4" Type="http://schemas.openxmlformats.org/officeDocument/2006/relationships/image" Target="../media/image360.emf"/><Relationship Id="rId3" Type="http://schemas.openxmlformats.org/officeDocument/2006/relationships/oleObject" Target="../embeddings/oleObject392.bin"/><Relationship Id="rId26" Type="http://schemas.openxmlformats.org/officeDocument/2006/relationships/notesSlide" Target="../notesSlides/notesSlide28.xml"/><Relationship Id="rId25" Type="http://schemas.openxmlformats.org/officeDocument/2006/relationships/vmlDrawing" Target="../drawings/vmlDrawing77.v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71.xml"/><Relationship Id="rId22" Type="http://schemas.openxmlformats.org/officeDocument/2006/relationships/image" Target="../media/image369.emf"/><Relationship Id="rId21" Type="http://schemas.openxmlformats.org/officeDocument/2006/relationships/oleObject" Target="../embeddings/oleObject401.bin"/><Relationship Id="rId20" Type="http://schemas.openxmlformats.org/officeDocument/2006/relationships/image" Target="../media/image368.emf"/><Relationship Id="rId2" Type="http://schemas.openxmlformats.org/officeDocument/2006/relationships/image" Target="../media/image359.emf"/><Relationship Id="rId19" Type="http://schemas.openxmlformats.org/officeDocument/2006/relationships/oleObject" Target="../embeddings/oleObject400.bin"/><Relationship Id="rId18" Type="http://schemas.openxmlformats.org/officeDocument/2006/relationships/image" Target="../media/image367.emf"/><Relationship Id="rId17" Type="http://schemas.openxmlformats.org/officeDocument/2006/relationships/oleObject" Target="../embeddings/oleObject399.bin"/><Relationship Id="rId16" Type="http://schemas.openxmlformats.org/officeDocument/2006/relationships/image" Target="../media/image366.emf"/><Relationship Id="rId15" Type="http://schemas.openxmlformats.org/officeDocument/2006/relationships/oleObject" Target="../embeddings/oleObject398.bin"/><Relationship Id="rId14" Type="http://schemas.openxmlformats.org/officeDocument/2006/relationships/image" Target="../media/image365.wmf"/><Relationship Id="rId13" Type="http://schemas.openxmlformats.org/officeDocument/2006/relationships/oleObject" Target="../embeddings/oleObject397.bin"/><Relationship Id="rId12" Type="http://schemas.openxmlformats.org/officeDocument/2006/relationships/image" Target="../media/image364.emf"/><Relationship Id="rId11" Type="http://schemas.openxmlformats.org/officeDocument/2006/relationships/oleObject" Target="../embeddings/oleObject396.bin"/><Relationship Id="rId10" Type="http://schemas.openxmlformats.org/officeDocument/2006/relationships/image" Target="../media/image363.emf"/><Relationship Id="rId1" Type="http://schemas.openxmlformats.org/officeDocument/2006/relationships/oleObject" Target="../embeddings/oleObject391.bin"/></Relationships>
</file>

<file path=ppt/slides/_rels/slide8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6.bin"/><Relationship Id="rId8" Type="http://schemas.openxmlformats.org/officeDocument/2006/relationships/image" Target="../media/image373.wmf"/><Relationship Id="rId7" Type="http://schemas.openxmlformats.org/officeDocument/2006/relationships/oleObject" Target="../embeddings/oleObject405.bin"/><Relationship Id="rId6" Type="http://schemas.openxmlformats.org/officeDocument/2006/relationships/image" Target="../media/image372.wmf"/><Relationship Id="rId5" Type="http://schemas.openxmlformats.org/officeDocument/2006/relationships/oleObject" Target="../embeddings/oleObject404.bin"/><Relationship Id="rId4" Type="http://schemas.openxmlformats.org/officeDocument/2006/relationships/image" Target="../media/image371.wmf"/><Relationship Id="rId3" Type="http://schemas.openxmlformats.org/officeDocument/2006/relationships/oleObject" Target="../embeddings/oleObject403.bin"/><Relationship Id="rId2" Type="http://schemas.openxmlformats.org/officeDocument/2006/relationships/image" Target="../media/image370.wmf"/><Relationship Id="rId16" Type="http://schemas.openxmlformats.org/officeDocument/2006/relationships/notesSlide" Target="../notesSlides/notesSlide29.xml"/><Relationship Id="rId15" Type="http://schemas.openxmlformats.org/officeDocument/2006/relationships/vmlDrawing" Target="../drawings/vmlDrawing78.v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72.xml"/><Relationship Id="rId12" Type="http://schemas.openxmlformats.org/officeDocument/2006/relationships/image" Target="../media/image375.emf"/><Relationship Id="rId11" Type="http://schemas.openxmlformats.org/officeDocument/2006/relationships/oleObject" Target="../embeddings/oleObject407.bin"/><Relationship Id="rId10" Type="http://schemas.openxmlformats.org/officeDocument/2006/relationships/image" Target="../media/image374.emf"/><Relationship Id="rId1" Type="http://schemas.openxmlformats.org/officeDocument/2006/relationships/oleObject" Target="../embeddings/oleObject402.bin"/></Relationships>
</file>

<file path=ppt/slides/_rels/slide8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9.v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3.xml"/><Relationship Id="rId3" Type="http://schemas.openxmlformats.org/officeDocument/2006/relationships/image" Target="../media/image377.emf"/><Relationship Id="rId2" Type="http://schemas.openxmlformats.org/officeDocument/2006/relationships/oleObject" Target="../embeddings/oleObject408.bin"/><Relationship Id="rId1" Type="http://schemas.openxmlformats.org/officeDocument/2006/relationships/image" Target="../media/image376.png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3.bin"/><Relationship Id="rId8" Type="http://schemas.openxmlformats.org/officeDocument/2006/relationships/image" Target="../media/image381.wmf"/><Relationship Id="rId7" Type="http://schemas.openxmlformats.org/officeDocument/2006/relationships/oleObject" Target="../embeddings/oleObject412.bin"/><Relationship Id="rId6" Type="http://schemas.openxmlformats.org/officeDocument/2006/relationships/image" Target="../media/image380.wmf"/><Relationship Id="rId5" Type="http://schemas.openxmlformats.org/officeDocument/2006/relationships/oleObject" Target="../embeddings/oleObject411.bin"/><Relationship Id="rId4" Type="http://schemas.openxmlformats.org/officeDocument/2006/relationships/image" Target="../media/image379.emf"/><Relationship Id="rId3" Type="http://schemas.openxmlformats.org/officeDocument/2006/relationships/oleObject" Target="../embeddings/oleObject410.bin"/><Relationship Id="rId2" Type="http://schemas.openxmlformats.org/officeDocument/2006/relationships/image" Target="../media/image378.wmf"/><Relationship Id="rId13" Type="http://schemas.openxmlformats.org/officeDocument/2006/relationships/vmlDrawing" Target="../drawings/vmlDrawing80.v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74.xml"/><Relationship Id="rId10" Type="http://schemas.openxmlformats.org/officeDocument/2006/relationships/image" Target="../media/image382.wmf"/><Relationship Id="rId1" Type="http://schemas.openxmlformats.org/officeDocument/2006/relationships/oleObject" Target="../embeddings/oleObject409.bin"/></Relationships>
</file>

<file path=ppt/slides/_rels/slide8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8.bin"/><Relationship Id="rId8" Type="http://schemas.openxmlformats.org/officeDocument/2006/relationships/image" Target="../media/image386.emf"/><Relationship Id="rId7" Type="http://schemas.openxmlformats.org/officeDocument/2006/relationships/oleObject" Target="../embeddings/oleObject417.bin"/><Relationship Id="rId6" Type="http://schemas.openxmlformats.org/officeDocument/2006/relationships/image" Target="../media/image385.emf"/><Relationship Id="rId5" Type="http://schemas.openxmlformats.org/officeDocument/2006/relationships/oleObject" Target="../embeddings/oleObject416.bin"/><Relationship Id="rId4" Type="http://schemas.openxmlformats.org/officeDocument/2006/relationships/image" Target="../media/image384.emf"/><Relationship Id="rId3" Type="http://schemas.openxmlformats.org/officeDocument/2006/relationships/oleObject" Target="../embeddings/oleObject415.bin"/><Relationship Id="rId2" Type="http://schemas.openxmlformats.org/officeDocument/2006/relationships/image" Target="../media/image383.wmf"/><Relationship Id="rId17" Type="http://schemas.openxmlformats.org/officeDocument/2006/relationships/vmlDrawing" Target="../drawings/vmlDrawing81.v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75.xml"/><Relationship Id="rId14" Type="http://schemas.openxmlformats.org/officeDocument/2006/relationships/image" Target="../media/image389.wmf"/><Relationship Id="rId13" Type="http://schemas.openxmlformats.org/officeDocument/2006/relationships/oleObject" Target="../embeddings/oleObject420.bin"/><Relationship Id="rId12" Type="http://schemas.openxmlformats.org/officeDocument/2006/relationships/image" Target="../media/image388.wmf"/><Relationship Id="rId11" Type="http://schemas.openxmlformats.org/officeDocument/2006/relationships/oleObject" Target="../embeddings/oleObject419.bin"/><Relationship Id="rId10" Type="http://schemas.openxmlformats.org/officeDocument/2006/relationships/image" Target="../media/image387.wmf"/><Relationship Id="rId1" Type="http://schemas.openxmlformats.org/officeDocument/2006/relationships/oleObject" Target="../embeddings/oleObject414.bin"/></Relationships>
</file>

<file path=ppt/slides/_rels/slide8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5.bin"/><Relationship Id="rId8" Type="http://schemas.openxmlformats.org/officeDocument/2006/relationships/image" Target="../media/image392.wmf"/><Relationship Id="rId7" Type="http://schemas.openxmlformats.org/officeDocument/2006/relationships/oleObject" Target="../embeddings/oleObject424.bin"/><Relationship Id="rId6" Type="http://schemas.openxmlformats.org/officeDocument/2006/relationships/image" Target="../media/image391.emf"/><Relationship Id="rId5" Type="http://schemas.openxmlformats.org/officeDocument/2006/relationships/oleObject" Target="../embeddings/oleObject423.bin"/><Relationship Id="rId4" Type="http://schemas.openxmlformats.org/officeDocument/2006/relationships/image" Target="../media/image387.wmf"/><Relationship Id="rId3" Type="http://schemas.openxmlformats.org/officeDocument/2006/relationships/oleObject" Target="../embeddings/oleObject422.bin"/><Relationship Id="rId25" Type="http://schemas.openxmlformats.org/officeDocument/2006/relationships/vmlDrawing" Target="../drawings/vmlDrawing82.v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76.xml"/><Relationship Id="rId22" Type="http://schemas.openxmlformats.org/officeDocument/2006/relationships/image" Target="../media/image399.emf"/><Relationship Id="rId21" Type="http://schemas.openxmlformats.org/officeDocument/2006/relationships/oleObject" Target="../embeddings/oleObject431.bin"/><Relationship Id="rId20" Type="http://schemas.openxmlformats.org/officeDocument/2006/relationships/image" Target="../media/image398.emf"/><Relationship Id="rId2" Type="http://schemas.openxmlformats.org/officeDocument/2006/relationships/image" Target="../media/image390.png"/><Relationship Id="rId19" Type="http://schemas.openxmlformats.org/officeDocument/2006/relationships/oleObject" Target="../embeddings/oleObject430.bin"/><Relationship Id="rId18" Type="http://schemas.openxmlformats.org/officeDocument/2006/relationships/image" Target="../media/image397.png"/><Relationship Id="rId17" Type="http://schemas.openxmlformats.org/officeDocument/2006/relationships/oleObject" Target="../embeddings/oleObject429.bin"/><Relationship Id="rId16" Type="http://schemas.openxmlformats.org/officeDocument/2006/relationships/image" Target="../media/image396.wmf"/><Relationship Id="rId15" Type="http://schemas.openxmlformats.org/officeDocument/2006/relationships/oleObject" Target="../embeddings/oleObject428.bin"/><Relationship Id="rId14" Type="http://schemas.openxmlformats.org/officeDocument/2006/relationships/image" Target="../media/image395.wmf"/><Relationship Id="rId13" Type="http://schemas.openxmlformats.org/officeDocument/2006/relationships/oleObject" Target="../embeddings/oleObject427.bin"/><Relationship Id="rId12" Type="http://schemas.openxmlformats.org/officeDocument/2006/relationships/image" Target="../media/image394.emf"/><Relationship Id="rId11" Type="http://schemas.openxmlformats.org/officeDocument/2006/relationships/oleObject" Target="../embeddings/oleObject426.bin"/><Relationship Id="rId10" Type="http://schemas.openxmlformats.org/officeDocument/2006/relationships/image" Target="../media/image393.emf"/><Relationship Id="rId1" Type="http://schemas.openxmlformats.org/officeDocument/2006/relationships/oleObject" Target="../embeddings/oleObject421.bin"/></Relationships>
</file>

<file path=ppt/slides/_rels/slide8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6.bin"/><Relationship Id="rId8" Type="http://schemas.openxmlformats.org/officeDocument/2006/relationships/image" Target="../media/image403.wmf"/><Relationship Id="rId7" Type="http://schemas.openxmlformats.org/officeDocument/2006/relationships/oleObject" Target="../embeddings/oleObject435.bin"/><Relationship Id="rId6" Type="http://schemas.openxmlformats.org/officeDocument/2006/relationships/image" Target="../media/image402.wmf"/><Relationship Id="rId5" Type="http://schemas.openxmlformats.org/officeDocument/2006/relationships/oleObject" Target="../embeddings/oleObject434.bin"/><Relationship Id="rId4" Type="http://schemas.openxmlformats.org/officeDocument/2006/relationships/image" Target="../media/image401.wmf"/><Relationship Id="rId3" Type="http://schemas.openxmlformats.org/officeDocument/2006/relationships/oleObject" Target="../embeddings/oleObject433.bin"/><Relationship Id="rId2" Type="http://schemas.openxmlformats.org/officeDocument/2006/relationships/image" Target="../media/image400.wmf"/><Relationship Id="rId15" Type="http://schemas.openxmlformats.org/officeDocument/2006/relationships/vmlDrawing" Target="../drawings/vmlDrawing83.v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77.xml"/><Relationship Id="rId12" Type="http://schemas.openxmlformats.org/officeDocument/2006/relationships/image" Target="../media/image405.emf"/><Relationship Id="rId11" Type="http://schemas.openxmlformats.org/officeDocument/2006/relationships/oleObject" Target="../embeddings/oleObject437.bin"/><Relationship Id="rId10" Type="http://schemas.openxmlformats.org/officeDocument/2006/relationships/image" Target="../media/image404.wmf"/><Relationship Id="rId1" Type="http://schemas.openxmlformats.org/officeDocument/2006/relationships/oleObject" Target="../embeddings/oleObject432.bin"/></Relationships>
</file>

<file path=ppt/slides/_rels/slide87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image" Target="../media/image413.png"/><Relationship Id="rId7" Type="http://schemas.openxmlformats.org/officeDocument/2006/relationships/image" Target="../media/image412.png"/><Relationship Id="rId6" Type="http://schemas.openxmlformats.org/officeDocument/2006/relationships/image" Target="../media/image411.png"/><Relationship Id="rId5" Type="http://schemas.openxmlformats.org/officeDocument/2006/relationships/image" Target="../media/image410.png"/><Relationship Id="rId4" Type="http://schemas.openxmlformats.org/officeDocument/2006/relationships/image" Target="../media/image409.png"/><Relationship Id="rId3" Type="http://schemas.openxmlformats.org/officeDocument/2006/relationships/image" Target="../media/image408.png"/><Relationship Id="rId2" Type="http://schemas.openxmlformats.org/officeDocument/2006/relationships/image" Target="../media/image407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406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9.xml"/></Relationships>
</file>

<file path=ppt/slides/_rels/slide8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4.v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0.xml"/><Relationship Id="rId2" Type="http://schemas.openxmlformats.org/officeDocument/2006/relationships/image" Target="../media/image414.wmf"/><Relationship Id="rId1" Type="http://schemas.openxmlformats.org/officeDocument/2006/relationships/oleObject" Target="../embeddings/oleObject438.bin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18.wmf"/><Relationship Id="rId7" Type="http://schemas.openxmlformats.org/officeDocument/2006/relationships/oleObject" Target="../embeddings/oleObject442.bin"/><Relationship Id="rId6" Type="http://schemas.openxmlformats.org/officeDocument/2006/relationships/image" Target="../media/image417.wmf"/><Relationship Id="rId5" Type="http://schemas.openxmlformats.org/officeDocument/2006/relationships/oleObject" Target="../embeddings/oleObject441.bin"/><Relationship Id="rId4" Type="http://schemas.openxmlformats.org/officeDocument/2006/relationships/image" Target="../media/image416.wmf"/><Relationship Id="rId3" Type="http://schemas.openxmlformats.org/officeDocument/2006/relationships/oleObject" Target="../embeddings/oleObject440.bin"/><Relationship Id="rId2" Type="http://schemas.openxmlformats.org/officeDocument/2006/relationships/image" Target="../media/image415.wmf"/><Relationship Id="rId10" Type="http://schemas.openxmlformats.org/officeDocument/2006/relationships/vmlDrawing" Target="../drawings/vmlDrawing85.vml"/><Relationship Id="rId1" Type="http://schemas.openxmlformats.org/officeDocument/2006/relationships/oleObject" Target="../embeddings/oleObject439.bin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6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21.wmf"/><Relationship Id="rId5" Type="http://schemas.openxmlformats.org/officeDocument/2006/relationships/oleObject" Target="../embeddings/oleObject445.bin"/><Relationship Id="rId4" Type="http://schemas.openxmlformats.org/officeDocument/2006/relationships/image" Target="../media/image420.wmf"/><Relationship Id="rId3" Type="http://schemas.openxmlformats.org/officeDocument/2006/relationships/oleObject" Target="../embeddings/oleObject444.bin"/><Relationship Id="rId2" Type="http://schemas.openxmlformats.org/officeDocument/2006/relationships/image" Target="../media/image419.wmf"/><Relationship Id="rId1" Type="http://schemas.openxmlformats.org/officeDocument/2006/relationships/oleObject" Target="../embeddings/oleObject443.bin"/></Relationships>
</file>

<file path=ppt/slides/_rels/slide9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7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22.wmf"/><Relationship Id="rId1" Type="http://schemas.openxmlformats.org/officeDocument/2006/relationships/oleObject" Target="../embeddings/oleObject446.bin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1.bin"/><Relationship Id="rId8" Type="http://schemas.openxmlformats.org/officeDocument/2006/relationships/image" Target="../media/image426.wmf"/><Relationship Id="rId7" Type="http://schemas.openxmlformats.org/officeDocument/2006/relationships/oleObject" Target="../embeddings/oleObject450.bin"/><Relationship Id="rId6" Type="http://schemas.openxmlformats.org/officeDocument/2006/relationships/image" Target="../media/image425.wmf"/><Relationship Id="rId5" Type="http://schemas.openxmlformats.org/officeDocument/2006/relationships/oleObject" Target="../embeddings/oleObject449.bin"/><Relationship Id="rId4" Type="http://schemas.openxmlformats.org/officeDocument/2006/relationships/image" Target="../media/image424.wmf"/><Relationship Id="rId3" Type="http://schemas.openxmlformats.org/officeDocument/2006/relationships/oleObject" Target="../embeddings/oleObject448.bin"/><Relationship Id="rId2" Type="http://schemas.openxmlformats.org/officeDocument/2006/relationships/image" Target="../media/image423.wmf"/><Relationship Id="rId15" Type="http://schemas.openxmlformats.org/officeDocument/2006/relationships/vmlDrawing" Target="../drawings/vmlDrawing88.v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81.xml"/><Relationship Id="rId12" Type="http://schemas.openxmlformats.org/officeDocument/2006/relationships/image" Target="../media/image428.wmf"/><Relationship Id="rId11" Type="http://schemas.openxmlformats.org/officeDocument/2006/relationships/oleObject" Target="../embeddings/oleObject452.bin"/><Relationship Id="rId10" Type="http://schemas.openxmlformats.org/officeDocument/2006/relationships/image" Target="../media/image427.wmf"/><Relationship Id="rId1" Type="http://schemas.openxmlformats.org/officeDocument/2006/relationships/oleObject" Target="../embeddings/oleObject447.bin"/></Relationships>
</file>

<file path=ppt/slides/_rels/slide9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7.bin"/><Relationship Id="rId8" Type="http://schemas.openxmlformats.org/officeDocument/2006/relationships/image" Target="../media/image432.wmf"/><Relationship Id="rId7" Type="http://schemas.openxmlformats.org/officeDocument/2006/relationships/oleObject" Target="../embeddings/oleObject456.bin"/><Relationship Id="rId6" Type="http://schemas.openxmlformats.org/officeDocument/2006/relationships/image" Target="../media/image431.wmf"/><Relationship Id="rId5" Type="http://schemas.openxmlformats.org/officeDocument/2006/relationships/oleObject" Target="../embeddings/oleObject455.bin"/><Relationship Id="rId4" Type="http://schemas.openxmlformats.org/officeDocument/2006/relationships/image" Target="../media/image430.wmf"/><Relationship Id="rId3" Type="http://schemas.openxmlformats.org/officeDocument/2006/relationships/oleObject" Target="../embeddings/oleObject454.bin"/><Relationship Id="rId2" Type="http://schemas.openxmlformats.org/officeDocument/2006/relationships/image" Target="../media/image429.wmf"/><Relationship Id="rId13" Type="http://schemas.openxmlformats.org/officeDocument/2006/relationships/vmlDrawing" Target="../drawings/vmlDrawing89.v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82.xml"/><Relationship Id="rId10" Type="http://schemas.openxmlformats.org/officeDocument/2006/relationships/image" Target="../media/image433.wmf"/><Relationship Id="rId1" Type="http://schemas.openxmlformats.org/officeDocument/2006/relationships/oleObject" Target="../embeddings/oleObject453.bin"/></Relationships>
</file>

<file path=ppt/slides/_rels/slide9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0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35.wmf"/><Relationship Id="rId3" Type="http://schemas.openxmlformats.org/officeDocument/2006/relationships/oleObject" Target="../embeddings/oleObject459.bin"/><Relationship Id="rId2" Type="http://schemas.openxmlformats.org/officeDocument/2006/relationships/image" Target="../media/image434.wmf"/><Relationship Id="rId1" Type="http://schemas.openxmlformats.org/officeDocument/2006/relationships/oleObject" Target="../embeddings/oleObject458.bin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F5A2978-5BFE-4512-80CE-A3A8EC994E46}" type="datetime1">
              <a:rPr lang="zh-CN" altLang="en-US" smtClean="0"/>
            </a:fld>
            <a:endParaRPr lang="zh-CN" altLang="en-US"/>
          </a:p>
        </p:txBody>
      </p:sp>
      <p:sp>
        <p:nvSpPr>
          <p:cNvPr id="153602" name="WordArt 2"/>
          <p:cNvSpPr>
            <a:spLocks noChangeArrowheads="1" noChangeShapeType="1" noTextEdit="1"/>
          </p:cNvSpPr>
          <p:nvPr/>
        </p:nvSpPr>
        <p:spPr bwMode="auto">
          <a:xfrm>
            <a:off x="1476375" y="1268413"/>
            <a:ext cx="4968875" cy="1079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12700">
                  <a:solidFill>
                    <a:srgbClr val="EAEAEA"/>
                  </a:solidFill>
                  <a:rou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</a:rPr>
              <a:t>信号与系统</a:t>
            </a:r>
            <a:endParaRPr lang="zh-CN" altLang="en-US" sz="3600" kern="10">
              <a:ln w="12700">
                <a:solidFill>
                  <a:srgbClr val="EAEAEA"/>
                </a:solidFill>
                <a:round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/>
                </a:outerShdw>
              </a:effectLst>
            </a:endParaRPr>
          </a:p>
        </p:txBody>
      </p:sp>
      <p:pic>
        <p:nvPicPr>
          <p:cNvPr id="10244" name="Picture 3" descr="head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476250"/>
            <a:ext cx="1133475" cy="109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45" name="Object 4"/>
          <p:cNvGraphicFramePr>
            <a:graphicFrameLocks noChangeAspect="1"/>
          </p:cNvGraphicFramePr>
          <p:nvPr/>
        </p:nvGraphicFramePr>
        <p:xfrm>
          <a:off x="561975" y="5067300"/>
          <a:ext cx="1449388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8" name="剪辑" r:id="rId2" imgW="3954780" imgH="3497580" progId="MS_ClipArt_Gallery.2">
                  <p:embed/>
                </p:oleObj>
              </mc:Choice>
              <mc:Fallback>
                <p:oleObj name="剪辑" r:id="rId2" imgW="3954780" imgH="3497580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5067300"/>
                        <a:ext cx="1449388" cy="128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6" name="Group 5"/>
          <p:cNvGrpSpPr/>
          <p:nvPr/>
        </p:nvGrpSpPr>
        <p:grpSpPr bwMode="auto">
          <a:xfrm>
            <a:off x="0" y="1588"/>
            <a:ext cx="9142413" cy="6856412"/>
            <a:chOff x="0" y="0"/>
            <a:chExt cx="5759" cy="4319"/>
          </a:xfrm>
        </p:grpSpPr>
        <p:sp>
          <p:nvSpPr>
            <p:cNvPr id="10249" name="Rectangle 6" descr="Narrow vertical"/>
            <p:cNvSpPr>
              <a:spLocks noChangeArrowheads="1"/>
            </p:cNvSpPr>
            <p:nvPr/>
          </p:nvSpPr>
          <p:spPr bwMode="auto">
            <a:xfrm>
              <a:off x="288" y="48"/>
              <a:ext cx="5184" cy="240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0" tIns="46036" rIns="92070" bIns="46036"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0" name="Rectangle 7" descr="Narrow horizontal"/>
            <p:cNvSpPr>
              <a:spLocks noChangeArrowheads="1"/>
            </p:cNvSpPr>
            <p:nvPr/>
          </p:nvSpPr>
          <p:spPr bwMode="auto">
            <a:xfrm>
              <a:off x="48" y="288"/>
              <a:ext cx="240" cy="3744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0" tIns="46036" rIns="92070" bIns="46036"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1" name="Rectangle 8" descr="Narrow vertical"/>
            <p:cNvSpPr>
              <a:spLocks noChangeArrowheads="1"/>
            </p:cNvSpPr>
            <p:nvPr/>
          </p:nvSpPr>
          <p:spPr bwMode="auto">
            <a:xfrm>
              <a:off x="288" y="4032"/>
              <a:ext cx="5184" cy="240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0" tIns="46036" rIns="92070" bIns="46036"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2" name="Rectangle 9" descr="Narrow horizontal"/>
            <p:cNvSpPr>
              <a:spLocks noChangeArrowheads="1"/>
            </p:cNvSpPr>
            <p:nvPr/>
          </p:nvSpPr>
          <p:spPr bwMode="auto">
            <a:xfrm>
              <a:off x="5472" y="288"/>
              <a:ext cx="240" cy="3744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0" tIns="46036" rIns="92070" bIns="46036"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3" name="Rectangle 10"/>
            <p:cNvSpPr>
              <a:spLocks noChangeArrowheads="1"/>
            </p:cNvSpPr>
            <p:nvPr/>
          </p:nvSpPr>
          <p:spPr bwMode="auto">
            <a:xfrm>
              <a:off x="288" y="288"/>
              <a:ext cx="5184" cy="3744"/>
            </a:xfrm>
            <a:prstGeom prst="rect">
              <a:avLst/>
            </a:prstGeom>
            <a:noFill/>
            <a:ln w="57150" cap="sq" cmpd="tri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0" tIns="46036" rIns="92070" bIns="46036"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4" name="Rectangle 11"/>
            <p:cNvSpPr>
              <a:spLocks noChangeArrowheads="1"/>
            </p:cNvSpPr>
            <p:nvPr/>
          </p:nvSpPr>
          <p:spPr bwMode="auto">
            <a:xfrm>
              <a:off x="48" y="48"/>
              <a:ext cx="5664" cy="4224"/>
            </a:xfrm>
            <a:prstGeom prst="rect">
              <a:avLst/>
            </a:prstGeom>
            <a:noFill/>
            <a:ln w="12700" cap="sq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0" tIns="46036" rIns="92070" bIns="46036"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0255" name="Group 12"/>
            <p:cNvGrpSpPr/>
            <p:nvPr/>
          </p:nvGrpSpPr>
          <p:grpSpPr bwMode="auto">
            <a:xfrm>
              <a:off x="0" y="0"/>
              <a:ext cx="384" cy="384"/>
              <a:chOff x="0" y="0"/>
              <a:chExt cx="384" cy="384"/>
            </a:xfrm>
          </p:grpSpPr>
          <p:sp>
            <p:nvSpPr>
              <p:cNvPr id="10265" name="Rectangle 1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384"/>
              </a:xfrm>
              <a:prstGeom prst="rect">
                <a:avLst/>
              </a:prstGeom>
              <a:solidFill>
                <a:schemeClr val="bg1"/>
              </a:solidFill>
              <a:ln w="57150" cap="sq" cmpd="tri">
                <a:solidFill>
                  <a:schemeClr val="bg2"/>
                </a:solidFill>
                <a:miter lim="800000"/>
              </a:ln>
            </p:spPr>
            <p:txBody>
              <a:bodyPr lIns="91435" tIns="45718" rIns="91435" bIns="45718"/>
              <a:lstStyle>
                <a:lvl1pPr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614" name="Oval 14"/>
              <p:cNvSpPr>
                <a:spLocks noChangeArrowheads="1"/>
              </p:cNvSpPr>
              <p:nvPr/>
            </p:nvSpPr>
            <p:spPr bwMode="auto">
              <a:xfrm>
                <a:off x="101" y="101"/>
                <a:ext cx="182" cy="18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lIns="91435" tIns="45718" rIns="91435" bIns="45718"/>
              <a:lstStyle/>
              <a:p>
                <a:pPr eaLnBrk="1" hangingPunct="1">
                  <a:defRPr/>
                </a:pPr>
                <a:endPara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256" name="Group 15"/>
            <p:cNvGrpSpPr/>
            <p:nvPr/>
          </p:nvGrpSpPr>
          <p:grpSpPr bwMode="auto">
            <a:xfrm>
              <a:off x="0" y="3935"/>
              <a:ext cx="384" cy="384"/>
              <a:chOff x="0" y="3935"/>
              <a:chExt cx="384" cy="384"/>
            </a:xfrm>
          </p:grpSpPr>
          <p:sp>
            <p:nvSpPr>
              <p:cNvPr id="10263" name="Rectangle 16"/>
              <p:cNvSpPr>
                <a:spLocks noChangeArrowheads="1"/>
              </p:cNvSpPr>
              <p:nvPr/>
            </p:nvSpPr>
            <p:spPr bwMode="auto">
              <a:xfrm>
                <a:off x="0" y="3935"/>
                <a:ext cx="384" cy="384"/>
              </a:xfrm>
              <a:prstGeom prst="rect">
                <a:avLst/>
              </a:prstGeom>
              <a:solidFill>
                <a:schemeClr val="bg1"/>
              </a:solidFill>
              <a:ln w="57150" cap="sq" cmpd="tri">
                <a:solidFill>
                  <a:schemeClr val="bg2"/>
                </a:solidFill>
                <a:miter lim="800000"/>
              </a:ln>
            </p:spPr>
            <p:txBody>
              <a:bodyPr lIns="91435" tIns="45718" rIns="91435" bIns="45718"/>
              <a:lstStyle>
                <a:lvl1pPr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617" name="Oval 17"/>
              <p:cNvSpPr>
                <a:spLocks noChangeArrowheads="1"/>
              </p:cNvSpPr>
              <p:nvPr/>
            </p:nvSpPr>
            <p:spPr bwMode="auto">
              <a:xfrm>
                <a:off x="101" y="4036"/>
                <a:ext cx="182" cy="18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lIns="91435" tIns="45718" rIns="91435" bIns="45718"/>
              <a:lstStyle/>
              <a:p>
                <a:pPr eaLnBrk="1" hangingPunct="1">
                  <a:defRPr/>
                </a:pPr>
                <a:endPara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257" name="Group 18"/>
            <p:cNvGrpSpPr/>
            <p:nvPr/>
          </p:nvGrpSpPr>
          <p:grpSpPr bwMode="auto">
            <a:xfrm>
              <a:off x="5375" y="3935"/>
              <a:ext cx="384" cy="384"/>
              <a:chOff x="5375" y="3935"/>
              <a:chExt cx="384" cy="384"/>
            </a:xfrm>
          </p:grpSpPr>
          <p:sp>
            <p:nvSpPr>
              <p:cNvPr id="10261" name="Rectangle 19"/>
              <p:cNvSpPr>
                <a:spLocks noChangeArrowheads="1"/>
              </p:cNvSpPr>
              <p:nvPr/>
            </p:nvSpPr>
            <p:spPr bwMode="auto">
              <a:xfrm>
                <a:off x="5375" y="3935"/>
                <a:ext cx="384" cy="384"/>
              </a:xfrm>
              <a:prstGeom prst="rect">
                <a:avLst/>
              </a:prstGeom>
              <a:solidFill>
                <a:schemeClr val="bg1"/>
              </a:solidFill>
              <a:ln w="57150" cap="sq" cmpd="tri">
                <a:solidFill>
                  <a:schemeClr val="bg2"/>
                </a:solidFill>
                <a:miter lim="800000"/>
              </a:ln>
            </p:spPr>
            <p:txBody>
              <a:bodyPr lIns="91435" tIns="45718" rIns="91435" bIns="45718"/>
              <a:lstStyle>
                <a:lvl1pPr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620" name="Oval 20"/>
              <p:cNvSpPr>
                <a:spLocks noChangeArrowheads="1"/>
              </p:cNvSpPr>
              <p:nvPr/>
            </p:nvSpPr>
            <p:spPr bwMode="auto">
              <a:xfrm>
                <a:off x="5476" y="4036"/>
                <a:ext cx="182" cy="18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lIns="91435" tIns="45718" rIns="91435" bIns="45718"/>
              <a:lstStyle/>
              <a:p>
                <a:pPr eaLnBrk="1" hangingPunct="1">
                  <a:defRPr/>
                </a:pPr>
                <a:endPara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258" name="Group 21"/>
            <p:cNvGrpSpPr/>
            <p:nvPr/>
          </p:nvGrpSpPr>
          <p:grpSpPr bwMode="auto">
            <a:xfrm>
              <a:off x="5375" y="0"/>
              <a:ext cx="384" cy="384"/>
              <a:chOff x="5375" y="0"/>
              <a:chExt cx="384" cy="384"/>
            </a:xfrm>
          </p:grpSpPr>
          <p:sp>
            <p:nvSpPr>
              <p:cNvPr id="10259" name="Rectangle 22"/>
              <p:cNvSpPr>
                <a:spLocks noChangeArrowheads="1"/>
              </p:cNvSpPr>
              <p:nvPr/>
            </p:nvSpPr>
            <p:spPr bwMode="auto">
              <a:xfrm>
                <a:off x="5375" y="0"/>
                <a:ext cx="384" cy="384"/>
              </a:xfrm>
              <a:prstGeom prst="rect">
                <a:avLst/>
              </a:prstGeom>
              <a:solidFill>
                <a:schemeClr val="bg1"/>
              </a:solidFill>
              <a:ln w="57150" cap="sq" cmpd="tri">
                <a:solidFill>
                  <a:schemeClr val="bg2"/>
                </a:solidFill>
                <a:miter lim="800000"/>
              </a:ln>
            </p:spPr>
            <p:txBody>
              <a:bodyPr lIns="91435" tIns="45718" rIns="91435" bIns="45718"/>
              <a:lstStyle>
                <a:lvl1pPr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623" name="Oval 23"/>
              <p:cNvSpPr>
                <a:spLocks noChangeArrowheads="1"/>
              </p:cNvSpPr>
              <p:nvPr/>
            </p:nvSpPr>
            <p:spPr bwMode="auto">
              <a:xfrm>
                <a:off x="5476" y="101"/>
                <a:ext cx="182" cy="182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lIns="91435" tIns="45718" rIns="91435" bIns="45718"/>
              <a:lstStyle/>
              <a:p>
                <a:pPr eaLnBrk="1" hangingPunct="1">
                  <a:defRPr/>
                </a:pPr>
                <a:endParaRPr kumimoji="1"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pic>
        <p:nvPicPr>
          <p:cNvPr id="10247" name="Picture 24" descr="Exam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0725" y="4746625"/>
            <a:ext cx="1370013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25" name="Rectangle 25"/>
          <p:cNvSpPr>
            <a:spLocks noChangeArrowheads="1"/>
          </p:cNvSpPr>
          <p:nvPr/>
        </p:nvSpPr>
        <p:spPr bwMode="auto">
          <a:xfrm>
            <a:off x="1476375" y="3644900"/>
            <a:ext cx="6215063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12" tIns="65306" rIns="130612" bIns="65306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 i="1"/>
              <a:t>第八章 </a:t>
            </a:r>
            <a:r>
              <a:rPr lang="en-US" altLang="zh-CN" sz="2600" i="1"/>
              <a:t> </a:t>
            </a:r>
            <a:r>
              <a:rPr lang="zh-CN" altLang="en-US" sz="2600" i="1"/>
              <a:t>离散时间系统的变换域分析</a:t>
            </a:r>
            <a:endParaRPr lang="zh-CN" altLang="en-US" sz="2100" i="1"/>
          </a:p>
        </p:txBody>
      </p:sp>
    </p:spTree>
  </p:cSld>
  <p:clrMapOvr>
    <a:masterClrMapping/>
  </p:clrMapOvr>
  <p:transition advTm="464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5" grpId="0" advAuto="0" autoUpdateAnimBg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73A5E06-89D7-4563-8F4E-DEE535593A92}" type="datetime1">
              <a:rPr lang="zh-CN" altLang="en-US" smtClean="0"/>
            </a:fld>
            <a:endParaRPr lang="zh-CN" alt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17513" y="0"/>
            <a:ext cx="2987675" cy="569913"/>
          </a:xfrm>
          <a:solidFill>
            <a:schemeClr val="accent2"/>
          </a:solidFill>
        </p:spPr>
        <p:txBody>
          <a:bodyPr/>
          <a:lstStyle/>
          <a:p>
            <a:r>
              <a:rPr lang="en-US" altLang="zh-CN" sz="3000" b="1">
                <a:solidFill>
                  <a:schemeClr val="bg1"/>
                </a:solidFill>
              </a:rPr>
              <a:t>§8.1 </a:t>
            </a:r>
            <a:r>
              <a:rPr lang="zh-CN" altLang="en-US" sz="3000" b="1">
                <a:solidFill>
                  <a:schemeClr val="bg1"/>
                </a:solidFill>
              </a:rPr>
              <a:t>引言</a:t>
            </a:r>
            <a:endParaRPr lang="zh-CN" altLang="en-US" sz="3000" b="1">
              <a:solidFill>
                <a:schemeClr val="bg1"/>
              </a:solidFill>
            </a:endParaRP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45787" y="1341438"/>
            <a:ext cx="8009107" cy="5256212"/>
          </a:xfrm>
        </p:spPr>
        <p:txBody>
          <a:bodyPr/>
          <a:lstStyle/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      同连续系统一样，上一章离散系统的时域分析是围绕如何求解差分方程展开讨论的。在连续系统中，为了避免求解微分方程的困难，利用</a:t>
            </a:r>
            <a:r>
              <a:rPr lang="en-US" altLang="zh-CN" sz="2200" b="1" dirty="0"/>
              <a:t>FT</a:t>
            </a:r>
            <a:r>
              <a:rPr lang="zh-CN" altLang="en-US" sz="2200" b="1" dirty="0"/>
              <a:t>或</a:t>
            </a:r>
            <a:r>
              <a:rPr lang="en-US" altLang="zh-CN" sz="2200" b="1" dirty="0"/>
              <a:t>LT</a:t>
            </a:r>
            <a:r>
              <a:rPr lang="zh-CN" altLang="en-US" sz="2200" b="1" dirty="0"/>
              <a:t>将微分方程化为代数方程，以便求解。同样，离散系统也可由</a:t>
            </a:r>
            <a:r>
              <a:rPr lang="zh-CN" altLang="en-US" sz="2200" b="1" dirty="0">
                <a:solidFill>
                  <a:srgbClr val="FF3300"/>
                </a:solidFill>
              </a:rPr>
              <a:t>时域变到变换域</a:t>
            </a:r>
            <a:r>
              <a:rPr lang="zh-CN" altLang="en-US" sz="2200" b="1" dirty="0"/>
              <a:t>去分析。</a:t>
            </a:r>
            <a:endParaRPr lang="zh-CN" altLang="en-US" sz="2200" b="1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　   变换域可以是频域（利用</a:t>
            </a:r>
            <a:r>
              <a:rPr lang="en-US" altLang="zh-CN" sz="2200" b="1" dirty="0"/>
              <a:t>DFT</a:t>
            </a:r>
            <a:r>
              <a:rPr lang="zh-CN" altLang="en-US" sz="2200" b="1" dirty="0"/>
              <a:t>）、</a:t>
            </a:r>
            <a:r>
              <a:rPr lang="en-US" altLang="zh-CN" sz="2200" b="1" dirty="0"/>
              <a:t>Z</a:t>
            </a:r>
            <a:r>
              <a:rPr lang="zh-CN" altLang="en-US" sz="2200" b="1" dirty="0"/>
              <a:t>域（用</a:t>
            </a:r>
            <a:r>
              <a:rPr lang="en-US" altLang="zh-CN" sz="2200" b="1" dirty="0"/>
              <a:t>ZT</a:t>
            </a:r>
            <a:r>
              <a:rPr lang="zh-CN" altLang="en-US" sz="2200" b="1" dirty="0"/>
              <a:t>），也可以是序域（</a:t>
            </a:r>
            <a:r>
              <a:rPr lang="en-US" altLang="zh-CN" sz="2200" b="1" dirty="0"/>
              <a:t>§3.10</a:t>
            </a:r>
            <a:r>
              <a:rPr lang="zh-CN" altLang="en-US" sz="2200" b="1" dirty="0"/>
              <a:t>中的</a:t>
            </a:r>
            <a:r>
              <a:rPr lang="en-US" altLang="zh-CN" sz="2200" b="1" dirty="0"/>
              <a:t>Walsh</a:t>
            </a:r>
            <a:r>
              <a:rPr lang="zh-CN" altLang="en-US" sz="2200" b="1" dirty="0"/>
              <a:t>变换）等。</a:t>
            </a:r>
            <a:endParaRPr lang="zh-CN" altLang="en-US" sz="2200" b="1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　   本章主要讲</a:t>
            </a:r>
            <a:r>
              <a:rPr lang="en-US" altLang="zh-CN" sz="2200" b="1" dirty="0">
                <a:solidFill>
                  <a:srgbClr val="FF3300"/>
                </a:solidFill>
              </a:rPr>
              <a:t>Z</a:t>
            </a:r>
            <a:r>
              <a:rPr lang="zh-CN" altLang="en-US" sz="2200" b="1" dirty="0">
                <a:solidFill>
                  <a:srgbClr val="FF3300"/>
                </a:solidFill>
              </a:rPr>
              <a:t>变换及其在离散系统分析中的应用</a:t>
            </a:r>
            <a:r>
              <a:rPr lang="zh-CN" altLang="en-US" sz="2200" b="1" dirty="0"/>
              <a:t>。利用</a:t>
            </a:r>
            <a:r>
              <a:rPr lang="en-US" altLang="zh-CN" sz="2200" b="1" dirty="0"/>
              <a:t>Z</a:t>
            </a:r>
            <a:r>
              <a:rPr lang="zh-CN" altLang="en-US" sz="2200" b="1" dirty="0"/>
              <a:t>变换可以将差分方程化为代数方程，与连续系统的</a:t>
            </a:r>
            <a:r>
              <a:rPr lang="en-US" altLang="zh-CN" sz="2200" b="1" dirty="0"/>
              <a:t>LT</a:t>
            </a:r>
            <a:r>
              <a:rPr lang="zh-CN" altLang="en-US" sz="2200" b="1" dirty="0"/>
              <a:t>很相似。</a:t>
            </a:r>
            <a:endParaRPr lang="zh-CN" altLang="en-US" sz="2200" b="1" dirty="0"/>
          </a:p>
        </p:txBody>
      </p:sp>
      <p:sp>
        <p:nvSpPr>
          <p:cNvPr id="154628" name="AutoShape 4"/>
          <p:cNvSpPr>
            <a:spLocks noChangeArrowheads="1"/>
          </p:cNvSpPr>
          <p:nvPr/>
        </p:nvSpPr>
        <p:spPr bwMode="auto">
          <a:xfrm>
            <a:off x="7137400" y="5100638"/>
            <a:ext cx="1511300" cy="1412875"/>
          </a:xfrm>
          <a:prstGeom prst="cloudCallout">
            <a:avLst>
              <a:gd name="adj1" fmla="val -108296"/>
              <a:gd name="adj2" fmla="val -8337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重点内容</a:t>
            </a:r>
            <a:endParaRPr lang="zh-CN" altLang="en-US">
              <a:solidFill>
                <a:srgbClr val="FF330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5061"/>
    </mc:Choice>
    <mc:Fallback>
      <p:transition spd="slow" advTm="1150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4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5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FE1315A-B382-4233-A7BE-AE2AAB3611B4}" type="datetime1">
              <a:rPr lang="zh-CN" altLang="en-US" smtClean="0"/>
            </a:fld>
            <a:endParaRPr lang="zh-CN" alt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77825" y="0"/>
            <a:ext cx="5664200" cy="525463"/>
          </a:xfrm>
          <a:solidFill>
            <a:schemeClr val="accent2"/>
          </a:solidFill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r>
              <a:rPr lang="en-US" altLang="zh-CN" sz="2500" b="1">
                <a:solidFill>
                  <a:schemeClr val="bg1"/>
                </a:solidFill>
              </a:rPr>
              <a:t>§8.2 z</a:t>
            </a:r>
            <a:r>
              <a:rPr lang="zh-CN" altLang="en-US" sz="2500" b="1">
                <a:solidFill>
                  <a:schemeClr val="bg1"/>
                </a:solidFill>
              </a:rPr>
              <a:t>变换定义及其收敛区</a:t>
            </a:r>
            <a:endParaRPr lang="zh-CN" altLang="en-US" sz="2500" b="1">
              <a:solidFill>
                <a:schemeClr val="bg1"/>
              </a:solidFill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68300" y="714375"/>
            <a:ext cx="7920038" cy="517525"/>
          </a:xfrm>
        </p:spPr>
        <p:txBody>
          <a:bodyPr/>
          <a:lstStyle/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0000FF"/>
                </a:solidFill>
              </a:rPr>
              <a:t>  </a:t>
            </a:r>
            <a:r>
              <a:rPr lang="en-US" altLang="zh-CN" sz="2000" b="1">
                <a:solidFill>
                  <a:srgbClr val="0000FF"/>
                </a:solidFill>
              </a:rPr>
              <a:t>1</a:t>
            </a:r>
            <a:r>
              <a:rPr lang="zh-CN" altLang="en-US" sz="2000" b="1">
                <a:solidFill>
                  <a:srgbClr val="0000FF"/>
                </a:solidFill>
              </a:rPr>
              <a:t>、</a:t>
            </a:r>
            <a:r>
              <a:rPr lang="en-US" altLang="zh-CN" sz="2000" b="1">
                <a:solidFill>
                  <a:srgbClr val="0000FF"/>
                </a:solidFill>
              </a:rPr>
              <a:t>z</a:t>
            </a:r>
            <a:r>
              <a:rPr lang="zh-CN" altLang="en-US" sz="2000" b="1">
                <a:solidFill>
                  <a:srgbClr val="0000FF"/>
                </a:solidFill>
              </a:rPr>
              <a:t>变换的定义</a:t>
            </a:r>
            <a:endParaRPr lang="zh-CN" altLang="en-US" sz="2000" b="1">
              <a:solidFill>
                <a:srgbClr val="0000FF"/>
              </a:solidFill>
            </a:endParaRPr>
          </a:p>
        </p:txBody>
      </p:sp>
      <p:graphicFrame>
        <p:nvGraphicFramePr>
          <p:cNvPr id="155652" name="Object 4"/>
          <p:cNvGraphicFramePr>
            <a:graphicFrameLocks noChangeAspect="1"/>
          </p:cNvGraphicFramePr>
          <p:nvPr/>
        </p:nvGraphicFramePr>
        <p:xfrm>
          <a:off x="4541838" y="1204913"/>
          <a:ext cx="3348037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4" name="公式" r:id="rId1" imgW="1193800" imgH="431800" progId="Equation.3">
                  <p:embed/>
                </p:oleObj>
              </mc:Choice>
              <mc:Fallback>
                <p:oleObj name="公式" r:id="rId1" imgW="11938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1838" y="1204913"/>
                        <a:ext cx="3348037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3" name="Object 5"/>
          <p:cNvGraphicFramePr>
            <a:graphicFrameLocks noChangeAspect="1"/>
          </p:cNvGraphicFramePr>
          <p:nvPr/>
        </p:nvGraphicFramePr>
        <p:xfrm>
          <a:off x="1547813" y="1520825"/>
          <a:ext cx="2992437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5" name="公式" r:id="rId3" imgW="1066800" imgH="228600" progId="Equation.3">
                  <p:embed/>
                </p:oleObj>
              </mc:Choice>
              <mc:Fallback>
                <p:oleObj name="公式" r:id="rId3" imgW="10668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520825"/>
                        <a:ext cx="2992437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4" name="Object 6"/>
          <p:cNvGraphicFramePr>
            <a:graphicFrameLocks noChangeAspect="1"/>
          </p:cNvGraphicFramePr>
          <p:nvPr/>
        </p:nvGraphicFramePr>
        <p:xfrm>
          <a:off x="2098675" y="3444875"/>
          <a:ext cx="5235575" cy="263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6" name="公式" r:id="rId5" imgW="1866900" imgH="939800" progId="Equation.3">
                  <p:embed/>
                </p:oleObj>
              </mc:Choice>
              <mc:Fallback>
                <p:oleObj name="公式" r:id="rId5" imgW="1866900" imgH="93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3444875"/>
                        <a:ext cx="5235575" cy="263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5" name="Object 7"/>
          <p:cNvGraphicFramePr>
            <a:graphicFrameLocks noChangeAspect="1"/>
          </p:cNvGraphicFramePr>
          <p:nvPr/>
        </p:nvGraphicFramePr>
        <p:xfrm>
          <a:off x="1736408" y="2400300"/>
          <a:ext cx="658876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7" name="公式" r:id="rId7" imgW="2349500" imgH="431800" progId="Equation.3">
                  <p:embed/>
                </p:oleObj>
              </mc:Choice>
              <mc:Fallback>
                <p:oleObj name="公式" r:id="rId7" imgW="23495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408" y="2400300"/>
                        <a:ext cx="6588760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6" name="AutoShape 8"/>
          <p:cNvSpPr>
            <a:spLocks noChangeArrowheads="1"/>
          </p:cNvSpPr>
          <p:nvPr/>
        </p:nvSpPr>
        <p:spPr bwMode="auto">
          <a:xfrm>
            <a:off x="6127750" y="5127625"/>
            <a:ext cx="2270125" cy="808038"/>
          </a:xfrm>
          <a:prstGeom prst="wedgeEllipseCallout">
            <a:avLst>
              <a:gd name="adj1" fmla="val -110630"/>
              <a:gd name="adj2" fmla="val -119546"/>
            </a:avLst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tailEnd type="none" w="sm" len="sm"/>
          </a:ln>
          <a:effectLst>
            <a:outerShdw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 marL="367030" indent="-187325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graphicFrame>
        <p:nvGraphicFramePr>
          <p:cNvPr id="155657" name="Object 9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242050" y="5381625"/>
          <a:ext cx="19716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8" name="公式" r:id="rId9" imgW="1167765" imgH="203200" progId="Equation.3">
                  <p:embed/>
                </p:oleObj>
              </mc:Choice>
              <mc:Fallback>
                <p:oleObj name="公式" r:id="rId9" imgW="1167765" imgH="203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2050" y="5381625"/>
                        <a:ext cx="19716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7050"/>
    </mc:Choice>
    <mc:Fallback>
      <p:transition spd="slow" advTm="3870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5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5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410F8F1-7996-4333-B24D-572252687080}" type="datetime1">
              <a:rPr lang="zh-CN" altLang="en-US" smtClean="0"/>
            </a:fld>
            <a:endParaRPr lang="zh-CN" altLang="en-US"/>
          </a:p>
        </p:txBody>
      </p:sp>
      <p:graphicFrame>
        <p:nvGraphicFramePr>
          <p:cNvPr id="156674" name="Object 2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971550" y="5084763"/>
          <a:ext cx="6624638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4" name="公式" r:id="rId1" imgW="2603500" imgH="457200" progId="Equation.3">
                  <p:embed/>
                </p:oleObj>
              </mc:Choice>
              <mc:Fallback>
                <p:oleObj name="公式" r:id="rId1" imgW="26035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084763"/>
                        <a:ext cx="6624638" cy="11636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75" name="Object 3"/>
          <p:cNvGraphicFramePr>
            <a:graphicFrameLocks noChangeAspect="1"/>
          </p:cNvGraphicFramePr>
          <p:nvPr/>
        </p:nvGraphicFramePr>
        <p:xfrm>
          <a:off x="900113" y="3500438"/>
          <a:ext cx="4032250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5" name="公式" r:id="rId3" imgW="1485900" imgH="431800" progId="Equation.3">
                  <p:embed/>
                </p:oleObj>
              </mc:Choice>
              <mc:Fallback>
                <p:oleObj name="公式" r:id="rId3" imgW="14859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500438"/>
                        <a:ext cx="4032250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76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65798" y="1052672"/>
          <a:ext cx="4573905" cy="1233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6" name="公式" r:id="rId5" imgW="1600200" imgH="431800" progId="Equation.3">
                  <p:embed/>
                </p:oleObj>
              </mc:Choice>
              <mc:Fallback>
                <p:oleObj name="公式" r:id="rId5" imgW="16002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798" y="1052672"/>
                        <a:ext cx="4573905" cy="1233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77" name="Object 5"/>
          <p:cNvGraphicFramePr>
            <a:graphicFrameLocks noChangeAspect="1"/>
          </p:cNvGraphicFramePr>
          <p:nvPr/>
        </p:nvGraphicFramePr>
        <p:xfrm>
          <a:off x="763270" y="2301875"/>
          <a:ext cx="7617460" cy="835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7" name="公式" r:id="rId7" imgW="2602865" imgH="241300" progId="Equation.3">
                  <p:embed/>
                </p:oleObj>
              </mc:Choice>
              <mc:Fallback>
                <p:oleObj name="公式" r:id="rId7" imgW="2602865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" y="2301875"/>
                        <a:ext cx="7617460" cy="83566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350838" y="0"/>
            <a:ext cx="6121400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§8.2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变换定义及其收敛区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694"/>
    </mc:Choice>
    <mc:Fallback>
      <p:transition spd="slow" advTm="306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20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5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C961BE8-6E95-4D76-BA0F-EF4A38190409}" type="datetime1">
              <a:rPr lang="zh-CN" altLang="en-US" smtClean="0"/>
            </a:fld>
            <a:endParaRPr lang="zh-CN" alt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4213" y="1524000"/>
            <a:ext cx="8064500" cy="2841625"/>
          </a:xfrm>
        </p:spPr>
        <p:txBody>
          <a:bodyPr/>
          <a:lstStyle/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600" b="1" dirty="0"/>
              <a:t>      单边</a:t>
            </a:r>
            <a:r>
              <a:rPr lang="en-US" altLang="zh-CN" sz="2600" b="1" dirty="0"/>
              <a:t>ZT</a:t>
            </a:r>
            <a:r>
              <a:rPr lang="zh-CN" altLang="en-US" sz="2600" b="1" dirty="0"/>
              <a:t>为 ：</a:t>
            </a:r>
            <a:endParaRPr lang="zh-CN" altLang="en-US" sz="2600" b="1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600" b="1" dirty="0"/>
              <a:t>                         </a:t>
            </a:r>
            <a:endParaRPr lang="zh-CN" altLang="en-US" sz="2600" b="1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600" b="1" dirty="0"/>
              <a:t>      对</a:t>
            </a:r>
            <a:r>
              <a:rPr lang="zh-CN" altLang="en-US" sz="2600" b="1" dirty="0">
                <a:solidFill>
                  <a:srgbClr val="FF3300"/>
                </a:solidFill>
              </a:rPr>
              <a:t>有始序列</a:t>
            </a:r>
            <a:r>
              <a:rPr lang="zh-CN" altLang="en-US" sz="2600" b="1" dirty="0"/>
              <a:t>，单边</a:t>
            </a:r>
            <a:r>
              <a:rPr lang="en-US" altLang="zh-CN" sz="2600" b="1" dirty="0"/>
              <a:t>ZT</a:t>
            </a:r>
            <a:r>
              <a:rPr lang="zh-CN" altLang="en-US" sz="2600" b="1" dirty="0"/>
              <a:t>与双边</a:t>
            </a:r>
            <a:r>
              <a:rPr lang="en-US" altLang="zh-CN" sz="2600" b="1" dirty="0"/>
              <a:t>ZT</a:t>
            </a:r>
            <a:r>
              <a:rPr lang="zh-CN" altLang="en-US" sz="2600" b="1" dirty="0"/>
              <a:t>是一样 的。在实际应用中，单边</a:t>
            </a:r>
            <a:r>
              <a:rPr lang="en-US" altLang="zh-CN" sz="2600" b="1" dirty="0"/>
              <a:t>ZT</a:t>
            </a:r>
            <a:r>
              <a:rPr lang="zh-CN" altLang="en-US" sz="2600" b="1" dirty="0"/>
              <a:t>用的较多。</a:t>
            </a:r>
            <a:endParaRPr lang="zh-CN" altLang="en-US" sz="2600" b="1" dirty="0"/>
          </a:p>
        </p:txBody>
      </p:sp>
      <p:graphicFrame>
        <p:nvGraphicFramePr>
          <p:cNvPr id="14340" name="Object 3"/>
          <p:cNvGraphicFramePr>
            <a:graphicFrameLocks noChangeAspect="1"/>
          </p:cNvGraphicFramePr>
          <p:nvPr/>
        </p:nvGraphicFramePr>
        <p:xfrm>
          <a:off x="3635375" y="1268413"/>
          <a:ext cx="3492500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4" name="公式" r:id="rId1" imgW="1231265" imgH="431800" progId="Equation.3">
                  <p:embed/>
                </p:oleObj>
              </mc:Choice>
              <mc:Fallback>
                <p:oleObj name="公式" r:id="rId1" imgW="1231265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1268413"/>
                        <a:ext cx="3492500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Rectangle 4"/>
          <p:cNvSpPr>
            <a:spLocks noChangeArrowheads="1"/>
          </p:cNvSpPr>
          <p:nvPr/>
        </p:nvSpPr>
        <p:spPr bwMode="auto">
          <a:xfrm>
            <a:off x="723900" y="4340225"/>
            <a:ext cx="7705725" cy="120332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     由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ZT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定义式可见，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ZT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可以看作是</a:t>
            </a:r>
            <a:r>
              <a:rPr lang="en-US" altLang="zh-CN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Z</a:t>
            </a:r>
            <a:r>
              <a:rPr lang="en-US" altLang="zh-CN" baseline="30000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-1</a:t>
            </a:r>
            <a:r>
              <a:rPr lang="zh-CN" altLang="en-US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的幂级数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，级数之系数即为离散信号的值。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342" name="Rectangle 5"/>
          <p:cNvSpPr>
            <a:spLocks noChangeArrowheads="1"/>
          </p:cNvSpPr>
          <p:nvPr/>
        </p:nvSpPr>
        <p:spPr bwMode="auto">
          <a:xfrm>
            <a:off x="455613" y="0"/>
            <a:ext cx="6121400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§8.2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变换定义及其收敛区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047"/>
    </mc:Choice>
    <mc:Fallback>
      <p:transition spd="slow" advTm="720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99E820E-CB9B-4FAE-9EB3-0148519EF781}" type="datetime1">
              <a:rPr lang="zh-CN" altLang="en-US" smtClean="0"/>
            </a:fld>
            <a:endParaRPr lang="zh-CN" altLang="en-US"/>
          </a:p>
        </p:txBody>
      </p:sp>
      <p:sp>
        <p:nvSpPr>
          <p:cNvPr id="15872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15963" y="1306513"/>
            <a:ext cx="3848100" cy="1746013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   要使上述</a:t>
            </a:r>
            <a:r>
              <a:rPr lang="en-US" altLang="zh-CN" sz="2000" b="1" dirty="0"/>
              <a:t>ZT</a:t>
            </a:r>
            <a:r>
              <a:rPr lang="zh-CN" altLang="en-US" sz="2000" b="1" dirty="0"/>
              <a:t>存在，定义式右端之</a:t>
            </a:r>
            <a:r>
              <a:rPr lang="zh-CN" altLang="en-US" sz="2000" b="1" dirty="0">
                <a:solidFill>
                  <a:srgbClr val="FF0000"/>
                </a:solidFill>
              </a:rPr>
              <a:t>幂级数必须收敛</a:t>
            </a:r>
            <a:r>
              <a:rPr lang="zh-CN" altLang="en-US" sz="2000" b="1" dirty="0"/>
              <a:t> 。</a:t>
            </a:r>
            <a:endParaRPr lang="zh-CN" altLang="en-US" sz="2000" b="1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 </a:t>
            </a:r>
            <a:r>
              <a:rPr lang="en-US" altLang="zh-CN" sz="2000" b="1" dirty="0"/>
              <a:t>    </a:t>
            </a:r>
            <a:r>
              <a:rPr lang="zh-CN" altLang="en-US" sz="2000" b="1" dirty="0">
                <a:solidFill>
                  <a:srgbClr val="3333FF"/>
                </a:solidFill>
              </a:rPr>
              <a:t>使右端幂级数收敛的</a:t>
            </a:r>
            <a:r>
              <a:rPr lang="en-US" altLang="zh-CN" sz="2000" b="1" dirty="0">
                <a:solidFill>
                  <a:srgbClr val="3333FF"/>
                </a:solidFill>
              </a:rPr>
              <a:t>z</a:t>
            </a:r>
            <a:r>
              <a:rPr lang="zh-CN" altLang="en-US" sz="2000" b="1" dirty="0">
                <a:solidFill>
                  <a:srgbClr val="3333FF"/>
                </a:solidFill>
              </a:rPr>
              <a:t>的范围称为</a:t>
            </a:r>
            <a:r>
              <a:rPr lang="en-US" altLang="zh-CN" sz="2000" b="1" dirty="0">
                <a:solidFill>
                  <a:srgbClr val="FF3300"/>
                </a:solidFill>
              </a:rPr>
              <a:t>z</a:t>
            </a:r>
            <a:r>
              <a:rPr lang="zh-CN" altLang="en-US" sz="2000" b="1" dirty="0">
                <a:solidFill>
                  <a:srgbClr val="FF3300"/>
                </a:solidFill>
              </a:rPr>
              <a:t>变换的收敛域</a:t>
            </a:r>
            <a:r>
              <a:rPr lang="zh-CN" altLang="en-US" sz="2000" b="1" dirty="0"/>
              <a:t>。即：</a:t>
            </a:r>
            <a:endParaRPr lang="zh-CN" altLang="en-US" sz="2000" b="1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b="1" dirty="0"/>
              <a:t>      </a:t>
            </a:r>
            <a:endParaRPr lang="zh-CN" altLang="en-US" sz="2000" b="1" dirty="0"/>
          </a:p>
        </p:txBody>
      </p:sp>
      <p:graphicFrame>
        <p:nvGraphicFramePr>
          <p:cNvPr id="158723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761687" y="3613150"/>
          <a:ext cx="5430837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1" name="公式" r:id="rId1" imgW="1475740" imgH="270510" progId="Equation.3">
                  <p:embed/>
                </p:oleObj>
              </mc:Choice>
              <mc:Fallback>
                <p:oleObj name="公式" r:id="rId1" imgW="1475740" imgH="2705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1687" y="3613150"/>
                        <a:ext cx="5430837" cy="100171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4" name="Text Box 4"/>
          <p:cNvSpPr txBox="1">
            <a:spLocks noChangeArrowheads="1"/>
          </p:cNvSpPr>
          <p:nvPr/>
        </p:nvSpPr>
        <p:spPr bwMode="auto">
          <a:xfrm>
            <a:off x="622300" y="5103813"/>
            <a:ext cx="85217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不同</a:t>
            </a:r>
            <a:r>
              <a:rPr kumimoji="1" lang="en-US" altLang="zh-CN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f(k)</a:t>
            </a:r>
            <a:r>
              <a:rPr kumimoji="1" lang="zh-CN" altLang="en-US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kumimoji="1" lang="en-US" altLang="zh-CN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kumimoji="1" lang="zh-CN" altLang="en-US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变换，由于收敛域不同，可能对应于相同的</a:t>
            </a:r>
            <a:r>
              <a:rPr kumimoji="1" lang="en-US" altLang="zh-CN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kumimoji="1" lang="zh-CN" altLang="en-US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变换，故在确定</a:t>
            </a:r>
            <a:r>
              <a:rPr kumimoji="1" lang="en-US" altLang="zh-CN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kumimoji="1" lang="zh-CN" altLang="en-US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变换时，必须指明收敛域。</a:t>
            </a:r>
            <a:endParaRPr kumimoji="1" lang="zh-CN" altLang="en-US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5366" name="Object 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895850" y="1733550"/>
          <a:ext cx="2592388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2" name="公式" r:id="rId3" imgW="1231265" imgH="431800" progId="Equation.3">
                  <p:embed/>
                </p:oleObj>
              </mc:Choice>
              <mc:Fallback>
                <p:oleObj name="公式" r:id="rId3" imgW="1231265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1733550"/>
                        <a:ext cx="2592388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Rectangle 6"/>
          <p:cNvSpPr>
            <a:spLocks noChangeArrowheads="1"/>
          </p:cNvSpPr>
          <p:nvPr/>
        </p:nvSpPr>
        <p:spPr bwMode="auto">
          <a:xfrm>
            <a:off x="434975" y="0"/>
            <a:ext cx="6121400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§8.2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变换定义及其收敛区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8" name="Rectangle 7"/>
          <p:cNvSpPr>
            <a:spLocks noChangeArrowheads="1"/>
          </p:cNvSpPr>
          <p:nvPr/>
        </p:nvSpPr>
        <p:spPr bwMode="auto">
          <a:xfrm>
            <a:off x="568325" y="850900"/>
            <a:ext cx="3222625" cy="455613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367030" indent="-187325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、</a:t>
            </a:r>
            <a:r>
              <a:rPr lang="en-US" altLang="zh-CN" dirty="0">
                <a:solidFill>
                  <a:srgbClr val="0000FF"/>
                </a:solidFill>
              </a:rPr>
              <a:t>Z</a:t>
            </a:r>
            <a:r>
              <a:rPr lang="zh-CN" altLang="en-US" dirty="0">
                <a:solidFill>
                  <a:srgbClr val="0000FF"/>
                </a:solidFill>
              </a:rPr>
              <a:t>变换的收敛域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177"/>
    </mc:Choice>
    <mc:Fallback>
      <p:transition spd="slow" advTm="1101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8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8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58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9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660066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0066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4" grpId="0" autoUpdateAnimBg="0"/>
      <p:bldP spid="15872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E8295C5-211F-4796-AE9F-09B3200963C2}" type="datetime1">
              <a:rPr lang="zh-CN" altLang="en-US" smtClean="0"/>
            </a:fld>
            <a:endParaRPr lang="zh-CN" alt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15950" y="744538"/>
            <a:ext cx="3744913" cy="752475"/>
          </a:xfrm>
        </p:spPr>
        <p:txBody>
          <a:bodyPr/>
          <a:lstStyle/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600" b="1" dirty="0">
                <a:solidFill>
                  <a:srgbClr val="FF0000"/>
                </a:solidFill>
              </a:rPr>
              <a:t>1)</a:t>
            </a:r>
            <a:r>
              <a:rPr lang="zh-CN" altLang="en-US" sz="2600" b="1" dirty="0">
                <a:solidFill>
                  <a:srgbClr val="FF0000"/>
                </a:solidFill>
              </a:rPr>
              <a:t>右边序列的收敛区：</a:t>
            </a:r>
            <a:endParaRPr lang="zh-CN" altLang="en-US" sz="2600" b="1" dirty="0">
              <a:solidFill>
                <a:srgbClr val="FF0000"/>
              </a:solidFill>
            </a:endParaRPr>
          </a:p>
        </p:txBody>
      </p:sp>
      <p:graphicFrame>
        <p:nvGraphicFramePr>
          <p:cNvPr id="18436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602163" y="706438"/>
          <a:ext cx="30956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6" name="公式" r:id="rId1" imgW="1244600" imgH="457200" progId="Equation.3">
                  <p:embed/>
                </p:oleObj>
              </mc:Choice>
              <mc:Fallback>
                <p:oleObj name="公式" r:id="rId1" imgW="12446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163" y="706438"/>
                        <a:ext cx="30956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796" name="Rectangle 4"/>
          <p:cNvSpPr>
            <a:spLocks noChangeArrowheads="1"/>
          </p:cNvSpPr>
          <p:nvPr/>
        </p:nvSpPr>
        <p:spPr bwMode="auto">
          <a:xfrm>
            <a:off x="900113" y="2133600"/>
            <a:ext cx="7632700" cy="2182813"/>
          </a:xfrm>
          <a:prstGeom prst="rect">
            <a:avLst/>
          </a:prstGeom>
          <a:solidFill>
            <a:srgbClr val="FFFFCC"/>
          </a:solidFill>
          <a:ln w="38100">
            <a:solidFill>
              <a:srgbClr val="9900FF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F(Z)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为一无穷级数的和，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F(Z)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的收敛性不仅要求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级数的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各项都存在且有限，而且要求无穷级数收敛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根据根植法，如果无穷级数绝对值的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k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次根的极限存在且小于</a:t>
            </a:r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，则级数收敛。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61797" name="Object 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11188" y="4356100"/>
          <a:ext cx="4624387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7" name="公式" r:id="rId3" imgW="2425700" imgH="381000" progId="Equation.3">
                  <p:embed/>
                </p:oleObj>
              </mc:Choice>
              <mc:Fallback>
                <p:oleObj name="公式" r:id="rId3" imgW="2425700" imgH="381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356100"/>
                        <a:ext cx="4624387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8" name="Object 6"/>
          <p:cNvGraphicFramePr>
            <a:graphicFrameLocks noChangeAspect="1"/>
          </p:cNvGraphicFramePr>
          <p:nvPr/>
        </p:nvGraphicFramePr>
        <p:xfrm>
          <a:off x="6165850" y="4464050"/>
          <a:ext cx="265271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8" name="公式" r:id="rId5" imgW="1409065" imgH="355600" progId="Equation.3">
                  <p:embed/>
                </p:oleObj>
              </mc:Choice>
              <mc:Fallback>
                <p:oleObj name="公式" r:id="rId5" imgW="1409065" imgH="355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5850" y="4464050"/>
                        <a:ext cx="2652713" cy="66992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799" name="AutoShape 7"/>
          <p:cNvSpPr>
            <a:spLocks noChangeArrowheads="1"/>
          </p:cNvSpPr>
          <p:nvPr/>
        </p:nvSpPr>
        <p:spPr bwMode="auto">
          <a:xfrm>
            <a:off x="5334000" y="4606925"/>
            <a:ext cx="719138" cy="215900"/>
          </a:xfrm>
          <a:prstGeom prst="rightArrow">
            <a:avLst>
              <a:gd name="adj1" fmla="val 50000"/>
              <a:gd name="adj2" fmla="val 832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61800" name="Rectangle 8"/>
          <p:cNvSpPr>
            <a:spLocks noChangeArrowheads="1"/>
          </p:cNvSpPr>
          <p:nvPr/>
        </p:nvSpPr>
        <p:spPr bwMode="auto">
          <a:xfrm>
            <a:off x="773113" y="5157788"/>
            <a:ext cx="77771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右边序列的收敛区是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平面内某一以原点为圆心的圆的外部。圆的半径取决于原始信号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f(k).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9"/>
          <p:cNvGrpSpPr/>
          <p:nvPr/>
        </p:nvGrpSpPr>
        <p:grpSpPr bwMode="auto">
          <a:xfrm>
            <a:off x="773113" y="1798637"/>
            <a:ext cx="5184775" cy="2519363"/>
            <a:chOff x="2018" y="1389"/>
            <a:chExt cx="3266" cy="1587"/>
          </a:xfrm>
        </p:grpSpPr>
        <p:sp>
          <p:nvSpPr>
            <p:cNvPr id="18445" name="Rectangle 10"/>
            <p:cNvSpPr>
              <a:spLocks noChangeArrowheads="1"/>
            </p:cNvSpPr>
            <p:nvPr/>
          </p:nvSpPr>
          <p:spPr bwMode="auto">
            <a:xfrm>
              <a:off x="2018" y="1389"/>
              <a:ext cx="3266" cy="1587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18446" name="Line 11"/>
            <p:cNvSpPr>
              <a:spLocks noChangeShapeType="1"/>
            </p:cNvSpPr>
            <p:nvPr/>
          </p:nvSpPr>
          <p:spPr bwMode="auto">
            <a:xfrm flipH="1">
              <a:off x="2880" y="1661"/>
              <a:ext cx="136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7" name="Line 12"/>
            <p:cNvSpPr>
              <a:spLocks noChangeShapeType="1"/>
            </p:cNvSpPr>
            <p:nvPr/>
          </p:nvSpPr>
          <p:spPr bwMode="auto">
            <a:xfrm flipH="1">
              <a:off x="2880" y="1661"/>
              <a:ext cx="318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8" name="Line 13"/>
            <p:cNvSpPr>
              <a:spLocks noChangeShapeType="1"/>
            </p:cNvSpPr>
            <p:nvPr/>
          </p:nvSpPr>
          <p:spPr bwMode="auto">
            <a:xfrm flipH="1">
              <a:off x="2880" y="1661"/>
              <a:ext cx="454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9" name="Line 14"/>
            <p:cNvSpPr>
              <a:spLocks noChangeShapeType="1"/>
            </p:cNvSpPr>
            <p:nvPr/>
          </p:nvSpPr>
          <p:spPr bwMode="auto">
            <a:xfrm flipH="1">
              <a:off x="2880" y="1661"/>
              <a:ext cx="635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0" name="Line 15"/>
            <p:cNvSpPr>
              <a:spLocks noChangeShapeType="1"/>
            </p:cNvSpPr>
            <p:nvPr/>
          </p:nvSpPr>
          <p:spPr bwMode="auto">
            <a:xfrm flipH="1">
              <a:off x="2880" y="1661"/>
              <a:ext cx="907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1" name="Line 16"/>
            <p:cNvSpPr>
              <a:spLocks noChangeShapeType="1"/>
            </p:cNvSpPr>
            <p:nvPr/>
          </p:nvSpPr>
          <p:spPr bwMode="auto">
            <a:xfrm flipH="1">
              <a:off x="2880" y="1661"/>
              <a:ext cx="1089" cy="7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2" name="Line 17"/>
            <p:cNvSpPr>
              <a:spLocks noChangeShapeType="1"/>
            </p:cNvSpPr>
            <p:nvPr/>
          </p:nvSpPr>
          <p:spPr bwMode="auto">
            <a:xfrm flipV="1">
              <a:off x="2880" y="1661"/>
              <a:ext cx="1225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3" name="Line 18"/>
            <p:cNvSpPr>
              <a:spLocks noChangeShapeType="1"/>
            </p:cNvSpPr>
            <p:nvPr/>
          </p:nvSpPr>
          <p:spPr bwMode="auto">
            <a:xfrm flipV="1">
              <a:off x="3016" y="1752"/>
              <a:ext cx="1179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4" name="Line 19"/>
            <p:cNvSpPr>
              <a:spLocks noChangeShapeType="1"/>
            </p:cNvSpPr>
            <p:nvPr/>
          </p:nvSpPr>
          <p:spPr bwMode="auto">
            <a:xfrm flipV="1">
              <a:off x="3198" y="1933"/>
              <a:ext cx="997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5" name="Line 20"/>
            <p:cNvSpPr>
              <a:spLocks noChangeShapeType="1"/>
            </p:cNvSpPr>
            <p:nvPr/>
          </p:nvSpPr>
          <p:spPr bwMode="auto">
            <a:xfrm flipV="1">
              <a:off x="3379" y="2069"/>
              <a:ext cx="816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6" name="Line 21"/>
            <p:cNvSpPr>
              <a:spLocks noChangeShapeType="1"/>
            </p:cNvSpPr>
            <p:nvPr/>
          </p:nvSpPr>
          <p:spPr bwMode="auto">
            <a:xfrm flipV="1">
              <a:off x="3515" y="2205"/>
              <a:ext cx="68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Line 22"/>
            <p:cNvSpPr>
              <a:spLocks noChangeShapeType="1"/>
            </p:cNvSpPr>
            <p:nvPr/>
          </p:nvSpPr>
          <p:spPr bwMode="auto">
            <a:xfrm flipV="1">
              <a:off x="3696" y="2341"/>
              <a:ext cx="49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8" name="Line 23"/>
            <p:cNvSpPr>
              <a:spLocks noChangeShapeType="1"/>
            </p:cNvSpPr>
            <p:nvPr/>
          </p:nvSpPr>
          <p:spPr bwMode="auto">
            <a:xfrm flipV="1">
              <a:off x="3878" y="2478"/>
              <a:ext cx="317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Line 24"/>
            <p:cNvSpPr>
              <a:spLocks noChangeShapeType="1"/>
            </p:cNvSpPr>
            <p:nvPr/>
          </p:nvSpPr>
          <p:spPr bwMode="auto">
            <a:xfrm flipV="1">
              <a:off x="4105" y="2614"/>
              <a:ext cx="9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0" name="Oval 25"/>
            <p:cNvSpPr>
              <a:spLocks noChangeArrowheads="1"/>
            </p:cNvSpPr>
            <p:nvPr/>
          </p:nvSpPr>
          <p:spPr bwMode="auto">
            <a:xfrm>
              <a:off x="3243" y="1933"/>
              <a:ext cx="544" cy="499"/>
            </a:xfrm>
            <a:prstGeom prst="ellipse">
              <a:avLst/>
            </a:prstGeom>
            <a:solidFill>
              <a:srgbClr val="FFFFCC"/>
            </a:solidFill>
            <a:ln w="38100">
              <a:solidFill>
                <a:srgbClr val="FF0000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18461" name="Line 26"/>
            <p:cNvSpPr>
              <a:spLocks noChangeShapeType="1"/>
            </p:cNvSpPr>
            <p:nvPr/>
          </p:nvSpPr>
          <p:spPr bwMode="auto">
            <a:xfrm>
              <a:off x="2608" y="2205"/>
              <a:ext cx="17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2" name="Line 27"/>
            <p:cNvSpPr>
              <a:spLocks noChangeShapeType="1"/>
            </p:cNvSpPr>
            <p:nvPr/>
          </p:nvSpPr>
          <p:spPr bwMode="auto">
            <a:xfrm>
              <a:off x="3515" y="1434"/>
              <a:ext cx="0" cy="14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1820" name="Rectangle 28"/>
          <p:cNvSpPr>
            <a:spLocks noChangeArrowheads="1"/>
          </p:cNvSpPr>
          <p:nvPr/>
        </p:nvSpPr>
        <p:spPr bwMode="auto">
          <a:xfrm>
            <a:off x="463550" y="6170613"/>
            <a:ext cx="8680450" cy="52863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&lt;0,|z|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不能为无穷大，收敛区间不包含无穷远点。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44" name="Rectangle 29"/>
          <p:cNvSpPr>
            <a:spLocks noChangeArrowheads="1"/>
          </p:cNvSpPr>
          <p:nvPr/>
        </p:nvSpPr>
        <p:spPr bwMode="auto">
          <a:xfrm>
            <a:off x="455613" y="0"/>
            <a:ext cx="6121400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§8.2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变换定义及其收敛区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1767"/>
    </mc:Choice>
    <mc:Fallback>
      <p:transition spd="slow" advTm="1117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179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1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61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6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1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1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6" grpId="0" animBg="1" build="allAtOnce"/>
      <p:bldP spid="161799" grpId="0" animBg="1"/>
      <p:bldP spid="161800" grpId="0"/>
      <p:bldP spid="1618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46EC654-3A79-4AD6-99DA-F73A98B76D34}" type="datetime1">
              <a:rPr lang="zh-CN" altLang="en-US" smtClean="0"/>
            </a:fld>
            <a:endParaRPr lang="zh-CN" altLang="en-US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74688" y="760413"/>
            <a:ext cx="3744912" cy="752475"/>
          </a:xfrm>
        </p:spPr>
        <p:txBody>
          <a:bodyPr/>
          <a:lstStyle/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600" b="1" dirty="0">
                <a:solidFill>
                  <a:srgbClr val="FF0000"/>
                </a:solidFill>
              </a:rPr>
              <a:t>2)</a:t>
            </a:r>
            <a:r>
              <a:rPr lang="zh-CN" altLang="en-US" sz="2600" b="1" dirty="0">
                <a:solidFill>
                  <a:srgbClr val="FF0000"/>
                </a:solidFill>
              </a:rPr>
              <a:t>左边序列的收敛区：</a:t>
            </a:r>
            <a:endParaRPr lang="zh-CN" altLang="en-US" sz="2600" b="1" dirty="0">
              <a:solidFill>
                <a:srgbClr val="FF0000"/>
              </a:solidFill>
            </a:endParaRPr>
          </a:p>
        </p:txBody>
      </p:sp>
      <p:graphicFrame>
        <p:nvGraphicFramePr>
          <p:cNvPr id="19460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614863" y="657225"/>
          <a:ext cx="3095625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5" name="公式" r:id="rId1" imgW="1269365" imgH="444500" progId="Equation.3">
                  <p:embed/>
                </p:oleObj>
              </mc:Choice>
              <mc:Fallback>
                <p:oleObj name="公式" r:id="rId1" imgW="1269365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4863" y="657225"/>
                        <a:ext cx="3095625" cy="108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2820" name="Rectangle 4"/>
          <p:cNvSpPr>
            <a:spLocks noChangeArrowheads="1"/>
          </p:cNvSpPr>
          <p:nvPr/>
        </p:nvSpPr>
        <p:spPr bwMode="auto">
          <a:xfrm>
            <a:off x="815975" y="1636713"/>
            <a:ext cx="777716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与右边序列的推导过程可得出左边序列的收敛区是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平面内某一以原点为圆心的圆的内部。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圆的半径取决于原始信号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f(k).</a:t>
            </a:r>
            <a:endParaRPr lang="en-US" altLang="zh-CN" sz="24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427673" y="2835910"/>
            <a:ext cx="4752975" cy="2016125"/>
            <a:chOff x="521" y="2160"/>
            <a:chExt cx="3266" cy="1587"/>
          </a:xfrm>
        </p:grpSpPr>
        <p:sp>
          <p:nvSpPr>
            <p:cNvPr id="19466" name="Rectangle 6"/>
            <p:cNvSpPr>
              <a:spLocks noChangeArrowheads="1"/>
            </p:cNvSpPr>
            <p:nvPr/>
          </p:nvSpPr>
          <p:spPr bwMode="auto">
            <a:xfrm>
              <a:off x="521" y="2160"/>
              <a:ext cx="3266" cy="1587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19467" name="Oval 7"/>
            <p:cNvSpPr>
              <a:spLocks noChangeArrowheads="1"/>
            </p:cNvSpPr>
            <p:nvPr/>
          </p:nvSpPr>
          <p:spPr bwMode="auto">
            <a:xfrm>
              <a:off x="1746" y="2704"/>
              <a:ext cx="544" cy="499"/>
            </a:xfrm>
            <a:prstGeom prst="ellipse">
              <a:avLst/>
            </a:prstGeom>
            <a:solidFill>
              <a:srgbClr val="FFFFCC"/>
            </a:solidFill>
            <a:ln w="38100">
              <a:solidFill>
                <a:schemeClr val="accent2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19468" name="Line 8"/>
            <p:cNvSpPr>
              <a:spLocks noChangeShapeType="1"/>
            </p:cNvSpPr>
            <p:nvPr/>
          </p:nvSpPr>
          <p:spPr bwMode="auto">
            <a:xfrm>
              <a:off x="1111" y="2976"/>
              <a:ext cx="17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9" name="Line 9"/>
            <p:cNvSpPr>
              <a:spLocks noChangeShapeType="1"/>
            </p:cNvSpPr>
            <p:nvPr/>
          </p:nvSpPr>
          <p:spPr bwMode="auto">
            <a:xfrm>
              <a:off x="2018" y="2205"/>
              <a:ext cx="0" cy="14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0" name="Line 10"/>
            <p:cNvSpPr>
              <a:spLocks noChangeShapeType="1"/>
            </p:cNvSpPr>
            <p:nvPr/>
          </p:nvSpPr>
          <p:spPr bwMode="auto">
            <a:xfrm flipV="1">
              <a:off x="2018" y="3001"/>
              <a:ext cx="272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1" name="Line 11"/>
            <p:cNvSpPr>
              <a:spLocks noChangeShapeType="1"/>
            </p:cNvSpPr>
            <p:nvPr/>
          </p:nvSpPr>
          <p:spPr bwMode="auto">
            <a:xfrm flipV="1">
              <a:off x="1882" y="2871"/>
              <a:ext cx="363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2" name="Line 12"/>
            <p:cNvSpPr>
              <a:spLocks noChangeShapeType="1"/>
            </p:cNvSpPr>
            <p:nvPr/>
          </p:nvSpPr>
          <p:spPr bwMode="auto">
            <a:xfrm flipV="1">
              <a:off x="1791" y="2750"/>
              <a:ext cx="409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3" name="Line 13"/>
            <p:cNvSpPr>
              <a:spLocks noChangeShapeType="1"/>
            </p:cNvSpPr>
            <p:nvPr/>
          </p:nvSpPr>
          <p:spPr bwMode="auto">
            <a:xfrm flipH="1">
              <a:off x="1746" y="2689"/>
              <a:ext cx="363" cy="2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2830" name="Rectangle 14"/>
          <p:cNvSpPr>
            <a:spLocks noChangeArrowheads="1"/>
          </p:cNvSpPr>
          <p:nvPr/>
        </p:nvSpPr>
        <p:spPr bwMode="auto">
          <a:xfrm>
            <a:off x="5443855" y="3213100"/>
            <a:ext cx="3600450" cy="955675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&gt;0,|z|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不能为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，收敛区间不包含原点。</a:t>
            </a:r>
            <a:endParaRPr lang="zh-CN" altLang="en-US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2831" name="Rectangle 15"/>
          <p:cNvSpPr>
            <a:spLocks noChangeArrowheads="1"/>
          </p:cNvSpPr>
          <p:nvPr/>
        </p:nvSpPr>
        <p:spPr bwMode="auto">
          <a:xfrm>
            <a:off x="723900" y="5165725"/>
            <a:ext cx="8420100" cy="11969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  在上述讨论中，是根据序列是否有始有终来定义的，没有规定起点或终点的位置，在实际应用中，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右边序列从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开始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左边序列终止于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5" name="Rectangle 16"/>
          <p:cNvSpPr>
            <a:spLocks noChangeArrowheads="1"/>
          </p:cNvSpPr>
          <p:nvPr/>
        </p:nvSpPr>
        <p:spPr bwMode="auto">
          <a:xfrm>
            <a:off x="536575" y="0"/>
            <a:ext cx="6121400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§8.2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变换定义及其收敛区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670"/>
    </mc:Choice>
    <mc:Fallback>
      <p:transition spd="slow" advTm="636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6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28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28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28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0" grpId="0"/>
      <p:bldP spid="162830" grpId="0" bldLvl="0" animBg="1"/>
      <p:bldP spid="1628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656D85C-32C7-437A-B697-65E8FCF40FEF}" type="datetime1">
              <a:rPr lang="zh-CN" altLang="en-US" smtClean="0"/>
            </a:fld>
            <a:endParaRPr lang="zh-CN" altLang="en-US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4213" y="1268413"/>
            <a:ext cx="8208962" cy="4392612"/>
          </a:xfrm>
        </p:spPr>
        <p:txBody>
          <a:bodyPr/>
          <a:lstStyle/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     对于双边</a:t>
            </a:r>
            <a:r>
              <a:rPr lang="en-US" altLang="zh-CN" sz="2200" b="1" dirty="0"/>
              <a:t>z</a:t>
            </a:r>
            <a:r>
              <a:rPr lang="zh-CN" altLang="en-US" sz="2200" b="1" dirty="0"/>
              <a:t>变换可化为两个单边</a:t>
            </a:r>
            <a:r>
              <a:rPr lang="en-US" altLang="zh-CN" sz="2200" b="1" dirty="0"/>
              <a:t>z</a:t>
            </a:r>
            <a:r>
              <a:rPr lang="zh-CN" altLang="en-US" sz="2200" b="1" dirty="0"/>
              <a:t>变换来作：</a:t>
            </a:r>
            <a:endParaRPr lang="zh-CN" altLang="en-US" sz="2200" b="1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                   </a:t>
            </a:r>
            <a:endParaRPr lang="zh-CN" altLang="en-US" sz="2200" b="1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                </a:t>
            </a:r>
            <a:endParaRPr lang="zh-CN" altLang="en-US" sz="2200" b="1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      </a:t>
            </a:r>
            <a:r>
              <a:rPr lang="en-US" altLang="zh-CN" sz="2200" b="1" dirty="0"/>
              <a:t>k</a:t>
            </a:r>
            <a:r>
              <a:rPr lang="zh-CN" altLang="en-US" sz="2200" b="1" dirty="0"/>
              <a:t>＞</a:t>
            </a:r>
            <a:r>
              <a:rPr lang="en-US" altLang="zh-CN" sz="2200" b="1" dirty="0"/>
              <a:t>0</a:t>
            </a:r>
            <a:r>
              <a:rPr lang="zh-CN" altLang="en-US" sz="2200" b="1" dirty="0"/>
              <a:t>时，与右边序列的</a:t>
            </a:r>
            <a:r>
              <a:rPr lang="en-US" altLang="zh-CN" sz="2200" b="1" dirty="0"/>
              <a:t>ZT</a:t>
            </a:r>
            <a:r>
              <a:rPr lang="zh-CN" altLang="en-US" sz="2200" b="1" dirty="0"/>
              <a:t>一样，收敛区为一圆之</a:t>
            </a:r>
            <a:r>
              <a:rPr lang="zh-CN" altLang="en-US" sz="2200" b="1" dirty="0">
                <a:solidFill>
                  <a:srgbClr val="FF3300"/>
                </a:solidFill>
              </a:rPr>
              <a:t>外部</a:t>
            </a:r>
            <a:r>
              <a:rPr lang="zh-CN" altLang="en-US" sz="2200" b="1" dirty="0"/>
              <a:t>。</a:t>
            </a:r>
            <a:endParaRPr lang="zh-CN" altLang="en-US" sz="2200" b="1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      </a:t>
            </a:r>
            <a:r>
              <a:rPr lang="en-US" altLang="zh-CN" sz="2200" b="1" dirty="0"/>
              <a:t>k</a:t>
            </a:r>
            <a:r>
              <a:rPr lang="zh-CN" altLang="en-US" sz="2200" b="1" dirty="0"/>
              <a:t>＜</a:t>
            </a:r>
            <a:r>
              <a:rPr lang="en-US" altLang="zh-CN" sz="2200" b="1" dirty="0"/>
              <a:t>0</a:t>
            </a:r>
            <a:r>
              <a:rPr lang="zh-CN" altLang="en-US" sz="2200" b="1" dirty="0"/>
              <a:t>时，与左边序列的</a:t>
            </a:r>
            <a:r>
              <a:rPr lang="en-US" altLang="zh-CN" sz="2200" b="1" dirty="0"/>
              <a:t>ZT</a:t>
            </a:r>
            <a:r>
              <a:rPr lang="zh-CN" altLang="en-US" sz="2200" b="1" dirty="0"/>
              <a:t>相似，它是</a:t>
            </a:r>
            <a:r>
              <a:rPr lang="en-US" altLang="zh-CN" sz="2200" b="1" dirty="0"/>
              <a:t>z</a:t>
            </a:r>
            <a:r>
              <a:rPr lang="zh-CN" altLang="en-US" sz="2200" b="1" dirty="0"/>
              <a:t>的幂级数，收敛区为一圆之</a:t>
            </a:r>
            <a:r>
              <a:rPr lang="zh-CN" altLang="en-US" sz="2200" b="1" dirty="0">
                <a:solidFill>
                  <a:srgbClr val="FF3300"/>
                </a:solidFill>
              </a:rPr>
              <a:t>内部</a:t>
            </a:r>
            <a:r>
              <a:rPr lang="zh-CN" altLang="en-US" sz="2200" b="1" dirty="0"/>
              <a:t>。</a:t>
            </a:r>
            <a:endParaRPr lang="zh-CN" altLang="en-US" sz="2200" b="1" dirty="0"/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      两者综合起来：</a:t>
            </a:r>
            <a:endParaRPr lang="zh-CN" altLang="en-US" sz="2200" b="1" dirty="0"/>
          </a:p>
        </p:txBody>
      </p:sp>
      <p:graphicFrame>
        <p:nvGraphicFramePr>
          <p:cNvPr id="20484" name="Object 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032125" y="2044700"/>
          <a:ext cx="352266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2" name="公式" r:id="rId1" imgW="1651000" imgH="482600" progId="Equation.3">
                  <p:embed/>
                </p:oleObj>
              </mc:Choice>
              <mc:Fallback>
                <p:oleObj name="公式" r:id="rId1" imgW="16510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25" y="2044700"/>
                        <a:ext cx="3522663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1201738" y="5335588"/>
            <a:ext cx="7416800" cy="65722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zh-CN" altLang="en-US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双边</a:t>
            </a:r>
            <a:r>
              <a:rPr lang="en-US" altLang="zh-CN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Z</a:t>
            </a:r>
            <a:r>
              <a:rPr lang="zh-CN" altLang="en-US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变换若收敛，则其收敛区为一环带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1708150" y="2089150"/>
            <a:ext cx="5184775" cy="2519363"/>
            <a:chOff x="725" y="1480"/>
            <a:chExt cx="3266" cy="1587"/>
          </a:xfrm>
        </p:grpSpPr>
        <p:sp>
          <p:nvSpPr>
            <p:cNvPr id="20489" name="Rectangle 6"/>
            <p:cNvSpPr>
              <a:spLocks noChangeArrowheads="1"/>
            </p:cNvSpPr>
            <p:nvPr/>
          </p:nvSpPr>
          <p:spPr bwMode="auto">
            <a:xfrm>
              <a:off x="725" y="1480"/>
              <a:ext cx="3266" cy="1587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20490" name="Oval 7"/>
            <p:cNvSpPr>
              <a:spLocks noChangeArrowheads="1"/>
            </p:cNvSpPr>
            <p:nvPr/>
          </p:nvSpPr>
          <p:spPr bwMode="auto">
            <a:xfrm>
              <a:off x="1950" y="2024"/>
              <a:ext cx="544" cy="499"/>
            </a:xfrm>
            <a:prstGeom prst="ellipse">
              <a:avLst/>
            </a:prstGeom>
            <a:solidFill>
              <a:srgbClr val="FFFFCC"/>
            </a:solidFill>
            <a:ln w="38100">
              <a:solidFill>
                <a:srgbClr val="FF0000"/>
              </a:solidFill>
              <a:round/>
            </a:ln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20491" name="Line 8"/>
            <p:cNvSpPr>
              <a:spLocks noChangeShapeType="1"/>
            </p:cNvSpPr>
            <p:nvPr/>
          </p:nvSpPr>
          <p:spPr bwMode="auto">
            <a:xfrm>
              <a:off x="1315" y="2296"/>
              <a:ext cx="17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2" name="Line 9"/>
            <p:cNvSpPr>
              <a:spLocks noChangeShapeType="1"/>
            </p:cNvSpPr>
            <p:nvPr/>
          </p:nvSpPr>
          <p:spPr bwMode="auto">
            <a:xfrm>
              <a:off x="2222" y="1525"/>
              <a:ext cx="0" cy="149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3" name="Oval 10"/>
            <p:cNvSpPr>
              <a:spLocks noChangeArrowheads="1"/>
            </p:cNvSpPr>
            <p:nvPr/>
          </p:nvSpPr>
          <p:spPr bwMode="auto">
            <a:xfrm>
              <a:off x="1746" y="1888"/>
              <a:ext cx="953" cy="771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20494" name="Line 11"/>
            <p:cNvSpPr>
              <a:spLocks noChangeShapeType="1"/>
            </p:cNvSpPr>
            <p:nvPr/>
          </p:nvSpPr>
          <p:spPr bwMode="auto">
            <a:xfrm flipH="1">
              <a:off x="1769" y="1979"/>
              <a:ext cx="158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5" name="Line 12"/>
            <p:cNvSpPr>
              <a:spLocks noChangeShapeType="1"/>
            </p:cNvSpPr>
            <p:nvPr/>
          </p:nvSpPr>
          <p:spPr bwMode="auto">
            <a:xfrm flipH="1">
              <a:off x="1775" y="1933"/>
              <a:ext cx="289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6" name="Line 13"/>
            <p:cNvSpPr>
              <a:spLocks noChangeShapeType="1"/>
            </p:cNvSpPr>
            <p:nvPr/>
          </p:nvSpPr>
          <p:spPr bwMode="auto">
            <a:xfrm flipH="1">
              <a:off x="2121" y="1888"/>
              <a:ext cx="79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7" name="Line 14"/>
            <p:cNvSpPr>
              <a:spLocks noChangeShapeType="1"/>
            </p:cNvSpPr>
            <p:nvPr/>
          </p:nvSpPr>
          <p:spPr bwMode="auto">
            <a:xfrm flipH="1">
              <a:off x="1822" y="2296"/>
              <a:ext cx="105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8" name="Line 15"/>
            <p:cNvSpPr>
              <a:spLocks noChangeShapeType="1"/>
            </p:cNvSpPr>
            <p:nvPr/>
          </p:nvSpPr>
          <p:spPr bwMode="auto">
            <a:xfrm flipH="1">
              <a:off x="1920" y="2432"/>
              <a:ext cx="53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9" name="Line 16"/>
            <p:cNvSpPr>
              <a:spLocks noChangeShapeType="1"/>
            </p:cNvSpPr>
            <p:nvPr/>
          </p:nvSpPr>
          <p:spPr bwMode="auto">
            <a:xfrm flipH="1">
              <a:off x="2038" y="2523"/>
              <a:ext cx="26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0" name="Line 17"/>
            <p:cNvSpPr>
              <a:spLocks noChangeShapeType="1"/>
            </p:cNvSpPr>
            <p:nvPr/>
          </p:nvSpPr>
          <p:spPr bwMode="auto">
            <a:xfrm flipH="1">
              <a:off x="2258" y="1888"/>
              <a:ext cx="78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1" name="Line 18"/>
            <p:cNvSpPr>
              <a:spLocks noChangeShapeType="1"/>
            </p:cNvSpPr>
            <p:nvPr/>
          </p:nvSpPr>
          <p:spPr bwMode="auto">
            <a:xfrm flipH="1">
              <a:off x="2381" y="1979"/>
              <a:ext cx="91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2" name="Line 19"/>
            <p:cNvSpPr>
              <a:spLocks noChangeShapeType="1"/>
            </p:cNvSpPr>
            <p:nvPr/>
          </p:nvSpPr>
          <p:spPr bwMode="auto">
            <a:xfrm flipH="1">
              <a:off x="2472" y="2024"/>
              <a:ext cx="9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3" name="Line 20"/>
            <p:cNvSpPr>
              <a:spLocks noChangeShapeType="1"/>
            </p:cNvSpPr>
            <p:nvPr/>
          </p:nvSpPr>
          <p:spPr bwMode="auto">
            <a:xfrm flipH="1">
              <a:off x="2472" y="2069"/>
              <a:ext cx="181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Line 21"/>
            <p:cNvSpPr>
              <a:spLocks noChangeShapeType="1"/>
            </p:cNvSpPr>
            <p:nvPr/>
          </p:nvSpPr>
          <p:spPr bwMode="auto">
            <a:xfrm flipV="1">
              <a:off x="2517" y="2205"/>
              <a:ext cx="136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5" name="Line 22"/>
            <p:cNvSpPr>
              <a:spLocks noChangeShapeType="1"/>
            </p:cNvSpPr>
            <p:nvPr/>
          </p:nvSpPr>
          <p:spPr bwMode="auto">
            <a:xfrm flipH="1">
              <a:off x="2102" y="2523"/>
              <a:ext cx="52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6" name="Line 23"/>
            <p:cNvSpPr>
              <a:spLocks noChangeShapeType="1"/>
            </p:cNvSpPr>
            <p:nvPr/>
          </p:nvSpPr>
          <p:spPr bwMode="auto">
            <a:xfrm flipH="1">
              <a:off x="2253" y="2523"/>
              <a:ext cx="37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7" name="Line 24"/>
            <p:cNvSpPr>
              <a:spLocks noChangeShapeType="1"/>
            </p:cNvSpPr>
            <p:nvPr/>
          </p:nvSpPr>
          <p:spPr bwMode="auto">
            <a:xfrm flipH="1">
              <a:off x="2345" y="2478"/>
              <a:ext cx="36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8" name="Line 25"/>
            <p:cNvSpPr>
              <a:spLocks noChangeShapeType="1"/>
            </p:cNvSpPr>
            <p:nvPr/>
          </p:nvSpPr>
          <p:spPr bwMode="auto">
            <a:xfrm flipH="1">
              <a:off x="2411" y="2387"/>
              <a:ext cx="61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9" name="Line 26"/>
            <p:cNvSpPr>
              <a:spLocks noChangeShapeType="1"/>
            </p:cNvSpPr>
            <p:nvPr/>
          </p:nvSpPr>
          <p:spPr bwMode="auto">
            <a:xfrm flipV="1">
              <a:off x="2472" y="2326"/>
              <a:ext cx="227" cy="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0" name="Line 27"/>
            <p:cNvSpPr>
              <a:spLocks noChangeShapeType="1"/>
            </p:cNvSpPr>
            <p:nvPr/>
          </p:nvSpPr>
          <p:spPr bwMode="auto">
            <a:xfrm>
              <a:off x="2472" y="2387"/>
              <a:ext cx="79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487" name="Rectangle 28"/>
          <p:cNvSpPr>
            <a:spLocks noChangeArrowheads="1"/>
          </p:cNvSpPr>
          <p:nvPr/>
        </p:nvSpPr>
        <p:spPr bwMode="auto">
          <a:xfrm>
            <a:off x="442913" y="0"/>
            <a:ext cx="6121400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§8.2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变换定义及其收敛区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8" name="Rectangle 29"/>
          <p:cNvSpPr>
            <a:spLocks noChangeArrowheads="1"/>
          </p:cNvSpPr>
          <p:nvPr/>
        </p:nvSpPr>
        <p:spPr bwMode="auto">
          <a:xfrm>
            <a:off x="674688" y="760413"/>
            <a:ext cx="3744912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200" dirty="0">
                <a:solidFill>
                  <a:srgbClr val="FF0000"/>
                </a:solidFill>
                <a:latin typeface="Verdana" panose="020B0604030504040204" pitchFamily="34" charset="0"/>
              </a:rPr>
              <a:t>3)</a:t>
            </a:r>
            <a:r>
              <a:rPr lang="zh-CN" altLang="en-US" sz="2200" dirty="0">
                <a:solidFill>
                  <a:srgbClr val="FF0000"/>
                </a:solidFill>
                <a:latin typeface="Verdana" panose="020B0604030504040204" pitchFamily="34" charset="0"/>
              </a:rPr>
              <a:t>双边序列的收敛区：</a:t>
            </a:r>
            <a:endParaRPr lang="zh-CN" altLang="en-US" sz="2200" dirty="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2895"/>
    </mc:Choice>
    <mc:Fallback>
      <p:transition spd="slow" advTm="1628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0FCA52B-4319-4ED7-8953-83351DEA1D47}" type="datetime1">
              <a:rPr lang="zh-CN" altLang="en-US" smtClean="0"/>
            </a:fld>
            <a:endParaRPr lang="zh-CN" altLang="en-US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9750" y="0"/>
            <a:ext cx="5832475" cy="576263"/>
          </a:xfrm>
          <a:solidFill>
            <a:schemeClr val="bg1"/>
          </a:solidFill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FF0000"/>
                </a:solidFill>
              </a:rPr>
              <a:t>4)Z</a:t>
            </a:r>
            <a:r>
              <a:rPr lang="zh-CN" altLang="en-US" sz="2200" b="1" dirty="0">
                <a:solidFill>
                  <a:srgbClr val="FF0000"/>
                </a:solidFill>
              </a:rPr>
              <a:t>变换与拉普拉斯变换收敛区的比较：</a:t>
            </a:r>
            <a:endParaRPr lang="zh-CN" altLang="en-US" sz="2200" b="1" dirty="0">
              <a:solidFill>
                <a:srgbClr val="FF0000"/>
              </a:solidFill>
            </a:endParaRPr>
          </a:p>
        </p:txBody>
      </p:sp>
      <p:sp>
        <p:nvSpPr>
          <p:cNvPr id="164867" name="Rectangle 3"/>
          <p:cNvSpPr>
            <a:spLocks noChangeArrowheads="1"/>
          </p:cNvSpPr>
          <p:nvPr/>
        </p:nvSpPr>
        <p:spPr bwMode="auto">
          <a:xfrm>
            <a:off x="539750" y="908050"/>
            <a:ext cx="4537075" cy="5010150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5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zh-CN" altLang="en-US" sz="2400">
                <a:latin typeface="华康少女文字W5" pitchFamily="81" charset="-122"/>
                <a:ea typeface="华康少女文字W5" pitchFamily="81" charset="-122"/>
              </a:rPr>
              <a:t>右边信号的拉普拉斯变换的收敛区为</a:t>
            </a:r>
            <a:r>
              <a:rPr lang="en-US" altLang="zh-CN" sz="2400">
                <a:latin typeface="华康少女文字W5" pitchFamily="81" charset="-122"/>
                <a:ea typeface="华康少女文字W5" pitchFamily="81" charset="-122"/>
              </a:rPr>
              <a:t>s</a:t>
            </a:r>
            <a:r>
              <a:rPr lang="zh-CN" altLang="en-US" sz="2400">
                <a:latin typeface="华康少女文字W5" pitchFamily="81" charset="-122"/>
                <a:ea typeface="华康少女文字W5" pitchFamily="81" charset="-122"/>
              </a:rPr>
              <a:t>平面中以某垂直于实轴的直线为左边界的</a:t>
            </a:r>
            <a:r>
              <a:rPr lang="zh-CN" altLang="en-US" sz="2400">
                <a:solidFill>
                  <a:srgbClr val="0000FF"/>
                </a:solidFill>
                <a:latin typeface="华康少女文字W5" pitchFamily="81" charset="-122"/>
                <a:ea typeface="华康少女文字W5" pitchFamily="81" charset="-122"/>
              </a:rPr>
              <a:t>右半平面</a:t>
            </a:r>
            <a:r>
              <a:rPr lang="zh-CN" altLang="en-US" sz="2400">
                <a:latin typeface="华康少女文字W5" pitchFamily="81" charset="-122"/>
                <a:ea typeface="华康少女文字W5" pitchFamily="81" charset="-122"/>
              </a:rPr>
              <a:t>；</a:t>
            </a:r>
            <a:endParaRPr lang="zh-CN" altLang="en-US" sz="2400">
              <a:latin typeface="华康少女文字W5" pitchFamily="81" charset="-122"/>
              <a:ea typeface="华康少女文字W5" pitchFamily="81" charset="-122"/>
            </a:endParaRPr>
          </a:p>
          <a:p>
            <a:pPr eaLnBrk="1" hangingPunct="1">
              <a:lnSpc>
                <a:spcPct val="145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zh-CN" altLang="en-US" sz="2400">
                <a:latin typeface="华康少女文字W5" pitchFamily="81" charset="-122"/>
                <a:ea typeface="华康少女文字W5" pitchFamily="81" charset="-122"/>
              </a:rPr>
              <a:t>左边信号的拉普拉斯变换的收敛区为</a:t>
            </a:r>
            <a:r>
              <a:rPr lang="en-US" altLang="zh-CN" sz="2400">
                <a:latin typeface="华康少女文字W5" pitchFamily="81" charset="-122"/>
                <a:ea typeface="华康少女文字W5" pitchFamily="81" charset="-122"/>
              </a:rPr>
              <a:t>s</a:t>
            </a:r>
            <a:r>
              <a:rPr lang="zh-CN" altLang="en-US" sz="2400">
                <a:latin typeface="华康少女文字W5" pitchFamily="81" charset="-122"/>
                <a:ea typeface="华康少女文字W5" pitchFamily="81" charset="-122"/>
              </a:rPr>
              <a:t>平面中以某垂直于实轴的直线为右边界的</a:t>
            </a:r>
            <a:r>
              <a:rPr lang="zh-CN" altLang="en-US" sz="2400">
                <a:solidFill>
                  <a:srgbClr val="0000FF"/>
                </a:solidFill>
                <a:latin typeface="华康少女文字W5" pitchFamily="81" charset="-122"/>
                <a:ea typeface="华康少女文字W5" pitchFamily="81" charset="-122"/>
              </a:rPr>
              <a:t>左半平面</a:t>
            </a:r>
            <a:endParaRPr lang="zh-CN" altLang="en-US" sz="2400">
              <a:solidFill>
                <a:srgbClr val="0000FF"/>
              </a:solidFill>
              <a:latin typeface="华康少女文字W5" pitchFamily="81" charset="-122"/>
              <a:ea typeface="华康少女文字W5" pitchFamily="81" charset="-122"/>
            </a:endParaRPr>
          </a:p>
          <a:p>
            <a:pPr eaLnBrk="1" hangingPunct="1">
              <a:lnSpc>
                <a:spcPct val="145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zh-CN" altLang="en-US" sz="2400">
                <a:latin typeface="华康少女文字W5" pitchFamily="81" charset="-122"/>
                <a:ea typeface="华康少女文字W5" pitchFamily="81" charset="-122"/>
              </a:rPr>
              <a:t>双边拉普拉斯变换的收敛区为</a:t>
            </a:r>
            <a:r>
              <a:rPr lang="en-US" altLang="zh-CN" sz="2400">
                <a:latin typeface="华康少女文字W5" pitchFamily="81" charset="-122"/>
                <a:ea typeface="华康少女文字W5" pitchFamily="81" charset="-122"/>
              </a:rPr>
              <a:t>s</a:t>
            </a:r>
            <a:r>
              <a:rPr lang="zh-CN" altLang="en-US" sz="2400">
                <a:latin typeface="华康少女文字W5" pitchFamily="81" charset="-122"/>
                <a:ea typeface="华康少女文字W5" pitchFamily="81" charset="-122"/>
              </a:rPr>
              <a:t>平面中垂直于实轴的</a:t>
            </a:r>
            <a:r>
              <a:rPr lang="zh-CN" altLang="en-US" sz="2400">
                <a:solidFill>
                  <a:srgbClr val="0000FF"/>
                </a:solidFill>
                <a:latin typeface="华康少女文字W5" pitchFamily="81" charset="-122"/>
                <a:ea typeface="华康少女文字W5" pitchFamily="81" charset="-122"/>
              </a:rPr>
              <a:t>两条直线之间的带状区间</a:t>
            </a:r>
            <a:r>
              <a:rPr lang="zh-CN" altLang="en-US" sz="2400">
                <a:latin typeface="华康少女文字W5" pitchFamily="81" charset="-122"/>
                <a:ea typeface="华康少女文字W5" pitchFamily="81" charset="-122"/>
              </a:rPr>
              <a:t>；</a:t>
            </a:r>
            <a:endParaRPr lang="zh-CN" altLang="en-US" sz="2400">
              <a:latin typeface="华康少女文字W5" pitchFamily="81" charset="-122"/>
              <a:ea typeface="华康少女文字W5" pitchFamily="81" charset="-122"/>
            </a:endParaRPr>
          </a:p>
        </p:txBody>
      </p:sp>
      <p:sp>
        <p:nvSpPr>
          <p:cNvPr id="164868" name="Rectangle 4"/>
          <p:cNvSpPr>
            <a:spLocks noChangeArrowheads="1"/>
          </p:cNvSpPr>
          <p:nvPr/>
        </p:nvSpPr>
        <p:spPr bwMode="auto">
          <a:xfrm>
            <a:off x="5724525" y="620713"/>
            <a:ext cx="2879725" cy="5497512"/>
          </a:xfrm>
          <a:prstGeom prst="rect">
            <a:avLst/>
          </a:prstGeom>
          <a:solidFill>
            <a:schemeClr val="bg1"/>
          </a:solidFill>
          <a:ln w="38100">
            <a:solidFill>
              <a:srgbClr val="9900FF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右边序列的收敛区是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平面内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某一以原点为圆心的圆的外部</a:t>
            </a:r>
            <a:r>
              <a:rPr lang="zh-CN" altLang="en-US" sz="2400"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左边序列的收敛区是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平面内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某一以原点为圆心的圆的内部</a:t>
            </a: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双边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变换若收敛，则</a:t>
            </a:r>
            <a:r>
              <a:rPr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其收敛区为一环带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869" name="Line 5"/>
          <p:cNvSpPr>
            <a:spLocks noChangeShapeType="1"/>
          </p:cNvSpPr>
          <p:nvPr/>
        </p:nvSpPr>
        <p:spPr bwMode="auto">
          <a:xfrm flipV="1">
            <a:off x="4859338" y="1341438"/>
            <a:ext cx="1008062" cy="5746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0" name="Line 6"/>
          <p:cNvSpPr>
            <a:spLocks noChangeShapeType="1"/>
          </p:cNvSpPr>
          <p:nvPr/>
        </p:nvSpPr>
        <p:spPr bwMode="auto">
          <a:xfrm>
            <a:off x="4859338" y="3429000"/>
            <a:ext cx="9366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871" name="Line 7"/>
          <p:cNvSpPr>
            <a:spLocks noChangeShapeType="1"/>
          </p:cNvSpPr>
          <p:nvPr/>
        </p:nvSpPr>
        <p:spPr bwMode="auto">
          <a:xfrm>
            <a:off x="5003800" y="5013325"/>
            <a:ext cx="792163" cy="1444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493"/>
    </mc:Choice>
    <mc:Fallback>
      <p:transition spd="slow" advTm="524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6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4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4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4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48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4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4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4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4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4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4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64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AE6348B-7D74-4695-A4B9-3B81F4E5E861}" type="datetime1">
              <a:rPr lang="zh-CN" altLang="en-US" smtClean="0"/>
            </a:fld>
            <a:endParaRPr lang="zh-CN" altLang="en-US"/>
          </a:p>
        </p:txBody>
      </p:sp>
      <p:sp>
        <p:nvSpPr>
          <p:cNvPr id="165890" name="Rectangle 2"/>
          <p:cNvSpPr>
            <a:spLocks noChangeArrowheads="1"/>
          </p:cNvSpPr>
          <p:nvPr/>
        </p:nvSpPr>
        <p:spPr bwMode="auto">
          <a:xfrm>
            <a:off x="484188" y="788988"/>
            <a:ext cx="2376487" cy="541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40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kumimoji="1" lang="en-US" altLang="zh-CN" sz="240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zh-CN" altLang="en-US" sz="240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：右序列</a:t>
            </a:r>
            <a:endParaRPr kumimoji="1" lang="zh-CN" altLang="en-US" sz="2400">
              <a:solidFill>
                <a:srgbClr val="660066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2532" name="Object 3"/>
          <p:cNvGraphicFramePr>
            <a:graphicFrameLocks noChangeAspect="1"/>
          </p:cNvGraphicFramePr>
          <p:nvPr/>
        </p:nvGraphicFramePr>
        <p:xfrm>
          <a:off x="2627313" y="908050"/>
          <a:ext cx="25908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2" name="Equation" r:id="rId1" imgW="1384300" imgH="482600" progId="Equation.3">
                  <p:embed/>
                </p:oleObj>
              </mc:Choice>
              <mc:Fallback>
                <p:oleObj name="Equation" r:id="rId1" imgW="13843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908050"/>
                        <a:ext cx="259080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2" name="Object 4"/>
          <p:cNvGraphicFramePr>
            <a:graphicFrameLocks noChangeAspect="1"/>
          </p:cNvGraphicFramePr>
          <p:nvPr/>
        </p:nvGraphicFramePr>
        <p:xfrm>
          <a:off x="468313" y="2060575"/>
          <a:ext cx="25558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3" name="Equation" r:id="rId3" imgW="1206500" imgH="431800" progId="Equation.3">
                  <p:embed/>
                </p:oleObj>
              </mc:Choice>
              <mc:Fallback>
                <p:oleObj name="Equation" r:id="rId3" imgW="12065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060575"/>
                        <a:ext cx="255587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3" name="Object 5"/>
          <p:cNvGraphicFramePr>
            <a:graphicFrameLocks noChangeAspect="1"/>
          </p:cNvGraphicFramePr>
          <p:nvPr/>
        </p:nvGraphicFramePr>
        <p:xfrm>
          <a:off x="2946400" y="2070100"/>
          <a:ext cx="15525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4" name="Equation" r:id="rId5" imgW="685800" imgH="431800" progId="Equation.3">
                  <p:embed/>
                </p:oleObj>
              </mc:Choice>
              <mc:Fallback>
                <p:oleObj name="Equation" r:id="rId5" imgW="6858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0" y="2070100"/>
                        <a:ext cx="155257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4" name="Object 6"/>
          <p:cNvGraphicFramePr>
            <a:graphicFrameLocks noChangeAspect="1"/>
          </p:cNvGraphicFramePr>
          <p:nvPr/>
        </p:nvGraphicFramePr>
        <p:xfrm>
          <a:off x="4427538" y="1989138"/>
          <a:ext cx="1447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5" name="Equation" r:id="rId7" imgW="673100" imgH="469900" progId="Equation.3">
                  <p:embed/>
                </p:oleObj>
              </mc:Choice>
              <mc:Fallback>
                <p:oleObj name="Equation" r:id="rId7" imgW="673100" imgH="469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1989138"/>
                        <a:ext cx="14478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5" name="Object 7"/>
          <p:cNvGraphicFramePr>
            <a:graphicFrameLocks noChangeAspect="1"/>
          </p:cNvGraphicFramePr>
          <p:nvPr/>
        </p:nvGraphicFramePr>
        <p:xfrm>
          <a:off x="755650" y="3284538"/>
          <a:ext cx="170656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6" name="Equation" r:id="rId9" imgW="592455" imgH="243205" progId="Equation.3">
                  <p:embed/>
                </p:oleObj>
              </mc:Choice>
              <mc:Fallback>
                <p:oleObj name="Equation" r:id="rId9" imgW="592455" imgH="24320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284538"/>
                        <a:ext cx="170656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6" name="Object 8"/>
          <p:cNvGraphicFramePr>
            <a:graphicFrameLocks noChangeAspect="1"/>
          </p:cNvGraphicFramePr>
          <p:nvPr/>
        </p:nvGraphicFramePr>
        <p:xfrm>
          <a:off x="2700338" y="3429000"/>
          <a:ext cx="2881312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7" name="公式" r:id="rId11" imgW="708660" imgH="140335" progId="Equation.3">
                  <p:embed/>
                </p:oleObj>
              </mc:Choice>
              <mc:Fallback>
                <p:oleObj name="公式" r:id="rId11" imgW="708660" imgH="14033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429000"/>
                        <a:ext cx="2881312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7" name="Rectangle 9"/>
          <p:cNvSpPr>
            <a:spLocks noChangeArrowheads="1"/>
          </p:cNvSpPr>
          <p:nvPr/>
        </p:nvSpPr>
        <p:spPr bwMode="auto">
          <a:xfrm>
            <a:off x="6161088" y="1289050"/>
            <a:ext cx="1981200" cy="1981200"/>
          </a:xfrm>
          <a:prstGeom prst="rect">
            <a:avLst/>
          </a:prstGeom>
          <a:solidFill>
            <a:srgbClr val="FFFF99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65898" name="Oval 10"/>
          <p:cNvSpPr>
            <a:spLocks noChangeArrowheads="1"/>
          </p:cNvSpPr>
          <p:nvPr/>
        </p:nvSpPr>
        <p:spPr bwMode="auto">
          <a:xfrm>
            <a:off x="6618288" y="1746250"/>
            <a:ext cx="1066800" cy="1066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graphicFrame>
        <p:nvGraphicFramePr>
          <p:cNvPr id="165899" name="Object 11"/>
          <p:cNvGraphicFramePr>
            <a:graphicFrameLocks noChangeAspect="1"/>
          </p:cNvGraphicFramePr>
          <p:nvPr/>
        </p:nvGraphicFramePr>
        <p:xfrm>
          <a:off x="6062663" y="865188"/>
          <a:ext cx="2819400" cy="226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8" name="VISIO" r:id="rId13" imgW="2033905" imgH="1634490" progId="Visio.Drawing.5">
                  <p:embed/>
                </p:oleObj>
              </mc:Choice>
              <mc:Fallback>
                <p:oleObj name="VISIO" r:id="rId13" imgW="2033905" imgH="1634490" progId="Visio.Drawing.5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2663" y="865188"/>
                        <a:ext cx="2819400" cy="226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0" name="Object 12"/>
          <p:cNvGraphicFramePr>
            <a:graphicFrameLocks noChangeAspect="1"/>
          </p:cNvGraphicFramePr>
          <p:nvPr/>
        </p:nvGraphicFramePr>
        <p:xfrm>
          <a:off x="7667625" y="1933575"/>
          <a:ext cx="3190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89" name="Equation" r:id="rId15" imgW="51435" imgH="58420" progId="Equation.3">
                  <p:embed/>
                </p:oleObj>
              </mc:Choice>
              <mc:Fallback>
                <p:oleObj name="Equation" r:id="rId15" imgW="51435" imgH="5842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1933575"/>
                        <a:ext cx="31908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2" name="Object 14"/>
          <p:cNvGraphicFramePr>
            <a:graphicFrameLocks noChangeAspect="1"/>
          </p:cNvGraphicFramePr>
          <p:nvPr/>
        </p:nvGraphicFramePr>
        <p:xfrm>
          <a:off x="2171700" y="4202113"/>
          <a:ext cx="249872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0" name="Equation" r:id="rId17" imgW="982980" imgH="304800" progId="Equation.3">
                  <p:embed/>
                </p:oleObj>
              </mc:Choice>
              <mc:Fallback>
                <p:oleObj name="Equation" r:id="rId17" imgW="982980" imgH="304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4202113"/>
                        <a:ext cx="2498725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3" name="Object 15"/>
          <p:cNvGraphicFramePr>
            <a:graphicFrameLocks noChangeAspect="1"/>
          </p:cNvGraphicFramePr>
          <p:nvPr/>
        </p:nvGraphicFramePr>
        <p:xfrm>
          <a:off x="1379538" y="5084763"/>
          <a:ext cx="24749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1" name="公式" r:id="rId19" imgW="1167765" imgH="431800" progId="Equation.3">
                  <p:embed/>
                </p:oleObj>
              </mc:Choice>
              <mc:Fallback>
                <p:oleObj name="公式" r:id="rId19" imgW="1167765" imgH="431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538" y="5084763"/>
                        <a:ext cx="24749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4" name="Object 16"/>
          <p:cNvGraphicFramePr>
            <a:graphicFrameLocks noChangeAspect="1"/>
          </p:cNvGraphicFramePr>
          <p:nvPr/>
        </p:nvGraphicFramePr>
        <p:xfrm>
          <a:off x="4021138" y="4932363"/>
          <a:ext cx="16383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2" name="公式" r:id="rId21" imgW="761365" imgH="469900" progId="Equation.3">
                  <p:embed/>
                </p:oleObj>
              </mc:Choice>
              <mc:Fallback>
                <p:oleObj name="公式" r:id="rId21" imgW="761365" imgH="4699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138" y="4932363"/>
                        <a:ext cx="16383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5" name="Object 17"/>
          <p:cNvGraphicFramePr>
            <a:graphicFrameLocks noChangeAspect="1"/>
          </p:cNvGraphicFramePr>
          <p:nvPr/>
        </p:nvGraphicFramePr>
        <p:xfrm>
          <a:off x="3260725" y="5975350"/>
          <a:ext cx="9906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3" name="Equation" r:id="rId23" imgW="243205" imgH="140335" progId="Equation.3">
                  <p:embed/>
                </p:oleObj>
              </mc:Choice>
              <mc:Fallback>
                <p:oleObj name="Equation" r:id="rId23" imgW="243205" imgH="14033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25" y="5975350"/>
                        <a:ext cx="99060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6" name="Object 18"/>
          <p:cNvGraphicFramePr>
            <a:graphicFrameLocks noChangeAspect="1"/>
          </p:cNvGraphicFramePr>
          <p:nvPr/>
        </p:nvGraphicFramePr>
        <p:xfrm>
          <a:off x="971550" y="5876925"/>
          <a:ext cx="1630363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4" name="Equation" r:id="rId25" imgW="565150" imgH="243205" progId="Equation.3">
                  <p:embed/>
                </p:oleObj>
              </mc:Choice>
              <mc:Fallback>
                <p:oleObj name="Equation" r:id="rId25" imgW="565150" imgH="243205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876925"/>
                        <a:ext cx="1630363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7" name="Object 19"/>
          <p:cNvGraphicFramePr>
            <a:graphicFrameLocks noChangeAspect="1"/>
          </p:cNvGraphicFramePr>
          <p:nvPr/>
        </p:nvGraphicFramePr>
        <p:xfrm>
          <a:off x="6434138" y="5095875"/>
          <a:ext cx="1179512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5" name="VISIO" r:id="rId27" imgW="1142365" imgH="1143635" progId="Visio.Drawing.5">
                  <p:embed/>
                </p:oleObj>
              </mc:Choice>
              <mc:Fallback>
                <p:oleObj name="VISIO" r:id="rId27" imgW="1142365" imgH="1143635" progId="Visio.Drawing.5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4138" y="5095875"/>
                        <a:ext cx="1179512" cy="117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8" name="Object 20"/>
          <p:cNvGraphicFramePr>
            <a:graphicFrameLocks noChangeAspect="1"/>
          </p:cNvGraphicFramePr>
          <p:nvPr/>
        </p:nvGraphicFramePr>
        <p:xfrm>
          <a:off x="5983288" y="4329113"/>
          <a:ext cx="2736850" cy="241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6" name="VISIO" r:id="rId29" imgW="2052320" imgH="1814830" progId="Visio.Drawing.5">
                  <p:embed/>
                </p:oleObj>
              </mc:Choice>
              <mc:Fallback>
                <p:oleObj name="VISIO" r:id="rId29" imgW="2052320" imgH="1814830" progId="Visio.Drawing.5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3288" y="4329113"/>
                        <a:ext cx="2736850" cy="241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9" name="Object 21"/>
          <p:cNvGraphicFramePr>
            <a:graphicFrameLocks noChangeAspect="1"/>
          </p:cNvGraphicFramePr>
          <p:nvPr/>
        </p:nvGraphicFramePr>
        <p:xfrm>
          <a:off x="7596188" y="5405438"/>
          <a:ext cx="31908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7" name="Equation" r:id="rId31" imgW="51435" imgH="58420" progId="Equation.3">
                  <p:embed/>
                </p:oleObj>
              </mc:Choice>
              <mc:Fallback>
                <p:oleObj name="Equation" r:id="rId31" imgW="51435" imgH="5842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5405438"/>
                        <a:ext cx="31908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1" name="Rectangle 22"/>
          <p:cNvSpPr>
            <a:spLocks noChangeArrowheads="1"/>
          </p:cNvSpPr>
          <p:nvPr/>
        </p:nvSpPr>
        <p:spPr bwMode="auto">
          <a:xfrm>
            <a:off x="442913" y="0"/>
            <a:ext cx="6121400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§8.2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变换定义及其收敛区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65911" name="Object 23"/>
          <p:cNvGraphicFramePr>
            <a:graphicFrameLocks noChangeAspect="1"/>
          </p:cNvGraphicFramePr>
          <p:nvPr/>
        </p:nvGraphicFramePr>
        <p:xfrm>
          <a:off x="6227763" y="3213100"/>
          <a:ext cx="1604962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98" name="公式" r:id="rId33" imgW="619760" imgH="277495" progId="Equation.3">
                  <p:embed/>
                </p:oleObj>
              </mc:Choice>
              <mc:Fallback>
                <p:oleObj name="公式" r:id="rId33" imgW="619760" imgH="277495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3213100"/>
                        <a:ext cx="1604962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12" name="Rectangle 24"/>
          <p:cNvSpPr>
            <a:spLocks noChangeArrowheads="1"/>
          </p:cNvSpPr>
          <p:nvPr/>
        </p:nvSpPr>
        <p:spPr bwMode="auto">
          <a:xfrm>
            <a:off x="484188" y="788988"/>
            <a:ext cx="2376487" cy="541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kumimoji="1" lang="en-US" altLang="zh-CN" sz="24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：右序列</a:t>
            </a:r>
            <a:endParaRPr kumimoji="1" lang="zh-CN" altLang="en-US" sz="240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5913" name="Rectangle 25"/>
          <p:cNvSpPr>
            <a:spLocks noChangeArrowheads="1"/>
          </p:cNvSpPr>
          <p:nvPr/>
        </p:nvSpPr>
        <p:spPr bwMode="auto">
          <a:xfrm>
            <a:off x="375603" y="4142105"/>
            <a:ext cx="2492375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4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kumimoji="1" lang="en-US" altLang="zh-CN" sz="24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kumimoji="1" lang="zh-CN" altLang="en-US" sz="24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：左序列</a:t>
            </a:r>
            <a:endParaRPr kumimoji="1" lang="zh-CN" altLang="en-US" sz="240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3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52181">
        <p159:morph option="byObject"/>
      </p:transition>
    </mc:Choice>
    <mc:Fallback>
      <p:transition spd="slow" advTm="15218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5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5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65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65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65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65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65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5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5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659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659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6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65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65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7" grpId="0" animBg="1"/>
      <p:bldP spid="165898" grpId="0" animBg="1"/>
      <p:bldP spid="165913" grpId="0"/>
      <p:bldP spid="16591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0243F2B-909D-4E50-AB79-C38C3D9A7E2D}" type="datetime1">
              <a:rPr lang="zh-CN" altLang="en-US" smtClean="0"/>
            </a:fld>
            <a:endParaRPr lang="zh-CN" altLang="en-US"/>
          </a:p>
        </p:txBody>
      </p:sp>
      <p:graphicFrame>
        <p:nvGraphicFramePr>
          <p:cNvPr id="166914" name="Object 2"/>
          <p:cNvGraphicFramePr>
            <a:graphicFrameLocks noChangeAspect="1"/>
          </p:cNvGraphicFramePr>
          <p:nvPr/>
        </p:nvGraphicFramePr>
        <p:xfrm>
          <a:off x="1509713" y="1628775"/>
          <a:ext cx="246697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7" name="公式" r:id="rId1" imgW="1308100" imgH="508000" progId="Equation.3">
                  <p:embed/>
                </p:oleObj>
              </mc:Choice>
              <mc:Fallback>
                <p:oleObj name="公式" r:id="rId1" imgW="1308100" imgH="508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9713" y="1628775"/>
                        <a:ext cx="2466975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15" name="Rectangle 3"/>
          <p:cNvSpPr>
            <a:spLocks noChangeArrowheads="1"/>
          </p:cNvSpPr>
          <p:nvPr/>
        </p:nvSpPr>
        <p:spPr bwMode="auto">
          <a:xfrm>
            <a:off x="682625" y="998538"/>
            <a:ext cx="2381250" cy="541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00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kumimoji="1" lang="en-US" altLang="zh-CN" sz="200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r>
              <a:rPr kumimoji="1" lang="zh-CN" altLang="en-US" sz="200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：双边序列</a:t>
            </a:r>
            <a:endParaRPr kumimoji="1" lang="zh-CN" altLang="en-US" sz="2000">
              <a:solidFill>
                <a:srgbClr val="660066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66916" name="Object 4"/>
          <p:cNvGraphicFramePr>
            <a:graphicFrameLocks noChangeAspect="1"/>
          </p:cNvGraphicFramePr>
          <p:nvPr/>
        </p:nvGraphicFramePr>
        <p:xfrm>
          <a:off x="539750" y="3068638"/>
          <a:ext cx="547370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8" name="Equation" r:id="rId3" imgW="2044700" imgH="431800" progId="Equation.3">
                  <p:embed/>
                </p:oleObj>
              </mc:Choice>
              <mc:Fallback>
                <p:oleObj name="Equation" r:id="rId3" imgW="20447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068638"/>
                        <a:ext cx="5473700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7" name="Object 5"/>
          <p:cNvGraphicFramePr>
            <a:graphicFrameLocks noChangeAspect="1"/>
          </p:cNvGraphicFramePr>
          <p:nvPr/>
        </p:nvGraphicFramePr>
        <p:xfrm>
          <a:off x="827088" y="4724400"/>
          <a:ext cx="3240087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89" name="Equation" r:id="rId5" imgW="880110" imgH="243205" progId="Equation.3">
                  <p:embed/>
                </p:oleObj>
              </mc:Choice>
              <mc:Fallback>
                <p:oleObj name="Equation" r:id="rId5" imgW="880110" imgH="24320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724400"/>
                        <a:ext cx="3240087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8" name="Object 6"/>
          <p:cNvGraphicFramePr>
            <a:graphicFrameLocks noChangeAspect="1"/>
          </p:cNvGraphicFramePr>
          <p:nvPr/>
        </p:nvGraphicFramePr>
        <p:xfrm>
          <a:off x="5364163" y="5084763"/>
          <a:ext cx="216058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0" name="Equation" r:id="rId7" imgW="407670" imgH="140335" progId="Equation.3">
                  <p:embed/>
                </p:oleObj>
              </mc:Choice>
              <mc:Fallback>
                <p:oleObj name="Equation" r:id="rId7" imgW="407670" imgH="14033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5084763"/>
                        <a:ext cx="2160587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19" name="Text Box 7"/>
          <p:cNvSpPr txBox="1">
            <a:spLocks noChangeArrowheads="1"/>
          </p:cNvSpPr>
          <p:nvPr/>
        </p:nvSpPr>
        <p:spPr bwMode="auto">
          <a:xfrm>
            <a:off x="5148263" y="1844675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(a&lt;b)</a:t>
            </a:r>
            <a:endParaRPr kumimoji="1" lang="en-US" altLang="zh-CN" sz="2000">
              <a:solidFill>
                <a:srgbClr val="FF33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166920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276475"/>
            <a:ext cx="3200400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2" name="Rectangle 9"/>
          <p:cNvSpPr>
            <a:spLocks noChangeArrowheads="1"/>
          </p:cNvSpPr>
          <p:nvPr/>
        </p:nvSpPr>
        <p:spPr bwMode="auto">
          <a:xfrm>
            <a:off x="446088" y="0"/>
            <a:ext cx="6121400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§8.2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变换定义及其收敛区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437"/>
    </mc:Choice>
    <mc:Fallback>
      <p:transition spd="slow" advTm="63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5" grpId="0" autoUpdateAnimBg="0"/>
      <p:bldP spid="16691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5C3EFB4-138D-4A8B-A7C6-73738A8120C2}" type="datetime1">
              <a:rPr lang="zh-CN" altLang="en-US" smtClean="0"/>
            </a:fld>
            <a:endParaRPr lang="zh-CN" altLang="en-US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1844675"/>
            <a:ext cx="2716212" cy="528638"/>
          </a:xfrm>
          <a:solidFill>
            <a:schemeClr val="bg1"/>
          </a:solidFill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L="609600" indent="-609600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100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100" b="1">
                <a:solidFill>
                  <a:srgbClr val="FF0000"/>
                </a:solidFill>
                <a:latin typeface="Times New Roman" panose="02020603050405020304" pitchFamily="18" charset="0"/>
              </a:rPr>
              <a:t>）单位冲激序列</a:t>
            </a:r>
            <a:r>
              <a:rPr lang="zh-CN" altLang="en-US" sz="2100" b="1">
                <a:solidFill>
                  <a:srgbClr val="FF0000"/>
                </a:solidFill>
              </a:rPr>
              <a:t> </a:t>
            </a:r>
            <a:endParaRPr lang="zh-CN" altLang="en-US" sz="2100" b="1">
              <a:solidFill>
                <a:srgbClr val="FF0000"/>
              </a:solidFill>
            </a:endParaRPr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396240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graphicFrame>
        <p:nvGraphicFramePr>
          <p:cNvPr id="167940" name="Object 4"/>
          <p:cNvGraphicFramePr>
            <a:graphicFrameLocks noChangeAspect="1"/>
          </p:cNvGraphicFramePr>
          <p:nvPr/>
        </p:nvGraphicFramePr>
        <p:xfrm>
          <a:off x="1250950" y="2760663"/>
          <a:ext cx="5106988" cy="151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1" name="公式" r:id="rId1" imgW="1485265" imgH="444500" progId="Equation.3">
                  <p:embed/>
                </p:oleObj>
              </mc:Choice>
              <mc:Fallback>
                <p:oleObj name="公式" r:id="rId1" imgW="1485265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950" y="2760663"/>
                        <a:ext cx="5106988" cy="151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1" name="Text Box 5"/>
          <p:cNvSpPr txBox="1">
            <a:spLocks noChangeArrowheads="1"/>
          </p:cNvSpPr>
          <p:nvPr/>
        </p:nvSpPr>
        <p:spPr bwMode="auto">
          <a:xfrm>
            <a:off x="1258888" y="4508500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即：</a:t>
            </a:r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3" name="Rectangle 6"/>
          <p:cNvSpPr>
            <a:spLocks noChangeArrowheads="1"/>
          </p:cNvSpPr>
          <p:nvPr/>
        </p:nvSpPr>
        <p:spPr bwMode="auto">
          <a:xfrm>
            <a:off x="4310063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graphicFrame>
        <p:nvGraphicFramePr>
          <p:cNvPr id="167943" name="Object 7"/>
          <p:cNvGraphicFramePr>
            <a:graphicFrameLocks noChangeAspect="1"/>
          </p:cNvGraphicFramePr>
          <p:nvPr/>
        </p:nvGraphicFramePr>
        <p:xfrm>
          <a:off x="3203575" y="5084763"/>
          <a:ext cx="3668713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2" name="公式" r:id="rId3" imgW="596900" imgH="203200" progId="Equation.3">
                  <p:embed/>
                </p:oleObj>
              </mc:Choice>
              <mc:Fallback>
                <p:oleObj name="公式" r:id="rId3" imgW="596900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084763"/>
                        <a:ext cx="3668713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Rectangle 8"/>
          <p:cNvSpPr>
            <a:spLocks noChangeArrowheads="1"/>
          </p:cNvSpPr>
          <p:nvPr/>
        </p:nvSpPr>
        <p:spPr bwMode="auto">
          <a:xfrm>
            <a:off x="673100" y="895350"/>
            <a:ext cx="51260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600">
                <a:solidFill>
                  <a:srgbClr val="0000FF"/>
                </a:solidFill>
                <a:latin typeface="Verdana" panose="020B0604030504040204" pitchFamily="34" charset="0"/>
                <a:ea typeface="楷体_GB2312" pitchFamily="49" charset="-122"/>
              </a:rPr>
              <a:t>3</a:t>
            </a:r>
            <a:r>
              <a:rPr lang="zh-CN" altLang="en-US" sz="2600">
                <a:solidFill>
                  <a:srgbClr val="0000FF"/>
                </a:solidFill>
                <a:latin typeface="Verdana" panose="020B0604030504040204" pitchFamily="34" charset="0"/>
                <a:ea typeface="楷体_GB2312" pitchFamily="49" charset="-122"/>
              </a:rPr>
              <a:t>、常用信号的右边</a:t>
            </a:r>
            <a:r>
              <a:rPr lang="en-US" altLang="zh-CN" sz="2600">
                <a:solidFill>
                  <a:srgbClr val="0000FF"/>
                </a:solidFill>
                <a:latin typeface="Verdana" panose="020B0604030504040204" pitchFamily="34" charset="0"/>
                <a:ea typeface="楷体_GB2312" pitchFamily="49" charset="-122"/>
              </a:rPr>
              <a:t>Z</a:t>
            </a:r>
            <a:r>
              <a:rPr lang="zh-CN" altLang="en-US" sz="2600">
                <a:solidFill>
                  <a:srgbClr val="0000FF"/>
                </a:solidFill>
                <a:latin typeface="Verdana" panose="020B0604030504040204" pitchFamily="34" charset="0"/>
                <a:ea typeface="楷体_GB2312" pitchFamily="49" charset="-122"/>
              </a:rPr>
              <a:t>变换</a:t>
            </a:r>
            <a:endParaRPr lang="zh-CN" altLang="en-US" sz="2600">
              <a:solidFill>
                <a:srgbClr val="0000FF"/>
              </a:solidFill>
              <a:latin typeface="Verdana" panose="020B0604030504040204" pitchFamily="34" charset="0"/>
              <a:ea typeface="楷体_GB2312" pitchFamily="49" charset="-122"/>
            </a:endParaRPr>
          </a:p>
        </p:txBody>
      </p:sp>
      <p:sp>
        <p:nvSpPr>
          <p:cNvPr id="24586" name="Rectangle 9"/>
          <p:cNvSpPr>
            <a:spLocks noChangeArrowheads="1"/>
          </p:cNvSpPr>
          <p:nvPr/>
        </p:nvSpPr>
        <p:spPr bwMode="auto">
          <a:xfrm>
            <a:off x="508000" y="0"/>
            <a:ext cx="6121400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§8.2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变换定义及其收敛区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67946" name="Object 10"/>
          <p:cNvGraphicFramePr>
            <a:graphicFrameLocks noChangeAspect="1"/>
          </p:cNvGraphicFramePr>
          <p:nvPr/>
        </p:nvGraphicFramePr>
        <p:xfrm>
          <a:off x="6300788" y="3141663"/>
          <a:ext cx="3048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3" name="公式" r:id="rId5" imgW="88900" imgH="164465" progId="Equation.3">
                  <p:embed/>
                </p:oleObj>
              </mc:Choice>
              <mc:Fallback>
                <p:oleObj name="公式" r:id="rId5" imgW="88900" imgH="16446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3141663"/>
                        <a:ext cx="3048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015"/>
    </mc:Choice>
    <mc:Fallback>
      <p:transition spd="slow" advTm="610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6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5311A87-9508-4442-B762-630F92EC4B15}" type="datetime1">
              <a:rPr lang="zh-CN" altLang="en-US" smtClean="0"/>
            </a:fld>
            <a:endParaRPr lang="zh-CN" altLang="en-US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042988" y="1341438"/>
            <a:ext cx="4465637" cy="681037"/>
          </a:xfrm>
          <a:solidFill>
            <a:schemeClr val="bg1"/>
          </a:solidFill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L="609600" indent="-609600">
              <a:buClr>
                <a:schemeClr val="tx1"/>
              </a:buClr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）单位阶跃序列</a:t>
            </a:r>
            <a:r>
              <a:rPr lang="el-GR" altLang="zh-CN" b="1">
                <a:solidFill>
                  <a:srgbClr val="FF0000"/>
                </a:solidFill>
              </a:rPr>
              <a:t>ε</a:t>
            </a:r>
            <a:r>
              <a:rPr lang="en-US" altLang="zh-CN" b="1">
                <a:solidFill>
                  <a:srgbClr val="FF0000"/>
                </a:solidFill>
              </a:rPr>
              <a:t>(k) 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400050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graphicFrame>
        <p:nvGraphicFramePr>
          <p:cNvPr id="168964" name="Object 4"/>
          <p:cNvGraphicFramePr>
            <a:graphicFrameLocks noChangeAspect="1"/>
          </p:cNvGraphicFramePr>
          <p:nvPr/>
        </p:nvGraphicFramePr>
        <p:xfrm>
          <a:off x="2217738" y="2360613"/>
          <a:ext cx="4229100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4" name="公式" r:id="rId1" imgW="1307465" imgH="431800" progId="Equation.3">
                  <p:embed/>
                </p:oleObj>
              </mc:Choice>
              <mc:Fallback>
                <p:oleObj name="公式" r:id="rId1" imgW="1307465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738" y="2360613"/>
                        <a:ext cx="4229100" cy="138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65" name="Text Box 5"/>
          <p:cNvSpPr txBox="1">
            <a:spLocks noChangeArrowheads="1"/>
          </p:cNvSpPr>
          <p:nvPr/>
        </p:nvSpPr>
        <p:spPr bwMode="auto">
          <a:xfrm>
            <a:off x="971550" y="4149725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即：</a:t>
            </a:r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4224338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graphicFrame>
        <p:nvGraphicFramePr>
          <p:cNvPr id="168967" name="Object 7"/>
          <p:cNvGraphicFramePr>
            <a:graphicFrameLocks noChangeAspect="1"/>
          </p:cNvGraphicFramePr>
          <p:nvPr/>
        </p:nvGraphicFramePr>
        <p:xfrm>
          <a:off x="2771775" y="4365625"/>
          <a:ext cx="3422650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5" name="公式" r:id="rId3" imgW="825500" imgH="393700" progId="Equation.3">
                  <p:embed/>
                </p:oleObj>
              </mc:Choice>
              <mc:Fallback>
                <p:oleObj name="公式" r:id="rId3" imgW="825500" imgH="393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4365625"/>
                        <a:ext cx="3422650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8" name="Object 8"/>
          <p:cNvGraphicFramePr>
            <a:graphicFrameLocks noChangeAspect="1"/>
          </p:cNvGraphicFramePr>
          <p:nvPr/>
        </p:nvGraphicFramePr>
        <p:xfrm>
          <a:off x="7092950" y="4724400"/>
          <a:ext cx="1525588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6" name="公式" r:id="rId5" imgW="368300" imgH="254000" progId="Equation.3">
                  <p:embed/>
                </p:oleObj>
              </mc:Choice>
              <mc:Fallback>
                <p:oleObj name="公式" r:id="rId5" imgW="368300" imgH="254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4724400"/>
                        <a:ext cx="1525588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Rectangle 9"/>
          <p:cNvSpPr>
            <a:spLocks noChangeArrowheads="1"/>
          </p:cNvSpPr>
          <p:nvPr/>
        </p:nvSpPr>
        <p:spPr bwMode="auto">
          <a:xfrm>
            <a:off x="519113" y="187325"/>
            <a:ext cx="6121400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§8.2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变换定义及其收敛区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138"/>
    </mc:Choice>
    <mc:Fallback>
      <p:transition spd="slow" advTm="651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6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6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C941DB0-E198-47B5-B1F9-B1D2E3CC96C6}" type="datetime1">
              <a:rPr lang="zh-CN" altLang="en-US" smtClean="0"/>
            </a:fld>
            <a:endParaRPr lang="zh-CN" alt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4213" y="1268413"/>
            <a:ext cx="4264025" cy="576262"/>
          </a:xfrm>
          <a:solidFill>
            <a:schemeClr val="bg1"/>
          </a:solidFill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pPr marL="609600" indent="-609600" algn="just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6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）单边指数序列</a:t>
            </a:r>
            <a:endParaRPr lang="zh-CN" altLang="en-US" sz="2600" b="1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436721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3300413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graphicFrame>
        <p:nvGraphicFramePr>
          <p:cNvPr id="169989" name="Object 5"/>
          <p:cNvGraphicFramePr>
            <a:graphicFrameLocks noChangeAspect="1"/>
          </p:cNvGraphicFramePr>
          <p:nvPr/>
        </p:nvGraphicFramePr>
        <p:xfrm>
          <a:off x="971550" y="2492375"/>
          <a:ext cx="6973888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1" name="公式" r:id="rId1" imgW="2870200" imgH="469900" progId="Equation.3">
                  <p:embed/>
                </p:oleObj>
              </mc:Choice>
              <mc:Fallback>
                <p:oleObj name="公式" r:id="rId1" imgW="2870200" imgH="469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492375"/>
                        <a:ext cx="6973888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0" name="Text Box 6"/>
          <p:cNvSpPr txBox="1">
            <a:spLocks noChangeArrowheads="1"/>
          </p:cNvSpPr>
          <p:nvPr/>
        </p:nvSpPr>
        <p:spPr bwMode="auto">
          <a:xfrm>
            <a:off x="1066800" y="3733800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即：</a:t>
            </a:r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2" name="Rectangle 7"/>
          <p:cNvSpPr>
            <a:spLocks noChangeArrowheads="1"/>
          </p:cNvSpPr>
          <p:nvPr/>
        </p:nvSpPr>
        <p:spPr bwMode="auto">
          <a:xfrm>
            <a:off x="4138613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graphicFrame>
        <p:nvGraphicFramePr>
          <p:cNvPr id="169992" name="Object 8"/>
          <p:cNvGraphicFramePr>
            <a:graphicFrameLocks noChangeAspect="1"/>
          </p:cNvGraphicFramePr>
          <p:nvPr/>
        </p:nvGraphicFramePr>
        <p:xfrm>
          <a:off x="2409825" y="4273550"/>
          <a:ext cx="3717925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2" name="公式" r:id="rId3" imgW="1002665" imgH="393700" progId="Equation.3">
                  <p:embed/>
                </p:oleObj>
              </mc:Choice>
              <mc:Fallback>
                <p:oleObj name="公式" r:id="rId3" imgW="1002665" imgH="3937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9825" y="4273550"/>
                        <a:ext cx="3717925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9"/>
          <p:cNvGraphicFramePr>
            <a:graphicFrameLocks noChangeAspect="1"/>
          </p:cNvGraphicFramePr>
          <p:nvPr/>
        </p:nvGraphicFramePr>
        <p:xfrm>
          <a:off x="3419475" y="1228725"/>
          <a:ext cx="1331913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3" name="公式" r:id="rId5" imgW="457200" imgH="228600" progId="Equation.3">
                  <p:embed/>
                </p:oleObj>
              </mc:Choice>
              <mc:Fallback>
                <p:oleObj name="公式" r:id="rId5" imgW="4572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1228725"/>
                        <a:ext cx="1331913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4" name="Object 10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7019925" y="4545013"/>
          <a:ext cx="165735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4" name="公式" r:id="rId7" imgW="393700" imgH="254000" progId="Equation.3">
                  <p:embed/>
                </p:oleObj>
              </mc:Choice>
              <mc:Fallback>
                <p:oleObj name="公式" r:id="rId7" imgW="393700" imgH="254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4545013"/>
                        <a:ext cx="1657350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6" name="Rectangle 11"/>
          <p:cNvSpPr>
            <a:spLocks noChangeArrowheads="1"/>
          </p:cNvSpPr>
          <p:nvPr/>
        </p:nvSpPr>
        <p:spPr bwMode="auto">
          <a:xfrm>
            <a:off x="403225" y="0"/>
            <a:ext cx="6121400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§8.2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变换定义及其收敛区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910"/>
    </mc:Choice>
    <mc:Fallback>
      <p:transition spd="slow" advTm="249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6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9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9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E117C6E-5A1C-4EFC-9FE9-76EFD549899C}" type="datetime1">
              <a:rPr lang="zh-CN" altLang="en-US" smtClean="0"/>
            </a:fld>
            <a:endParaRPr lang="zh-CN" altLang="en-US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79438" y="788988"/>
            <a:ext cx="7502525" cy="1184275"/>
          </a:xfrm>
        </p:spPr>
        <p:txBody>
          <a:bodyPr/>
          <a:lstStyle/>
          <a:p>
            <a:pPr marL="609600" indent="-609600">
              <a:buClr>
                <a:schemeClr val="tx1"/>
              </a:buClr>
              <a:buFontTx/>
              <a:buNone/>
            </a:pPr>
            <a:r>
              <a:rPr lang="en-US" altLang="zh-CN" sz="2600" b="1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600" b="1">
                <a:solidFill>
                  <a:srgbClr val="FF0000"/>
                </a:solidFill>
                <a:latin typeface="Times New Roman" panose="02020603050405020304" pitchFamily="18" charset="0"/>
              </a:rPr>
              <a:t>）单边正弦序列</a:t>
            </a:r>
            <a:r>
              <a:rPr lang="en-US" altLang="zh-CN" sz="2600" b="1">
                <a:solidFill>
                  <a:srgbClr val="FF0000"/>
                </a:solidFill>
                <a:latin typeface="Times New Roman" panose="02020603050405020304" pitchFamily="18" charset="0"/>
              </a:rPr>
              <a:t>sin(</a:t>
            </a:r>
            <a:r>
              <a:rPr lang="el-GR" altLang="zh-CN" sz="2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600" b="1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lang="el-GR" altLang="zh-CN" sz="2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altLang="zh-CN" sz="2600" b="1">
                <a:solidFill>
                  <a:srgbClr val="FF0000"/>
                </a:solidFill>
                <a:latin typeface="Times New Roman" panose="02020603050405020304" pitchFamily="18" charset="0"/>
              </a:rPr>
              <a:t>(k), cos(</a:t>
            </a:r>
            <a:r>
              <a:rPr lang="el-GR" altLang="zh-CN" sz="2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600" b="1">
                <a:solidFill>
                  <a:srgbClr val="FF0000"/>
                </a:solidFill>
                <a:latin typeface="Times New Roman" panose="02020603050405020304" pitchFamily="18" charset="0"/>
              </a:rPr>
              <a:t>) </a:t>
            </a:r>
            <a:r>
              <a:rPr lang="el-GR" altLang="zh-CN" sz="26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n-US" altLang="zh-CN" sz="2600" b="1">
                <a:solidFill>
                  <a:srgbClr val="FF0000"/>
                </a:solidFill>
                <a:latin typeface="Times New Roman" panose="02020603050405020304" pitchFamily="18" charset="0"/>
              </a:rPr>
              <a:t>(k)</a:t>
            </a:r>
            <a:endParaRPr lang="en-US" altLang="zh-CN" sz="26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609600" indent="-609600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FF0000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令前面的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</a:rPr>
              <a:t>a=e</a:t>
            </a:r>
            <a:r>
              <a:rPr lang="en-US" altLang="zh-CN" sz="26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j</a:t>
            </a:r>
            <a:r>
              <a:rPr lang="el-GR" altLang="zh-CN" sz="2600" b="1" baseline="300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则：</a:t>
            </a:r>
            <a:endParaRPr lang="zh-CN" altLang="en-US" sz="26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396240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graphicFrame>
        <p:nvGraphicFramePr>
          <p:cNvPr id="171012" name="Object 4"/>
          <p:cNvGraphicFramePr>
            <a:graphicFrameLocks noChangeAspect="1"/>
          </p:cNvGraphicFramePr>
          <p:nvPr/>
        </p:nvGraphicFramePr>
        <p:xfrm>
          <a:off x="1339850" y="1779588"/>
          <a:ext cx="6818313" cy="463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9" name="公式" r:id="rId1" imgW="3098800" imgH="2120900" progId="Equation.3">
                  <p:embed/>
                </p:oleObj>
              </mc:Choice>
              <mc:Fallback>
                <p:oleObj name="公式" r:id="rId1" imgW="3098800" imgH="2120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1779588"/>
                        <a:ext cx="6818313" cy="463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Rectangle 5"/>
          <p:cNvSpPr>
            <a:spLocks noChangeArrowheads="1"/>
          </p:cNvSpPr>
          <p:nvPr/>
        </p:nvSpPr>
        <p:spPr bwMode="auto">
          <a:xfrm>
            <a:off x="4310063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27655" name="Rectangle 6"/>
          <p:cNvSpPr>
            <a:spLocks noChangeArrowheads="1"/>
          </p:cNvSpPr>
          <p:nvPr/>
        </p:nvSpPr>
        <p:spPr bwMode="auto">
          <a:xfrm>
            <a:off x="506413" y="0"/>
            <a:ext cx="6121400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§8.2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变换定义及其收敛区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71015" name="Object 7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935538" y="5688013"/>
          <a:ext cx="1150937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0" name="公式" r:id="rId3" imgW="368300" imgH="254000" progId="Equation.3">
                  <p:embed/>
                </p:oleObj>
              </mc:Choice>
              <mc:Fallback>
                <p:oleObj name="公式" r:id="rId3" imgW="368300" imgH="254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5538" y="5688013"/>
                        <a:ext cx="1150937" cy="7921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5323"/>
    </mc:Choice>
    <mc:Fallback>
      <p:transition spd="slow" advTm="1053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7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0051210-607C-4EE1-A317-17511D711964}" type="datetime1">
              <a:rPr lang="zh-CN" altLang="en-US" smtClean="0"/>
            </a:fld>
            <a:endParaRPr lang="zh-CN" altLang="en-US"/>
          </a:p>
        </p:txBody>
      </p:sp>
      <p:sp>
        <p:nvSpPr>
          <p:cNvPr id="172034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11188" y="1484313"/>
            <a:ext cx="3922712" cy="4267200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2600" b="1">
                <a:latin typeface="Times New Roman" panose="02020603050405020304" pitchFamily="18" charset="0"/>
              </a:rPr>
              <a:t>即：</a:t>
            </a:r>
            <a:endParaRPr lang="zh-CN" altLang="en-US" sz="2600" b="1"/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600" b="1"/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600" b="1"/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2600" b="1"/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用同样的方法可得：</a:t>
            </a:r>
            <a:endParaRPr lang="zh-CN" altLang="en-US" sz="2600" b="1">
              <a:solidFill>
                <a:srgbClr val="0000FF"/>
              </a:solidFill>
            </a:endParaRPr>
          </a:p>
        </p:txBody>
      </p:sp>
      <p:graphicFrame>
        <p:nvGraphicFramePr>
          <p:cNvPr id="28677" name="Object 4"/>
          <p:cNvGraphicFramePr>
            <a:graphicFrameLocks noChangeAspect="1"/>
          </p:cNvGraphicFramePr>
          <p:nvPr/>
        </p:nvGraphicFramePr>
        <p:xfrm>
          <a:off x="1763713" y="1196975"/>
          <a:ext cx="6357937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07" name="公式" r:id="rId1" imgW="2032000" imgH="393700" progId="Equation.3">
                  <p:embed/>
                </p:oleObj>
              </mc:Choice>
              <mc:Fallback>
                <p:oleObj name="公式" r:id="rId1" imgW="2032000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196975"/>
                        <a:ext cx="6357937" cy="121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8" name="Object 6"/>
          <p:cNvGraphicFramePr>
            <a:graphicFrameLocks noChangeAspect="1"/>
          </p:cNvGraphicFramePr>
          <p:nvPr/>
        </p:nvGraphicFramePr>
        <p:xfrm>
          <a:off x="763588" y="4103688"/>
          <a:ext cx="7370762" cy="140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08" name="公式" r:id="rId3" imgW="2057400" imgH="393700" progId="Equation.3">
                  <p:embed/>
                </p:oleObj>
              </mc:Choice>
              <mc:Fallback>
                <p:oleObj name="公式" r:id="rId3" imgW="20574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4103688"/>
                        <a:ext cx="7370762" cy="1401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0" name="Rectangle 7"/>
          <p:cNvSpPr>
            <a:spLocks noChangeArrowheads="1"/>
          </p:cNvSpPr>
          <p:nvPr/>
        </p:nvSpPr>
        <p:spPr bwMode="auto">
          <a:xfrm>
            <a:off x="509588" y="0"/>
            <a:ext cx="6121400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§8.2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变换定义及其收敛区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72040" name="Object 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784350" y="2439988"/>
          <a:ext cx="1027113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09" name="公式" r:id="rId5" imgW="368300" imgH="254000" progId="Equation.3">
                  <p:embed/>
                </p:oleObj>
              </mc:Choice>
              <mc:Fallback>
                <p:oleObj name="公式" r:id="rId5" imgW="368300" imgH="254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350" y="2439988"/>
                        <a:ext cx="1027113" cy="6381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41" name="Object 9"/>
          <p:cNvGraphicFramePr>
            <a:graphicFrameLocks noChangeAspect="1"/>
          </p:cNvGraphicFramePr>
          <p:nvPr/>
        </p:nvGraphicFramePr>
        <p:xfrm>
          <a:off x="2160588" y="5481638"/>
          <a:ext cx="1008062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10" name="公式" r:id="rId7" imgW="368300" imgH="254000" progId="Equation.3">
                  <p:embed/>
                </p:oleObj>
              </mc:Choice>
              <mc:Fallback>
                <p:oleObj name="公式" r:id="rId7" imgW="368300" imgH="254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5481638"/>
                        <a:ext cx="1008062" cy="695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058"/>
    </mc:Choice>
    <mc:Fallback>
      <p:transition spd="slow" advTm="260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7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2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2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7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7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quarter" idx="10"/>
          </p:nvPr>
        </p:nvSpPr>
        <p:spPr>
          <a:xfrm>
            <a:off x="0" y="6538913"/>
            <a:ext cx="1572768" cy="319087"/>
          </a:xfrm>
        </p:spPr>
        <p:txBody>
          <a:bodyPr/>
          <a:lstStyle/>
          <a:p>
            <a:pPr>
              <a:defRPr/>
            </a:pPr>
            <a:fld id="{52975915-AAC4-482E-86DF-1953430491C2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4213" y="1052513"/>
            <a:ext cx="5688012" cy="863600"/>
          </a:xfrm>
        </p:spPr>
        <p:txBody>
          <a:bodyPr/>
          <a:lstStyle/>
          <a:p>
            <a:pPr marL="609600" indent="-609600"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200" b="1">
              <a:solidFill>
                <a:srgbClr val="FF0000"/>
              </a:solidFill>
              <a:ea typeface="楷体_GB2312" pitchFamily="49" charset="-122"/>
            </a:endParaRPr>
          </a:p>
          <a:p>
            <a:pPr marL="609600" indent="-609600" algn="just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en-US" altLang="zh-CN" sz="22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2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）左边指数序列</a:t>
            </a:r>
            <a:endParaRPr lang="zh-CN" altLang="en-US" sz="2200" b="1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436721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29701" name="Rectangle 4"/>
          <p:cNvSpPr>
            <a:spLocks noChangeArrowheads="1"/>
          </p:cNvSpPr>
          <p:nvPr/>
        </p:nvSpPr>
        <p:spPr bwMode="auto">
          <a:xfrm>
            <a:off x="3300413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graphicFrame>
        <p:nvGraphicFramePr>
          <p:cNvPr id="29702" name="Object 5"/>
          <p:cNvGraphicFramePr>
            <a:graphicFrameLocks noChangeAspect="1"/>
          </p:cNvGraphicFramePr>
          <p:nvPr/>
        </p:nvGraphicFramePr>
        <p:xfrm>
          <a:off x="1403350" y="2492375"/>
          <a:ext cx="40640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3" name="公式" r:id="rId1" imgW="1435100" imgH="228600" progId="Equation.3">
                  <p:embed/>
                </p:oleObj>
              </mc:Choice>
              <mc:Fallback>
                <p:oleObj name="公式" r:id="rId1" imgW="14351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492375"/>
                        <a:ext cx="40640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Rectangle 6"/>
          <p:cNvSpPr>
            <a:spLocks noChangeArrowheads="1"/>
          </p:cNvSpPr>
          <p:nvPr/>
        </p:nvSpPr>
        <p:spPr bwMode="auto">
          <a:xfrm>
            <a:off x="4138613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graphicFrame>
        <p:nvGraphicFramePr>
          <p:cNvPr id="173063" name="Object 7"/>
          <p:cNvGraphicFramePr>
            <a:graphicFrameLocks noChangeAspect="1"/>
          </p:cNvGraphicFramePr>
          <p:nvPr/>
        </p:nvGraphicFramePr>
        <p:xfrm>
          <a:off x="1763713" y="5373688"/>
          <a:ext cx="475456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4" name="公式" r:id="rId3" imgW="1282700" imgH="254000" progId="Equation.3">
                  <p:embed/>
                </p:oleObj>
              </mc:Choice>
              <mc:Fallback>
                <p:oleObj name="公式" r:id="rId3" imgW="1282700" imgH="254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373688"/>
                        <a:ext cx="4754562" cy="93027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Object 8"/>
          <p:cNvGraphicFramePr>
            <a:graphicFrameLocks noChangeAspect="1"/>
          </p:cNvGraphicFramePr>
          <p:nvPr/>
        </p:nvGraphicFramePr>
        <p:xfrm>
          <a:off x="3586163" y="1268413"/>
          <a:ext cx="2813050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5" name="公式" r:id="rId5" imgW="812165" imgH="228600" progId="Equation.3">
                  <p:embed/>
                </p:oleObj>
              </mc:Choice>
              <mc:Fallback>
                <p:oleObj name="公式" r:id="rId5" imgW="812165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163" y="1268413"/>
                        <a:ext cx="2813050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065" name="Object 9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151063" y="3167063"/>
          <a:ext cx="5527675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6" name="公式" r:id="rId7" imgW="2006600" imgH="469900" progId="Equation.3">
                  <p:embed/>
                </p:oleObj>
              </mc:Choice>
              <mc:Fallback>
                <p:oleObj name="公式" r:id="rId7" imgW="2006600" imgH="469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063" y="3167063"/>
                        <a:ext cx="5527675" cy="1166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7" name="Rectangle 10"/>
          <p:cNvSpPr>
            <a:spLocks noChangeArrowheads="1"/>
          </p:cNvSpPr>
          <p:nvPr/>
        </p:nvSpPr>
        <p:spPr bwMode="auto">
          <a:xfrm>
            <a:off x="393700" y="0"/>
            <a:ext cx="6121400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§8.2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变换定义及其收敛区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8" name="Rectangle 11"/>
          <p:cNvSpPr>
            <a:spLocks noChangeArrowheads="1"/>
          </p:cNvSpPr>
          <p:nvPr/>
        </p:nvSpPr>
        <p:spPr bwMode="auto">
          <a:xfrm>
            <a:off x="600075" y="757238"/>
            <a:ext cx="44640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600">
                <a:solidFill>
                  <a:srgbClr val="0000FF"/>
                </a:solidFill>
                <a:latin typeface="Verdana" panose="020B0604030504040204" pitchFamily="34" charset="0"/>
                <a:ea typeface="楷体_GB2312" pitchFamily="49" charset="-122"/>
              </a:rPr>
              <a:t>4</a:t>
            </a:r>
            <a:r>
              <a:rPr lang="zh-CN" altLang="en-US" sz="2600">
                <a:solidFill>
                  <a:srgbClr val="0000FF"/>
                </a:solidFill>
                <a:latin typeface="Verdana" panose="020B0604030504040204" pitchFamily="34" charset="0"/>
                <a:ea typeface="楷体_GB2312" pitchFamily="49" charset="-122"/>
              </a:rPr>
              <a:t>、左边序列</a:t>
            </a:r>
            <a:r>
              <a:rPr lang="en-US" altLang="zh-CN" sz="2600">
                <a:solidFill>
                  <a:srgbClr val="0000FF"/>
                </a:solidFill>
                <a:latin typeface="Verdana" panose="020B0604030504040204" pitchFamily="34" charset="0"/>
                <a:ea typeface="楷体_GB2312" pitchFamily="49" charset="-122"/>
              </a:rPr>
              <a:t>Z</a:t>
            </a:r>
            <a:r>
              <a:rPr lang="zh-CN" altLang="en-US" sz="2600">
                <a:solidFill>
                  <a:srgbClr val="0000FF"/>
                </a:solidFill>
                <a:latin typeface="Verdana" panose="020B0604030504040204" pitchFamily="34" charset="0"/>
                <a:ea typeface="楷体_GB2312" pitchFamily="49" charset="-122"/>
              </a:rPr>
              <a:t>变换</a:t>
            </a:r>
            <a:endParaRPr lang="zh-CN" altLang="en-US" sz="2600">
              <a:solidFill>
                <a:srgbClr val="0000FF"/>
              </a:solidFill>
              <a:latin typeface="Verdana" panose="020B0604030504040204" pitchFamily="34" charset="0"/>
              <a:ea typeface="楷体_GB2312" pitchFamily="49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5288"/>
    </mc:Choice>
    <mc:Fallback>
      <p:transition spd="slow" advTm="852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"/>
                                        <p:tgtEl>
                                          <p:spTgt spid="17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500"/>
                                        <p:tgtEl>
                                          <p:spTgt spid="17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9B716B-7C65-43FE-8E97-97FC605DBDFE}" type="datetime1">
              <a:rPr lang="zh-CN" altLang="en-US" smtClean="0"/>
            </a:fld>
            <a:endParaRPr lang="zh-CN" altLang="en-US"/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436721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3300413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graphicFrame>
        <p:nvGraphicFramePr>
          <p:cNvPr id="174085" name="Object 5"/>
          <p:cNvGraphicFramePr>
            <a:graphicFrameLocks noChangeAspect="1"/>
          </p:cNvGraphicFramePr>
          <p:nvPr/>
        </p:nvGraphicFramePr>
        <p:xfrm>
          <a:off x="1331913" y="5184775"/>
          <a:ext cx="611981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3" name="公式" r:id="rId1" imgW="1651000" imgH="254000" progId="Equation.3">
                  <p:embed/>
                </p:oleObj>
              </mc:Choice>
              <mc:Fallback>
                <p:oleObj name="公式" r:id="rId1" imgW="1651000" imgH="254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184775"/>
                        <a:ext cx="6119812" cy="93027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/>
          <p:cNvGraphicFramePr>
            <a:graphicFrameLocks noChangeAspect="1"/>
          </p:cNvGraphicFramePr>
          <p:nvPr/>
        </p:nvGraphicFramePr>
        <p:xfrm>
          <a:off x="4068763" y="661988"/>
          <a:ext cx="3441700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4" name="Equation" r:id="rId3" imgW="1181100" imgH="457200" progId="Equation.DSMT4">
                  <p:embed/>
                </p:oleObj>
              </mc:Choice>
              <mc:Fallback>
                <p:oleObj name="Equation" r:id="rId3" imgW="118110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63" y="661988"/>
                        <a:ext cx="3441700" cy="131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7" name="Object 7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11175" y="2192338"/>
          <a:ext cx="8496300" cy="275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5" name="公式" r:id="rId5" imgW="2895600" imgH="939800" progId="Equation.3">
                  <p:embed/>
                </p:oleObj>
              </mc:Choice>
              <mc:Fallback>
                <p:oleObj name="公式" r:id="rId5" imgW="2895600" imgH="939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" y="2192338"/>
                        <a:ext cx="8496300" cy="275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425450" y="0"/>
            <a:ext cx="6121400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§8.2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变换定义及其收敛区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9" name="Rectangle 9"/>
          <p:cNvSpPr>
            <a:spLocks noChangeArrowheads="1"/>
          </p:cNvSpPr>
          <p:nvPr/>
        </p:nvSpPr>
        <p:spPr bwMode="auto">
          <a:xfrm>
            <a:off x="371475" y="825500"/>
            <a:ext cx="3832225" cy="476250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367030" indent="-187325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）左边和序列的</a:t>
            </a:r>
            <a:r>
              <a:rPr lang="en-US" altLang="zh-CN">
                <a:solidFill>
                  <a:srgbClr val="FF0000"/>
                </a:solidFill>
              </a:rPr>
              <a:t>ZT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2381"/>
    </mc:Choice>
    <mc:Fallback>
      <p:transition spd="slow" advTm="1323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500"/>
                                        <p:tgtEl>
                                          <p:spTgt spid="17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7CE41F1-5152-47A5-9595-A828C094A613}" type="datetime1">
              <a:rPr lang="zh-CN" altLang="en-US" smtClean="0"/>
            </a:fld>
            <a:endParaRPr lang="zh-CN" altLang="en-US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4213" y="1268413"/>
            <a:ext cx="5040312" cy="609600"/>
          </a:xfrm>
        </p:spPr>
        <p:txBody>
          <a:bodyPr/>
          <a:lstStyle/>
          <a:p>
            <a:pPr marL="609600" indent="-609600" algn="just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600" b="1">
                <a:latin typeface="Times New Roman" panose="02020603050405020304" pitchFamily="18" charset="0"/>
                <a:ea typeface="楷体_GB2312" pitchFamily="49" charset="-122"/>
              </a:rPr>
              <a:t>比较左边与右边序列的</a:t>
            </a:r>
            <a:r>
              <a:rPr lang="en-US" altLang="zh-CN" sz="2600" b="1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zh-CN" altLang="en-US" sz="2600" b="1">
                <a:latin typeface="Times New Roman" panose="02020603050405020304" pitchFamily="18" charset="0"/>
                <a:ea typeface="楷体_GB2312" pitchFamily="49" charset="-122"/>
              </a:rPr>
              <a:t>变换</a:t>
            </a:r>
            <a:endParaRPr lang="zh-CN" altLang="en-US" sz="26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436721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31749" name="Rectangle 4"/>
          <p:cNvSpPr>
            <a:spLocks noChangeArrowheads="1"/>
          </p:cNvSpPr>
          <p:nvPr/>
        </p:nvSpPr>
        <p:spPr bwMode="auto">
          <a:xfrm>
            <a:off x="3300413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graphicFrame>
        <p:nvGraphicFramePr>
          <p:cNvPr id="175109" name="Object 5"/>
          <p:cNvGraphicFramePr>
            <a:graphicFrameLocks noChangeAspect="1"/>
          </p:cNvGraphicFramePr>
          <p:nvPr/>
        </p:nvGraphicFramePr>
        <p:xfrm>
          <a:off x="827088" y="2276475"/>
          <a:ext cx="5545137" cy="165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6" name="公式" r:id="rId1" imgW="1325245" imgH="448945" progId="Equation.3">
                  <p:embed/>
                </p:oleObj>
              </mc:Choice>
              <mc:Fallback>
                <p:oleObj name="公式" r:id="rId1" imgW="1325245" imgH="44894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276475"/>
                        <a:ext cx="5545137" cy="16589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5110" name="Object 6"/>
          <p:cNvGraphicFramePr>
            <a:graphicFrameLocks noChangeAspect="1"/>
          </p:cNvGraphicFramePr>
          <p:nvPr/>
        </p:nvGraphicFramePr>
        <p:xfrm>
          <a:off x="792163" y="4365625"/>
          <a:ext cx="8208962" cy="134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7" name="公式" r:id="rId3" imgW="2023745" imgH="304800" progId="Equation.3">
                  <p:embed/>
                </p:oleObj>
              </mc:Choice>
              <mc:Fallback>
                <p:oleObj name="公式" r:id="rId3" imgW="2023745" imgH="304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4365625"/>
                        <a:ext cx="8208962" cy="134461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Rectangle 7"/>
          <p:cNvSpPr>
            <a:spLocks noChangeArrowheads="1"/>
          </p:cNvSpPr>
          <p:nvPr/>
        </p:nvSpPr>
        <p:spPr bwMode="auto">
          <a:xfrm>
            <a:off x="455613" y="0"/>
            <a:ext cx="6121400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§8.2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变换定义及其收敛区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53" name="WordArt 8">
            <a:hlinkClick r:id="rId5" action="ppaction://hlinksldjump"/>
          </p:cNvPr>
          <p:cNvSpPr>
            <a:spLocks noChangeArrowheads="1" noChangeShapeType="1" noTextEdit="1"/>
          </p:cNvSpPr>
          <p:nvPr/>
        </p:nvSpPr>
        <p:spPr bwMode="auto">
          <a:xfrm>
            <a:off x="7308850" y="6165850"/>
            <a:ext cx="13716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i="1" kern="10">
                <a:ln w="31750">
                  <a:solidFill>
                    <a:srgbClr val="99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下一节</a:t>
            </a:r>
            <a:endParaRPr lang="zh-CN" altLang="en-US" sz="3600" i="1" kern="10">
              <a:ln w="31750">
                <a:solidFill>
                  <a:srgbClr val="9900FF"/>
                </a:solidFill>
                <a:round/>
              </a:ln>
              <a:solidFill>
                <a:srgbClr val="FFFFFF"/>
              </a:soli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7473"/>
    </mc:Choice>
    <mc:Fallback>
      <p:transition spd="slow" advTm="1474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7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7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062F97A-4E14-483D-AE8B-2F66FB521761}" type="datetime1">
              <a:rPr lang="zh-CN" altLang="en-US" smtClean="0"/>
            </a:fld>
            <a:endParaRPr lang="zh-CN" altLang="en-US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27038" y="0"/>
            <a:ext cx="8001000" cy="747713"/>
          </a:xfrm>
          <a:solidFill>
            <a:schemeClr val="accent2"/>
          </a:solidFill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r>
              <a:rPr lang="en-US" altLang="zh-CN" sz="2500" b="1">
                <a:solidFill>
                  <a:schemeClr val="bg1"/>
                </a:solidFill>
              </a:rPr>
              <a:t>§8.3 Z</a:t>
            </a:r>
            <a:r>
              <a:rPr lang="zh-CN" altLang="en-US" sz="2500" b="1">
                <a:solidFill>
                  <a:schemeClr val="bg1"/>
                </a:solidFill>
              </a:rPr>
              <a:t>变换的性质</a:t>
            </a:r>
            <a:endParaRPr lang="zh-CN" altLang="en-US" sz="2500" b="1">
              <a:solidFill>
                <a:schemeClr val="bg1"/>
              </a:solidFill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11188" y="1484313"/>
            <a:ext cx="7999412" cy="3930650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600"/>
              <a:t>      利用</a:t>
            </a:r>
            <a:r>
              <a:rPr lang="en-US" altLang="zh-CN" sz="2600"/>
              <a:t>ZT</a:t>
            </a:r>
            <a:r>
              <a:rPr lang="zh-CN" altLang="en-US" sz="2600"/>
              <a:t>的性质，可以表明序列在时域与</a:t>
            </a:r>
            <a:r>
              <a:rPr lang="en-US" altLang="zh-CN" sz="2600"/>
              <a:t>Z</a:t>
            </a:r>
            <a:r>
              <a:rPr lang="zh-CN" altLang="en-US" sz="2600"/>
              <a:t>域特性间的关系，也可以简化</a:t>
            </a:r>
            <a:r>
              <a:rPr lang="en-US" altLang="zh-CN" sz="2600"/>
              <a:t>ZT</a:t>
            </a:r>
            <a:r>
              <a:rPr lang="zh-CN" altLang="en-US" sz="2600"/>
              <a:t>的计算 。</a:t>
            </a:r>
            <a:r>
              <a:rPr lang="en-US" altLang="zh-CN" sz="2600"/>
              <a:t>ZT</a:t>
            </a:r>
            <a:r>
              <a:rPr lang="zh-CN" altLang="en-US" sz="2600"/>
              <a:t>的性质与</a:t>
            </a:r>
            <a:r>
              <a:rPr lang="en-US" altLang="zh-CN" sz="2600"/>
              <a:t>LT</a:t>
            </a:r>
            <a:r>
              <a:rPr lang="zh-CN" altLang="en-US" sz="2600"/>
              <a:t>的性质是几乎相对应的。</a:t>
            </a:r>
            <a:endParaRPr lang="zh-CN" altLang="en-US" sz="2600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600"/>
              <a:t>     </a:t>
            </a:r>
            <a:r>
              <a:rPr lang="zh-CN" altLang="en-US" sz="2600">
                <a:solidFill>
                  <a:srgbClr val="FF3300"/>
                </a:solidFill>
              </a:rPr>
              <a:t>注意：若无声明， 则指单边</a:t>
            </a:r>
            <a:r>
              <a:rPr lang="en-US" altLang="zh-CN" sz="2600">
                <a:solidFill>
                  <a:srgbClr val="FF3300"/>
                </a:solidFill>
              </a:rPr>
              <a:t>ZT</a:t>
            </a:r>
            <a:r>
              <a:rPr lang="zh-CN" altLang="en-US" sz="2600">
                <a:solidFill>
                  <a:srgbClr val="FF3300"/>
                </a:solidFill>
              </a:rPr>
              <a:t>和有始序列。</a:t>
            </a:r>
            <a:r>
              <a:rPr lang="en-US" altLang="zh-CN" sz="2600">
                <a:solidFill>
                  <a:srgbClr val="0000FF"/>
                </a:solidFill>
              </a:rPr>
              <a:t>(</a:t>
            </a:r>
            <a:r>
              <a:rPr lang="zh-CN" altLang="en-US" sz="2600">
                <a:solidFill>
                  <a:srgbClr val="0000FF"/>
                </a:solidFill>
              </a:rPr>
              <a:t>即右边序列</a:t>
            </a:r>
            <a:r>
              <a:rPr lang="en-US" altLang="zh-CN" sz="2600">
                <a:solidFill>
                  <a:srgbClr val="0000FF"/>
                </a:solidFill>
              </a:rPr>
              <a:t>)</a:t>
            </a:r>
            <a:endParaRPr lang="en-US" altLang="zh-CN" sz="2600">
              <a:solidFill>
                <a:srgbClr val="0000FF"/>
              </a:solidFill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600"/>
              <a:t>     设                                                   则：</a:t>
            </a:r>
            <a:endParaRPr lang="zh-CN" altLang="en-US" sz="2600"/>
          </a:p>
        </p:txBody>
      </p:sp>
      <p:graphicFrame>
        <p:nvGraphicFramePr>
          <p:cNvPr id="32773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690688" y="4233863"/>
          <a:ext cx="55038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5" name="公式" r:id="rId1" imgW="2387600" imgH="215900" progId="Equation.3">
                  <p:embed/>
                </p:oleObj>
              </mc:Choice>
              <mc:Fallback>
                <p:oleObj name="公式" r:id="rId1" imgW="23876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4233863"/>
                        <a:ext cx="55038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956"/>
    </mc:Choice>
    <mc:Fallback>
      <p:transition spd="slow" advTm="67956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2DFC753-C9B4-445D-A88D-28B336491FD0}" type="datetime1">
              <a:rPr lang="zh-CN" altLang="en-US" smtClean="0"/>
            </a:fld>
            <a:endParaRPr lang="zh-CN" altLang="en-US"/>
          </a:p>
        </p:txBody>
      </p:sp>
      <p:sp>
        <p:nvSpPr>
          <p:cNvPr id="1781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76263" y="827088"/>
            <a:ext cx="6908800" cy="533400"/>
          </a:xfrm>
          <a:noFill/>
        </p:spPr>
        <p:txBody>
          <a:bodyPr anchor="t"/>
          <a:lstStyle/>
          <a:p>
            <a:pPr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FF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600" b="1">
                <a:solidFill>
                  <a:srgbClr val="0000FF"/>
                </a:solidFill>
                <a:ea typeface="黑体" panose="02010609060101010101" pitchFamily="49" charset="-122"/>
              </a:rPr>
              <a:t>、线性特性：</a:t>
            </a:r>
            <a:r>
              <a:rPr lang="zh-CN" altLang="en-US" sz="2600" b="1">
                <a:solidFill>
                  <a:srgbClr val="FF0000"/>
                </a:solidFill>
                <a:ea typeface="黑体" panose="02010609060101010101" pitchFamily="49" charset="-122"/>
              </a:rPr>
              <a:t>表现为叠加性和齐次性</a:t>
            </a:r>
            <a:endParaRPr lang="zh-CN" altLang="en-US" sz="2600" b="1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178179" name="Text Box 3"/>
          <p:cNvSpPr txBox="1">
            <a:spLocks noChangeArrowheads="1"/>
          </p:cNvSpPr>
          <p:nvPr/>
        </p:nvSpPr>
        <p:spPr bwMode="auto">
          <a:xfrm>
            <a:off x="1908175" y="3933825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kumimoji="1" lang="zh-CN" altLang="en-US" sz="240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其中：</a:t>
            </a:r>
            <a:r>
              <a:rPr kumimoji="1" lang="en-US" altLang="zh-CN" sz="240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kumimoji="1" lang="en-US" altLang="zh-CN" sz="2400" baseline="-3000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1" lang="en-US" altLang="zh-CN" sz="240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,C</a:t>
            </a:r>
            <a:r>
              <a:rPr kumimoji="1" lang="en-US" altLang="zh-CN" sz="2400" baseline="-3000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zh-CN" altLang="en-US" sz="240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为任意常数</a:t>
            </a:r>
            <a:endParaRPr kumimoji="1" lang="zh-CN" altLang="en-US" sz="240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1074738" y="1666875"/>
            <a:ext cx="5943600" cy="1676400"/>
            <a:chOff x="528" y="663"/>
            <a:chExt cx="3744" cy="1056"/>
          </a:xfrm>
        </p:grpSpPr>
        <p:sp>
          <p:nvSpPr>
            <p:cNvPr id="33800" name="Text Box 5"/>
            <p:cNvSpPr txBox="1">
              <a:spLocks noChangeArrowheads="1"/>
            </p:cNvSpPr>
            <p:nvPr/>
          </p:nvSpPr>
          <p:spPr bwMode="auto">
            <a:xfrm>
              <a:off x="528" y="1350"/>
              <a:ext cx="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则</a:t>
              </a:r>
              <a:endPara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3801" name="Object 6"/>
            <p:cNvGraphicFramePr>
              <a:graphicFrameLocks noChangeAspect="1"/>
            </p:cNvGraphicFramePr>
            <p:nvPr/>
          </p:nvGraphicFramePr>
          <p:xfrm>
            <a:off x="1104" y="663"/>
            <a:ext cx="134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17" name="Equation" r:id="rId1" imgW="1066800" imgH="228600" progId="Equation.3">
                    <p:embed/>
                  </p:oleObj>
                </mc:Choice>
                <mc:Fallback>
                  <p:oleObj name="Equation" r:id="rId1" imgW="1066800" imgH="228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663"/>
                          <a:ext cx="134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2" name="Object 7"/>
            <p:cNvGraphicFramePr>
              <a:graphicFrameLocks noChangeAspect="1"/>
            </p:cNvGraphicFramePr>
            <p:nvPr/>
          </p:nvGraphicFramePr>
          <p:xfrm>
            <a:off x="1104" y="1047"/>
            <a:ext cx="134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18" name="Equation" r:id="rId3" imgW="1091565" imgH="254000" progId="Equation.3">
                    <p:embed/>
                  </p:oleObj>
                </mc:Choice>
                <mc:Fallback>
                  <p:oleObj name="Equation" r:id="rId3" imgW="1091565" imgH="2540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047"/>
                          <a:ext cx="134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3" name="Object 8"/>
            <p:cNvGraphicFramePr>
              <a:graphicFrameLocks noChangeAspect="1"/>
            </p:cNvGraphicFramePr>
            <p:nvPr/>
          </p:nvGraphicFramePr>
          <p:xfrm>
            <a:off x="1104" y="1383"/>
            <a:ext cx="316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19" name="Equation" r:id="rId5" imgW="2565400" imgH="254000" progId="Equation.3">
                    <p:embed/>
                  </p:oleObj>
                </mc:Choice>
                <mc:Fallback>
                  <p:oleObj name="Equation" r:id="rId5" imgW="2565400" imgH="2540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383"/>
                          <a:ext cx="3168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4" name="Object 9"/>
            <p:cNvGraphicFramePr>
              <a:graphicFrameLocks noChangeAspect="1"/>
            </p:cNvGraphicFramePr>
            <p:nvPr/>
          </p:nvGraphicFramePr>
          <p:xfrm>
            <a:off x="2736" y="663"/>
            <a:ext cx="1056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20" name="" r:id="rId7" imgW="1307465" imgH="292100" progId="Equation.3">
                    <p:embed/>
                  </p:oleObj>
                </mc:Choice>
                <mc:Fallback>
                  <p:oleObj name="" r:id="rId7" imgW="1307465" imgH="2921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663"/>
                          <a:ext cx="1056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5" name="Object 10"/>
            <p:cNvGraphicFramePr>
              <a:graphicFrameLocks noChangeAspect="1"/>
            </p:cNvGraphicFramePr>
            <p:nvPr/>
          </p:nvGraphicFramePr>
          <p:xfrm>
            <a:off x="2688" y="999"/>
            <a:ext cx="1104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21" name="" r:id="rId9" imgW="1307465" imgH="304800" progId="Equation.3">
                    <p:embed/>
                  </p:oleObj>
                </mc:Choice>
                <mc:Fallback>
                  <p:oleObj name="" r:id="rId9" imgW="1307465" imgH="3048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8" y="999"/>
                          <a:ext cx="1104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6" name="Rectangle 11"/>
            <p:cNvSpPr>
              <a:spLocks noChangeArrowheads="1"/>
            </p:cNvSpPr>
            <p:nvPr/>
          </p:nvSpPr>
          <p:spPr bwMode="auto">
            <a:xfrm>
              <a:off x="720" y="711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zh-CN" altLang="en-US" sz="240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若</a:t>
              </a:r>
              <a:endPara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78188" name="Object 12"/>
          <p:cNvGraphicFramePr>
            <a:graphicFrameLocks noChangeAspect="1"/>
          </p:cNvGraphicFramePr>
          <p:nvPr/>
        </p:nvGraphicFramePr>
        <p:xfrm>
          <a:off x="1133475" y="4956175"/>
          <a:ext cx="73025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2" name="" r:id="rId11" imgW="2971800" imgH="304800" progId="Equation.3">
                  <p:embed/>
                </p:oleObj>
              </mc:Choice>
              <mc:Fallback>
                <p:oleObj name="" r:id="rId11" imgW="2971800" imgH="304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3475" y="4956175"/>
                        <a:ext cx="7302500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Rectangle 13"/>
          <p:cNvSpPr>
            <a:spLocks noChangeArrowheads="1"/>
          </p:cNvSpPr>
          <p:nvPr/>
        </p:nvSpPr>
        <p:spPr bwMode="auto">
          <a:xfrm>
            <a:off x="374650" y="0"/>
            <a:ext cx="8001000" cy="5381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§8.3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变换的性质</a:t>
            </a:r>
            <a:endParaRPr lang="en-US" altLang="zh-CN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519"/>
    </mc:Choice>
    <mc:Fallback>
      <p:transition spd="slow" advTm="1025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7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8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8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8" grpId="0" autoUpdateAnimBg="0"/>
      <p:bldP spid="17817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955B13E-7B22-4234-9063-CD8E3DF86482}" type="datetime1">
              <a:rPr lang="zh-CN" altLang="en-US" smtClean="0"/>
            </a:fld>
            <a:endParaRPr lang="zh-CN" altLang="en-US"/>
          </a:p>
        </p:txBody>
      </p:sp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1322388" y="638175"/>
          <a:ext cx="374332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5" name="公式" r:id="rId1" imgW="1333500" imgH="228600" progId="Equation.3">
                  <p:embed/>
                </p:oleObj>
              </mc:Choice>
              <mc:Fallback>
                <p:oleObj name="公式" r:id="rId1" imgW="13335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638175"/>
                        <a:ext cx="374332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28" name="Object 4"/>
          <p:cNvGraphicFramePr>
            <a:graphicFrameLocks noChangeAspect="1"/>
          </p:cNvGraphicFramePr>
          <p:nvPr/>
        </p:nvGraphicFramePr>
        <p:xfrm>
          <a:off x="1458913" y="1362075"/>
          <a:ext cx="467995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6" name="公式" r:id="rId3" imgW="1396365" imgH="393700" progId="Equation.3">
                  <p:embed/>
                </p:oleObj>
              </mc:Choice>
              <mc:Fallback>
                <p:oleObj name="公式" r:id="rId3" imgW="1396365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1362075"/>
                        <a:ext cx="467995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29" name="Object 5"/>
          <p:cNvGraphicFramePr>
            <a:graphicFrameLocks noChangeAspect="1"/>
          </p:cNvGraphicFramePr>
          <p:nvPr/>
        </p:nvGraphicFramePr>
        <p:xfrm>
          <a:off x="1331913" y="4076700"/>
          <a:ext cx="3240087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7" name="Equation" r:id="rId5" imgW="1218565" imgH="431800" progId="Equation.3">
                  <p:embed/>
                </p:oleObj>
              </mc:Choice>
              <mc:Fallback>
                <p:oleObj name="Equation" r:id="rId5" imgW="1218565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076700"/>
                        <a:ext cx="3240087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0" name="Object 6"/>
          <p:cNvGraphicFramePr>
            <a:graphicFrameLocks noChangeAspect="1"/>
          </p:cNvGraphicFramePr>
          <p:nvPr/>
        </p:nvGraphicFramePr>
        <p:xfrm>
          <a:off x="1331913" y="2492375"/>
          <a:ext cx="5400675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8" name="Equation" r:id="rId7" imgW="1905000" imgH="431800" progId="Equation.3">
                  <p:embed/>
                </p:oleObj>
              </mc:Choice>
              <mc:Fallback>
                <p:oleObj name="Equation" r:id="rId7" imgW="19050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492375"/>
                        <a:ext cx="5400675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1" name="Object 7"/>
          <p:cNvGraphicFramePr>
            <a:graphicFrameLocks noChangeAspect="1"/>
          </p:cNvGraphicFramePr>
          <p:nvPr/>
        </p:nvGraphicFramePr>
        <p:xfrm>
          <a:off x="4392613" y="5332413"/>
          <a:ext cx="3744912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9" name="公式" r:id="rId9" imgW="1574800" imgH="279400" progId="Equation.3">
                  <p:embed/>
                </p:oleObj>
              </mc:Choice>
              <mc:Fallback>
                <p:oleObj name="公式" r:id="rId9" imgW="1574800" imgH="279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5332413"/>
                        <a:ext cx="3744912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8" name="Rectangle 8"/>
          <p:cNvSpPr>
            <a:spLocks noChangeArrowheads="1"/>
          </p:cNvSpPr>
          <p:nvPr/>
        </p:nvSpPr>
        <p:spPr bwMode="auto">
          <a:xfrm>
            <a:off x="374650" y="0"/>
            <a:ext cx="8001000" cy="5381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§8.3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变换的性质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466725" y="698500"/>
            <a:ext cx="858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99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例：</a:t>
            </a:r>
            <a:endParaRPr kumimoji="1" lang="zh-CN" altLang="en-US" sz="2400" b="0">
              <a:solidFill>
                <a:srgbClr val="99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6082"/>
    </mc:Choice>
    <mc:Fallback>
      <p:transition spd="slow" advTm="860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387B5C5-0058-4D05-9FC1-83125B14D63F}" type="datetime1">
              <a:rPr lang="zh-CN" altLang="en-US" smtClean="0"/>
            </a:fld>
            <a:endParaRPr lang="zh-CN" altLang="en-US"/>
          </a:p>
        </p:txBody>
      </p:sp>
      <p:sp>
        <p:nvSpPr>
          <p:cNvPr id="37891" name="Text Box 2"/>
          <p:cNvSpPr txBox="1">
            <a:spLocks noChangeArrowheads="1"/>
          </p:cNvSpPr>
          <p:nvPr/>
        </p:nvSpPr>
        <p:spPr bwMode="auto">
          <a:xfrm>
            <a:off x="1103313" y="1163638"/>
            <a:ext cx="684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Courier New" panose="02070309020205020404" pitchFamily="49" charset="0"/>
                <a:ea typeface="宋体" panose="02010600030101010101" pitchFamily="2" charset="-122"/>
              </a:rPr>
              <a:t>（</a:t>
            </a:r>
            <a:r>
              <a:rPr kumimoji="1"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  <a:r>
              <a:rPr kumimoji="1" lang="zh-CN" altLang="en-US" sz="2400">
                <a:latin typeface="Courier New" panose="02070309020205020404" pitchFamily="49" charset="0"/>
                <a:ea typeface="宋体" panose="02010600030101010101" pitchFamily="2" charset="-122"/>
              </a:rPr>
              <a:t>）有始序列的单边</a:t>
            </a:r>
            <a:r>
              <a:rPr kumimoji="1" lang="en-US" altLang="zh-CN" sz="240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Z</a:t>
            </a:r>
            <a:r>
              <a:rPr kumimoji="1" lang="zh-CN" altLang="en-US" sz="2400">
                <a:latin typeface="Courier New" panose="02070309020205020404" pitchFamily="49" charset="0"/>
                <a:ea typeface="宋体" panose="02010600030101010101" pitchFamily="2" charset="-122"/>
              </a:rPr>
              <a:t>变换</a:t>
            </a:r>
            <a:r>
              <a:rPr kumimoji="1"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(</a:t>
            </a:r>
            <a:r>
              <a:rPr kumimoji="1" lang="zh-CN" altLang="en-US" sz="2400">
                <a:latin typeface="Courier New" panose="02070309020205020404" pitchFamily="49" charset="0"/>
                <a:ea typeface="宋体" panose="02010600030101010101" pitchFamily="2" charset="-122"/>
              </a:rPr>
              <a:t>函数序号</a:t>
            </a:r>
            <a:r>
              <a:rPr kumimoji="1" lang="zh-CN" altLang="en-US" sz="240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增加时</a:t>
            </a:r>
            <a:r>
              <a:rPr kumimoji="1" lang="en-US" altLang="zh-CN" sz="240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)</a:t>
            </a:r>
            <a:r>
              <a:rPr kumimoji="1" lang="zh-CN" altLang="en-US" sz="240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：</a:t>
            </a:r>
            <a:r>
              <a:rPr kumimoji="1" lang="zh-CN" altLang="en-US" sz="240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kumimoji="1" lang="zh-CN" altLang="en-US" sz="240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2275" name="Text Box 3"/>
          <p:cNvSpPr txBox="1">
            <a:spLocks noChangeArrowheads="1"/>
          </p:cNvSpPr>
          <p:nvPr/>
        </p:nvSpPr>
        <p:spPr bwMode="auto">
          <a:xfrm>
            <a:off x="1598613" y="1808163"/>
            <a:ext cx="320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若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f(k) 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F(z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kumimoji="1" lang="zh-CN" altLang="en-US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，则</a:t>
            </a:r>
            <a:endParaRPr kumimoji="1" lang="zh-CN" altLang="en-US" sz="2000">
              <a:solidFill>
                <a:srgbClr val="0033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82276" name="Object 4"/>
          <p:cNvGraphicFramePr>
            <a:graphicFrameLocks noChangeAspect="1"/>
          </p:cNvGraphicFramePr>
          <p:nvPr/>
        </p:nvGraphicFramePr>
        <p:xfrm>
          <a:off x="1231900" y="2565400"/>
          <a:ext cx="5472113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4" name="公式" r:id="rId1" imgW="1147445" imgH="106045" progId="Equation.3">
                  <p:embed/>
                </p:oleObj>
              </mc:Choice>
              <mc:Fallback>
                <p:oleObj name="公式" r:id="rId1" imgW="1147445" imgH="10604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900" y="2565400"/>
                        <a:ext cx="5472113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Rectangle 5"/>
          <p:cNvSpPr>
            <a:spLocks noChangeArrowheads="1"/>
          </p:cNvSpPr>
          <p:nvPr/>
        </p:nvSpPr>
        <p:spPr bwMode="auto">
          <a:xfrm>
            <a:off x="549275" y="452438"/>
            <a:ext cx="28082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rgbClr val="0000FF"/>
                </a:solidFill>
                <a:latin typeface="Verdana" panose="020B0604030504040204" pitchFamily="34" charset="0"/>
              </a:rPr>
              <a:t>  </a:t>
            </a:r>
            <a:r>
              <a:rPr lang="en-US" altLang="zh-CN" sz="2600">
                <a:solidFill>
                  <a:srgbClr val="0000FF"/>
                </a:solidFill>
                <a:latin typeface="Verdana" panose="020B0604030504040204" pitchFamily="34" charset="0"/>
              </a:rPr>
              <a:t>2</a:t>
            </a:r>
            <a:r>
              <a:rPr lang="zh-CN" altLang="en-US" sz="2600">
                <a:solidFill>
                  <a:srgbClr val="0000FF"/>
                </a:solidFill>
                <a:latin typeface="Verdana" panose="020B0604030504040204" pitchFamily="34" charset="0"/>
              </a:rPr>
              <a:t>、移序性质</a:t>
            </a:r>
            <a:endParaRPr lang="zh-CN" altLang="en-US" sz="260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182278" name="Object 6"/>
          <p:cNvGraphicFramePr>
            <a:graphicFrameLocks noChangeAspect="1"/>
          </p:cNvGraphicFramePr>
          <p:nvPr/>
        </p:nvGraphicFramePr>
        <p:xfrm>
          <a:off x="1112838" y="4641850"/>
          <a:ext cx="690245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5" name="公式" r:id="rId3" imgW="1455420" imgH="270510" progId="Equation.3">
                  <p:embed/>
                </p:oleObj>
              </mc:Choice>
              <mc:Fallback>
                <p:oleObj name="公式" r:id="rId3" imgW="1455420" imgH="27051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838" y="4641850"/>
                        <a:ext cx="6902450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9" name="Object 7"/>
          <p:cNvGraphicFramePr>
            <a:graphicFrameLocks noChangeAspect="1"/>
          </p:cNvGraphicFramePr>
          <p:nvPr/>
        </p:nvGraphicFramePr>
        <p:xfrm>
          <a:off x="1146175" y="3590925"/>
          <a:ext cx="76596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6" name="公式" r:id="rId5" imgW="1619885" imgH="120015" progId="Equation.3">
                  <p:embed/>
                </p:oleObj>
              </mc:Choice>
              <mc:Fallback>
                <p:oleObj name="公式" r:id="rId5" imgW="1619885" imgH="1200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175" y="3590925"/>
                        <a:ext cx="765968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7" name="Rectangle 8"/>
          <p:cNvSpPr>
            <a:spLocks noChangeArrowheads="1"/>
          </p:cNvSpPr>
          <p:nvPr/>
        </p:nvSpPr>
        <p:spPr bwMode="auto">
          <a:xfrm>
            <a:off x="374650" y="0"/>
            <a:ext cx="8001000" cy="5381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§8.3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变换的性质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898" name="Rectangle 10"/>
          <p:cNvSpPr>
            <a:spLocks noChangeArrowheads="1"/>
          </p:cNvSpPr>
          <p:nvPr/>
        </p:nvSpPr>
        <p:spPr bwMode="auto">
          <a:xfrm>
            <a:off x="549275" y="452438"/>
            <a:ext cx="28082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rgbClr val="0000FF"/>
                </a:solidFill>
                <a:latin typeface="Verdana" panose="020B0604030504040204" pitchFamily="34" charset="0"/>
              </a:rPr>
              <a:t>  </a:t>
            </a:r>
            <a:r>
              <a:rPr lang="en-US" altLang="zh-CN" sz="2600">
                <a:solidFill>
                  <a:srgbClr val="0000FF"/>
                </a:solidFill>
                <a:latin typeface="Verdana" panose="020B0604030504040204" pitchFamily="34" charset="0"/>
              </a:rPr>
              <a:t>2</a:t>
            </a:r>
            <a:r>
              <a:rPr lang="zh-CN" altLang="en-US" sz="2600">
                <a:solidFill>
                  <a:srgbClr val="0000FF"/>
                </a:solidFill>
                <a:latin typeface="Verdana" panose="020B0604030504040204" pitchFamily="34" charset="0"/>
              </a:rPr>
              <a:t>、移序性质</a:t>
            </a:r>
            <a:endParaRPr lang="zh-CN" altLang="en-US" sz="260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1603"/>
    </mc:Choice>
    <mc:Fallback>
      <p:transition spd="slow" advTm="1116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8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3BD3B2E-A772-4C14-B22C-5A4C0696AF87}" type="datetime1">
              <a:rPr lang="zh-CN" altLang="en-US" smtClean="0"/>
            </a:fld>
            <a:endParaRPr lang="zh-CN" altLang="en-US"/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1116013" y="1069975"/>
            <a:ext cx="7021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Courier New" panose="02070309020205020404" pitchFamily="49" charset="0"/>
                <a:ea typeface="宋体" panose="02010600030101010101" pitchFamily="2" charset="-122"/>
              </a:rPr>
              <a:t>（</a:t>
            </a:r>
            <a:r>
              <a:rPr kumimoji="1"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  <a:r>
              <a:rPr kumimoji="1" lang="zh-CN" altLang="en-US" sz="2400">
                <a:latin typeface="Courier New" panose="02070309020205020404" pitchFamily="49" charset="0"/>
                <a:ea typeface="宋体" panose="02010600030101010101" pitchFamily="2" charset="-122"/>
              </a:rPr>
              <a:t>）有始序列的单边</a:t>
            </a:r>
            <a:r>
              <a:rPr kumimoji="1" lang="en-US" altLang="zh-CN" sz="240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Z</a:t>
            </a:r>
            <a:r>
              <a:rPr kumimoji="1" lang="zh-CN" altLang="en-US" sz="2400">
                <a:latin typeface="Courier New" panose="02070309020205020404" pitchFamily="49" charset="0"/>
                <a:ea typeface="宋体" panose="02010600030101010101" pitchFamily="2" charset="-122"/>
              </a:rPr>
              <a:t>变换</a:t>
            </a:r>
            <a:r>
              <a:rPr kumimoji="1" lang="en-US" altLang="zh-CN" sz="2400"/>
              <a:t>(</a:t>
            </a:r>
            <a:r>
              <a:rPr kumimoji="1" lang="zh-CN" altLang="en-US" sz="2400"/>
              <a:t>函数序号</a:t>
            </a:r>
            <a:r>
              <a:rPr kumimoji="1" lang="zh-CN" altLang="en-US" sz="2400">
                <a:solidFill>
                  <a:srgbClr val="FF0000"/>
                </a:solidFill>
              </a:rPr>
              <a:t>增加时</a:t>
            </a:r>
            <a:r>
              <a:rPr kumimoji="1" lang="en-US" altLang="zh-CN" sz="2400">
                <a:solidFill>
                  <a:srgbClr val="0000FF"/>
                </a:solidFill>
              </a:rPr>
              <a:t>)</a:t>
            </a:r>
            <a:r>
              <a:rPr kumimoji="1" lang="zh-CN" altLang="en-US"/>
              <a:t> </a:t>
            </a:r>
            <a:r>
              <a:rPr kumimoji="1" lang="zh-CN" altLang="en-US" sz="240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： </a:t>
            </a:r>
            <a:endParaRPr kumimoji="1" lang="zh-CN" altLang="en-US" sz="2400">
              <a:solidFill>
                <a:srgbClr val="0000FF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sp>
        <p:nvSpPr>
          <p:cNvPr id="184323" name="Text Box 3"/>
          <p:cNvSpPr txBox="1">
            <a:spLocks noChangeArrowheads="1"/>
          </p:cNvSpPr>
          <p:nvPr/>
        </p:nvSpPr>
        <p:spPr bwMode="auto">
          <a:xfrm>
            <a:off x="793750" y="1749425"/>
            <a:ext cx="6265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例：斐波那契数列差分方程，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y(0)=1,y(1)=2</a:t>
            </a:r>
            <a:endParaRPr kumimoji="1" lang="en-US" altLang="zh-CN" sz="2000">
              <a:solidFill>
                <a:srgbClr val="0033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84324" name="Object 4"/>
          <p:cNvGraphicFramePr>
            <a:graphicFrameLocks noChangeAspect="1"/>
          </p:cNvGraphicFramePr>
          <p:nvPr/>
        </p:nvGraphicFramePr>
        <p:xfrm>
          <a:off x="1187450" y="2276475"/>
          <a:ext cx="511175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9" name="公式" r:id="rId1" imgW="1229360" imgH="106045" progId="Equation.3">
                  <p:embed/>
                </p:oleObj>
              </mc:Choice>
              <mc:Fallback>
                <p:oleObj name="公式" r:id="rId1" imgW="1229360" imgH="10604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276475"/>
                        <a:ext cx="511175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2" name="Rectangle 5"/>
          <p:cNvSpPr>
            <a:spLocks noChangeArrowheads="1"/>
          </p:cNvSpPr>
          <p:nvPr/>
        </p:nvSpPr>
        <p:spPr bwMode="auto">
          <a:xfrm>
            <a:off x="611188" y="422275"/>
            <a:ext cx="28082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rgbClr val="0000FF"/>
                </a:solidFill>
                <a:latin typeface="Verdana" panose="020B0604030504040204" pitchFamily="34" charset="0"/>
              </a:rPr>
              <a:t>  </a:t>
            </a:r>
            <a:r>
              <a:rPr lang="en-US" altLang="zh-CN" sz="2600">
                <a:solidFill>
                  <a:srgbClr val="0000FF"/>
                </a:solidFill>
                <a:latin typeface="Verdana" panose="020B0604030504040204" pitchFamily="34" charset="0"/>
              </a:rPr>
              <a:t>2</a:t>
            </a:r>
            <a:r>
              <a:rPr lang="zh-CN" altLang="en-US" sz="2600">
                <a:solidFill>
                  <a:srgbClr val="0000FF"/>
                </a:solidFill>
                <a:latin typeface="Verdana" panose="020B0604030504040204" pitchFamily="34" charset="0"/>
              </a:rPr>
              <a:t>、移序性质</a:t>
            </a:r>
            <a:endParaRPr lang="zh-CN" altLang="en-US" sz="260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sp>
        <p:nvSpPr>
          <p:cNvPr id="184326" name="Text Box 6"/>
          <p:cNvSpPr txBox="1">
            <a:spLocks noChangeArrowheads="1"/>
          </p:cNvSpPr>
          <p:nvPr/>
        </p:nvSpPr>
        <p:spPr bwMode="auto">
          <a:xfrm>
            <a:off x="900113" y="2924175"/>
            <a:ext cx="11509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  <a:r>
              <a:rPr kumimoji="1" lang="zh-CN" altLang="en-US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变换：</a:t>
            </a:r>
            <a:endParaRPr kumimoji="1" lang="zh-CN" altLang="en-US" sz="2000">
              <a:solidFill>
                <a:srgbClr val="0033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84327" name="Object 7"/>
          <p:cNvGraphicFramePr>
            <a:graphicFrameLocks noChangeAspect="1"/>
          </p:cNvGraphicFramePr>
          <p:nvPr/>
        </p:nvGraphicFramePr>
        <p:xfrm>
          <a:off x="1730375" y="4889500"/>
          <a:ext cx="2447925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0" name="公式" r:id="rId3" imgW="702310" imgH="256540" progId="Equation.3">
                  <p:embed/>
                </p:oleObj>
              </mc:Choice>
              <mc:Fallback>
                <p:oleObj name="公式" r:id="rId3" imgW="702310" imgH="2565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75" y="4889500"/>
                        <a:ext cx="2447925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28" name="Object 8"/>
          <p:cNvGraphicFramePr>
            <a:graphicFrameLocks noChangeAspect="1"/>
          </p:cNvGraphicFramePr>
          <p:nvPr/>
        </p:nvGraphicFramePr>
        <p:xfrm>
          <a:off x="971550" y="4076700"/>
          <a:ext cx="74215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1" name="公式" r:id="rId5" imgW="2195195" imgH="120015" progId="Equation.3">
                  <p:embed/>
                </p:oleObj>
              </mc:Choice>
              <mc:Fallback>
                <p:oleObj name="公式" r:id="rId5" imgW="2195195" imgH="12001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076700"/>
                        <a:ext cx="74215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9" name="Text Box 9"/>
          <p:cNvSpPr txBox="1">
            <a:spLocks noChangeArrowheads="1"/>
          </p:cNvSpPr>
          <p:nvPr/>
        </p:nvSpPr>
        <p:spPr bwMode="auto">
          <a:xfrm>
            <a:off x="4246563" y="5253038"/>
            <a:ext cx="4897437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经过反</a:t>
            </a:r>
            <a:r>
              <a:rPr kumimoji="1" lang="en-US" altLang="zh-CN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  <a:r>
              <a:rPr kumimoji="1" lang="zh-CN" altLang="en-US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变换求得</a:t>
            </a:r>
            <a:r>
              <a:rPr kumimoji="1" lang="en-US" altLang="zh-CN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y(k)</a:t>
            </a:r>
            <a:endParaRPr kumimoji="1" lang="en-US" altLang="zh-CN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84330" name="Object 10"/>
          <p:cNvGraphicFramePr>
            <a:graphicFrameLocks noChangeAspect="1"/>
          </p:cNvGraphicFramePr>
          <p:nvPr/>
        </p:nvGraphicFramePr>
        <p:xfrm>
          <a:off x="2195513" y="2997200"/>
          <a:ext cx="5040312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2" name="公式" r:id="rId7" imgW="1455420" imgH="270510" progId="Equation.3">
                  <p:embed/>
                </p:oleObj>
              </mc:Choice>
              <mc:Fallback>
                <p:oleObj name="公式" r:id="rId7" imgW="1455420" imgH="27051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997200"/>
                        <a:ext cx="5040312" cy="8397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8" name="Rectangle 11"/>
          <p:cNvSpPr>
            <a:spLocks noChangeArrowheads="1"/>
          </p:cNvSpPr>
          <p:nvPr/>
        </p:nvSpPr>
        <p:spPr bwMode="auto">
          <a:xfrm>
            <a:off x="374650" y="0"/>
            <a:ext cx="8001000" cy="5381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§8.3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变换的性质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8361"/>
    </mc:Choice>
    <mc:Fallback>
      <p:transition spd="slow" advTm="1083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84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 autoUpdateAnimBg="0"/>
      <p:bldP spid="184326" grpId="0" autoUpdateAnimBg="0"/>
      <p:bldP spid="184329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59C4CEF-4DC0-4AC6-B9C4-0DBF85EBE3CE}" type="datetime1">
              <a:rPr lang="zh-CN" altLang="en-US" smtClean="0"/>
            </a:fld>
            <a:endParaRPr lang="zh-CN" altLang="en-US"/>
          </a:p>
        </p:txBody>
      </p:sp>
      <p:sp>
        <p:nvSpPr>
          <p:cNvPr id="41987" name="Text Box 2"/>
          <p:cNvSpPr txBox="1">
            <a:spLocks noChangeArrowheads="1"/>
          </p:cNvSpPr>
          <p:nvPr/>
        </p:nvSpPr>
        <p:spPr bwMode="auto">
          <a:xfrm>
            <a:off x="1116013" y="1169988"/>
            <a:ext cx="684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Courier New" panose="02070309020205020404" pitchFamily="49" charset="0"/>
                <a:ea typeface="宋体" panose="02010600030101010101" pitchFamily="2" charset="-122"/>
              </a:rPr>
              <a:t>（</a:t>
            </a:r>
            <a:r>
              <a:rPr kumimoji="1"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2</a:t>
            </a:r>
            <a:r>
              <a:rPr kumimoji="1" lang="zh-CN" altLang="en-US" sz="2400">
                <a:latin typeface="Courier New" panose="02070309020205020404" pitchFamily="49" charset="0"/>
                <a:ea typeface="宋体" panose="02010600030101010101" pitchFamily="2" charset="-122"/>
              </a:rPr>
              <a:t>）有始序列的单边</a:t>
            </a:r>
            <a:r>
              <a:rPr kumimoji="1" lang="en-US" altLang="zh-CN" sz="240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Z</a:t>
            </a:r>
            <a:r>
              <a:rPr kumimoji="1" lang="zh-CN" altLang="en-US" sz="2400">
                <a:latin typeface="Courier New" panose="02070309020205020404" pitchFamily="49" charset="0"/>
                <a:ea typeface="宋体" panose="02010600030101010101" pitchFamily="2" charset="-122"/>
              </a:rPr>
              <a:t>变换</a:t>
            </a:r>
            <a:r>
              <a:rPr kumimoji="1" lang="en-US" altLang="zh-CN" sz="2400">
                <a:latin typeface="Courier New" panose="02070309020205020404" pitchFamily="49" charset="0"/>
                <a:ea typeface="宋体" panose="02010600030101010101" pitchFamily="2" charset="-122"/>
              </a:rPr>
              <a:t>(</a:t>
            </a:r>
            <a:r>
              <a:rPr kumimoji="1" lang="zh-CN" altLang="en-US" sz="2400">
                <a:latin typeface="Courier New" panose="02070309020205020404" pitchFamily="49" charset="0"/>
                <a:ea typeface="宋体" panose="02010600030101010101" pitchFamily="2" charset="-122"/>
              </a:rPr>
              <a:t>函数序号</a:t>
            </a:r>
            <a:r>
              <a:rPr kumimoji="1" lang="zh-CN" altLang="en-US" sz="240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减少时</a:t>
            </a:r>
            <a:r>
              <a:rPr kumimoji="1" lang="en-US" altLang="zh-CN" sz="240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)</a:t>
            </a:r>
            <a:r>
              <a:rPr kumimoji="1" lang="zh-CN" altLang="en-US" sz="2400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：</a:t>
            </a:r>
            <a:r>
              <a:rPr kumimoji="1" lang="zh-CN" altLang="en-US" sz="2400" b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kumimoji="1" lang="zh-CN" altLang="en-US" sz="2400" b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6371" name="Text Box 3"/>
          <p:cNvSpPr txBox="1">
            <a:spLocks noChangeArrowheads="1"/>
          </p:cNvSpPr>
          <p:nvPr/>
        </p:nvSpPr>
        <p:spPr bwMode="auto">
          <a:xfrm>
            <a:off x="1619250" y="1962150"/>
            <a:ext cx="320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若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f(k) 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F(z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kumimoji="1" lang="zh-CN" altLang="en-US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，则</a:t>
            </a:r>
            <a:endParaRPr kumimoji="1" lang="zh-CN" altLang="en-US" sz="2000">
              <a:solidFill>
                <a:srgbClr val="0033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86372" name="Object 4"/>
          <p:cNvGraphicFramePr>
            <a:graphicFrameLocks noChangeAspect="1"/>
          </p:cNvGraphicFramePr>
          <p:nvPr/>
        </p:nvGraphicFramePr>
        <p:xfrm>
          <a:off x="1757363" y="2532063"/>
          <a:ext cx="40417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4" name="公式" r:id="rId1" imgW="838835" imgH="120015" progId="Equation.3">
                  <p:embed/>
                </p:oleObj>
              </mc:Choice>
              <mc:Fallback>
                <p:oleObj name="公式" r:id="rId1" imgW="838835" imgH="1200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363" y="2532063"/>
                        <a:ext cx="40417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Rectangle 5"/>
          <p:cNvSpPr>
            <a:spLocks noChangeArrowheads="1"/>
          </p:cNvSpPr>
          <p:nvPr/>
        </p:nvSpPr>
        <p:spPr bwMode="auto">
          <a:xfrm>
            <a:off x="611188" y="522288"/>
            <a:ext cx="28082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 b="0">
                <a:solidFill>
                  <a:srgbClr val="0000FF"/>
                </a:solidFill>
                <a:latin typeface="Verdana" panose="020B0604030504040204" pitchFamily="34" charset="0"/>
              </a:rPr>
              <a:t>  </a:t>
            </a:r>
            <a:r>
              <a:rPr lang="en-US" altLang="zh-CN" sz="2600" b="0">
                <a:solidFill>
                  <a:srgbClr val="0000FF"/>
                </a:solidFill>
                <a:latin typeface="Verdana" panose="020B0604030504040204" pitchFamily="34" charset="0"/>
              </a:rPr>
              <a:t>2</a:t>
            </a:r>
            <a:r>
              <a:rPr lang="zh-CN" altLang="en-US" sz="2600" b="0">
                <a:solidFill>
                  <a:srgbClr val="0000FF"/>
                </a:solidFill>
                <a:latin typeface="Verdana" panose="020B0604030504040204" pitchFamily="34" charset="0"/>
              </a:rPr>
              <a:t>、移序性质</a:t>
            </a:r>
            <a:endParaRPr lang="zh-CN" altLang="en-US" sz="2600" b="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186374" name="Object 6"/>
          <p:cNvGraphicFramePr>
            <a:graphicFrameLocks noChangeAspect="1"/>
          </p:cNvGraphicFramePr>
          <p:nvPr/>
        </p:nvGraphicFramePr>
        <p:xfrm>
          <a:off x="1908175" y="3933825"/>
          <a:ext cx="42084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5" name="公式" r:id="rId3" imgW="873125" imgH="120015" progId="Equation.3">
                  <p:embed/>
                </p:oleObj>
              </mc:Choice>
              <mc:Fallback>
                <p:oleObj name="公式" r:id="rId3" imgW="873125" imgH="12001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933825"/>
                        <a:ext cx="420846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75" name="Text Box 7"/>
          <p:cNvSpPr txBox="1">
            <a:spLocks noChangeArrowheads="1"/>
          </p:cNvSpPr>
          <p:nvPr/>
        </p:nvSpPr>
        <p:spPr bwMode="auto">
          <a:xfrm>
            <a:off x="6588125" y="4005263"/>
            <a:ext cx="936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n&gt;0</a:t>
            </a:r>
            <a:endParaRPr kumimoji="1" lang="en-US" altLang="zh-CN" sz="2000">
              <a:solidFill>
                <a:srgbClr val="0033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993" name="Rectangle 8"/>
          <p:cNvSpPr>
            <a:spLocks noChangeArrowheads="1"/>
          </p:cNvSpPr>
          <p:nvPr/>
        </p:nvSpPr>
        <p:spPr bwMode="auto">
          <a:xfrm>
            <a:off x="374650" y="0"/>
            <a:ext cx="8001000" cy="5381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§8.3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变换的性质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373"/>
    </mc:Choice>
    <mc:Fallback>
      <p:transition spd="slow" advTm="583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 autoUpdateAnimBg="0"/>
      <p:bldP spid="186375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D8D963A-655E-4C88-B880-D4579DF7183F}" type="datetime1">
              <a:rPr lang="zh-CN" altLang="en-US" smtClean="0"/>
            </a:fld>
            <a:endParaRPr lang="zh-CN" altLang="en-US"/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457200" y="1012825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（</a:t>
            </a:r>
            <a:r>
              <a:rPr kumimoji="1" lang="en-US" altLang="zh-CN" sz="240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3</a:t>
            </a:r>
            <a:r>
              <a:rPr kumimoji="1" lang="zh-CN" altLang="en-US" sz="240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）双边</a:t>
            </a:r>
            <a:r>
              <a:rPr kumimoji="1" lang="en-US" altLang="zh-CN" sz="240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Z</a:t>
            </a:r>
            <a:r>
              <a:rPr kumimoji="1" lang="zh-CN" altLang="en-US" sz="240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变换：</a:t>
            </a:r>
            <a:r>
              <a:rPr kumimoji="1" lang="zh-CN" altLang="en-US" sz="240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kumimoji="1" lang="zh-CN" altLang="en-US" sz="240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6" name="Text Box 3"/>
          <p:cNvSpPr txBox="1">
            <a:spLocks noChangeArrowheads="1"/>
          </p:cNvSpPr>
          <p:nvPr/>
        </p:nvSpPr>
        <p:spPr bwMode="auto">
          <a:xfrm>
            <a:off x="3132138" y="992188"/>
            <a:ext cx="5688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0033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序列不变，移序只影响时间轴上位置</a:t>
            </a:r>
            <a:r>
              <a:rPr kumimoji="1" lang="zh-CN" altLang="en-US" sz="2400">
                <a:latin typeface="Courier New" panose="02070309020205020404" pitchFamily="49" charset="0"/>
                <a:ea typeface="宋体" panose="02010600030101010101" pitchFamily="2" charset="-122"/>
              </a:rPr>
              <a:t>。</a:t>
            </a:r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88420" name="Object 4"/>
          <p:cNvGraphicFramePr>
            <a:graphicFrameLocks noChangeAspect="1"/>
          </p:cNvGraphicFramePr>
          <p:nvPr/>
        </p:nvGraphicFramePr>
        <p:xfrm>
          <a:off x="652463" y="1508125"/>
          <a:ext cx="2362200" cy="196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97" name="BMP 图象" r:id="rId1" imgW="2714625" imgH="2257425" progId="Paint.Picture">
                  <p:embed/>
                </p:oleObj>
              </mc:Choice>
              <mc:Fallback>
                <p:oleObj name="BMP 图象" r:id="rId1" imgW="2714625" imgH="225742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3" y="1508125"/>
                        <a:ext cx="2362200" cy="196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1" name="Object 5"/>
          <p:cNvGraphicFramePr>
            <a:graphicFrameLocks noChangeAspect="1"/>
          </p:cNvGraphicFramePr>
          <p:nvPr/>
        </p:nvGraphicFramePr>
        <p:xfrm>
          <a:off x="3287713" y="1712913"/>
          <a:ext cx="2185987" cy="186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98" name="BMP 图象" r:id="rId3" imgW="2695575" imgH="2295525" progId="Paint.Picture">
                  <p:embed/>
                </p:oleObj>
              </mc:Choice>
              <mc:Fallback>
                <p:oleObj name="BMP 图象" r:id="rId3" imgW="2695575" imgH="2295525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1712913"/>
                        <a:ext cx="2185987" cy="186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2" name="Object 6"/>
          <p:cNvGraphicFramePr>
            <a:graphicFrameLocks noChangeAspect="1"/>
          </p:cNvGraphicFramePr>
          <p:nvPr/>
        </p:nvGraphicFramePr>
        <p:xfrm>
          <a:off x="5795963" y="1484313"/>
          <a:ext cx="2362200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99" name="BMP 图象" r:id="rId5" imgW="2695575" imgH="2305050" progId="Paint.Picture">
                  <p:embed/>
                </p:oleObj>
              </mc:Choice>
              <mc:Fallback>
                <p:oleObj name="BMP 图象" r:id="rId5" imgW="2695575" imgH="2305050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1484313"/>
                        <a:ext cx="2362200" cy="201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23" name="Text Box 7"/>
          <p:cNvSpPr txBox="1">
            <a:spLocks noChangeArrowheads="1"/>
          </p:cNvSpPr>
          <p:nvPr/>
        </p:nvSpPr>
        <p:spPr bwMode="auto">
          <a:xfrm>
            <a:off x="468313" y="3789363"/>
            <a:ext cx="320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若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f(k) 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F(z</a:t>
            </a:r>
            <a:r>
              <a:rPr kumimoji="1" lang="en-US" altLang="zh-CN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kumimoji="1" lang="zh-CN" altLang="en-US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，则</a:t>
            </a:r>
            <a:endParaRPr kumimoji="1" lang="zh-CN" altLang="en-US" sz="2000">
              <a:solidFill>
                <a:srgbClr val="0033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88424" name="Object 8"/>
          <p:cNvGraphicFramePr>
            <a:graphicFrameLocks noChangeAspect="1"/>
          </p:cNvGraphicFramePr>
          <p:nvPr/>
        </p:nvGraphicFramePr>
        <p:xfrm>
          <a:off x="3059113" y="3789363"/>
          <a:ext cx="28956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00" name="Equation" r:id="rId7" imgW="880110" imgH="120015" progId="Equation.3">
                  <p:embed/>
                </p:oleObj>
              </mc:Choice>
              <mc:Fallback>
                <p:oleObj name="Equation" r:id="rId7" imgW="880110" imgH="12001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789363"/>
                        <a:ext cx="289560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5" name="Object 9"/>
          <p:cNvGraphicFramePr>
            <a:graphicFrameLocks noChangeAspect="1"/>
          </p:cNvGraphicFramePr>
          <p:nvPr/>
        </p:nvGraphicFramePr>
        <p:xfrm>
          <a:off x="611188" y="4868863"/>
          <a:ext cx="822642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01" name="文档" r:id="rId9" imgW="5486400" imgH="267970" progId="Word.Document.8">
                  <p:embed/>
                </p:oleObj>
              </mc:Choice>
              <mc:Fallback>
                <p:oleObj name="文档" r:id="rId9" imgW="5486400" imgH="267970" progId="Word.Documen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868863"/>
                        <a:ext cx="8226425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6" name="Object 10"/>
          <p:cNvGraphicFramePr>
            <a:graphicFrameLocks noChangeAspect="1"/>
          </p:cNvGraphicFramePr>
          <p:nvPr/>
        </p:nvGraphicFramePr>
        <p:xfrm>
          <a:off x="2987675" y="4365625"/>
          <a:ext cx="27432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02" name="Equation" r:id="rId11" imgW="859790" imgH="120015" progId="Equation.3">
                  <p:embed/>
                </p:oleObj>
              </mc:Choice>
              <mc:Fallback>
                <p:oleObj name="Equation" r:id="rId11" imgW="859790" imgH="12001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365625"/>
                        <a:ext cx="274320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044" name="Picture 11" descr="BD05219_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163" y="4110038"/>
            <a:ext cx="1603375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428" name="Freeform 12"/>
          <p:cNvSpPr/>
          <p:nvPr/>
        </p:nvSpPr>
        <p:spPr bwMode="auto">
          <a:xfrm>
            <a:off x="4356100" y="4652963"/>
            <a:ext cx="503238" cy="360362"/>
          </a:xfrm>
          <a:custGeom>
            <a:avLst/>
            <a:gdLst>
              <a:gd name="T0" fmla="*/ 0 w 408"/>
              <a:gd name="T1" fmla="*/ 2147483646 h 318"/>
              <a:gd name="T2" fmla="*/ 2147483646 w 408"/>
              <a:gd name="T3" fmla="*/ 2147483646 h 318"/>
              <a:gd name="T4" fmla="*/ 2147483646 w 408"/>
              <a:gd name="T5" fmla="*/ 2147483646 h 318"/>
              <a:gd name="T6" fmla="*/ 2147483646 w 408"/>
              <a:gd name="T7" fmla="*/ 2147483646 h 318"/>
              <a:gd name="T8" fmla="*/ 2147483646 w 408"/>
              <a:gd name="T9" fmla="*/ 0 h 3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8"/>
              <a:gd name="T16" fmla="*/ 0 h 318"/>
              <a:gd name="T17" fmla="*/ 408 w 408"/>
              <a:gd name="T18" fmla="*/ 318 h 3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8" h="318">
                <a:moveTo>
                  <a:pt x="0" y="318"/>
                </a:moveTo>
                <a:cubicBezTo>
                  <a:pt x="23" y="280"/>
                  <a:pt x="46" y="242"/>
                  <a:pt x="91" y="227"/>
                </a:cubicBezTo>
                <a:cubicBezTo>
                  <a:pt x="136" y="212"/>
                  <a:pt x="227" y="234"/>
                  <a:pt x="272" y="227"/>
                </a:cubicBezTo>
                <a:cubicBezTo>
                  <a:pt x="317" y="220"/>
                  <a:pt x="340" y="220"/>
                  <a:pt x="363" y="182"/>
                </a:cubicBezTo>
                <a:cubicBezTo>
                  <a:pt x="386" y="144"/>
                  <a:pt x="401" y="30"/>
                  <a:pt x="408" y="0"/>
                </a:cubicBezTo>
              </a:path>
            </a:pathLst>
          </a:custGeom>
          <a:noFill/>
          <a:ln w="31750">
            <a:solidFill>
              <a:srgbClr val="FF99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8429" name="Text Box 13"/>
          <p:cNvSpPr txBox="1">
            <a:spLocks noChangeArrowheads="1"/>
          </p:cNvSpPr>
          <p:nvPr/>
        </p:nvSpPr>
        <p:spPr bwMode="auto">
          <a:xfrm>
            <a:off x="323850" y="5949950"/>
            <a:ext cx="865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证：</a:t>
            </a:r>
            <a:endParaRPr kumimoji="1" lang="zh-CN" altLang="en-US" sz="240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88430" name="Object 14"/>
          <p:cNvGraphicFramePr>
            <a:graphicFrameLocks noChangeAspect="1"/>
          </p:cNvGraphicFramePr>
          <p:nvPr/>
        </p:nvGraphicFramePr>
        <p:xfrm>
          <a:off x="1014413" y="5849938"/>
          <a:ext cx="812958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03" name="公式" r:id="rId14" imgW="3924300" imgH="431800" progId="Equation.3">
                  <p:embed/>
                </p:oleObj>
              </mc:Choice>
              <mc:Fallback>
                <p:oleObj name="公式" r:id="rId14" imgW="3924300" imgH="431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13" y="5849938"/>
                        <a:ext cx="8129587" cy="10080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31" name="Freeform 15"/>
          <p:cNvSpPr/>
          <p:nvPr/>
        </p:nvSpPr>
        <p:spPr bwMode="auto">
          <a:xfrm>
            <a:off x="3419475" y="3381375"/>
            <a:ext cx="1368425" cy="1631950"/>
          </a:xfrm>
          <a:custGeom>
            <a:avLst/>
            <a:gdLst>
              <a:gd name="T0" fmla="*/ 2147483646 w 892"/>
              <a:gd name="T1" fmla="*/ 2147483646 h 1164"/>
              <a:gd name="T2" fmla="*/ 2147483646 w 892"/>
              <a:gd name="T3" fmla="*/ 2147483646 h 1164"/>
              <a:gd name="T4" fmla="*/ 2147483646 w 892"/>
              <a:gd name="T5" fmla="*/ 2147483646 h 1164"/>
              <a:gd name="T6" fmla="*/ 2147483646 w 892"/>
              <a:gd name="T7" fmla="*/ 2147483646 h 1164"/>
              <a:gd name="T8" fmla="*/ 2147483646 w 892"/>
              <a:gd name="T9" fmla="*/ 2147483646 h 1164"/>
              <a:gd name="T10" fmla="*/ 2147483646 w 892"/>
              <a:gd name="T11" fmla="*/ 2147483646 h 1164"/>
              <a:gd name="T12" fmla="*/ 2147483646 w 892"/>
              <a:gd name="T13" fmla="*/ 2147483646 h 1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92"/>
              <a:gd name="T22" fmla="*/ 0 h 1164"/>
              <a:gd name="T23" fmla="*/ 892 w 892"/>
              <a:gd name="T24" fmla="*/ 1164 h 1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92" h="1164">
                <a:moveTo>
                  <a:pt x="30" y="1164"/>
                </a:moveTo>
                <a:cubicBezTo>
                  <a:pt x="30" y="1134"/>
                  <a:pt x="30" y="1104"/>
                  <a:pt x="30" y="1028"/>
                </a:cubicBezTo>
                <a:cubicBezTo>
                  <a:pt x="30" y="952"/>
                  <a:pt x="0" y="838"/>
                  <a:pt x="30" y="710"/>
                </a:cubicBezTo>
                <a:cubicBezTo>
                  <a:pt x="60" y="582"/>
                  <a:pt x="144" y="370"/>
                  <a:pt x="212" y="257"/>
                </a:cubicBezTo>
                <a:cubicBezTo>
                  <a:pt x="280" y="144"/>
                  <a:pt x="362" y="60"/>
                  <a:pt x="438" y="30"/>
                </a:cubicBezTo>
                <a:cubicBezTo>
                  <a:pt x="514" y="0"/>
                  <a:pt x="589" y="30"/>
                  <a:pt x="665" y="75"/>
                </a:cubicBezTo>
                <a:cubicBezTo>
                  <a:pt x="741" y="120"/>
                  <a:pt x="854" y="264"/>
                  <a:pt x="892" y="302"/>
                </a:cubicBezTo>
              </a:path>
            </a:pathLst>
          </a:custGeom>
          <a:noFill/>
          <a:ln w="38100">
            <a:solidFill>
              <a:srgbClr val="FF99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8432" name="Text Box 16"/>
          <p:cNvSpPr txBox="1">
            <a:spLocks noChangeArrowheads="1"/>
          </p:cNvSpPr>
          <p:nvPr/>
        </p:nvSpPr>
        <p:spPr bwMode="auto">
          <a:xfrm>
            <a:off x="323850" y="5373688"/>
            <a:ext cx="6192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99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双边序列，移位后不影响收敛域（环形）</a:t>
            </a:r>
            <a:endParaRPr kumimoji="1" lang="zh-CN" altLang="en-US" sz="2400">
              <a:solidFill>
                <a:srgbClr val="99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50" name="Rectangle 17"/>
          <p:cNvSpPr>
            <a:spLocks noChangeArrowheads="1"/>
          </p:cNvSpPr>
          <p:nvPr/>
        </p:nvSpPr>
        <p:spPr bwMode="auto">
          <a:xfrm>
            <a:off x="444500" y="474663"/>
            <a:ext cx="2808288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rgbClr val="0000FF"/>
                </a:solidFill>
                <a:latin typeface="Verdana" panose="020B0604030504040204" pitchFamily="34" charset="0"/>
              </a:rPr>
              <a:t>  </a:t>
            </a:r>
            <a:r>
              <a:rPr lang="en-US" altLang="zh-CN" sz="2600">
                <a:solidFill>
                  <a:srgbClr val="0000FF"/>
                </a:solidFill>
                <a:latin typeface="Verdana" panose="020B0604030504040204" pitchFamily="34" charset="0"/>
              </a:rPr>
              <a:t>2</a:t>
            </a:r>
            <a:r>
              <a:rPr lang="zh-CN" altLang="en-US" sz="2600">
                <a:solidFill>
                  <a:srgbClr val="0000FF"/>
                </a:solidFill>
                <a:latin typeface="Verdana" panose="020B0604030504040204" pitchFamily="34" charset="0"/>
              </a:rPr>
              <a:t>、移序性质</a:t>
            </a:r>
            <a:endParaRPr lang="zh-CN" altLang="en-US" sz="260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sp>
        <p:nvSpPr>
          <p:cNvPr id="44051" name="Rectangle 18"/>
          <p:cNvSpPr>
            <a:spLocks noChangeArrowheads="1"/>
          </p:cNvSpPr>
          <p:nvPr/>
        </p:nvSpPr>
        <p:spPr bwMode="auto">
          <a:xfrm>
            <a:off x="374650" y="0"/>
            <a:ext cx="8001000" cy="5381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§8.3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变换的性质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513"/>
    </mc:Choice>
    <mc:Fallback>
      <p:transition spd="slow" advTm="115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8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8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88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8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88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8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3" grpId="0" autoUpdateAnimBg="0"/>
      <p:bldP spid="188429" grpId="0"/>
      <p:bldP spid="18843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82C9C7-7942-49C0-BF58-F0D90E79F2ED}" type="datetime1">
              <a:rPr lang="zh-CN" altLang="en-US" smtClean="0"/>
            </a:fld>
            <a:endParaRPr lang="zh-CN" altLang="en-US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3550" y="558800"/>
            <a:ext cx="5978525" cy="381000"/>
          </a:xfrm>
        </p:spPr>
        <p:txBody>
          <a:bodyPr/>
          <a:lstStyle/>
          <a:p>
            <a:r>
              <a:rPr lang="zh-CN" altLang="en-US" sz="1900" b="1">
                <a:solidFill>
                  <a:srgbClr val="9900FF"/>
                </a:solidFill>
              </a:rPr>
              <a:t>例</a:t>
            </a:r>
            <a:r>
              <a:rPr lang="en-US" altLang="zh-CN" sz="1900" b="1">
                <a:solidFill>
                  <a:srgbClr val="9900FF"/>
                </a:solidFill>
              </a:rPr>
              <a:t>:</a:t>
            </a:r>
            <a:r>
              <a:rPr lang="en-US" altLang="zh-CN" sz="1900" b="1">
                <a:solidFill>
                  <a:schemeClr val="hlink"/>
                </a:solidFill>
              </a:rPr>
              <a:t>    </a:t>
            </a:r>
            <a:r>
              <a:rPr lang="zh-CN" altLang="en-US" sz="1900" b="1">
                <a:solidFill>
                  <a:schemeClr val="tx1"/>
                </a:solidFill>
              </a:rPr>
              <a:t>求下列序列的</a:t>
            </a:r>
            <a:r>
              <a:rPr lang="en-US" altLang="zh-CN" sz="1900" b="1">
                <a:solidFill>
                  <a:schemeClr val="tx1"/>
                </a:solidFill>
              </a:rPr>
              <a:t>Z</a:t>
            </a:r>
            <a:r>
              <a:rPr lang="zh-CN" altLang="en-US" sz="1900" b="1">
                <a:solidFill>
                  <a:schemeClr val="tx1"/>
                </a:solidFill>
              </a:rPr>
              <a:t>变换。</a:t>
            </a:r>
            <a:endParaRPr lang="zh-CN" altLang="en-US" sz="1900" b="1">
              <a:solidFill>
                <a:schemeClr val="tx1"/>
              </a:solidFill>
            </a:endParaRPr>
          </a:p>
        </p:txBody>
      </p:sp>
      <p:sp>
        <p:nvSpPr>
          <p:cNvPr id="190467" name="Text Box 3"/>
          <p:cNvSpPr txBox="1">
            <a:spLocks noChangeArrowheads="1"/>
          </p:cNvSpPr>
          <p:nvPr/>
        </p:nvSpPr>
        <p:spPr bwMode="auto">
          <a:xfrm>
            <a:off x="609600" y="1933575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endParaRPr kumimoji="1" lang="zh-CN" altLang="en-US" sz="200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90468" name="Object 4"/>
          <p:cNvGraphicFramePr>
            <a:graphicFrameLocks noChangeAspect="1"/>
          </p:cNvGraphicFramePr>
          <p:nvPr/>
        </p:nvGraphicFramePr>
        <p:xfrm>
          <a:off x="539750" y="4941888"/>
          <a:ext cx="8139113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54" name="Document" r:id="rId1" imgW="5486400" imgH="640080" progId="Word.Document.8">
                  <p:embed/>
                </p:oleObj>
              </mc:Choice>
              <mc:Fallback>
                <p:oleObj name="Document" r:id="rId1" imgW="5486400" imgH="64008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941888"/>
                        <a:ext cx="8139113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5"/>
          <p:cNvGraphicFramePr>
            <a:graphicFrameLocks noChangeAspect="1"/>
          </p:cNvGraphicFramePr>
          <p:nvPr/>
        </p:nvGraphicFramePr>
        <p:xfrm>
          <a:off x="1028700" y="898525"/>
          <a:ext cx="3570288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55" name="Equation" r:id="rId3" imgW="1917700" imgH="457200" progId="Equation.3">
                  <p:embed/>
                </p:oleObj>
              </mc:Choice>
              <mc:Fallback>
                <p:oleObj name="Equation" r:id="rId3" imgW="191770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700" y="898525"/>
                        <a:ext cx="3570288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6"/>
          <p:cNvGraphicFramePr>
            <a:graphicFrameLocks noChangeAspect="1"/>
          </p:cNvGraphicFramePr>
          <p:nvPr/>
        </p:nvGraphicFramePr>
        <p:xfrm>
          <a:off x="5116513" y="822325"/>
          <a:ext cx="3581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56" name="Equation" r:id="rId5" imgW="1663700" imgH="431800" progId="Equation.3">
                  <p:embed/>
                </p:oleObj>
              </mc:Choice>
              <mc:Fallback>
                <p:oleObj name="Equation" r:id="rId5" imgW="16637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513" y="822325"/>
                        <a:ext cx="3581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1" name="Object 7"/>
          <p:cNvGraphicFramePr>
            <a:graphicFrameLocks noChangeAspect="1"/>
          </p:cNvGraphicFramePr>
          <p:nvPr/>
        </p:nvGraphicFramePr>
        <p:xfrm>
          <a:off x="1403350" y="1938338"/>
          <a:ext cx="342741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57" name="公式" r:id="rId7" imgW="1283970" imgH="120015" progId="Equation.3">
                  <p:embed/>
                </p:oleObj>
              </mc:Choice>
              <mc:Fallback>
                <p:oleObj name="公式" r:id="rId7" imgW="1283970" imgH="1200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938338"/>
                        <a:ext cx="3427413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2" name="Object 8"/>
          <p:cNvGraphicFramePr>
            <a:graphicFrameLocks noChangeAspect="1"/>
          </p:cNvGraphicFramePr>
          <p:nvPr/>
        </p:nvGraphicFramePr>
        <p:xfrm>
          <a:off x="5148263" y="1724025"/>
          <a:ext cx="31432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58" name="Equation" r:id="rId9" imgW="1174750" imgH="243205" progId="Equation.3">
                  <p:embed/>
                </p:oleObj>
              </mc:Choice>
              <mc:Fallback>
                <p:oleObj name="Equation" r:id="rId9" imgW="1174750" imgH="24320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1724025"/>
                        <a:ext cx="314325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3" name="Object 9"/>
          <p:cNvGraphicFramePr>
            <a:graphicFrameLocks noChangeAspect="1"/>
          </p:cNvGraphicFramePr>
          <p:nvPr/>
        </p:nvGraphicFramePr>
        <p:xfrm>
          <a:off x="2268538" y="2349500"/>
          <a:ext cx="3886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59" name="公式" r:id="rId11" imgW="1044575" imgH="256540" progId="Equation.3">
                  <p:embed/>
                </p:oleObj>
              </mc:Choice>
              <mc:Fallback>
                <p:oleObj name="公式" r:id="rId11" imgW="1044575" imgH="2565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349500"/>
                        <a:ext cx="3886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4" name="Object 10"/>
          <p:cNvGraphicFramePr>
            <a:graphicFrameLocks noChangeAspect="1"/>
          </p:cNvGraphicFramePr>
          <p:nvPr/>
        </p:nvGraphicFramePr>
        <p:xfrm>
          <a:off x="1335088" y="3219450"/>
          <a:ext cx="3581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60" name="Equation" r:id="rId13" imgW="1663700" imgH="431800" progId="Equation.3">
                  <p:embed/>
                </p:oleObj>
              </mc:Choice>
              <mc:Fallback>
                <p:oleObj name="Equation" r:id="rId13" imgW="1663700" imgH="431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088" y="3219450"/>
                        <a:ext cx="3581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5" name="Object 11"/>
          <p:cNvGraphicFramePr>
            <a:graphicFrameLocks noChangeAspect="1"/>
          </p:cNvGraphicFramePr>
          <p:nvPr/>
        </p:nvGraphicFramePr>
        <p:xfrm>
          <a:off x="5334000" y="3200400"/>
          <a:ext cx="274320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61" name="Equation" r:id="rId14" imgW="770255" imgH="270510" progId="Equation.3">
                  <p:embed/>
                </p:oleObj>
              </mc:Choice>
              <mc:Fallback>
                <p:oleObj name="Equation" r:id="rId14" imgW="770255" imgH="27051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200400"/>
                        <a:ext cx="274320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6" name="Object 12"/>
          <p:cNvGraphicFramePr>
            <a:graphicFrameLocks noChangeAspect="1"/>
          </p:cNvGraphicFramePr>
          <p:nvPr/>
        </p:nvGraphicFramePr>
        <p:xfrm>
          <a:off x="2209800" y="4057650"/>
          <a:ext cx="2895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62" name="Equation" r:id="rId16" imgW="914400" imgH="256540" progId="Equation.3">
                  <p:embed/>
                </p:oleObj>
              </mc:Choice>
              <mc:Fallback>
                <p:oleObj name="Equation" r:id="rId16" imgW="914400" imgH="2565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057650"/>
                        <a:ext cx="2895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7" name="Object 13"/>
          <p:cNvGraphicFramePr>
            <a:graphicFrameLocks noChangeAspect="1"/>
          </p:cNvGraphicFramePr>
          <p:nvPr/>
        </p:nvGraphicFramePr>
        <p:xfrm>
          <a:off x="5192713" y="4089400"/>
          <a:ext cx="129540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63" name="Equation" r:id="rId18" imgW="353060" imgH="256540" progId="Equation.3">
                  <p:embed/>
                </p:oleObj>
              </mc:Choice>
              <mc:Fallback>
                <p:oleObj name="Equation" r:id="rId18" imgW="353060" imgH="2565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2713" y="4089400"/>
                        <a:ext cx="1295400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8" name="Object 14"/>
          <p:cNvGraphicFramePr>
            <a:graphicFrameLocks noChangeAspect="1"/>
          </p:cNvGraphicFramePr>
          <p:nvPr/>
        </p:nvGraphicFramePr>
        <p:xfrm>
          <a:off x="1131888" y="5132388"/>
          <a:ext cx="28432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64" name="Equation" r:id="rId20" imgW="1320165" imgH="431800" progId="Equation.3">
                  <p:embed/>
                </p:oleObj>
              </mc:Choice>
              <mc:Fallback>
                <p:oleObj name="Equation" r:id="rId20" imgW="1320165" imgH="431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888" y="5132388"/>
                        <a:ext cx="28432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9" name="Object 15"/>
          <p:cNvGraphicFramePr>
            <a:graphicFrameLocks noChangeAspect="1"/>
          </p:cNvGraphicFramePr>
          <p:nvPr/>
        </p:nvGraphicFramePr>
        <p:xfrm>
          <a:off x="3986213" y="5184775"/>
          <a:ext cx="328136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65" name="Equation" r:id="rId22" imgW="1044575" imgH="256540" progId="Equation.3">
                  <p:embed/>
                </p:oleObj>
              </mc:Choice>
              <mc:Fallback>
                <p:oleObj name="Equation" r:id="rId22" imgW="1044575" imgH="2565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213" y="5184775"/>
                        <a:ext cx="328136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80" name="Object 16"/>
          <p:cNvGraphicFramePr>
            <a:graphicFrameLocks noChangeAspect="1"/>
          </p:cNvGraphicFramePr>
          <p:nvPr/>
        </p:nvGraphicFramePr>
        <p:xfrm>
          <a:off x="7291388" y="5235575"/>
          <a:ext cx="1608137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566" name="Equation" r:id="rId24" imgW="578485" imgH="256540" progId="Equation.3">
                  <p:embed/>
                </p:oleObj>
              </mc:Choice>
              <mc:Fallback>
                <p:oleObj name="Equation" r:id="rId24" imgW="578485" imgH="2565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1388" y="5235575"/>
                        <a:ext cx="1608137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8" name="Rectangle 17"/>
          <p:cNvSpPr>
            <a:spLocks noChangeArrowheads="1"/>
          </p:cNvSpPr>
          <p:nvPr/>
        </p:nvSpPr>
        <p:spPr bwMode="auto">
          <a:xfrm>
            <a:off x="374650" y="0"/>
            <a:ext cx="8001000" cy="5381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§8.3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变换的性质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2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2150"/>
    </mc:Choice>
    <mc:Fallback>
      <p:transition spd="slow" advTm="1521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0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0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0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0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90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0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0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167CF12-0E3F-4F49-88BE-12BADB26A048}" type="datetime1">
              <a:rPr lang="zh-CN" altLang="en-US" smtClean="0"/>
            </a:fld>
            <a:endParaRPr lang="zh-CN" altLang="en-US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8013" y="558800"/>
            <a:ext cx="4059237" cy="304800"/>
          </a:xfrm>
          <a:noFill/>
        </p:spPr>
        <p:txBody>
          <a:bodyPr anchor="t"/>
          <a:lstStyle/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FF"/>
                </a:solidFill>
                <a:ea typeface="黑体" panose="02010609060101010101" pitchFamily="49" charset="-122"/>
              </a:rPr>
              <a:t>3</a:t>
            </a:r>
            <a:r>
              <a:rPr lang="zh-CN" altLang="en-US" sz="2600" b="1">
                <a:solidFill>
                  <a:srgbClr val="0000FF"/>
                </a:solidFill>
                <a:ea typeface="黑体" panose="02010609060101010101" pitchFamily="49" charset="-122"/>
              </a:rPr>
              <a:t>、</a:t>
            </a:r>
            <a:r>
              <a:rPr lang="en-US" altLang="zh-CN" sz="2600" b="1">
                <a:solidFill>
                  <a:srgbClr val="0000FF"/>
                </a:solidFill>
                <a:ea typeface="黑体" panose="02010609060101010101" pitchFamily="49" charset="-122"/>
              </a:rPr>
              <a:t>z</a:t>
            </a:r>
            <a:r>
              <a:rPr lang="zh-CN" altLang="en-US" sz="2600" b="1">
                <a:solidFill>
                  <a:srgbClr val="0000FF"/>
                </a:solidFill>
                <a:ea typeface="黑体" panose="02010609060101010101" pitchFamily="49" charset="-122"/>
              </a:rPr>
              <a:t>域尺度变换性：</a:t>
            </a:r>
            <a:endParaRPr lang="zh-CN" altLang="en-US" sz="2600" b="1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192515" name="Rectangle 3"/>
          <p:cNvSpPr>
            <a:spLocks noChangeArrowheads="1"/>
          </p:cNvSpPr>
          <p:nvPr/>
        </p:nvSpPr>
        <p:spPr bwMode="auto">
          <a:xfrm>
            <a:off x="600075" y="3319463"/>
            <a:ext cx="13541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kumimoji="1" lang="en-US" altLang="zh-CN" sz="20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:  </a:t>
            </a:r>
            <a:r>
              <a:rPr kumimoji="1"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已知</a:t>
            </a:r>
            <a:endParaRPr kumimoji="1" lang="zh-CN" altLang="en-US" sz="2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1322388" y="1041400"/>
            <a:ext cx="4645025" cy="457200"/>
            <a:chOff x="1474" y="346"/>
            <a:chExt cx="2926" cy="288"/>
          </a:xfrm>
        </p:grpSpPr>
        <p:sp>
          <p:nvSpPr>
            <p:cNvPr id="48148" name="Text Box 5"/>
            <p:cNvSpPr txBox="1">
              <a:spLocks noChangeArrowheads="1"/>
            </p:cNvSpPr>
            <p:nvPr/>
          </p:nvSpPr>
          <p:spPr bwMode="auto">
            <a:xfrm>
              <a:off x="1474" y="346"/>
              <a:ext cx="15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若</a:t>
              </a:r>
              <a:r>
                <a:rPr kumimoji="1" lang="en-US" altLang="zh-CN" sz="20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f(k) </a:t>
              </a:r>
              <a:r>
                <a:rPr kumimoji="1" lang="en-US" altLang="zh-CN" sz="20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 </a:t>
              </a:r>
              <a:r>
                <a:rPr kumimoji="1" lang="en-US" altLang="zh-CN" sz="20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F(z</a:t>
              </a:r>
              <a:r>
                <a:rPr kumimoji="1" lang="en-US" altLang="zh-CN" sz="20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  <a:r>
                <a:rPr kumimoji="1" lang="zh-CN" altLang="en-US" sz="20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，</a:t>
              </a:r>
              <a:endParaRPr kumimoji="1" lang="zh-CN" altLang="en-US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8149" name="Object 6"/>
            <p:cNvGraphicFramePr>
              <a:graphicFrameLocks noChangeAspect="1"/>
            </p:cNvGraphicFramePr>
            <p:nvPr/>
          </p:nvGraphicFramePr>
          <p:xfrm>
            <a:off x="3152" y="346"/>
            <a:ext cx="124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502" name="" r:id="rId1" imgW="1218565" imgH="292100" progId="Equation.3">
                    <p:embed/>
                  </p:oleObj>
                </mc:Choice>
                <mc:Fallback>
                  <p:oleObj name="" r:id="rId1" imgW="1218565" imgH="2921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346"/>
                          <a:ext cx="124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/>
          <p:cNvGrpSpPr/>
          <p:nvPr/>
        </p:nvGrpSpPr>
        <p:grpSpPr bwMode="auto">
          <a:xfrm>
            <a:off x="1085850" y="1398588"/>
            <a:ext cx="6061075" cy="1862137"/>
            <a:chOff x="657" y="663"/>
            <a:chExt cx="3818" cy="1173"/>
          </a:xfrm>
        </p:grpSpPr>
        <p:sp>
          <p:nvSpPr>
            <p:cNvPr id="48142" name="Rectangle 8"/>
            <p:cNvSpPr>
              <a:spLocks noChangeArrowheads="1"/>
            </p:cNvSpPr>
            <p:nvPr/>
          </p:nvSpPr>
          <p:spPr bwMode="auto">
            <a:xfrm>
              <a:off x="657" y="663"/>
              <a:ext cx="4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zh-CN" altLang="en-US" sz="20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则</a:t>
              </a:r>
              <a:endParaRPr kumimoji="1" lang="zh-CN" altLang="en-US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48143" name="Group 9"/>
            <p:cNvGrpSpPr/>
            <p:nvPr/>
          </p:nvGrpSpPr>
          <p:grpSpPr bwMode="auto">
            <a:xfrm>
              <a:off x="1338" y="799"/>
              <a:ext cx="3137" cy="1037"/>
              <a:chOff x="1338" y="709"/>
              <a:chExt cx="3137" cy="1037"/>
            </a:xfrm>
          </p:grpSpPr>
          <p:graphicFrame>
            <p:nvGraphicFramePr>
              <p:cNvPr id="48144" name="Object 10"/>
              <p:cNvGraphicFramePr>
                <a:graphicFrameLocks noChangeAspect="1"/>
              </p:cNvGraphicFramePr>
              <p:nvPr/>
            </p:nvGraphicFramePr>
            <p:xfrm>
              <a:off x="1338" y="754"/>
              <a:ext cx="1344" cy="5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503" name="Equation" r:id="rId3" imgW="702310" imgH="243205" progId="Equation.3">
                      <p:embed/>
                    </p:oleObj>
                  </mc:Choice>
                  <mc:Fallback>
                    <p:oleObj name="Equation" r:id="rId3" imgW="702310" imgH="243205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38" y="754"/>
                            <a:ext cx="1344" cy="5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45" name="Object 11"/>
              <p:cNvGraphicFramePr>
                <a:graphicFrameLocks noChangeAspect="1"/>
              </p:cNvGraphicFramePr>
              <p:nvPr/>
            </p:nvGraphicFramePr>
            <p:xfrm>
              <a:off x="3198" y="709"/>
              <a:ext cx="1152" cy="5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504" name="" r:id="rId5" imgW="1244600" imgH="558800" progId="Equation.3">
                      <p:embed/>
                    </p:oleObj>
                  </mc:Choice>
                  <mc:Fallback>
                    <p:oleObj name="" r:id="rId5" imgW="1244600" imgH="558800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98" y="709"/>
                            <a:ext cx="1152" cy="5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46" name="Object 12"/>
              <p:cNvGraphicFramePr>
                <a:graphicFrameLocks noChangeAspect="1"/>
              </p:cNvGraphicFramePr>
              <p:nvPr/>
            </p:nvGraphicFramePr>
            <p:xfrm>
              <a:off x="3107" y="1434"/>
              <a:ext cx="1368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505" name="" r:id="rId7" imgW="1295400" imgH="292100" progId="Equation.3">
                      <p:embed/>
                    </p:oleObj>
                  </mc:Choice>
                  <mc:Fallback>
                    <p:oleObj name="" r:id="rId7" imgW="1295400" imgH="292100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07" y="1434"/>
                            <a:ext cx="1368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147" name="Object 13"/>
              <p:cNvGraphicFramePr>
                <a:graphicFrameLocks noChangeAspect="1"/>
              </p:cNvGraphicFramePr>
              <p:nvPr/>
            </p:nvGraphicFramePr>
            <p:xfrm>
              <a:off x="1338" y="1434"/>
              <a:ext cx="1536" cy="3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506" name="Equation" r:id="rId9" imgW="756920" imgH="120015" progId="Equation.3">
                      <p:embed/>
                    </p:oleObj>
                  </mc:Choice>
                  <mc:Fallback>
                    <p:oleObj name="Equation" r:id="rId9" imgW="756920" imgH="120015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38" y="1434"/>
                            <a:ext cx="1536" cy="3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92526" name="Object 14"/>
          <p:cNvGraphicFramePr>
            <a:graphicFrameLocks noChangeAspect="1"/>
          </p:cNvGraphicFramePr>
          <p:nvPr/>
        </p:nvGraphicFramePr>
        <p:xfrm>
          <a:off x="1895475" y="3284538"/>
          <a:ext cx="43180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07" name="公式" r:id="rId11" imgW="2044700" imgH="431800" progId="Equation.3">
                  <p:embed/>
                </p:oleObj>
              </mc:Choice>
              <mc:Fallback>
                <p:oleObj name="公式" r:id="rId11" imgW="2044700" imgH="431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475" y="3284538"/>
                        <a:ext cx="4318000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7" name="Object 15"/>
          <p:cNvGraphicFramePr>
            <a:graphicFrameLocks noChangeAspect="1"/>
          </p:cNvGraphicFramePr>
          <p:nvPr/>
        </p:nvGraphicFramePr>
        <p:xfrm>
          <a:off x="1039813" y="4348163"/>
          <a:ext cx="4699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08" name="公式" r:id="rId13" imgW="2349500" imgH="241300" progId="Equation.3">
                  <p:embed/>
                </p:oleObj>
              </mc:Choice>
              <mc:Fallback>
                <p:oleObj name="公式" r:id="rId13" imgW="2349500" imgH="2413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813" y="4348163"/>
                        <a:ext cx="4699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8" name="Object 16"/>
          <p:cNvGraphicFramePr>
            <a:graphicFrameLocks noChangeAspect="1"/>
          </p:cNvGraphicFramePr>
          <p:nvPr/>
        </p:nvGraphicFramePr>
        <p:xfrm>
          <a:off x="542925" y="4881563"/>
          <a:ext cx="48212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09" name="Equation" r:id="rId15" imgW="1510030" imgH="270510" progId="Equation.3">
                  <p:embed/>
                </p:oleObj>
              </mc:Choice>
              <mc:Fallback>
                <p:oleObj name="Equation" r:id="rId15" imgW="1510030" imgH="27051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" y="4881563"/>
                        <a:ext cx="482123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9" name="Object 17"/>
          <p:cNvGraphicFramePr>
            <a:graphicFrameLocks noChangeAspect="1"/>
          </p:cNvGraphicFramePr>
          <p:nvPr/>
        </p:nvGraphicFramePr>
        <p:xfrm>
          <a:off x="5992813" y="5178425"/>
          <a:ext cx="146208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10" name="" r:id="rId17" imgW="596900" imgH="292100" progId="Equation.3">
                  <p:embed/>
                </p:oleObj>
              </mc:Choice>
              <mc:Fallback>
                <p:oleObj name="" r:id="rId17" imgW="596900" imgH="2921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2813" y="5178425"/>
                        <a:ext cx="146208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30" name="Object 18"/>
          <p:cNvGraphicFramePr>
            <a:graphicFrameLocks noChangeAspect="1"/>
          </p:cNvGraphicFramePr>
          <p:nvPr/>
        </p:nvGraphicFramePr>
        <p:xfrm>
          <a:off x="749300" y="5973763"/>
          <a:ext cx="7602538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11" name="Equation" r:id="rId19" imgW="3340100" imgH="482600" progId="Equation.3">
                  <p:embed/>
                </p:oleObj>
              </mc:Choice>
              <mc:Fallback>
                <p:oleObj name="Equation" r:id="rId19" imgW="3340100" imgH="482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5973763"/>
                        <a:ext cx="7602538" cy="9286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31" name="Object 19"/>
          <p:cNvGraphicFramePr>
            <a:graphicFrameLocks noChangeAspect="1"/>
          </p:cNvGraphicFramePr>
          <p:nvPr/>
        </p:nvGraphicFramePr>
        <p:xfrm>
          <a:off x="6516688" y="3573463"/>
          <a:ext cx="15351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12" name="公式" r:id="rId21" imgW="368300" imgH="254000" progId="Equation.3">
                  <p:embed/>
                </p:oleObj>
              </mc:Choice>
              <mc:Fallback>
                <p:oleObj name="公式" r:id="rId21" imgW="368300" imgH="2540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3573463"/>
                        <a:ext cx="153511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1" name="Rectangle 20"/>
          <p:cNvSpPr>
            <a:spLocks noChangeArrowheads="1"/>
          </p:cNvSpPr>
          <p:nvPr/>
        </p:nvSpPr>
        <p:spPr bwMode="auto">
          <a:xfrm>
            <a:off x="374650" y="0"/>
            <a:ext cx="8001000" cy="5381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§8.3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变换的性质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2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8434"/>
    </mc:Choice>
    <mc:Fallback>
      <p:transition spd="slow" advTm="1284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19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2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2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9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2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2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2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2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1F5348D-498A-4F69-BE2A-C215634E0FCF}" type="datetime1">
              <a:rPr lang="zh-CN" altLang="en-US" smtClean="0"/>
            </a:fld>
            <a:endParaRPr lang="zh-CN" altLang="en-US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58800" y="587375"/>
            <a:ext cx="3643313" cy="298450"/>
          </a:xfrm>
          <a:noFill/>
        </p:spPr>
        <p:txBody>
          <a:bodyPr anchor="t"/>
          <a:lstStyle/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FF"/>
                </a:solidFill>
                <a:ea typeface="黑体" panose="02010609060101010101" pitchFamily="49" charset="-122"/>
              </a:rPr>
              <a:t>4</a:t>
            </a:r>
            <a:r>
              <a:rPr lang="zh-CN" altLang="en-US" sz="2600" b="1">
                <a:solidFill>
                  <a:srgbClr val="0000FF"/>
                </a:solidFill>
                <a:ea typeface="黑体" panose="02010609060101010101" pitchFamily="49" charset="-122"/>
              </a:rPr>
              <a:t>、 </a:t>
            </a:r>
            <a:r>
              <a:rPr lang="en-US" altLang="zh-CN" sz="2600" b="1">
                <a:solidFill>
                  <a:srgbClr val="0000FF"/>
                </a:solidFill>
                <a:ea typeface="黑体" panose="02010609060101010101" pitchFamily="49" charset="-122"/>
              </a:rPr>
              <a:t>Z</a:t>
            </a:r>
            <a:r>
              <a:rPr lang="zh-CN" altLang="en-US" sz="2600" b="1">
                <a:solidFill>
                  <a:srgbClr val="0000FF"/>
                </a:solidFill>
                <a:ea typeface="黑体" panose="02010609060101010101" pitchFamily="49" charset="-122"/>
              </a:rPr>
              <a:t>域微分性</a:t>
            </a:r>
            <a:endParaRPr lang="zh-CN" altLang="en-US" sz="2600" b="1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349375" y="1096963"/>
            <a:ext cx="6911975" cy="1414462"/>
            <a:chOff x="884" y="572"/>
            <a:chExt cx="4354" cy="891"/>
          </a:xfrm>
        </p:grpSpPr>
        <p:sp>
          <p:nvSpPr>
            <p:cNvPr id="49163" name="Text Box 4"/>
            <p:cNvSpPr txBox="1">
              <a:spLocks noChangeArrowheads="1"/>
            </p:cNvSpPr>
            <p:nvPr/>
          </p:nvSpPr>
          <p:spPr bwMode="auto">
            <a:xfrm>
              <a:off x="975" y="572"/>
              <a:ext cx="20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若</a:t>
              </a:r>
              <a:r>
                <a:rPr kumimoji="1" lang="en-US" altLang="zh-CN" sz="24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f(k) </a:t>
              </a:r>
              <a:r>
                <a:rPr kumimoji="1" lang="en-US" altLang="zh-CN" sz="24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 </a:t>
              </a:r>
              <a:r>
                <a:rPr kumimoji="1" lang="en-US" altLang="zh-CN" sz="24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F(z</a:t>
              </a:r>
              <a:r>
                <a:rPr kumimoji="1" lang="en-US" altLang="zh-CN" sz="24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  <a:r>
                <a:rPr kumimoji="1" lang="zh-CN" altLang="en-US" sz="24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，则</a:t>
              </a:r>
              <a:endParaRPr kumimoji="1" lang="zh-CN" altLang="en-US" sz="24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49164" name="Object 5"/>
            <p:cNvGraphicFramePr>
              <a:graphicFrameLocks noChangeAspect="1"/>
            </p:cNvGraphicFramePr>
            <p:nvPr/>
          </p:nvGraphicFramePr>
          <p:xfrm>
            <a:off x="884" y="890"/>
            <a:ext cx="1872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11" name="Equation" r:id="rId1" imgW="880110" imgH="243205" progId="Equation.3">
                    <p:embed/>
                  </p:oleObj>
                </mc:Choice>
                <mc:Fallback>
                  <p:oleObj name="Equation" r:id="rId1" imgW="880110" imgH="24320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890"/>
                          <a:ext cx="1872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65" name="Object 6"/>
            <p:cNvGraphicFramePr>
              <a:graphicFrameLocks noChangeAspect="1"/>
            </p:cNvGraphicFramePr>
            <p:nvPr/>
          </p:nvGraphicFramePr>
          <p:xfrm>
            <a:off x="3107" y="935"/>
            <a:ext cx="2131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12" name="公式" r:id="rId3" imgW="1010285" imgH="243205" progId="Equation.3">
                    <p:embed/>
                  </p:oleObj>
                </mc:Choice>
                <mc:Fallback>
                  <p:oleObj name="公式" r:id="rId3" imgW="1010285" imgH="243205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935"/>
                          <a:ext cx="2131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3543" name="Object 7"/>
          <p:cNvGraphicFramePr>
            <a:graphicFrameLocks noChangeAspect="1"/>
          </p:cNvGraphicFramePr>
          <p:nvPr/>
        </p:nvGraphicFramePr>
        <p:xfrm>
          <a:off x="468313" y="3860800"/>
          <a:ext cx="2462212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13" name="公式" r:id="rId5" imgW="888365" imgH="215900" progId="Equation.3">
                  <p:embed/>
                </p:oleObj>
              </mc:Choice>
              <mc:Fallback>
                <p:oleObj name="公式" r:id="rId5" imgW="888365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860800"/>
                        <a:ext cx="2462212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44" name="Object 8"/>
          <p:cNvGraphicFramePr>
            <a:graphicFrameLocks noChangeAspect="1"/>
          </p:cNvGraphicFramePr>
          <p:nvPr/>
        </p:nvGraphicFramePr>
        <p:xfrm>
          <a:off x="1116013" y="5516563"/>
          <a:ext cx="17938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14" name="公式" r:id="rId7" imgW="647700" imgH="228600" progId="Equation.3">
                  <p:embed/>
                </p:oleObj>
              </mc:Choice>
              <mc:Fallback>
                <p:oleObj name="公式" r:id="rId7" imgW="6477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516563"/>
                        <a:ext cx="179387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45" name="Object 9"/>
          <p:cNvGraphicFramePr>
            <a:graphicFrameLocks noChangeAspect="1"/>
          </p:cNvGraphicFramePr>
          <p:nvPr/>
        </p:nvGraphicFramePr>
        <p:xfrm>
          <a:off x="3203575" y="3573463"/>
          <a:ext cx="5240338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15" name="公式" r:id="rId9" imgW="1892300" imgH="444500" progId="Equation.3">
                  <p:embed/>
                </p:oleObj>
              </mc:Choice>
              <mc:Fallback>
                <p:oleObj name="公式" r:id="rId9" imgW="1892300" imgH="444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573463"/>
                        <a:ext cx="5240338" cy="12319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99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46" name="Object 10"/>
          <p:cNvGraphicFramePr>
            <a:graphicFrameLocks noChangeAspect="1"/>
          </p:cNvGraphicFramePr>
          <p:nvPr/>
        </p:nvGraphicFramePr>
        <p:xfrm>
          <a:off x="3059113" y="5084763"/>
          <a:ext cx="5732462" cy="133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16" name="公式" r:id="rId11" imgW="2070100" imgH="482600" progId="Equation.3">
                  <p:embed/>
                </p:oleObj>
              </mc:Choice>
              <mc:Fallback>
                <p:oleObj name="公式" r:id="rId11" imgW="2070100" imgH="482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084763"/>
                        <a:ext cx="5732462" cy="13382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47" name="Object 11"/>
          <p:cNvGraphicFramePr>
            <a:graphicFrameLocks noChangeAspect="1"/>
          </p:cNvGraphicFramePr>
          <p:nvPr/>
        </p:nvGraphicFramePr>
        <p:xfrm>
          <a:off x="890588" y="2497138"/>
          <a:ext cx="3455987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17" name="公式" r:id="rId13" imgW="1256665" imgH="393700" progId="Equation.3">
                  <p:embed/>
                </p:oleObj>
              </mc:Choice>
              <mc:Fallback>
                <p:oleObj name="公式" r:id="rId13" imgW="1256665" imgH="3937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2497138"/>
                        <a:ext cx="3455987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2" name="Rectangle 12"/>
          <p:cNvSpPr>
            <a:spLocks noChangeArrowheads="1"/>
          </p:cNvSpPr>
          <p:nvPr/>
        </p:nvSpPr>
        <p:spPr bwMode="auto">
          <a:xfrm>
            <a:off x="374650" y="0"/>
            <a:ext cx="8001000" cy="5381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§8.3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变换的性质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7942"/>
    </mc:Choice>
    <mc:Fallback>
      <p:transition spd="slow" advTm="1079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3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3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3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3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3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9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5514ABB-FBEF-49B6-B84F-C267962A3D93}" type="datetime1">
              <a:rPr lang="zh-CN" altLang="en-US" smtClean="0"/>
            </a:fld>
            <a:endParaRPr lang="zh-CN" altLang="en-US"/>
          </a:p>
        </p:txBody>
      </p:sp>
      <p:sp>
        <p:nvSpPr>
          <p:cNvPr id="51203" name="Rectangle 2"/>
          <p:cNvSpPr>
            <a:spLocks noChangeArrowheads="1"/>
          </p:cNvSpPr>
          <p:nvPr/>
        </p:nvSpPr>
        <p:spPr bwMode="auto">
          <a:xfrm>
            <a:off x="436563" y="641350"/>
            <a:ext cx="305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600">
                <a:solidFill>
                  <a:srgbClr val="0000FF"/>
                </a:solidFill>
                <a:latin typeface="Verdana" panose="020B0604030504040204" pitchFamily="34" charset="0"/>
              </a:rPr>
              <a:t>5</a:t>
            </a:r>
            <a:r>
              <a:rPr lang="zh-CN" altLang="en-US" sz="2600">
                <a:solidFill>
                  <a:srgbClr val="0000FF"/>
                </a:solidFill>
                <a:latin typeface="Verdana" panose="020B0604030504040204" pitchFamily="34" charset="0"/>
              </a:rPr>
              <a:t>、 </a:t>
            </a:r>
            <a:r>
              <a:rPr lang="en-US" altLang="zh-CN" sz="2600">
                <a:solidFill>
                  <a:srgbClr val="0000FF"/>
                </a:solidFill>
                <a:latin typeface="Verdana" panose="020B0604030504040204" pitchFamily="34" charset="0"/>
              </a:rPr>
              <a:t>Z</a:t>
            </a:r>
            <a:r>
              <a:rPr lang="zh-CN" altLang="en-US" sz="2600">
                <a:solidFill>
                  <a:srgbClr val="0000FF"/>
                </a:solidFill>
                <a:latin typeface="Verdana" panose="020B0604030504040204" pitchFamily="34" charset="0"/>
              </a:rPr>
              <a:t>域积分性</a:t>
            </a:r>
            <a:endParaRPr lang="zh-CN" altLang="en-US" sz="260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684213" y="1222375"/>
            <a:ext cx="7886700" cy="2041525"/>
            <a:chOff x="431" y="618"/>
            <a:chExt cx="4968" cy="1286"/>
          </a:xfrm>
        </p:grpSpPr>
        <p:sp>
          <p:nvSpPr>
            <p:cNvPr id="51213" name="Text Box 4"/>
            <p:cNvSpPr txBox="1">
              <a:spLocks noChangeArrowheads="1"/>
            </p:cNvSpPr>
            <p:nvPr/>
          </p:nvSpPr>
          <p:spPr bwMode="auto">
            <a:xfrm>
              <a:off x="431" y="618"/>
              <a:ext cx="20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若</a:t>
              </a:r>
              <a:r>
                <a:rPr kumimoji="1" lang="en-US" altLang="zh-CN" sz="24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f(k) </a:t>
              </a:r>
              <a:r>
                <a:rPr kumimoji="1" lang="en-US" altLang="zh-CN" sz="24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 </a:t>
              </a:r>
              <a:r>
                <a:rPr kumimoji="1" lang="en-US" altLang="zh-CN" sz="24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F(z</a:t>
              </a:r>
              <a:r>
                <a:rPr kumimoji="1" lang="en-US" altLang="zh-CN" sz="24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  <a:r>
                <a:rPr kumimoji="1" lang="zh-CN" altLang="en-US" sz="24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，则</a:t>
              </a:r>
              <a:endParaRPr kumimoji="1" lang="zh-CN" altLang="en-US" sz="24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1214" name="Object 5"/>
            <p:cNvGraphicFramePr>
              <a:graphicFrameLocks noChangeAspect="1"/>
            </p:cNvGraphicFramePr>
            <p:nvPr/>
          </p:nvGraphicFramePr>
          <p:xfrm>
            <a:off x="476" y="1071"/>
            <a:ext cx="2115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34" name="公式" r:id="rId1" imgW="907415" imgH="243205" progId="Equation.3">
                    <p:embed/>
                  </p:oleObj>
                </mc:Choice>
                <mc:Fallback>
                  <p:oleObj name="公式" r:id="rId1" imgW="907415" imgH="24320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1071"/>
                          <a:ext cx="2115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15" name="Object 6"/>
            <p:cNvGraphicFramePr>
              <a:graphicFrameLocks noChangeAspect="1"/>
            </p:cNvGraphicFramePr>
            <p:nvPr/>
          </p:nvGraphicFramePr>
          <p:xfrm>
            <a:off x="2835" y="1026"/>
            <a:ext cx="2564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35" name="公式" r:id="rId3" imgW="1216025" imgH="243205" progId="Equation.3">
                    <p:embed/>
                  </p:oleObj>
                </mc:Choice>
                <mc:Fallback>
                  <p:oleObj name="公式" r:id="rId3" imgW="1216025" imgH="243205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5" y="1026"/>
                          <a:ext cx="2564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6" name="Text Box 7"/>
            <p:cNvSpPr txBox="1">
              <a:spLocks noChangeArrowheads="1"/>
            </p:cNvSpPr>
            <p:nvPr/>
          </p:nvSpPr>
          <p:spPr bwMode="auto">
            <a:xfrm>
              <a:off x="567" y="1616"/>
              <a:ext cx="272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K+m</a:t>
              </a:r>
              <a:r>
                <a:rPr kumimoji="1" lang="en-US" altLang="zh-CN" sz="240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Tahoma" panose="020B0604030504040204" pitchFamily="34" charset="0"/>
                </a:rPr>
                <a:t>&gt;0</a:t>
              </a:r>
              <a:r>
                <a:rPr kumimoji="1" lang="zh-CN" altLang="en-US" sz="240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Tahoma" panose="020B0604030504040204" pitchFamily="34" charset="0"/>
                </a:rPr>
                <a:t>，</a:t>
              </a:r>
              <a:r>
                <a:rPr kumimoji="1" lang="zh-CN" altLang="en-US" sz="240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收敛域不变。</a:t>
              </a:r>
              <a:endParaRPr kumimoji="1" lang="zh-CN" altLang="en-US" sz="24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5592" name="Rectangle 8"/>
          <p:cNvSpPr>
            <a:spLocks noChangeArrowheads="1"/>
          </p:cNvSpPr>
          <p:nvPr/>
        </p:nvSpPr>
        <p:spPr bwMode="auto">
          <a:xfrm>
            <a:off x="684213" y="3573463"/>
            <a:ext cx="526256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:    </a:t>
            </a:r>
            <a:r>
              <a:rPr kumimoji="1"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求下列序列的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  <a:r>
              <a:rPr kumimoji="1"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变换。</a:t>
            </a:r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9"/>
          <p:cNvGrpSpPr/>
          <p:nvPr/>
        </p:nvGrpSpPr>
        <p:grpSpPr bwMode="auto">
          <a:xfrm>
            <a:off x="900430" y="4406900"/>
            <a:ext cx="7181850" cy="1640205"/>
            <a:chOff x="476" y="2931"/>
            <a:chExt cx="4479" cy="1033"/>
          </a:xfrm>
        </p:grpSpPr>
        <p:graphicFrame>
          <p:nvGraphicFramePr>
            <p:cNvPr id="51209" name="Object 10"/>
            <p:cNvGraphicFramePr>
              <a:graphicFrameLocks noChangeAspect="1"/>
            </p:cNvGraphicFramePr>
            <p:nvPr/>
          </p:nvGraphicFramePr>
          <p:xfrm>
            <a:off x="476" y="2931"/>
            <a:ext cx="1704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36" name="公式" r:id="rId5" imgW="1358265" imgH="215900" progId="Equation.3">
                    <p:embed/>
                  </p:oleObj>
                </mc:Choice>
                <mc:Fallback>
                  <p:oleObj name="公式" r:id="rId5" imgW="1358265" imgH="2159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2931"/>
                          <a:ext cx="1704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10" name="Object 11"/>
            <p:cNvGraphicFramePr>
              <a:graphicFrameLocks noChangeAspect="1"/>
            </p:cNvGraphicFramePr>
            <p:nvPr/>
          </p:nvGraphicFramePr>
          <p:xfrm>
            <a:off x="3107" y="2931"/>
            <a:ext cx="1848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37" name="公式" r:id="rId7" imgW="1473200" imgH="215900" progId="Equation.3">
                    <p:embed/>
                  </p:oleObj>
                </mc:Choice>
                <mc:Fallback>
                  <p:oleObj name="公式" r:id="rId7" imgW="1473200" imgH="2159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2931"/>
                          <a:ext cx="1848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11" name="Object 12"/>
            <p:cNvGraphicFramePr>
              <a:graphicFrameLocks noChangeAspect="1"/>
            </p:cNvGraphicFramePr>
            <p:nvPr/>
          </p:nvGraphicFramePr>
          <p:xfrm>
            <a:off x="3107" y="3430"/>
            <a:ext cx="1339" cy="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38" name="公式" r:id="rId9" imgW="1066800" imgH="393700" progId="Equation.3">
                    <p:embed/>
                  </p:oleObj>
                </mc:Choice>
                <mc:Fallback>
                  <p:oleObj name="公式" r:id="rId9" imgW="1066800" imgH="3937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3430"/>
                          <a:ext cx="1339" cy="5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12" name="Object 13"/>
            <p:cNvGraphicFramePr>
              <a:graphicFrameLocks noChangeAspect="1"/>
            </p:cNvGraphicFramePr>
            <p:nvPr/>
          </p:nvGraphicFramePr>
          <p:xfrm>
            <a:off x="476" y="3430"/>
            <a:ext cx="1544" cy="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39" name="公式" r:id="rId11" imgW="1231265" imgH="393700" progId="Equation.3">
                    <p:embed/>
                  </p:oleObj>
                </mc:Choice>
                <mc:Fallback>
                  <p:oleObj name="公式" r:id="rId11" imgW="1231265" imgH="3937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3430"/>
                          <a:ext cx="1544" cy="5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5598" name="Object 14"/>
          <p:cNvGraphicFramePr>
            <a:graphicFrameLocks noChangeAspect="1"/>
          </p:cNvGraphicFramePr>
          <p:nvPr/>
        </p:nvGraphicFramePr>
        <p:xfrm>
          <a:off x="4889500" y="3344863"/>
          <a:ext cx="331311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0" name="公式" r:id="rId13" imgW="1024255" imgH="243205" progId="Equation.3">
                  <p:embed/>
                </p:oleObj>
              </mc:Choice>
              <mc:Fallback>
                <p:oleObj name="公式" r:id="rId13" imgW="1024255" imgH="24320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0" y="3344863"/>
                        <a:ext cx="331311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Rectangle 15"/>
          <p:cNvSpPr>
            <a:spLocks noChangeArrowheads="1"/>
          </p:cNvSpPr>
          <p:nvPr/>
        </p:nvSpPr>
        <p:spPr bwMode="auto">
          <a:xfrm>
            <a:off x="374650" y="0"/>
            <a:ext cx="8001000" cy="5381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§8.3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变换的性质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3995"/>
    </mc:Choice>
    <mc:Fallback>
      <p:transition spd="slow" advTm="1239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5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5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5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9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7570375-01AC-4DEE-BA60-6313F091D6BB}" type="datetime1">
              <a:rPr lang="zh-CN" altLang="en-US" smtClean="0"/>
            </a:fld>
            <a:endParaRPr lang="zh-CN" altLang="en-US"/>
          </a:p>
        </p:txBody>
      </p:sp>
      <p:sp>
        <p:nvSpPr>
          <p:cNvPr id="52227" name="Rectangle 2"/>
          <p:cNvSpPr>
            <a:spLocks noChangeArrowheads="1"/>
          </p:cNvSpPr>
          <p:nvPr/>
        </p:nvSpPr>
        <p:spPr bwMode="auto">
          <a:xfrm>
            <a:off x="423863" y="587375"/>
            <a:ext cx="35274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 dirty="0">
                <a:solidFill>
                  <a:srgbClr val="0000FF"/>
                </a:solidFill>
                <a:latin typeface="Verdana" panose="020B0604030504040204" pitchFamily="34" charset="0"/>
              </a:rPr>
              <a:t>  </a:t>
            </a:r>
            <a:r>
              <a:rPr lang="en-US" altLang="zh-CN" sz="2600" dirty="0">
                <a:solidFill>
                  <a:srgbClr val="0000FF"/>
                </a:solidFill>
                <a:latin typeface="Verdana" panose="020B0604030504040204" pitchFamily="34" charset="0"/>
              </a:rPr>
              <a:t>6</a:t>
            </a:r>
            <a:r>
              <a:rPr lang="zh-CN" altLang="en-US" sz="2600" dirty="0">
                <a:solidFill>
                  <a:srgbClr val="0000FF"/>
                </a:solidFill>
                <a:latin typeface="Verdana" panose="020B0604030504040204" pitchFamily="34" charset="0"/>
              </a:rPr>
              <a:t>、时域卷积定理：</a:t>
            </a:r>
            <a:endParaRPr lang="zh-CN" altLang="en-US" sz="2600" dirty="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930400" y="1019175"/>
            <a:ext cx="4597400" cy="1685925"/>
            <a:chOff x="431" y="436"/>
            <a:chExt cx="2896" cy="1062"/>
          </a:xfrm>
        </p:grpSpPr>
        <p:graphicFrame>
          <p:nvGraphicFramePr>
            <p:cNvPr id="52233" name="Object 4"/>
            <p:cNvGraphicFramePr>
              <a:graphicFrameLocks noChangeAspect="1"/>
            </p:cNvGraphicFramePr>
            <p:nvPr/>
          </p:nvGraphicFramePr>
          <p:xfrm>
            <a:off x="431" y="436"/>
            <a:ext cx="134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02" name="Equation" r:id="rId1" imgW="1066800" imgH="228600" progId="Equation.3">
                    <p:embed/>
                  </p:oleObj>
                </mc:Choice>
                <mc:Fallback>
                  <p:oleObj name="Equation" r:id="rId1" imgW="1066800" imgH="2286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436"/>
                          <a:ext cx="134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4" name="Object 5"/>
            <p:cNvGraphicFramePr>
              <a:graphicFrameLocks noChangeAspect="1"/>
            </p:cNvGraphicFramePr>
            <p:nvPr/>
          </p:nvGraphicFramePr>
          <p:xfrm>
            <a:off x="2018" y="482"/>
            <a:ext cx="1056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03" name="" r:id="rId3" imgW="1307465" imgH="292100" progId="Equation.3">
                    <p:embed/>
                  </p:oleObj>
                </mc:Choice>
                <mc:Fallback>
                  <p:oleObj name="" r:id="rId3" imgW="1307465" imgH="2921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482"/>
                          <a:ext cx="1056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5" name="Object 6"/>
            <p:cNvGraphicFramePr>
              <a:graphicFrameLocks noChangeAspect="1"/>
            </p:cNvGraphicFramePr>
            <p:nvPr/>
          </p:nvGraphicFramePr>
          <p:xfrm>
            <a:off x="431" y="844"/>
            <a:ext cx="124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04" name="Equation" r:id="rId5" imgW="1091565" imgH="254000" progId="Equation.3">
                    <p:embed/>
                  </p:oleObj>
                </mc:Choice>
                <mc:Fallback>
                  <p:oleObj name="Equation" r:id="rId5" imgW="1091565" imgH="2540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844"/>
                          <a:ext cx="1248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6" name="Object 7"/>
            <p:cNvGraphicFramePr>
              <a:graphicFrameLocks noChangeAspect="1"/>
            </p:cNvGraphicFramePr>
            <p:nvPr/>
          </p:nvGraphicFramePr>
          <p:xfrm>
            <a:off x="1973" y="844"/>
            <a:ext cx="1104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05" name="" r:id="rId7" imgW="1307465" imgH="304800" progId="Equation.3">
                    <p:embed/>
                  </p:oleObj>
                </mc:Choice>
                <mc:Fallback>
                  <p:oleObj name="" r:id="rId7" imgW="1307465" imgH="3048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844"/>
                          <a:ext cx="1104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7" name="Object 8"/>
            <p:cNvGraphicFramePr>
              <a:graphicFrameLocks noChangeAspect="1"/>
            </p:cNvGraphicFramePr>
            <p:nvPr/>
          </p:nvGraphicFramePr>
          <p:xfrm>
            <a:off x="975" y="1162"/>
            <a:ext cx="235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06" name="Equation" r:id="rId9" imgW="1905000" imgH="254000" progId="Equation.3">
                    <p:embed/>
                  </p:oleObj>
                </mc:Choice>
                <mc:Fallback>
                  <p:oleObj name="Equation" r:id="rId9" imgW="1905000" imgH="2540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1162"/>
                          <a:ext cx="2352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6617" name="Object 9"/>
          <p:cNvGraphicFramePr>
            <a:graphicFrameLocks noChangeAspect="1"/>
          </p:cNvGraphicFramePr>
          <p:nvPr/>
        </p:nvGraphicFramePr>
        <p:xfrm>
          <a:off x="2124075" y="2670175"/>
          <a:ext cx="41910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07" name="" r:id="rId11" imgW="2971800" imgH="304800" progId="Equation.3">
                  <p:embed/>
                </p:oleObj>
              </mc:Choice>
              <mc:Fallback>
                <p:oleObj name="" r:id="rId11" imgW="2971800" imgH="304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670175"/>
                        <a:ext cx="41910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8" name="Object 10"/>
          <p:cNvGraphicFramePr>
            <a:graphicFrameLocks noChangeAspect="1"/>
          </p:cNvGraphicFramePr>
          <p:nvPr/>
        </p:nvGraphicFramePr>
        <p:xfrm>
          <a:off x="827088" y="3860800"/>
          <a:ext cx="7667625" cy="243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08" name="公式" r:id="rId13" imgW="2318385" imgH="619760" progId="Equation.3">
                  <p:embed/>
                </p:oleObj>
              </mc:Choice>
              <mc:Fallback>
                <p:oleObj name="公式" r:id="rId13" imgW="2318385" imgH="6197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860800"/>
                        <a:ext cx="7667625" cy="243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9" name="Object 11"/>
          <p:cNvGraphicFramePr>
            <a:graphicFrameLocks noChangeAspect="1"/>
          </p:cNvGraphicFramePr>
          <p:nvPr/>
        </p:nvGraphicFramePr>
        <p:xfrm>
          <a:off x="468313" y="3246438"/>
          <a:ext cx="7796212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09" name="公式" r:id="rId15" imgW="2072005" imgH="113030" progId="Equation.3">
                  <p:embed/>
                </p:oleObj>
              </mc:Choice>
              <mc:Fallback>
                <p:oleObj name="公式" r:id="rId15" imgW="2072005" imgH="11303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246438"/>
                        <a:ext cx="7796212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2" name="Rectangle 12"/>
          <p:cNvSpPr>
            <a:spLocks noChangeArrowheads="1"/>
          </p:cNvSpPr>
          <p:nvPr/>
        </p:nvSpPr>
        <p:spPr bwMode="auto">
          <a:xfrm>
            <a:off x="374650" y="0"/>
            <a:ext cx="8001000" cy="5381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§8.3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变换的性质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242"/>
    </mc:Choice>
    <mc:Fallback>
      <p:transition spd="slow" advTm="1102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6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6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500"/>
                                        <p:tgtEl>
                                          <p:spTgt spid="19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9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4DA59FA-03ED-4356-B182-A84A861AB413}" type="datetime1">
              <a:rPr lang="zh-CN" altLang="en-US" smtClean="0"/>
            </a:fld>
            <a:endParaRPr lang="zh-CN" altLang="en-US"/>
          </a:p>
        </p:txBody>
      </p:sp>
      <p:sp>
        <p:nvSpPr>
          <p:cNvPr id="53251" name="Rectangle 2"/>
          <p:cNvSpPr>
            <a:spLocks noChangeArrowheads="1"/>
          </p:cNvSpPr>
          <p:nvPr/>
        </p:nvSpPr>
        <p:spPr bwMode="auto">
          <a:xfrm>
            <a:off x="357188" y="555625"/>
            <a:ext cx="993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1900">
                <a:solidFill>
                  <a:srgbClr val="99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例：</a:t>
            </a:r>
            <a:endParaRPr lang="zh-CN" altLang="en-US" sz="1900">
              <a:solidFill>
                <a:srgbClr val="9900FF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2" name="Text Box 3"/>
          <p:cNvSpPr txBox="1">
            <a:spLocks noChangeArrowheads="1"/>
          </p:cNvSpPr>
          <p:nvPr/>
        </p:nvSpPr>
        <p:spPr bwMode="auto">
          <a:xfrm>
            <a:off x="358775" y="1257300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endParaRPr kumimoji="1" lang="zh-CN" altLang="en-US" sz="240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97636" name="Object 4"/>
          <p:cNvGraphicFramePr>
            <a:graphicFrameLocks noChangeAspect="1"/>
          </p:cNvGraphicFramePr>
          <p:nvPr/>
        </p:nvGraphicFramePr>
        <p:xfrm>
          <a:off x="1187450" y="2133600"/>
          <a:ext cx="938213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41" name="公式" r:id="rId1" imgW="482600" imgH="203200" progId="Equation.3">
                  <p:embed/>
                </p:oleObj>
              </mc:Choice>
              <mc:Fallback>
                <p:oleObj name="公式" r:id="rId1" imgW="4826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133600"/>
                        <a:ext cx="938213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37" name="Object 5"/>
          <p:cNvGraphicFramePr>
            <a:graphicFrameLocks noChangeAspect="1"/>
          </p:cNvGraphicFramePr>
          <p:nvPr/>
        </p:nvGraphicFramePr>
        <p:xfrm>
          <a:off x="1116013" y="3141663"/>
          <a:ext cx="38004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42" name="公式" r:id="rId3" imgW="2235200" imgH="444500" progId="Equation.3">
                  <p:embed/>
                </p:oleObj>
              </mc:Choice>
              <mc:Fallback>
                <p:oleObj name="公式" r:id="rId3" imgW="22352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141663"/>
                        <a:ext cx="38004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5" name="Object 6"/>
          <p:cNvGraphicFramePr>
            <a:graphicFrameLocks noChangeAspect="1"/>
          </p:cNvGraphicFramePr>
          <p:nvPr/>
        </p:nvGraphicFramePr>
        <p:xfrm>
          <a:off x="1196975" y="534988"/>
          <a:ext cx="1751013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43" name="公式" r:id="rId5" imgW="578485" imgH="120015" progId="Equation.3">
                  <p:embed/>
                </p:oleObj>
              </mc:Choice>
              <mc:Fallback>
                <p:oleObj name="公式" r:id="rId5" imgW="578485" imgH="12001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534988"/>
                        <a:ext cx="1751013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6" name="Object 7"/>
          <p:cNvGraphicFramePr>
            <a:graphicFrameLocks noChangeAspect="1"/>
          </p:cNvGraphicFramePr>
          <p:nvPr/>
        </p:nvGraphicFramePr>
        <p:xfrm>
          <a:off x="3392488" y="606425"/>
          <a:ext cx="1852612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44" name="公式" r:id="rId7" imgW="592455" imgH="120015" progId="Equation.3">
                  <p:embed/>
                </p:oleObj>
              </mc:Choice>
              <mc:Fallback>
                <p:oleObj name="公式" r:id="rId7" imgW="592455" imgH="1200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488" y="606425"/>
                        <a:ext cx="1852612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7" name="Object 8"/>
          <p:cNvGraphicFramePr>
            <a:graphicFrameLocks noChangeAspect="1"/>
          </p:cNvGraphicFramePr>
          <p:nvPr/>
        </p:nvGraphicFramePr>
        <p:xfrm>
          <a:off x="5480050" y="679450"/>
          <a:ext cx="3055938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45" name="公式" r:id="rId9" imgW="880110" imgH="113030" progId="Equation.3">
                  <p:embed/>
                </p:oleObj>
              </mc:Choice>
              <mc:Fallback>
                <p:oleObj name="公式" r:id="rId9" imgW="880110" imgH="11303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0050" y="679450"/>
                        <a:ext cx="3055938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/>
          <p:nvPr/>
        </p:nvGrpSpPr>
        <p:grpSpPr bwMode="auto">
          <a:xfrm>
            <a:off x="2279650" y="1055688"/>
            <a:ext cx="2232025" cy="793750"/>
            <a:chOff x="1429" y="572"/>
            <a:chExt cx="1406" cy="500"/>
          </a:xfrm>
        </p:grpSpPr>
        <p:graphicFrame>
          <p:nvGraphicFramePr>
            <p:cNvPr id="53267" name="Object 10"/>
            <p:cNvGraphicFramePr>
              <a:graphicFrameLocks noChangeAspect="1"/>
            </p:cNvGraphicFramePr>
            <p:nvPr/>
          </p:nvGraphicFramePr>
          <p:xfrm>
            <a:off x="1429" y="572"/>
            <a:ext cx="378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646" name="公式" r:id="rId11" imgW="355600" imgH="393065" progId="Equation.3">
                    <p:embed/>
                  </p:oleObj>
                </mc:Choice>
                <mc:Fallback>
                  <p:oleObj name="公式" r:id="rId11" imgW="355600" imgH="393065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572"/>
                          <a:ext cx="378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68" name="Object 11"/>
            <p:cNvGraphicFramePr>
              <a:graphicFrameLocks noChangeAspect="1"/>
            </p:cNvGraphicFramePr>
            <p:nvPr/>
          </p:nvGraphicFramePr>
          <p:xfrm>
            <a:off x="2154" y="709"/>
            <a:ext cx="681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647" name="" r:id="rId13" imgW="558800" imgH="292100" progId="Equation.3">
                    <p:embed/>
                  </p:oleObj>
                </mc:Choice>
                <mc:Fallback>
                  <p:oleObj name="" r:id="rId13" imgW="558800" imgH="2921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4" y="709"/>
                          <a:ext cx="681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97644" name="Picture 1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1341438"/>
            <a:ext cx="2733675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7645" name="Object 13"/>
          <p:cNvGraphicFramePr>
            <a:graphicFrameLocks noChangeAspect="1"/>
          </p:cNvGraphicFramePr>
          <p:nvPr/>
        </p:nvGraphicFramePr>
        <p:xfrm>
          <a:off x="1227138" y="4270375"/>
          <a:ext cx="4897437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48" name="公式" r:id="rId16" imgW="1675765" imgH="393700" progId="Equation.3">
                  <p:embed/>
                </p:oleObj>
              </mc:Choice>
              <mc:Fallback>
                <p:oleObj name="公式" r:id="rId16" imgW="1675765" imgH="3937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138" y="4270375"/>
                        <a:ext cx="4897437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6" name="Object 14"/>
          <p:cNvGraphicFramePr>
            <a:graphicFrameLocks noChangeAspect="1"/>
          </p:cNvGraphicFramePr>
          <p:nvPr/>
        </p:nvGraphicFramePr>
        <p:xfrm>
          <a:off x="1301750" y="5253038"/>
          <a:ext cx="5873750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49" name="公式" r:id="rId18" imgW="2133600" imgH="393700" progId="Equation.3">
                  <p:embed/>
                </p:oleObj>
              </mc:Choice>
              <mc:Fallback>
                <p:oleObj name="公式" r:id="rId18" imgW="2133600" imgH="3937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5253038"/>
                        <a:ext cx="5873750" cy="10080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7" name="Object 15"/>
          <p:cNvGraphicFramePr>
            <a:graphicFrameLocks noChangeAspect="1"/>
          </p:cNvGraphicFramePr>
          <p:nvPr/>
        </p:nvGraphicFramePr>
        <p:xfrm>
          <a:off x="1279525" y="1293813"/>
          <a:ext cx="77311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50" name="公式" r:id="rId20" imgW="457200" imgH="203200" progId="Equation.3">
                  <p:embed/>
                </p:oleObj>
              </mc:Choice>
              <mc:Fallback>
                <p:oleObj name="公式" r:id="rId20" imgW="457200" imgH="203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9525" y="1293813"/>
                        <a:ext cx="773113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6"/>
          <p:cNvGrpSpPr/>
          <p:nvPr/>
        </p:nvGrpSpPr>
        <p:grpSpPr bwMode="auto">
          <a:xfrm>
            <a:off x="2195513" y="1916113"/>
            <a:ext cx="2374900" cy="792162"/>
            <a:chOff x="1383" y="1162"/>
            <a:chExt cx="1496" cy="499"/>
          </a:xfrm>
        </p:grpSpPr>
        <p:graphicFrame>
          <p:nvGraphicFramePr>
            <p:cNvPr id="53265" name="Object 17"/>
            <p:cNvGraphicFramePr>
              <a:graphicFrameLocks noChangeAspect="1"/>
            </p:cNvGraphicFramePr>
            <p:nvPr/>
          </p:nvGraphicFramePr>
          <p:xfrm>
            <a:off x="2154" y="1253"/>
            <a:ext cx="725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651" name="" r:id="rId22" imgW="546100" imgH="292100" progId="Equation.3">
                    <p:embed/>
                  </p:oleObj>
                </mc:Choice>
                <mc:Fallback>
                  <p:oleObj name="" r:id="rId22" imgW="546100" imgH="2921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4" y="1253"/>
                          <a:ext cx="725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66" name="Object 18"/>
            <p:cNvGraphicFramePr>
              <a:graphicFrameLocks noChangeAspect="1"/>
            </p:cNvGraphicFramePr>
            <p:nvPr/>
          </p:nvGraphicFramePr>
          <p:xfrm>
            <a:off x="1383" y="1162"/>
            <a:ext cx="451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652" name="公式" r:id="rId24" imgW="355600" imgH="393065" progId="Equation.3">
                    <p:embed/>
                  </p:oleObj>
                </mc:Choice>
                <mc:Fallback>
                  <p:oleObj name="公式" r:id="rId24" imgW="355600" imgH="393065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1162"/>
                          <a:ext cx="451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264" name="Rectangle 19"/>
          <p:cNvSpPr>
            <a:spLocks noChangeArrowheads="1"/>
          </p:cNvSpPr>
          <p:nvPr/>
        </p:nvSpPr>
        <p:spPr bwMode="auto">
          <a:xfrm>
            <a:off x="374650" y="0"/>
            <a:ext cx="8001000" cy="5381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§8.3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变换的性质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2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1389"/>
    </mc:Choice>
    <mc:Fallback>
      <p:transition spd="slow" advTm="1713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7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97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7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7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E889A77-6C2B-4D8F-9972-40479DAD5879}" type="datetime1">
              <a:rPr lang="zh-CN" altLang="en-US" smtClean="0"/>
            </a:fld>
            <a:endParaRPr lang="zh-CN" alt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11188" y="1484313"/>
            <a:ext cx="3924300" cy="4267200"/>
          </a:xfrm>
        </p:spPr>
        <p:txBody>
          <a:bodyPr/>
          <a:lstStyle/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600" b="1"/>
              <a:t>     </a:t>
            </a:r>
            <a:endParaRPr lang="zh-CN" altLang="en-US" sz="2600" b="1"/>
          </a:p>
        </p:txBody>
      </p:sp>
      <p:graphicFrame>
        <p:nvGraphicFramePr>
          <p:cNvPr id="54276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517650" y="1204913"/>
          <a:ext cx="592931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77" name="公式" r:id="rId1" imgW="2476500" imgH="241300" progId="Equation.3">
                  <p:embed/>
                </p:oleObj>
              </mc:Choice>
              <mc:Fallback>
                <p:oleObj name="公式" r:id="rId1" imgW="24765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650" y="1204913"/>
                        <a:ext cx="5929313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1" name="Object 5"/>
          <p:cNvGraphicFramePr>
            <a:graphicFrameLocks noChangeAspect="1"/>
          </p:cNvGraphicFramePr>
          <p:nvPr/>
        </p:nvGraphicFramePr>
        <p:xfrm>
          <a:off x="1258888" y="1808163"/>
          <a:ext cx="631190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78" name="公式" r:id="rId3" imgW="1993900" imgH="279400" progId="Equation.3">
                  <p:embed/>
                </p:oleObj>
              </mc:Choice>
              <mc:Fallback>
                <p:oleObj name="公式" r:id="rId3" imgW="1993900" imgH="279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808163"/>
                        <a:ext cx="6311900" cy="884237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2" name="Object 6"/>
          <p:cNvGraphicFramePr>
            <a:graphicFrameLocks noChangeAspect="1"/>
          </p:cNvGraphicFramePr>
          <p:nvPr/>
        </p:nvGraphicFramePr>
        <p:xfrm>
          <a:off x="1519238" y="4568825"/>
          <a:ext cx="461962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79" name="公式" r:id="rId5" imgW="1078865" imgH="160655" progId="Equation.3">
                  <p:embed/>
                </p:oleObj>
              </mc:Choice>
              <mc:Fallback>
                <p:oleObj name="公式" r:id="rId5" imgW="1078865" imgH="16065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4568825"/>
                        <a:ext cx="4619625" cy="77152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3" name="Object 7"/>
          <p:cNvGraphicFramePr>
            <a:graphicFrameLocks noChangeAspect="1"/>
          </p:cNvGraphicFramePr>
          <p:nvPr/>
        </p:nvGraphicFramePr>
        <p:xfrm>
          <a:off x="1535113" y="5416550"/>
          <a:ext cx="484505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80" name="公式" r:id="rId7" imgW="1393825" imgH="270510" progId="Equation.3">
                  <p:embed/>
                </p:oleObj>
              </mc:Choice>
              <mc:Fallback>
                <p:oleObj name="公式" r:id="rId7" imgW="1393825" imgH="27051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113" y="5416550"/>
                        <a:ext cx="4845050" cy="981075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0" name="Rectangle 9"/>
          <p:cNvSpPr>
            <a:spLocks noChangeArrowheads="1"/>
          </p:cNvSpPr>
          <p:nvPr/>
        </p:nvSpPr>
        <p:spPr bwMode="auto">
          <a:xfrm>
            <a:off x="374650" y="0"/>
            <a:ext cx="8001000" cy="5381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§8.3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变换的性质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281" name="Rectangle 10"/>
          <p:cNvSpPr>
            <a:spLocks noChangeArrowheads="1"/>
          </p:cNvSpPr>
          <p:nvPr/>
        </p:nvSpPr>
        <p:spPr bwMode="auto">
          <a:xfrm>
            <a:off x="600075" y="682625"/>
            <a:ext cx="40973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600">
                <a:solidFill>
                  <a:srgbClr val="0000FF"/>
                </a:solidFill>
                <a:latin typeface="Verdana" panose="020B0604030504040204" pitchFamily="34" charset="0"/>
              </a:rPr>
              <a:t>7</a:t>
            </a:r>
            <a:r>
              <a:rPr lang="zh-CN" altLang="en-US" sz="2600">
                <a:solidFill>
                  <a:srgbClr val="0000FF"/>
                </a:solidFill>
                <a:latin typeface="Verdana" panose="020B0604030504040204" pitchFamily="34" charset="0"/>
              </a:rPr>
              <a:t>、初值定理和终值定理</a:t>
            </a:r>
            <a:endParaRPr lang="zh-CN" altLang="en-US" sz="260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graphicFrame>
        <p:nvGraphicFramePr>
          <p:cNvPr id="198667" name="Object 11"/>
          <p:cNvGraphicFramePr>
            <a:graphicFrameLocks noChangeAspect="1"/>
          </p:cNvGraphicFramePr>
          <p:nvPr/>
        </p:nvGraphicFramePr>
        <p:xfrm>
          <a:off x="2827338" y="2849563"/>
          <a:ext cx="5472112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81" name="公式" r:id="rId9" imgW="1147445" imgH="106045" progId="Equation.3">
                  <p:embed/>
                </p:oleObj>
              </mc:Choice>
              <mc:Fallback>
                <p:oleObj name="公式" r:id="rId9" imgW="1147445" imgH="10604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338" y="2849563"/>
                        <a:ext cx="5472112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3" name="Rectangle 13"/>
          <p:cNvSpPr>
            <a:spLocks noChangeArrowheads="1"/>
          </p:cNvSpPr>
          <p:nvPr/>
        </p:nvSpPr>
        <p:spPr bwMode="auto">
          <a:xfrm>
            <a:off x="976313" y="2908300"/>
            <a:ext cx="1792287" cy="455613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367030" indent="-187325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0000FF"/>
                </a:solidFill>
              </a:rPr>
              <a:t>移序性质</a:t>
            </a:r>
            <a:endParaRPr lang="zh-CN" altLang="en-US">
              <a:solidFill>
                <a:srgbClr val="0000FF"/>
              </a:solidFill>
            </a:endParaRPr>
          </a:p>
        </p:txBody>
      </p:sp>
      <p:graphicFrame>
        <p:nvGraphicFramePr>
          <p:cNvPr id="198670" name="Object 1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855913" y="3432175"/>
          <a:ext cx="6013450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82" name="公式" r:id="rId11" imgW="1455420" imgH="270510" progId="Equation.3">
                  <p:embed/>
                </p:oleObj>
              </mc:Choice>
              <mc:Fallback>
                <p:oleObj name="公式" r:id="rId11" imgW="1455420" imgH="27051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3432175"/>
                        <a:ext cx="6013450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4911"/>
    </mc:Choice>
    <mc:Fallback>
      <p:transition spd="slow" advTm="1149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9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8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8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E8C4A46-CD5C-480D-A305-E2C932140EFD}" type="datetime1">
              <a:rPr lang="zh-CN" altLang="en-US" smtClean="0"/>
            </a:fld>
            <a:endParaRPr lang="zh-CN" altLang="en-US"/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92150" y="2227263"/>
            <a:ext cx="8777288" cy="3240087"/>
          </a:xfrm>
        </p:spPr>
        <p:txBody>
          <a:bodyPr/>
          <a:lstStyle/>
          <a:p>
            <a:pPr marL="0" indent="0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FF3300"/>
                </a:solidFill>
              </a:rPr>
              <a:t>终值定理的条件</a:t>
            </a:r>
            <a:r>
              <a:rPr lang="zh-CN" altLang="en-US" sz="2600" b="1"/>
              <a:t>：</a:t>
            </a:r>
            <a:endParaRPr lang="zh-CN" altLang="en-US" sz="2600" b="1"/>
          </a:p>
          <a:p>
            <a:pPr marL="0" indent="0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600" b="1"/>
              <a:t>① 单位圆外必须是</a:t>
            </a:r>
            <a:r>
              <a:rPr lang="en-US" altLang="zh-CN" sz="2600" b="1"/>
              <a:t>F(z)</a:t>
            </a:r>
            <a:r>
              <a:rPr lang="zh-CN" altLang="en-US" sz="2600" b="1"/>
              <a:t>收敛区的一部分；</a:t>
            </a:r>
            <a:endParaRPr lang="zh-CN" altLang="en-US" sz="2600" b="1"/>
          </a:p>
          <a:p>
            <a:pPr marL="0" indent="0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600" b="1"/>
              <a:t>② </a:t>
            </a:r>
            <a:r>
              <a:rPr lang="en-US" altLang="zh-CN" sz="2600" b="1"/>
              <a:t>F(z)</a:t>
            </a:r>
            <a:r>
              <a:rPr lang="zh-CN" altLang="en-US" sz="2600" b="1"/>
              <a:t>的极点在单位圆内或在单位圆上（一重极点）；</a:t>
            </a:r>
            <a:endParaRPr lang="zh-CN" altLang="en-US" sz="2600" b="1"/>
          </a:p>
          <a:p>
            <a:pPr marL="0" indent="0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600" b="1"/>
              <a:t>③                 存在。    </a:t>
            </a:r>
            <a:endParaRPr lang="zh-CN" altLang="en-US" sz="2600" b="1"/>
          </a:p>
          <a:p>
            <a:pPr marL="0" indent="0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600" b="1"/>
              <a:t>      </a:t>
            </a:r>
            <a:endParaRPr lang="zh-CN" altLang="en-US" sz="2600" b="1"/>
          </a:p>
        </p:txBody>
      </p:sp>
      <p:graphicFrame>
        <p:nvGraphicFramePr>
          <p:cNvPr id="199684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531938" y="4262438"/>
          <a:ext cx="1543050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9" name="公式" r:id="rId1" imgW="571500" imgH="279400" progId="Equation.3">
                  <p:embed/>
                </p:oleObj>
              </mc:Choice>
              <mc:Fallback>
                <p:oleObj name="公式" r:id="rId1" imgW="571500" imgH="279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938" y="4262438"/>
                        <a:ext cx="1543050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85" name="Rectangle 5"/>
          <p:cNvSpPr>
            <a:spLocks noChangeArrowheads="1"/>
          </p:cNvSpPr>
          <p:nvPr/>
        </p:nvSpPr>
        <p:spPr bwMode="auto">
          <a:xfrm>
            <a:off x="611188" y="5589588"/>
            <a:ext cx="8399462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不严格地讲，三个条件之一满足就可应用终值定理。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5302" name="Object 6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808038" y="1357313"/>
          <a:ext cx="684053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0" name="公式" r:id="rId3" imgW="2171700" imgH="279400" progId="Equation.3">
                  <p:embed/>
                </p:oleObj>
              </mc:Choice>
              <mc:Fallback>
                <p:oleObj name="公式" r:id="rId3" imgW="2171700" imgH="279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038" y="1357313"/>
                        <a:ext cx="6840537" cy="879475"/>
                      </a:xfrm>
                      <a:prstGeom prst="rect">
                        <a:avLst/>
                      </a:prstGeom>
                      <a:solidFill>
                        <a:srgbClr val="FF99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3" name="Rectangle 8"/>
          <p:cNvSpPr>
            <a:spLocks noChangeArrowheads="1"/>
          </p:cNvSpPr>
          <p:nvPr/>
        </p:nvSpPr>
        <p:spPr bwMode="auto">
          <a:xfrm>
            <a:off x="374650" y="0"/>
            <a:ext cx="8001000" cy="5381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§8.3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变换的性质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304" name="Rectangle 9"/>
          <p:cNvSpPr>
            <a:spLocks noChangeArrowheads="1"/>
          </p:cNvSpPr>
          <p:nvPr/>
        </p:nvSpPr>
        <p:spPr bwMode="auto">
          <a:xfrm>
            <a:off x="600075" y="682625"/>
            <a:ext cx="40973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600">
                <a:solidFill>
                  <a:srgbClr val="0000FF"/>
                </a:solidFill>
                <a:latin typeface="Verdana" panose="020B0604030504040204" pitchFamily="34" charset="0"/>
              </a:rPr>
              <a:t>7</a:t>
            </a:r>
            <a:r>
              <a:rPr lang="zh-CN" altLang="en-US" sz="2600">
                <a:solidFill>
                  <a:srgbClr val="0000FF"/>
                </a:solidFill>
                <a:latin typeface="Verdana" panose="020B0604030504040204" pitchFamily="34" charset="0"/>
              </a:rPr>
              <a:t>、初值定理和终值定理</a:t>
            </a:r>
            <a:endParaRPr lang="zh-CN" altLang="en-US" sz="260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9045"/>
    </mc:Choice>
    <mc:Fallback>
      <p:transition spd="slow" advTm="790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9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19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3" grpId="0" build="p"/>
      <p:bldP spid="19968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764C1EE-55E7-486B-BABA-86B04956FD0C}" type="datetime1">
              <a:rPr lang="zh-CN" altLang="en-US" smtClean="0"/>
            </a:fld>
            <a:endParaRPr lang="zh-CN" altLang="en-US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2588" y="811213"/>
            <a:ext cx="1055687" cy="349250"/>
          </a:xfrm>
        </p:spPr>
        <p:txBody>
          <a:bodyPr/>
          <a:lstStyle/>
          <a:p>
            <a:r>
              <a:rPr lang="zh-CN" altLang="en-US" sz="1900" b="1">
                <a:solidFill>
                  <a:srgbClr val="9900FF"/>
                </a:solidFill>
              </a:rPr>
              <a:t>例</a:t>
            </a:r>
            <a:r>
              <a:rPr lang="en-US" altLang="zh-CN" sz="1900" b="1">
                <a:solidFill>
                  <a:srgbClr val="9900FF"/>
                </a:solidFill>
              </a:rPr>
              <a:t>1</a:t>
            </a:r>
            <a:r>
              <a:rPr lang="zh-CN" altLang="en-US" sz="1900" b="1">
                <a:solidFill>
                  <a:srgbClr val="9900FF"/>
                </a:solidFill>
              </a:rPr>
              <a:t>：</a:t>
            </a:r>
            <a:endParaRPr lang="zh-CN" altLang="en-US" sz="1900" b="1">
              <a:solidFill>
                <a:srgbClr val="9900FF"/>
              </a:solidFill>
            </a:endParaRPr>
          </a:p>
        </p:txBody>
      </p:sp>
      <p:graphicFrame>
        <p:nvGraphicFramePr>
          <p:cNvPr id="56324" name="Object 3"/>
          <p:cNvGraphicFramePr>
            <a:graphicFrameLocks noChangeAspect="1"/>
          </p:cNvGraphicFramePr>
          <p:nvPr/>
        </p:nvGraphicFramePr>
        <p:xfrm>
          <a:off x="1344613" y="546100"/>
          <a:ext cx="82264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06" name="文档" r:id="rId1" imgW="5486400" imgH="545465" progId="Word.Document.8">
                  <p:embed/>
                </p:oleObj>
              </mc:Choice>
              <mc:Fallback>
                <p:oleObj name="文档" r:id="rId1" imgW="5486400" imgH="54546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546100"/>
                        <a:ext cx="822642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08" name="Text Box 4"/>
          <p:cNvSpPr txBox="1">
            <a:spLocks noChangeArrowheads="1"/>
          </p:cNvSpPr>
          <p:nvPr/>
        </p:nvSpPr>
        <p:spPr bwMode="auto">
          <a:xfrm>
            <a:off x="815975" y="1436688"/>
            <a:ext cx="1146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endParaRPr kumimoji="1" lang="zh-CN" altLang="en-US" sz="24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00709" name="Object 5"/>
          <p:cNvGraphicFramePr>
            <a:graphicFrameLocks noChangeAspect="1"/>
          </p:cNvGraphicFramePr>
          <p:nvPr/>
        </p:nvGraphicFramePr>
        <p:xfrm>
          <a:off x="2474913" y="2439988"/>
          <a:ext cx="3600450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07" name="公式" r:id="rId3" imgW="1320165" imgH="317500" progId="Equation.3">
                  <p:embed/>
                </p:oleObj>
              </mc:Choice>
              <mc:Fallback>
                <p:oleObj name="公式" r:id="rId3" imgW="1320165" imgH="317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913" y="2439988"/>
                        <a:ext cx="3600450" cy="88106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0" name="Object 6"/>
          <p:cNvGraphicFramePr>
            <a:graphicFrameLocks noChangeAspect="1"/>
          </p:cNvGraphicFramePr>
          <p:nvPr/>
        </p:nvGraphicFramePr>
        <p:xfrm>
          <a:off x="2297113" y="3778250"/>
          <a:ext cx="4135437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08" name="公式" r:id="rId5" imgW="1600200" imgH="317500" progId="Equation.3">
                  <p:embed/>
                </p:oleObj>
              </mc:Choice>
              <mc:Fallback>
                <p:oleObj name="公式" r:id="rId5" imgW="1600200" imgH="317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113" y="3778250"/>
                        <a:ext cx="4135437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1" name="Object 7"/>
          <p:cNvGraphicFramePr>
            <a:graphicFrameLocks noChangeAspect="1"/>
          </p:cNvGraphicFramePr>
          <p:nvPr/>
        </p:nvGraphicFramePr>
        <p:xfrm>
          <a:off x="2916238" y="4630738"/>
          <a:ext cx="3600450" cy="153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09" name="公式" r:id="rId7" imgW="1790700" imgH="762000" progId="Equation.3">
                  <p:embed/>
                </p:oleObj>
              </mc:Choice>
              <mc:Fallback>
                <p:oleObj name="公式" r:id="rId7" imgW="1790700" imgH="762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630738"/>
                        <a:ext cx="3600450" cy="153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2" name="Object 8"/>
          <p:cNvGraphicFramePr>
            <a:graphicFrameLocks noChangeAspect="1"/>
          </p:cNvGraphicFramePr>
          <p:nvPr/>
        </p:nvGraphicFramePr>
        <p:xfrm>
          <a:off x="2420938" y="1374775"/>
          <a:ext cx="472122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10" name="Equation" r:id="rId9" imgW="1428115" imgH="270510" progId="Equation.3">
                  <p:embed/>
                </p:oleObj>
              </mc:Choice>
              <mc:Fallback>
                <p:oleObj name="Equation" r:id="rId9" imgW="1428115" imgH="27051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938" y="1374775"/>
                        <a:ext cx="4721225" cy="931863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0" name="Rectangle 9"/>
          <p:cNvSpPr>
            <a:spLocks noChangeArrowheads="1"/>
          </p:cNvSpPr>
          <p:nvPr/>
        </p:nvSpPr>
        <p:spPr bwMode="auto">
          <a:xfrm>
            <a:off x="374650" y="0"/>
            <a:ext cx="8001000" cy="5381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§8.3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变换的性质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467"/>
    </mc:Choice>
    <mc:Fallback>
      <p:transition spd="slow" advTm="764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8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AF207D2-D94E-4C93-AF24-6D299C38F738}" type="datetime1">
              <a:rPr lang="zh-CN" altLang="en-US" smtClean="0"/>
            </a:fld>
            <a:endParaRPr lang="zh-CN" altLang="en-US"/>
          </a:p>
        </p:txBody>
      </p:sp>
      <p:sp>
        <p:nvSpPr>
          <p:cNvPr id="202754" name="Rectangle 2"/>
          <p:cNvSpPr>
            <a:spLocks noChangeArrowheads="1"/>
          </p:cNvSpPr>
          <p:nvPr/>
        </p:nvSpPr>
        <p:spPr bwMode="auto">
          <a:xfrm>
            <a:off x="461963" y="601663"/>
            <a:ext cx="1143000" cy="5334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zh-CN" altLang="en-US" sz="2400">
                <a:solidFill>
                  <a:srgbClr val="99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>
                <a:solidFill>
                  <a:srgbClr val="99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>
                <a:solidFill>
                  <a:srgbClr val="99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sz="2400">
              <a:solidFill>
                <a:srgbClr val="99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8372" name="Object 3"/>
          <p:cNvGraphicFramePr>
            <a:graphicFrameLocks noChangeAspect="1"/>
          </p:cNvGraphicFramePr>
          <p:nvPr/>
        </p:nvGraphicFramePr>
        <p:xfrm>
          <a:off x="1724025" y="481013"/>
          <a:ext cx="3352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2" name="Equation" r:id="rId1" imgW="955675" imgH="243205" progId="Equation.3">
                  <p:embed/>
                </p:oleObj>
              </mc:Choice>
              <mc:Fallback>
                <p:oleObj name="Equation" r:id="rId1" imgW="955675" imgH="24320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025" y="481013"/>
                        <a:ext cx="3352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3" name="Text Box 4"/>
          <p:cNvSpPr txBox="1">
            <a:spLocks noChangeArrowheads="1"/>
          </p:cNvSpPr>
          <p:nvPr/>
        </p:nvSpPr>
        <p:spPr bwMode="auto">
          <a:xfrm>
            <a:off x="5135563" y="771525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求</a:t>
            </a: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f(0)</a:t>
            </a: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f(1) </a:t>
            </a: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。</a:t>
            </a:r>
            <a:endParaRPr kumimoji="1" lang="zh-CN" altLang="en-US" sz="240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02757" name="Object 5"/>
          <p:cNvGraphicFramePr>
            <a:graphicFrameLocks noChangeAspect="1"/>
          </p:cNvGraphicFramePr>
          <p:nvPr/>
        </p:nvGraphicFramePr>
        <p:xfrm>
          <a:off x="1695450" y="2890838"/>
          <a:ext cx="1471613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3" name="公式" r:id="rId3" imgW="290830" imgH="106045" progId="Equation.3">
                  <p:embed/>
                </p:oleObj>
              </mc:Choice>
              <mc:Fallback>
                <p:oleObj name="公式" r:id="rId3" imgW="290830" imgH="10604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2890838"/>
                        <a:ext cx="1471613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58" name="Object 6"/>
          <p:cNvGraphicFramePr>
            <a:graphicFrameLocks noChangeAspect="1"/>
          </p:cNvGraphicFramePr>
          <p:nvPr/>
        </p:nvGraphicFramePr>
        <p:xfrm>
          <a:off x="1619250" y="4149725"/>
          <a:ext cx="1585913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4" name="公式" r:id="rId5" imgW="270510" imgH="106045" progId="Equation.3">
                  <p:embed/>
                </p:oleObj>
              </mc:Choice>
              <mc:Fallback>
                <p:oleObj name="公式" r:id="rId5" imgW="270510" imgH="10604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149725"/>
                        <a:ext cx="1585913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6" name="Text Box 7"/>
          <p:cNvSpPr txBox="1">
            <a:spLocks noChangeArrowheads="1"/>
          </p:cNvSpPr>
          <p:nvPr/>
        </p:nvSpPr>
        <p:spPr bwMode="auto">
          <a:xfrm>
            <a:off x="971550" y="1412875"/>
            <a:ext cx="1154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endParaRPr kumimoji="1" lang="zh-CN" altLang="en-US" sz="24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8377" name="WordArt 8">
            <a:hlinkClick r:id="rId7"/>
          </p:cNvPr>
          <p:cNvSpPr>
            <a:spLocks noChangeArrowheads="1" noChangeShapeType="1" noTextEdit="1"/>
          </p:cNvSpPr>
          <p:nvPr/>
        </p:nvSpPr>
        <p:spPr bwMode="auto">
          <a:xfrm>
            <a:off x="7192963" y="5461000"/>
            <a:ext cx="13716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i="1" kern="10">
                <a:ln w="31750">
                  <a:solidFill>
                    <a:srgbClr val="99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下一节</a:t>
            </a:r>
            <a:endParaRPr lang="zh-CN" altLang="en-US" sz="3600" i="1" kern="10">
              <a:ln w="31750">
                <a:solidFill>
                  <a:srgbClr val="9900FF"/>
                </a:solidFill>
                <a:round/>
              </a:ln>
              <a:solidFill>
                <a:srgbClr val="FFFFFF"/>
              </a:soli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02761" name="Object 9"/>
          <p:cNvGraphicFramePr>
            <a:graphicFrameLocks noChangeAspect="1"/>
          </p:cNvGraphicFramePr>
          <p:nvPr/>
        </p:nvGraphicFramePr>
        <p:xfrm>
          <a:off x="1835150" y="1341438"/>
          <a:ext cx="439261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5" name="Equation" r:id="rId8" imgW="1428115" imgH="270510" progId="Equation.3">
                  <p:embed/>
                </p:oleObj>
              </mc:Choice>
              <mc:Fallback>
                <p:oleObj name="Equation" r:id="rId8" imgW="1428115" imgH="27051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341438"/>
                        <a:ext cx="4392613" cy="866775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62" name="Object 10"/>
          <p:cNvGraphicFramePr>
            <a:graphicFrameLocks noChangeAspect="1"/>
          </p:cNvGraphicFramePr>
          <p:nvPr/>
        </p:nvGraphicFramePr>
        <p:xfrm>
          <a:off x="3317875" y="2828925"/>
          <a:ext cx="2447925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6" name="公式" r:id="rId10" imgW="510540" imgH="160655" progId="Equation.3">
                  <p:embed/>
                </p:oleObj>
              </mc:Choice>
              <mc:Fallback>
                <p:oleObj name="公式" r:id="rId10" imgW="510540" imgH="16065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75" y="2828925"/>
                        <a:ext cx="2447925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63" name="Object 11"/>
          <p:cNvGraphicFramePr>
            <a:graphicFrameLocks noChangeAspect="1"/>
          </p:cNvGraphicFramePr>
          <p:nvPr/>
        </p:nvGraphicFramePr>
        <p:xfrm>
          <a:off x="3132138" y="4076700"/>
          <a:ext cx="508476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97" name="公式" r:id="rId12" imgW="955675" imgH="160655" progId="Equation.3">
                  <p:embed/>
                </p:oleObj>
              </mc:Choice>
              <mc:Fallback>
                <p:oleObj name="公式" r:id="rId12" imgW="955675" imgH="16065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076700"/>
                        <a:ext cx="5084762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1" name="Rectangle 12"/>
          <p:cNvSpPr>
            <a:spLocks noChangeArrowheads="1"/>
          </p:cNvSpPr>
          <p:nvPr/>
        </p:nvSpPr>
        <p:spPr bwMode="auto">
          <a:xfrm>
            <a:off x="374650" y="0"/>
            <a:ext cx="8001000" cy="5381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§8.3 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变换的性质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4635"/>
    </mc:Choice>
    <mc:Fallback>
      <p:transition spd="slow" advTm="946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2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2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27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27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2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2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2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2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D445424-1908-4D9D-B0CB-4B6BAF454548}" type="datetime1">
              <a:rPr lang="zh-CN" altLang="en-US" smtClean="0"/>
            </a:fld>
            <a:endParaRPr lang="zh-CN" altLang="en-US"/>
          </a:p>
        </p:txBody>
      </p:sp>
      <p:graphicFrame>
        <p:nvGraphicFramePr>
          <p:cNvPr id="278530" name="Object 2"/>
          <p:cNvGraphicFramePr>
            <a:graphicFrameLocks noChangeAspect="1"/>
          </p:cNvGraphicFramePr>
          <p:nvPr/>
        </p:nvGraphicFramePr>
        <p:xfrm>
          <a:off x="4067175" y="525463"/>
          <a:ext cx="3078163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40" name="公式" r:id="rId1" imgW="1206500" imgH="431800" progId="Equation.3">
                  <p:embed/>
                </p:oleObj>
              </mc:Choice>
              <mc:Fallback>
                <p:oleObj name="公式" r:id="rId1" imgW="1206500" imgH="431800" progId="Equation.3">
                  <p:embed/>
                  <p:pic>
                    <p:nvPicPr>
                      <p:cNvPr id="0" name="图片 1527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25463"/>
                        <a:ext cx="3078163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0" name="Rectangle 3"/>
          <p:cNvSpPr>
            <a:spLocks noChangeArrowheads="1"/>
          </p:cNvSpPr>
          <p:nvPr/>
        </p:nvSpPr>
        <p:spPr bwMode="auto">
          <a:xfrm>
            <a:off x="590550" y="101600"/>
            <a:ext cx="1604963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5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回顾</a:t>
            </a:r>
            <a:endParaRPr lang="zh-CN" altLang="en-US" sz="2500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21" name="Rectangle 4"/>
          <p:cNvSpPr>
            <a:spLocks noChangeArrowheads="1"/>
          </p:cNvSpPr>
          <p:nvPr/>
        </p:nvSpPr>
        <p:spPr bwMode="auto">
          <a:xfrm>
            <a:off x="958850" y="825500"/>
            <a:ext cx="2520950" cy="503238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</a:t>
            </a:r>
            <a:endParaRPr lang="zh-CN" altLang="en-US" sz="210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22" name="Rectangle 5"/>
          <p:cNvSpPr>
            <a:spLocks noChangeArrowheads="1"/>
          </p:cNvSpPr>
          <p:nvPr/>
        </p:nvSpPr>
        <p:spPr bwMode="auto">
          <a:xfrm>
            <a:off x="981075" y="1522413"/>
            <a:ext cx="3095625" cy="503237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变换收敛域</a:t>
            </a:r>
            <a:endParaRPr lang="zh-CN" altLang="en-US" sz="210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1825625" y="2176463"/>
            <a:ext cx="5546725" cy="503237"/>
            <a:chOff x="1156" y="1525"/>
            <a:chExt cx="3494" cy="317"/>
          </a:xfrm>
        </p:grpSpPr>
        <p:sp>
          <p:nvSpPr>
            <p:cNvPr id="60434" name="Rectangle 7"/>
            <p:cNvSpPr>
              <a:spLocks noChangeArrowheads="1"/>
            </p:cNvSpPr>
            <p:nvPr/>
          </p:nvSpPr>
          <p:spPr bwMode="auto">
            <a:xfrm>
              <a:off x="1156" y="1525"/>
              <a:ext cx="998" cy="3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lang="zh-CN" altLang="en-US" sz="2100">
                  <a:latin typeface="Verdana" panose="020B0604030504040204" pitchFamily="34" charset="0"/>
                  <a:ea typeface="宋体" panose="02010600030101010101" pitchFamily="2" charset="-122"/>
                </a:rPr>
                <a:t>右序列</a:t>
              </a:r>
              <a:endParaRPr lang="zh-CN" altLang="en-US" sz="21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35" name="Rectangle 8"/>
            <p:cNvSpPr>
              <a:spLocks noChangeArrowheads="1"/>
            </p:cNvSpPr>
            <p:nvPr/>
          </p:nvSpPr>
          <p:spPr bwMode="auto">
            <a:xfrm>
              <a:off x="2290" y="1525"/>
              <a:ext cx="998" cy="3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lang="zh-CN" altLang="en-US" sz="2100">
                  <a:latin typeface="Verdana" panose="020B0604030504040204" pitchFamily="34" charset="0"/>
                  <a:ea typeface="宋体" panose="02010600030101010101" pitchFamily="2" charset="-122"/>
                </a:rPr>
                <a:t>左序列</a:t>
              </a:r>
              <a:endParaRPr lang="zh-CN" altLang="en-US" sz="21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36" name="Rectangle 9"/>
            <p:cNvSpPr>
              <a:spLocks noChangeArrowheads="1"/>
            </p:cNvSpPr>
            <p:nvPr/>
          </p:nvSpPr>
          <p:spPr bwMode="auto">
            <a:xfrm>
              <a:off x="3470" y="1525"/>
              <a:ext cx="1180" cy="3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lang="zh-CN" altLang="en-US" sz="2100">
                  <a:latin typeface="Verdana" panose="020B0604030504040204" pitchFamily="34" charset="0"/>
                  <a:ea typeface="宋体" panose="02010600030101010101" pitchFamily="2" charset="-122"/>
                </a:rPr>
                <a:t>双边序列</a:t>
              </a:r>
              <a:endParaRPr lang="zh-CN" altLang="en-US" sz="21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0424" name="Rectangle 10"/>
          <p:cNvSpPr>
            <a:spLocks noChangeArrowheads="1"/>
          </p:cNvSpPr>
          <p:nvPr/>
        </p:nvSpPr>
        <p:spPr bwMode="auto">
          <a:xfrm>
            <a:off x="1042988" y="2963863"/>
            <a:ext cx="3744912" cy="503237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）常用信号的</a:t>
            </a:r>
            <a:r>
              <a:rPr lang="en-US" altLang="zh-CN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</a:t>
            </a:r>
            <a:endParaRPr lang="zh-CN" altLang="en-US" sz="210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78539" name="Object 11"/>
          <p:cNvGraphicFramePr>
            <a:graphicFrameLocks noChangeAspect="1"/>
          </p:cNvGraphicFramePr>
          <p:nvPr/>
        </p:nvGraphicFramePr>
        <p:xfrm>
          <a:off x="5030788" y="3506788"/>
          <a:ext cx="16668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41" name="公式" r:id="rId3" imgW="711200" imgH="393700" progId="Equation.3">
                  <p:embed/>
                </p:oleObj>
              </mc:Choice>
              <mc:Fallback>
                <p:oleObj name="公式" r:id="rId3" imgW="711200" imgH="393700" progId="Equation.3">
                  <p:embed/>
                  <p:pic>
                    <p:nvPicPr>
                      <p:cNvPr id="0" name="图片 1527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0788" y="3506788"/>
                        <a:ext cx="1666875" cy="9302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0" name="Object 12"/>
          <p:cNvGraphicFramePr>
            <a:graphicFrameLocks noChangeAspect="1"/>
          </p:cNvGraphicFramePr>
          <p:nvPr/>
        </p:nvGraphicFramePr>
        <p:xfrm>
          <a:off x="2743200" y="4516438"/>
          <a:ext cx="18002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42" name="公式" r:id="rId5" imgW="786765" imgH="393700" progId="Equation.3">
                  <p:embed/>
                </p:oleObj>
              </mc:Choice>
              <mc:Fallback>
                <p:oleObj name="公式" r:id="rId5" imgW="786765" imgH="393700" progId="Equation.3">
                  <p:embed/>
                  <p:pic>
                    <p:nvPicPr>
                      <p:cNvPr id="0" name="图片 1527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516438"/>
                        <a:ext cx="1800225" cy="9001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3"/>
          <p:cNvGrpSpPr/>
          <p:nvPr/>
        </p:nvGrpSpPr>
        <p:grpSpPr bwMode="auto">
          <a:xfrm>
            <a:off x="981075" y="3514726"/>
            <a:ext cx="3787775" cy="2682875"/>
            <a:chOff x="612" y="2418"/>
            <a:chExt cx="2386" cy="1690"/>
          </a:xfrm>
        </p:grpSpPr>
        <p:graphicFrame>
          <p:nvGraphicFramePr>
            <p:cNvPr id="60430" name="Object 14"/>
            <p:cNvGraphicFramePr>
              <a:graphicFrameLocks noChangeAspect="1"/>
            </p:cNvGraphicFramePr>
            <p:nvPr/>
          </p:nvGraphicFramePr>
          <p:xfrm>
            <a:off x="755" y="2418"/>
            <a:ext cx="770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743" name="公式" r:id="rId7" imgW="520700" imgH="203200" progId="Equation.3">
                    <p:embed/>
                  </p:oleObj>
                </mc:Choice>
                <mc:Fallback>
                  <p:oleObj name="公式" r:id="rId7" imgW="520700" imgH="203200" progId="Equation.3">
                    <p:embed/>
                    <p:pic>
                      <p:nvPicPr>
                        <p:cNvPr id="0" name="图片 1527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" y="2418"/>
                          <a:ext cx="770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31" name="Object 15"/>
            <p:cNvGraphicFramePr>
              <a:graphicFrameLocks noChangeAspect="1"/>
            </p:cNvGraphicFramePr>
            <p:nvPr/>
          </p:nvGraphicFramePr>
          <p:xfrm>
            <a:off x="2245" y="2523"/>
            <a:ext cx="753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744" name="公式" r:id="rId9" imgW="508000" imgH="203200" progId="Equation.3">
                    <p:embed/>
                  </p:oleObj>
                </mc:Choice>
                <mc:Fallback>
                  <p:oleObj name="公式" r:id="rId9" imgW="508000" imgH="203200" progId="Equation.3">
                    <p:embed/>
                    <p:pic>
                      <p:nvPicPr>
                        <p:cNvPr id="0" name="图片 1527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5" y="2523"/>
                          <a:ext cx="753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32" name="Object 16"/>
            <p:cNvGraphicFramePr>
              <a:graphicFrameLocks noChangeAspect="1"/>
            </p:cNvGraphicFramePr>
            <p:nvPr/>
          </p:nvGraphicFramePr>
          <p:xfrm>
            <a:off x="612" y="3113"/>
            <a:ext cx="1128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745" name="公式" r:id="rId11" imgW="647700" imgH="228600" progId="Equation.3">
                    <p:embed/>
                  </p:oleObj>
                </mc:Choice>
                <mc:Fallback>
                  <p:oleObj name="公式" r:id="rId11" imgW="647700" imgH="228600" progId="Equation.3">
                    <p:embed/>
                    <p:pic>
                      <p:nvPicPr>
                        <p:cNvPr id="0" name="图片 1527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3113"/>
                          <a:ext cx="1128" cy="3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33" name="Object 17"/>
            <p:cNvGraphicFramePr>
              <a:graphicFrameLocks noChangeAspect="1"/>
            </p:cNvGraphicFramePr>
            <p:nvPr/>
          </p:nvGraphicFramePr>
          <p:xfrm>
            <a:off x="646" y="3760"/>
            <a:ext cx="1587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746" name="公式" r:id="rId13" imgW="1028700" imgH="228600" progId="Equation.3">
                    <p:embed/>
                  </p:oleObj>
                </mc:Choice>
                <mc:Fallback>
                  <p:oleObj name="公式" r:id="rId13" imgW="1028700" imgH="228600" progId="Equation.3">
                    <p:embed/>
                    <p:pic>
                      <p:nvPicPr>
                        <p:cNvPr id="0" name="图片 1527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6" y="3760"/>
                          <a:ext cx="1587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8546" name="Object 18"/>
          <p:cNvGraphicFramePr>
            <a:graphicFrameLocks noChangeAspect="1"/>
          </p:cNvGraphicFramePr>
          <p:nvPr/>
        </p:nvGraphicFramePr>
        <p:xfrm>
          <a:off x="3681413" y="5516563"/>
          <a:ext cx="177165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47" name="公式" r:id="rId15" imgW="774065" imgH="393700" progId="Equation.3">
                  <p:embed/>
                </p:oleObj>
              </mc:Choice>
              <mc:Fallback>
                <p:oleObj name="公式" r:id="rId15" imgW="774065" imgH="393700" progId="Equation.3">
                  <p:embed/>
                  <p:pic>
                    <p:nvPicPr>
                      <p:cNvPr id="0" name="图片 1527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1413" y="5516563"/>
                        <a:ext cx="1771650" cy="9001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7" name="Object 19"/>
          <p:cNvGraphicFramePr>
            <a:graphicFrameLocks noChangeAspect="1"/>
          </p:cNvGraphicFramePr>
          <p:nvPr/>
        </p:nvGraphicFramePr>
        <p:xfrm>
          <a:off x="2690019" y="3603626"/>
          <a:ext cx="2254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48" name="公式" r:id="rId17" imgW="88900" imgH="164465" progId="Equation.3">
                  <p:embed/>
                </p:oleObj>
              </mc:Choice>
              <mc:Fallback>
                <p:oleObj name="公式" r:id="rId17" imgW="88900" imgH="164465" progId="Equation.3">
                  <p:embed/>
                  <p:pic>
                    <p:nvPicPr>
                      <p:cNvPr id="0" name="图片 1527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0019" y="3603626"/>
                        <a:ext cx="225425" cy="4175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3854"/>
    </mc:Choice>
    <mc:Fallback>
      <p:transition spd="slow" advTm="1438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8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8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7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8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8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7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8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8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8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7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8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8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7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A86116A-BD2D-4DF9-AEED-FE7AB184107C}" type="datetime1">
              <a:rPr lang="zh-CN" altLang="en-US" smtClean="0"/>
            </a:fld>
            <a:endParaRPr lang="zh-CN" altLang="en-US"/>
          </a:p>
        </p:txBody>
      </p:sp>
      <p:sp>
        <p:nvSpPr>
          <p:cNvPr id="61443" name="Rectangle 2"/>
          <p:cNvSpPr>
            <a:spLocks noChangeArrowheads="1"/>
          </p:cNvSpPr>
          <p:nvPr/>
        </p:nvSpPr>
        <p:spPr bwMode="auto">
          <a:xfrm>
            <a:off x="590550" y="101600"/>
            <a:ext cx="1604963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5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回顾</a:t>
            </a:r>
            <a:endParaRPr lang="zh-CN" altLang="en-US" sz="2500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44" name="Rectangle 3"/>
          <p:cNvSpPr>
            <a:spLocks noChangeArrowheads="1"/>
          </p:cNvSpPr>
          <p:nvPr/>
        </p:nvSpPr>
        <p:spPr bwMode="auto">
          <a:xfrm>
            <a:off x="1000125" y="771525"/>
            <a:ext cx="2520950" cy="503238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1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1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1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1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变换性质</a:t>
            </a:r>
            <a:endParaRPr lang="zh-CN" altLang="en-US" sz="2100" dirty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25285" name="Object 5"/>
          <p:cNvGraphicFramePr>
            <a:graphicFrameLocks noChangeAspect="1"/>
          </p:cNvGraphicFramePr>
          <p:nvPr/>
        </p:nvGraphicFramePr>
        <p:xfrm>
          <a:off x="1609725" y="1446213"/>
          <a:ext cx="2894013" cy="344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3" name="公式" r:id="rId1" imgW="31699200" imgH="37795200" progId="Equation.3">
                  <p:embed/>
                </p:oleObj>
              </mc:Choice>
              <mc:Fallback>
                <p:oleObj name="公式" r:id="rId1" imgW="31699200" imgH="37795200" progId="Equation.3">
                  <p:embed/>
                  <p:pic>
                    <p:nvPicPr>
                      <p:cNvPr id="0" name="图片 1537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725" y="1446213"/>
                        <a:ext cx="2894013" cy="34448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/>
          <p:nvPr/>
        </p:nvGrpSpPr>
        <p:grpSpPr bwMode="auto">
          <a:xfrm>
            <a:off x="3271234" y="459893"/>
            <a:ext cx="5230380" cy="1567345"/>
            <a:chOff x="2064" y="381"/>
            <a:chExt cx="3151" cy="1189"/>
          </a:xfrm>
        </p:grpSpPr>
        <p:sp>
          <p:nvSpPr>
            <p:cNvPr id="61454" name="Line 8"/>
            <p:cNvSpPr>
              <a:spLocks noChangeShapeType="1"/>
            </p:cNvSpPr>
            <p:nvPr/>
          </p:nvSpPr>
          <p:spPr bwMode="auto">
            <a:xfrm flipV="1">
              <a:off x="2064" y="935"/>
              <a:ext cx="1224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5" name="AutoShape 9"/>
            <p:cNvSpPr/>
            <p:nvPr/>
          </p:nvSpPr>
          <p:spPr bwMode="auto">
            <a:xfrm>
              <a:off x="3334" y="708"/>
              <a:ext cx="145" cy="397"/>
            </a:xfrm>
            <a:prstGeom prst="leftBrace">
              <a:avLst>
                <a:gd name="adj1" fmla="val 3342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61456" name="Rectangle 10"/>
            <p:cNvSpPr>
              <a:spLocks noChangeArrowheads="1"/>
            </p:cNvSpPr>
            <p:nvPr/>
          </p:nvSpPr>
          <p:spPr bwMode="auto">
            <a:xfrm>
              <a:off x="3219" y="381"/>
              <a:ext cx="199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lang="zh-CN" altLang="en-US" sz="1900" dirty="0">
                  <a:solidFill>
                    <a:srgbClr val="D60093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有始序列的单边</a:t>
              </a:r>
              <a:r>
                <a:rPr lang="en-US" altLang="zh-CN" sz="1900" dirty="0">
                  <a:solidFill>
                    <a:srgbClr val="D60093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Z</a:t>
              </a:r>
              <a:r>
                <a:rPr lang="zh-CN" altLang="en-US" sz="1900" dirty="0">
                  <a:solidFill>
                    <a:srgbClr val="D60093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变换</a:t>
              </a:r>
              <a:endParaRPr lang="zh-CN" altLang="en-US" sz="1900" dirty="0">
                <a:solidFill>
                  <a:srgbClr val="D60093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457" name="Rectangle 11"/>
            <p:cNvSpPr>
              <a:spLocks noChangeArrowheads="1"/>
            </p:cNvSpPr>
            <p:nvPr/>
          </p:nvSpPr>
          <p:spPr bwMode="auto">
            <a:xfrm>
              <a:off x="3292" y="1108"/>
              <a:ext cx="1043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lang="zh-CN" altLang="en-US" sz="1900" dirty="0">
                  <a:solidFill>
                    <a:srgbClr val="D60093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双边</a:t>
              </a:r>
              <a:r>
                <a:rPr lang="en-US" altLang="zh-CN" sz="1900" dirty="0">
                  <a:solidFill>
                    <a:srgbClr val="D60093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Z</a:t>
              </a:r>
              <a:r>
                <a:rPr lang="zh-CN" altLang="en-US" sz="1900" dirty="0">
                  <a:solidFill>
                    <a:srgbClr val="D60093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变换</a:t>
              </a:r>
              <a:endParaRPr lang="zh-CN" altLang="en-US" sz="1900" dirty="0">
                <a:solidFill>
                  <a:srgbClr val="D60093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1458" name="Object 12"/>
            <p:cNvGraphicFramePr>
              <a:graphicFrameLocks noChangeAspect="1"/>
            </p:cNvGraphicFramePr>
            <p:nvPr/>
          </p:nvGraphicFramePr>
          <p:xfrm>
            <a:off x="4083" y="789"/>
            <a:ext cx="134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64" name="公式" r:id="rId3" imgW="114300" imgH="215900" progId="Equation.3">
                    <p:embed/>
                  </p:oleObj>
                </mc:Choice>
                <mc:Fallback>
                  <p:oleObj name="公式" r:id="rId3" imgW="114300" imgH="215900" progId="Equation.3">
                    <p:embed/>
                    <p:pic>
                      <p:nvPicPr>
                        <p:cNvPr id="0" name="图片 1537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3" y="789"/>
                          <a:ext cx="134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293" name="Object 13"/>
          <p:cNvGraphicFramePr>
            <a:graphicFrameLocks noChangeAspect="1"/>
          </p:cNvGraphicFramePr>
          <p:nvPr/>
        </p:nvGraphicFramePr>
        <p:xfrm>
          <a:off x="5619538" y="1143546"/>
          <a:ext cx="2427358" cy="352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5" name="公式" r:id="rId5" imgW="873125" imgH="120015" progId="Equation.3">
                  <p:embed/>
                </p:oleObj>
              </mc:Choice>
              <mc:Fallback>
                <p:oleObj name="公式" r:id="rId5" imgW="873125" imgH="120015" progId="Equation.3">
                  <p:embed/>
                  <p:pic>
                    <p:nvPicPr>
                      <p:cNvPr id="0" name="图片 1537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538" y="1143546"/>
                        <a:ext cx="2427358" cy="352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4" name="Object 14"/>
          <p:cNvGraphicFramePr>
            <a:graphicFrameLocks noChangeAspect="1"/>
          </p:cNvGraphicFramePr>
          <p:nvPr/>
        </p:nvGraphicFramePr>
        <p:xfrm>
          <a:off x="5624433" y="709533"/>
          <a:ext cx="3519567" cy="587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6" name="公式" r:id="rId7" imgW="1455420" imgH="270510" progId="Equation.3">
                  <p:embed/>
                </p:oleObj>
              </mc:Choice>
              <mc:Fallback>
                <p:oleObj name="公式" r:id="rId7" imgW="1455420" imgH="270510" progId="Equation.3">
                  <p:embed/>
                  <p:pic>
                    <p:nvPicPr>
                      <p:cNvPr id="0" name="图片 1537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4433" y="709533"/>
                        <a:ext cx="3519567" cy="5870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5" name="Object 15"/>
          <p:cNvGraphicFramePr>
            <a:graphicFrameLocks noChangeAspect="1"/>
          </p:cNvGraphicFramePr>
          <p:nvPr/>
        </p:nvGraphicFramePr>
        <p:xfrm>
          <a:off x="5275263" y="1854200"/>
          <a:ext cx="28956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7" name="Equation" r:id="rId9" imgW="880110" imgH="120015" progId="Equation.3">
                  <p:embed/>
                </p:oleObj>
              </mc:Choice>
              <mc:Fallback>
                <p:oleObj name="Equation" r:id="rId9" imgW="880110" imgH="120015" progId="Equation.3">
                  <p:embed/>
                  <p:pic>
                    <p:nvPicPr>
                      <p:cNvPr id="0" name="图片 1537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5263" y="1854200"/>
                        <a:ext cx="28956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6" name="Object 16"/>
          <p:cNvGraphicFramePr>
            <a:graphicFrameLocks noChangeAspect="1"/>
          </p:cNvGraphicFramePr>
          <p:nvPr/>
        </p:nvGraphicFramePr>
        <p:xfrm>
          <a:off x="5287963" y="2230438"/>
          <a:ext cx="27432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8" name="Equation" r:id="rId11" imgW="859790" imgH="120015" progId="Equation.3">
                  <p:embed/>
                </p:oleObj>
              </mc:Choice>
              <mc:Fallback>
                <p:oleObj name="Equation" r:id="rId11" imgW="859790" imgH="120015" progId="Equation.3">
                  <p:embed/>
                  <p:pic>
                    <p:nvPicPr>
                      <p:cNvPr id="0" name="图片 1537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7963" y="2230438"/>
                        <a:ext cx="27432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3" name="WordArt 17">
            <a:hlinkClick r:id="rId13"/>
          </p:cNvPr>
          <p:cNvSpPr>
            <a:spLocks noChangeArrowheads="1" noChangeShapeType="1" noTextEdit="1"/>
          </p:cNvSpPr>
          <p:nvPr/>
        </p:nvSpPr>
        <p:spPr bwMode="auto">
          <a:xfrm>
            <a:off x="7772400" y="6400800"/>
            <a:ext cx="13716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i="1" kern="10">
                <a:ln w="31750">
                  <a:solidFill>
                    <a:srgbClr val="99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下一节</a:t>
            </a:r>
            <a:endParaRPr lang="zh-CN" altLang="en-US" sz="3600" i="1" kern="10">
              <a:ln w="31750">
                <a:solidFill>
                  <a:srgbClr val="9900FF"/>
                </a:solidFill>
                <a:round/>
              </a:ln>
              <a:solidFill>
                <a:srgbClr val="FFFFFF"/>
              </a:soli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0" name="Group 9"/>
          <p:cNvGrpSpPr/>
          <p:nvPr/>
        </p:nvGrpSpPr>
        <p:grpSpPr bwMode="auto">
          <a:xfrm>
            <a:off x="4675164" y="2748744"/>
            <a:ext cx="4283835" cy="680691"/>
            <a:chOff x="1010" y="718"/>
            <a:chExt cx="2962" cy="512"/>
          </a:xfrm>
        </p:grpSpPr>
        <p:graphicFrame>
          <p:nvGraphicFramePr>
            <p:cNvPr id="21" name="Object 10"/>
            <p:cNvGraphicFramePr>
              <a:graphicFrameLocks noChangeAspect="1"/>
            </p:cNvGraphicFramePr>
            <p:nvPr/>
          </p:nvGraphicFramePr>
          <p:xfrm>
            <a:off x="1010" y="718"/>
            <a:ext cx="1344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69" name="Equation" r:id="rId14" imgW="702310" imgH="243205" progId="Equation.3">
                    <p:embed/>
                  </p:oleObj>
                </mc:Choice>
                <mc:Fallback>
                  <p:oleObj name="Equation" r:id="rId14" imgW="702310" imgH="243205" progId="Equation.3">
                    <p:embed/>
                    <p:pic>
                      <p:nvPicPr>
                        <p:cNvPr id="0" name="图片 1537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0" y="718"/>
                          <a:ext cx="1344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13"/>
            <p:cNvGraphicFramePr>
              <a:graphicFrameLocks noChangeAspect="1"/>
            </p:cNvGraphicFramePr>
            <p:nvPr/>
          </p:nvGraphicFramePr>
          <p:xfrm>
            <a:off x="2436" y="801"/>
            <a:ext cx="1536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70" name="Equation" r:id="rId16" imgW="756920" imgH="120015" progId="Equation.3">
                    <p:embed/>
                  </p:oleObj>
                </mc:Choice>
                <mc:Fallback>
                  <p:oleObj name="Equation" r:id="rId16" imgW="756920" imgH="120015" progId="Equation.3">
                    <p:embed/>
                    <p:pic>
                      <p:nvPicPr>
                        <p:cNvPr id="0" name="图片 1537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6" y="801"/>
                          <a:ext cx="1536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8"/>
          <p:cNvGraphicFramePr>
            <a:graphicFrameLocks noChangeAspect="1"/>
          </p:cNvGraphicFramePr>
          <p:nvPr/>
        </p:nvGraphicFramePr>
        <p:xfrm>
          <a:off x="4687013" y="3904902"/>
          <a:ext cx="4271986" cy="492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71" name="公式" r:id="rId18" imgW="56692800" imgH="6096000" progId="Equation.3">
                  <p:embed/>
                </p:oleObj>
              </mc:Choice>
              <mc:Fallback>
                <p:oleObj name="公式" r:id="rId18" imgW="56692800" imgH="6096000" progId="Equation.3">
                  <p:embed/>
                  <p:pic>
                    <p:nvPicPr>
                      <p:cNvPr id="0" name="图片 1537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7013" y="3904902"/>
                        <a:ext cx="4271986" cy="4920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Line 8"/>
          <p:cNvSpPr>
            <a:spLocks noChangeShapeType="1"/>
          </p:cNvSpPr>
          <p:nvPr/>
        </p:nvSpPr>
        <p:spPr bwMode="auto">
          <a:xfrm flipV="1">
            <a:off x="3521074" y="4108361"/>
            <a:ext cx="1115320" cy="772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8"/>
          <p:cNvSpPr>
            <a:spLocks noChangeShapeType="1"/>
          </p:cNvSpPr>
          <p:nvPr/>
        </p:nvSpPr>
        <p:spPr bwMode="auto">
          <a:xfrm>
            <a:off x="3915177" y="2641600"/>
            <a:ext cx="760341" cy="423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4" name="Object 7"/>
          <p:cNvGraphicFramePr>
            <a:graphicFrameLocks noChangeAspect="1"/>
          </p:cNvGraphicFramePr>
          <p:nvPr/>
        </p:nvGraphicFramePr>
        <p:xfrm>
          <a:off x="693352" y="5093651"/>
          <a:ext cx="4073525" cy="824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72" name="公式" r:id="rId20" imgW="1393825" imgH="270510" progId="Equation.3">
                  <p:embed/>
                </p:oleObj>
              </mc:Choice>
              <mc:Fallback>
                <p:oleObj name="公式" r:id="rId20" imgW="1393825" imgH="270510" progId="Equation.3">
                  <p:embed/>
                  <p:pic>
                    <p:nvPicPr>
                      <p:cNvPr id="0" name="图片 1537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352" y="5093651"/>
                        <a:ext cx="4073525" cy="824849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Line 8"/>
          <p:cNvSpPr>
            <a:spLocks noChangeShapeType="1"/>
          </p:cNvSpPr>
          <p:nvPr/>
        </p:nvSpPr>
        <p:spPr bwMode="auto">
          <a:xfrm flipH="1">
            <a:off x="1437944" y="4790942"/>
            <a:ext cx="867373" cy="35618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6" name="Object 6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74769" y="6008093"/>
          <a:ext cx="4599805" cy="59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73" name="公式" r:id="rId22" imgW="2171700" imgH="279400" progId="Equation.3">
                  <p:embed/>
                </p:oleObj>
              </mc:Choice>
              <mc:Fallback>
                <p:oleObj name="公式" r:id="rId22" imgW="2171700" imgH="279400" progId="Equation.3">
                  <p:embed/>
                  <p:pic>
                    <p:nvPicPr>
                      <p:cNvPr id="0" name="图片 1537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769" y="6008093"/>
                        <a:ext cx="4599805" cy="591388"/>
                      </a:xfrm>
                      <a:prstGeom prst="rect">
                        <a:avLst/>
                      </a:prstGeom>
                      <a:solidFill>
                        <a:srgbClr val="FF99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45"/>
    </mc:Choice>
    <mc:Fallback>
      <p:transition spd="slow" advTm="351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25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5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87B73BB-CE0E-487B-93AE-D9292E501519}" type="datetime1">
              <a:rPr lang="zh-CN" altLang="en-US" smtClean="0"/>
            </a:fld>
            <a:endParaRPr lang="zh-CN" altLang="en-US"/>
          </a:p>
        </p:txBody>
      </p:sp>
      <p:graphicFrame>
        <p:nvGraphicFramePr>
          <p:cNvPr id="204802" name="Object 2"/>
          <p:cNvGraphicFramePr>
            <a:graphicFrameLocks noChangeAspect="1"/>
          </p:cNvGraphicFramePr>
          <p:nvPr/>
        </p:nvGraphicFramePr>
        <p:xfrm>
          <a:off x="5867400" y="1052513"/>
          <a:ext cx="205740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90" name="Equation" r:id="rId1" imgW="825500" imgH="270510" progId="Equation.3">
                  <p:embed/>
                </p:oleObj>
              </mc:Choice>
              <mc:Fallback>
                <p:oleObj name="Equation" r:id="rId1" imgW="825500" imgH="27051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052513"/>
                        <a:ext cx="2057400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03" name="Text Box 3"/>
          <p:cNvSpPr txBox="1">
            <a:spLocks noChangeArrowheads="1"/>
          </p:cNvSpPr>
          <p:nvPr/>
        </p:nvSpPr>
        <p:spPr bwMode="auto">
          <a:xfrm>
            <a:off x="4500563" y="1196975"/>
            <a:ext cx="1162050" cy="457200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kumimoji="1" lang="zh-CN" altLang="en-US"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变换</a:t>
            </a:r>
            <a:endParaRPr kumimoji="1" lang="zh-CN" altLang="en-US" sz="24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04" name="Text Box 4"/>
          <p:cNvSpPr txBox="1">
            <a:spLocks noChangeArrowheads="1"/>
          </p:cNvSpPr>
          <p:nvPr/>
        </p:nvSpPr>
        <p:spPr bwMode="auto">
          <a:xfrm>
            <a:off x="4183063" y="4738688"/>
            <a:ext cx="4960937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方法：</a:t>
            </a:r>
            <a:r>
              <a:rPr kumimoji="1" lang="en-US" altLang="zh-CN" sz="2400" dirty="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</a:t>
            </a:r>
            <a:r>
              <a:rPr kumimoji="1"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幂级数展开法</a:t>
            </a:r>
            <a:endParaRPr kumimoji="1" lang="zh-CN" altLang="en-US" sz="2400" dirty="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              </a:t>
            </a:r>
            <a:r>
              <a:rPr kumimoji="1" lang="en-US" altLang="zh-CN" sz="2400" dirty="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2.</a:t>
            </a:r>
            <a:r>
              <a:rPr kumimoji="1"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部分分式展开法  </a:t>
            </a:r>
            <a:endParaRPr kumimoji="1" lang="zh-CN" altLang="en-US" sz="2400" dirty="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              </a:t>
            </a:r>
            <a:r>
              <a:rPr kumimoji="1" lang="en-US" altLang="zh-CN" sz="2400" dirty="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3.</a:t>
            </a:r>
            <a:r>
              <a:rPr kumimoji="1"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围线积分法</a:t>
            </a:r>
            <a:r>
              <a:rPr kumimoji="1" lang="en-US" altLang="zh-CN" sz="2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―</a:t>
            </a:r>
            <a:r>
              <a:rPr kumimoji="1"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留数法</a:t>
            </a:r>
            <a:r>
              <a:rPr kumimoji="1" lang="zh-CN" altLang="en-US" sz="2400" dirty="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kumimoji="1" lang="zh-CN" altLang="en-US" sz="2400" dirty="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05" name="Rectangle 5"/>
          <p:cNvSpPr>
            <a:spLocks noChangeArrowheads="1"/>
          </p:cNvSpPr>
          <p:nvPr/>
        </p:nvSpPr>
        <p:spPr bwMode="auto">
          <a:xfrm>
            <a:off x="3994150" y="3130551"/>
            <a:ext cx="5149850" cy="533400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4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逆</a:t>
            </a:r>
            <a:r>
              <a:rPr kumimoji="1" lang="en-US" altLang="zh-CN" sz="24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Z</a:t>
            </a:r>
            <a:r>
              <a:rPr kumimoji="1" lang="zh-CN" altLang="en-US" sz="24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变换</a:t>
            </a:r>
            <a:r>
              <a:rPr kumimoji="1" lang="en-US" altLang="zh-CN" sz="24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由复变函数理论可以证明</a:t>
            </a:r>
            <a:r>
              <a:rPr kumimoji="1" lang="zh-CN" altLang="en-US" sz="24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）</a:t>
            </a:r>
            <a:endParaRPr kumimoji="1" lang="zh-CN" altLang="en-US" sz="2400" baseline="-2500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04806" name="Object 6"/>
          <p:cNvGraphicFramePr>
            <a:graphicFrameLocks noChangeAspect="1"/>
          </p:cNvGraphicFramePr>
          <p:nvPr/>
        </p:nvGraphicFramePr>
        <p:xfrm>
          <a:off x="755650" y="1412875"/>
          <a:ext cx="246380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91" name="Equation" r:id="rId3" imgW="1193800" imgH="469900" progId="Equation.3">
                  <p:embed/>
                </p:oleObj>
              </mc:Choice>
              <mc:Fallback>
                <p:oleObj name="Equation" r:id="rId3" imgW="1193800" imgH="469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412875"/>
                        <a:ext cx="2463800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2" name="Text Box 7"/>
          <p:cNvSpPr txBox="1">
            <a:spLocks noChangeArrowheads="1"/>
          </p:cNvSpPr>
          <p:nvPr/>
        </p:nvSpPr>
        <p:spPr bwMode="auto">
          <a:xfrm>
            <a:off x="755650" y="981075"/>
            <a:ext cx="1630363" cy="45720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拉氏变换</a:t>
            </a:r>
            <a:endParaRPr kumimoji="1" lang="zh-CN" altLang="en-US" sz="240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08" name="Text Box 8"/>
          <p:cNvSpPr txBox="1">
            <a:spLocks noChangeArrowheads="1"/>
          </p:cNvSpPr>
          <p:nvPr/>
        </p:nvSpPr>
        <p:spPr bwMode="auto">
          <a:xfrm>
            <a:off x="654050" y="3187700"/>
            <a:ext cx="2009775" cy="4572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拉氏逆变换</a:t>
            </a:r>
            <a:endParaRPr kumimoji="1" lang="zh-CN" altLang="en-US" sz="2400">
              <a:solidFill>
                <a:srgbClr val="00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04809" name="Object 9"/>
          <p:cNvGraphicFramePr>
            <a:graphicFrameLocks noChangeAspect="1"/>
          </p:cNvGraphicFramePr>
          <p:nvPr/>
        </p:nvGraphicFramePr>
        <p:xfrm>
          <a:off x="579438" y="3786188"/>
          <a:ext cx="287178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92" name="公式" r:id="rId5" imgW="1447165" imgH="495300" progId="Equation.3">
                  <p:embed/>
                </p:oleObj>
              </mc:Choice>
              <mc:Fallback>
                <p:oleObj name="公式" r:id="rId5" imgW="1447165" imgH="495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8" y="3786188"/>
                        <a:ext cx="2871787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10" name="Object 10"/>
          <p:cNvGraphicFramePr>
            <a:graphicFrameLocks noChangeAspect="1"/>
          </p:cNvGraphicFramePr>
          <p:nvPr/>
        </p:nvGraphicFramePr>
        <p:xfrm>
          <a:off x="611188" y="2420938"/>
          <a:ext cx="3603625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93" name="公式" r:id="rId7" imgW="1638300" imgH="330200" progId="Equation.3">
                  <p:embed/>
                </p:oleObj>
              </mc:Choice>
              <mc:Fallback>
                <p:oleObj name="公式" r:id="rId7" imgW="1638300" imgH="330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420938"/>
                        <a:ext cx="3603625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11" name="Object 11"/>
          <p:cNvGraphicFramePr>
            <a:graphicFrameLocks noChangeAspect="1"/>
          </p:cNvGraphicFramePr>
          <p:nvPr/>
        </p:nvGraphicFramePr>
        <p:xfrm>
          <a:off x="4932363" y="1989138"/>
          <a:ext cx="297338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94" name="Equation" r:id="rId9" imgW="969010" imgH="270510" progId="Equation.3">
                  <p:embed/>
                </p:oleObj>
              </mc:Choice>
              <mc:Fallback>
                <p:oleObj name="Equation" r:id="rId9" imgW="969010" imgH="27051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989138"/>
                        <a:ext cx="2973387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12" name="Object 12"/>
          <p:cNvGraphicFramePr>
            <a:graphicFrameLocks noChangeAspect="1"/>
          </p:cNvGraphicFramePr>
          <p:nvPr/>
        </p:nvGraphicFramePr>
        <p:xfrm>
          <a:off x="4859338" y="3789363"/>
          <a:ext cx="303688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95" name="Equation" r:id="rId11" imgW="1071880" imgH="277495" progId="Equation.3">
                  <p:embed/>
                </p:oleObj>
              </mc:Choice>
              <mc:Fallback>
                <p:oleObj name="Equation" r:id="rId11" imgW="1071880" imgH="27749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789363"/>
                        <a:ext cx="3036887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13" name="Text Box 13"/>
          <p:cNvSpPr txBox="1">
            <a:spLocks noChangeArrowheads="1"/>
          </p:cNvSpPr>
          <p:nvPr/>
        </p:nvSpPr>
        <p:spPr bwMode="auto">
          <a:xfrm>
            <a:off x="422275" y="4752975"/>
            <a:ext cx="4665663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zh-CN" altLang="en-US" sz="240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方法：</a:t>
            </a:r>
            <a:r>
              <a:rPr kumimoji="1" lang="en-US" altLang="zh-CN" sz="2400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2400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、解析法</a:t>
            </a:r>
            <a:endParaRPr kumimoji="1" lang="zh-CN" altLang="en-US" sz="2400">
              <a:solidFill>
                <a:srgbClr val="00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400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2400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2400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、部分分式法</a:t>
            </a:r>
            <a:endParaRPr kumimoji="1" lang="zh-CN" altLang="en-US" sz="2400">
              <a:solidFill>
                <a:srgbClr val="00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400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2400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2400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、围线积分法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kumimoji="1" lang="zh-CN" altLang="en-US" sz="2400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留数法</a:t>
            </a:r>
            <a:endParaRPr kumimoji="1" lang="zh-CN" altLang="en-US" sz="2400">
              <a:solidFill>
                <a:srgbClr val="00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479" name="Rectangle 14"/>
          <p:cNvSpPr>
            <a:spLocks noChangeArrowheads="1"/>
          </p:cNvSpPr>
          <p:nvPr/>
        </p:nvSpPr>
        <p:spPr bwMode="auto">
          <a:xfrm>
            <a:off x="422275" y="0"/>
            <a:ext cx="3168650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§8.4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反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1565"/>
    </mc:Choice>
    <mc:Fallback>
      <p:transition spd="slow" advTm="1715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4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4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4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4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4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20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500"/>
                                        <p:tgtEl>
                                          <p:spTgt spid="204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4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4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48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48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48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48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3" grpId="0" animBg="1" autoUpdateAnimBg="0"/>
      <p:bldP spid="204804" grpId="0" autoUpdateAnimBg="0" build="p"/>
      <p:bldP spid="204805" grpId="0" animBg="1" autoUpdateAnimBg="0"/>
      <p:bldP spid="204808" grpId="0" animBg="1" autoUpdateAnimBg="0"/>
      <p:bldP spid="204813" grpId="0" autoUpdateAnimBg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393AE39-C470-47D0-92C2-69D45339C587}" type="datetime1">
              <a:rPr lang="zh-CN" altLang="en-US" smtClean="0"/>
            </a:fld>
            <a:endParaRPr lang="zh-CN" altLang="en-US"/>
          </a:p>
        </p:txBody>
      </p:sp>
      <p:sp>
        <p:nvSpPr>
          <p:cNvPr id="207874" name="Text Box 2"/>
          <p:cNvSpPr txBox="1">
            <a:spLocks noChangeArrowheads="1"/>
          </p:cNvSpPr>
          <p:nvPr/>
        </p:nvSpPr>
        <p:spPr bwMode="auto">
          <a:xfrm>
            <a:off x="860425" y="5726113"/>
            <a:ext cx="8283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变换式一般是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的有理函数，可直接用长除法进行反变换</a:t>
            </a:r>
            <a:r>
              <a:rPr kumimoji="1"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 。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7875" name="Rectangle 3"/>
          <p:cNvSpPr>
            <a:spLocks noChangeArrowheads="1"/>
          </p:cNvSpPr>
          <p:nvPr/>
        </p:nvSpPr>
        <p:spPr bwMode="auto">
          <a:xfrm>
            <a:off x="444500" y="3832225"/>
            <a:ext cx="13652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由定义</a:t>
            </a:r>
            <a:endParaRPr kumimoji="1" lang="zh-CN" altLang="en-US" sz="240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/>
        </p:nvGraphicFramePr>
        <p:xfrm>
          <a:off x="1979613" y="566738"/>
          <a:ext cx="244792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98" name="Equation" r:id="rId1" imgW="510540" imgH="120015" progId="Equation.3">
                  <p:embed/>
                </p:oleObj>
              </mc:Choice>
              <mc:Fallback>
                <p:oleObj name="Equation" r:id="rId1" imgW="510540" imgH="1200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66738"/>
                        <a:ext cx="244792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77" name="Object 5"/>
          <p:cNvGraphicFramePr>
            <a:graphicFrameLocks noChangeAspect="1"/>
          </p:cNvGraphicFramePr>
          <p:nvPr/>
        </p:nvGraphicFramePr>
        <p:xfrm>
          <a:off x="1403350" y="1358900"/>
          <a:ext cx="45466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99" name="Equation" r:id="rId3" imgW="2019300" imgH="393700" progId="Equation.3">
                  <p:embed/>
                </p:oleObj>
              </mc:Choice>
              <mc:Fallback>
                <p:oleObj name="Equation" r:id="rId3" imgW="20193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358900"/>
                        <a:ext cx="45466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78" name="Object 6"/>
          <p:cNvGraphicFramePr>
            <a:graphicFrameLocks noChangeAspect="1"/>
          </p:cNvGraphicFramePr>
          <p:nvPr/>
        </p:nvGraphicFramePr>
        <p:xfrm>
          <a:off x="827088" y="2511425"/>
          <a:ext cx="67691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00" name="Equation" r:id="rId5" imgW="2781300" imgH="393700" progId="Equation.3">
                  <p:embed/>
                </p:oleObj>
              </mc:Choice>
              <mc:Fallback>
                <p:oleObj name="Equation" r:id="rId5" imgW="27813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511425"/>
                        <a:ext cx="676910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79" name="Object 7"/>
          <p:cNvGraphicFramePr>
            <a:graphicFrameLocks noChangeAspect="1"/>
          </p:cNvGraphicFramePr>
          <p:nvPr/>
        </p:nvGraphicFramePr>
        <p:xfrm>
          <a:off x="468313" y="4581525"/>
          <a:ext cx="6262687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01" name="Equation" r:id="rId7" imgW="1962150" imgH="256540" progId="Equation.3">
                  <p:embed/>
                </p:oleObj>
              </mc:Choice>
              <mc:Fallback>
                <p:oleObj name="Equation" r:id="rId7" imgW="1962150" imgH="2565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581525"/>
                        <a:ext cx="6262687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80" name="Object 8"/>
          <p:cNvGraphicFramePr>
            <a:graphicFrameLocks noChangeAspect="1"/>
          </p:cNvGraphicFramePr>
          <p:nvPr/>
        </p:nvGraphicFramePr>
        <p:xfrm>
          <a:off x="6742113" y="4437063"/>
          <a:ext cx="2401887" cy="129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02" name="Equation" r:id="rId9" imgW="729615" imgH="400685" progId="Equation.3">
                  <p:embed/>
                </p:oleObj>
              </mc:Choice>
              <mc:Fallback>
                <p:oleObj name="Equation" r:id="rId9" imgW="729615" imgH="40068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2113" y="4437063"/>
                        <a:ext cx="2401887" cy="1296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81" name="Object 9"/>
          <p:cNvGraphicFramePr>
            <a:graphicFrameLocks noChangeAspect="1"/>
          </p:cNvGraphicFramePr>
          <p:nvPr/>
        </p:nvGraphicFramePr>
        <p:xfrm>
          <a:off x="1525588" y="3613150"/>
          <a:ext cx="7127875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03" name="公式" r:id="rId11" imgW="3073400" imgH="431800" progId="Equation.3">
                  <p:embed/>
                </p:oleObj>
              </mc:Choice>
              <mc:Fallback>
                <p:oleObj name="公式" r:id="rId11" imgW="30734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3613150"/>
                        <a:ext cx="7127875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7" name="Rectangle 10"/>
          <p:cNvSpPr>
            <a:spLocks noChangeArrowheads="1"/>
          </p:cNvSpPr>
          <p:nvPr/>
        </p:nvSpPr>
        <p:spPr bwMode="auto">
          <a:xfrm>
            <a:off x="390525" y="0"/>
            <a:ext cx="3168650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§8.4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反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7883" name="Rectangle 11"/>
          <p:cNvSpPr>
            <a:spLocks noChangeArrowheads="1"/>
          </p:cNvSpPr>
          <p:nvPr/>
        </p:nvSpPr>
        <p:spPr bwMode="auto">
          <a:xfrm>
            <a:off x="361950" y="741363"/>
            <a:ext cx="13652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8275"/>
    </mc:Choice>
    <mc:Fallback>
      <p:transition spd="slow" advTm="1982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07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7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7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07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7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7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4" grpId="0" autoUpdateAnimBg="0"/>
      <p:bldP spid="20787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E24355C-B3D2-4B7C-AEEE-CCFF331C1A36}" type="datetime1">
              <a:rPr lang="zh-CN" altLang="en-US" smtClean="0"/>
            </a:fld>
            <a:endParaRPr lang="zh-CN" altLang="en-US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8000" y="774700"/>
            <a:ext cx="5040313" cy="720725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0000FF"/>
                </a:solidFill>
              </a:rPr>
              <a:t>  </a:t>
            </a:r>
            <a:r>
              <a:rPr lang="en-US" altLang="zh-CN" sz="2600" b="1">
                <a:solidFill>
                  <a:srgbClr val="0000FF"/>
                </a:solidFill>
              </a:rPr>
              <a:t>1</a:t>
            </a:r>
            <a:r>
              <a:rPr lang="zh-CN" altLang="en-US" sz="2600" b="1">
                <a:solidFill>
                  <a:srgbClr val="0000FF"/>
                </a:solidFill>
              </a:rPr>
              <a:t>、幂级数展开（长除法）</a:t>
            </a:r>
            <a:endParaRPr lang="zh-CN" altLang="en-US" sz="2600" b="1">
              <a:solidFill>
                <a:srgbClr val="0000FF"/>
              </a:solidFill>
            </a:endParaRPr>
          </a:p>
        </p:txBody>
      </p:sp>
      <p:graphicFrame>
        <p:nvGraphicFramePr>
          <p:cNvPr id="206851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963613" y="1636713"/>
          <a:ext cx="7143750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2" name="公式" r:id="rId1" imgW="3454400" imgH="444500" progId="Equation.3">
                  <p:embed/>
                </p:oleObj>
              </mc:Choice>
              <mc:Fallback>
                <p:oleObj name="公式" r:id="rId1" imgW="3454400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613" y="1636713"/>
                        <a:ext cx="7143750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852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935038" y="2700338"/>
          <a:ext cx="6546850" cy="152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3" name="公式" r:id="rId3" imgW="2755900" imgH="711200" progId="Equation.3">
                  <p:embed/>
                </p:oleObj>
              </mc:Choice>
              <mc:Fallback>
                <p:oleObj name="公式" r:id="rId3" imgW="27559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038" y="2700338"/>
                        <a:ext cx="6546850" cy="152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53" name="Rectangle 5"/>
          <p:cNvSpPr>
            <a:spLocks noChangeArrowheads="1"/>
          </p:cNvSpPr>
          <p:nvPr/>
        </p:nvSpPr>
        <p:spPr bwMode="auto">
          <a:xfrm>
            <a:off x="1296988" y="4948238"/>
            <a:ext cx="6878637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  该方法的缺点是：</a:t>
            </a:r>
            <a:r>
              <a:rPr lang="zh-CN" altLang="en-US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不易求得</a:t>
            </a:r>
            <a:r>
              <a:rPr lang="en-US" altLang="zh-CN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f(k)</a:t>
            </a:r>
            <a:r>
              <a:rPr lang="zh-CN" altLang="en-US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的通式</a:t>
            </a:r>
            <a:r>
              <a:rPr lang="zh-CN" altLang="en-US">
                <a:solidFill>
                  <a:srgbClr val="99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。 </a:t>
            </a:r>
            <a:endParaRPr lang="zh-CN" altLang="en-US">
              <a:solidFill>
                <a:srgbClr val="99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4519" name="Rectangle 6"/>
          <p:cNvSpPr>
            <a:spLocks noChangeArrowheads="1"/>
          </p:cNvSpPr>
          <p:nvPr/>
        </p:nvSpPr>
        <p:spPr bwMode="auto">
          <a:xfrm>
            <a:off x="422275" y="0"/>
            <a:ext cx="3168650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§8.4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反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8713"/>
    </mc:Choice>
    <mc:Fallback>
      <p:transition spd="slow" advTm="1187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68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68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6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6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6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D445424-1908-4D9D-B0CB-4B6BAF454548}" type="datetime1">
              <a:rPr lang="zh-CN" altLang="en-US" smtClean="0"/>
            </a:fld>
            <a:endParaRPr lang="zh-CN" altLang="en-US"/>
          </a:p>
        </p:txBody>
      </p:sp>
      <p:graphicFrame>
        <p:nvGraphicFramePr>
          <p:cNvPr id="278530" name="Object 2"/>
          <p:cNvGraphicFramePr>
            <a:graphicFrameLocks noChangeAspect="1"/>
          </p:cNvGraphicFramePr>
          <p:nvPr/>
        </p:nvGraphicFramePr>
        <p:xfrm>
          <a:off x="4067175" y="525463"/>
          <a:ext cx="3078163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40" name="公式" r:id="rId1" imgW="1206500" imgH="431800" progId="Equation.3">
                  <p:embed/>
                </p:oleObj>
              </mc:Choice>
              <mc:Fallback>
                <p:oleObj name="公式" r:id="rId1" imgW="1206500" imgH="431800" progId="Equation.3">
                  <p:embed/>
                  <p:pic>
                    <p:nvPicPr>
                      <p:cNvPr id="0" name="图片 1527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25463"/>
                        <a:ext cx="3078163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0" name="Rectangle 3"/>
          <p:cNvSpPr>
            <a:spLocks noChangeArrowheads="1"/>
          </p:cNvSpPr>
          <p:nvPr/>
        </p:nvSpPr>
        <p:spPr bwMode="auto">
          <a:xfrm>
            <a:off x="590550" y="101600"/>
            <a:ext cx="1604963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5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回顾</a:t>
            </a:r>
            <a:endParaRPr lang="zh-CN" altLang="en-US" sz="2500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21" name="Rectangle 4"/>
          <p:cNvSpPr>
            <a:spLocks noChangeArrowheads="1"/>
          </p:cNvSpPr>
          <p:nvPr/>
        </p:nvSpPr>
        <p:spPr bwMode="auto">
          <a:xfrm>
            <a:off x="958850" y="825500"/>
            <a:ext cx="2520950" cy="503238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变换定义</a:t>
            </a:r>
            <a:endParaRPr lang="zh-CN" altLang="en-US" sz="210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422" name="Rectangle 5"/>
          <p:cNvSpPr>
            <a:spLocks noChangeArrowheads="1"/>
          </p:cNvSpPr>
          <p:nvPr/>
        </p:nvSpPr>
        <p:spPr bwMode="auto">
          <a:xfrm>
            <a:off x="981075" y="1522413"/>
            <a:ext cx="3095625" cy="503237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变换收敛域</a:t>
            </a:r>
            <a:endParaRPr lang="zh-CN" altLang="en-US" sz="210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1825625" y="2176463"/>
            <a:ext cx="5546725" cy="503237"/>
            <a:chOff x="1156" y="1525"/>
            <a:chExt cx="3494" cy="317"/>
          </a:xfrm>
        </p:grpSpPr>
        <p:sp>
          <p:nvSpPr>
            <p:cNvPr id="60434" name="Rectangle 7"/>
            <p:cNvSpPr>
              <a:spLocks noChangeArrowheads="1"/>
            </p:cNvSpPr>
            <p:nvPr/>
          </p:nvSpPr>
          <p:spPr bwMode="auto">
            <a:xfrm>
              <a:off x="1156" y="1525"/>
              <a:ext cx="998" cy="3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lang="zh-CN" altLang="en-US" sz="2100">
                  <a:latin typeface="Verdana" panose="020B0604030504040204" pitchFamily="34" charset="0"/>
                  <a:ea typeface="宋体" panose="02010600030101010101" pitchFamily="2" charset="-122"/>
                </a:rPr>
                <a:t>右序列</a:t>
              </a:r>
              <a:endParaRPr lang="zh-CN" altLang="en-US" sz="21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35" name="Rectangle 8"/>
            <p:cNvSpPr>
              <a:spLocks noChangeArrowheads="1"/>
            </p:cNvSpPr>
            <p:nvPr/>
          </p:nvSpPr>
          <p:spPr bwMode="auto">
            <a:xfrm>
              <a:off x="2290" y="1525"/>
              <a:ext cx="998" cy="3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lang="zh-CN" altLang="en-US" sz="2100">
                  <a:latin typeface="Verdana" panose="020B0604030504040204" pitchFamily="34" charset="0"/>
                  <a:ea typeface="宋体" panose="02010600030101010101" pitchFamily="2" charset="-122"/>
                </a:rPr>
                <a:t>左序列</a:t>
              </a:r>
              <a:endParaRPr lang="zh-CN" altLang="en-US" sz="21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436" name="Rectangle 9"/>
            <p:cNvSpPr>
              <a:spLocks noChangeArrowheads="1"/>
            </p:cNvSpPr>
            <p:nvPr/>
          </p:nvSpPr>
          <p:spPr bwMode="auto">
            <a:xfrm>
              <a:off x="3470" y="1525"/>
              <a:ext cx="1180" cy="3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lang="zh-CN" altLang="en-US" sz="2100">
                  <a:latin typeface="Verdana" panose="020B0604030504040204" pitchFamily="34" charset="0"/>
                  <a:ea typeface="宋体" panose="02010600030101010101" pitchFamily="2" charset="-122"/>
                </a:rPr>
                <a:t>双边序列</a:t>
              </a:r>
              <a:endParaRPr lang="zh-CN" altLang="en-US" sz="21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0424" name="Rectangle 10"/>
          <p:cNvSpPr>
            <a:spLocks noChangeArrowheads="1"/>
          </p:cNvSpPr>
          <p:nvPr/>
        </p:nvSpPr>
        <p:spPr bwMode="auto">
          <a:xfrm>
            <a:off x="1042988" y="2963863"/>
            <a:ext cx="3744912" cy="503237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）常用信号的</a:t>
            </a:r>
            <a:r>
              <a:rPr lang="en-US" altLang="zh-CN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1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</a:t>
            </a:r>
            <a:endParaRPr lang="zh-CN" altLang="en-US" sz="210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78539" name="Object 11"/>
          <p:cNvGraphicFramePr>
            <a:graphicFrameLocks noChangeAspect="1"/>
          </p:cNvGraphicFramePr>
          <p:nvPr/>
        </p:nvGraphicFramePr>
        <p:xfrm>
          <a:off x="5030788" y="3506788"/>
          <a:ext cx="16668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41" name="公式" r:id="rId3" imgW="711200" imgH="393700" progId="Equation.3">
                  <p:embed/>
                </p:oleObj>
              </mc:Choice>
              <mc:Fallback>
                <p:oleObj name="公式" r:id="rId3" imgW="711200" imgH="393700" progId="Equation.3">
                  <p:embed/>
                  <p:pic>
                    <p:nvPicPr>
                      <p:cNvPr id="0" name="图片 1527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0788" y="3506788"/>
                        <a:ext cx="1666875" cy="9302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0" name="Object 12"/>
          <p:cNvGraphicFramePr>
            <a:graphicFrameLocks noChangeAspect="1"/>
          </p:cNvGraphicFramePr>
          <p:nvPr/>
        </p:nvGraphicFramePr>
        <p:xfrm>
          <a:off x="2743200" y="4516438"/>
          <a:ext cx="18002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42" name="公式" r:id="rId5" imgW="786765" imgH="393700" progId="Equation.3">
                  <p:embed/>
                </p:oleObj>
              </mc:Choice>
              <mc:Fallback>
                <p:oleObj name="公式" r:id="rId5" imgW="786765" imgH="393700" progId="Equation.3">
                  <p:embed/>
                  <p:pic>
                    <p:nvPicPr>
                      <p:cNvPr id="0" name="图片 1527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516438"/>
                        <a:ext cx="1800225" cy="9001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3"/>
          <p:cNvGrpSpPr/>
          <p:nvPr/>
        </p:nvGrpSpPr>
        <p:grpSpPr bwMode="auto">
          <a:xfrm>
            <a:off x="981075" y="3514726"/>
            <a:ext cx="3787775" cy="2682875"/>
            <a:chOff x="612" y="2418"/>
            <a:chExt cx="2386" cy="1690"/>
          </a:xfrm>
        </p:grpSpPr>
        <p:graphicFrame>
          <p:nvGraphicFramePr>
            <p:cNvPr id="60430" name="Object 14"/>
            <p:cNvGraphicFramePr>
              <a:graphicFrameLocks noChangeAspect="1"/>
            </p:cNvGraphicFramePr>
            <p:nvPr/>
          </p:nvGraphicFramePr>
          <p:xfrm>
            <a:off x="755" y="2418"/>
            <a:ext cx="770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743" name="公式" r:id="rId7" imgW="520700" imgH="203200" progId="Equation.3">
                    <p:embed/>
                  </p:oleObj>
                </mc:Choice>
                <mc:Fallback>
                  <p:oleObj name="公式" r:id="rId7" imgW="520700" imgH="203200" progId="Equation.3">
                    <p:embed/>
                    <p:pic>
                      <p:nvPicPr>
                        <p:cNvPr id="0" name="图片 1527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" y="2418"/>
                          <a:ext cx="770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31" name="Object 15"/>
            <p:cNvGraphicFramePr>
              <a:graphicFrameLocks noChangeAspect="1"/>
            </p:cNvGraphicFramePr>
            <p:nvPr/>
          </p:nvGraphicFramePr>
          <p:xfrm>
            <a:off x="2245" y="2523"/>
            <a:ext cx="753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744" name="公式" r:id="rId9" imgW="508000" imgH="203200" progId="Equation.3">
                    <p:embed/>
                  </p:oleObj>
                </mc:Choice>
                <mc:Fallback>
                  <p:oleObj name="公式" r:id="rId9" imgW="508000" imgH="203200" progId="Equation.3">
                    <p:embed/>
                    <p:pic>
                      <p:nvPicPr>
                        <p:cNvPr id="0" name="图片 1527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5" y="2523"/>
                          <a:ext cx="753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32" name="Object 16"/>
            <p:cNvGraphicFramePr>
              <a:graphicFrameLocks noChangeAspect="1"/>
            </p:cNvGraphicFramePr>
            <p:nvPr/>
          </p:nvGraphicFramePr>
          <p:xfrm>
            <a:off x="612" y="3113"/>
            <a:ext cx="1128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745" name="公式" r:id="rId11" imgW="647700" imgH="228600" progId="Equation.3">
                    <p:embed/>
                  </p:oleObj>
                </mc:Choice>
                <mc:Fallback>
                  <p:oleObj name="公式" r:id="rId11" imgW="647700" imgH="228600" progId="Equation.3">
                    <p:embed/>
                    <p:pic>
                      <p:nvPicPr>
                        <p:cNvPr id="0" name="图片 1527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3113"/>
                          <a:ext cx="1128" cy="3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33" name="Object 17"/>
            <p:cNvGraphicFramePr>
              <a:graphicFrameLocks noChangeAspect="1"/>
            </p:cNvGraphicFramePr>
            <p:nvPr/>
          </p:nvGraphicFramePr>
          <p:xfrm>
            <a:off x="646" y="3760"/>
            <a:ext cx="1587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2746" name="公式" r:id="rId13" imgW="1028700" imgH="228600" progId="Equation.3">
                    <p:embed/>
                  </p:oleObj>
                </mc:Choice>
                <mc:Fallback>
                  <p:oleObj name="公式" r:id="rId13" imgW="1028700" imgH="228600" progId="Equation.3">
                    <p:embed/>
                    <p:pic>
                      <p:nvPicPr>
                        <p:cNvPr id="0" name="图片 1527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6" y="3760"/>
                          <a:ext cx="1587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8546" name="Object 18"/>
          <p:cNvGraphicFramePr>
            <a:graphicFrameLocks noChangeAspect="1"/>
          </p:cNvGraphicFramePr>
          <p:nvPr/>
        </p:nvGraphicFramePr>
        <p:xfrm>
          <a:off x="3681413" y="5516563"/>
          <a:ext cx="177165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47" name="公式" r:id="rId15" imgW="774065" imgH="393700" progId="Equation.3">
                  <p:embed/>
                </p:oleObj>
              </mc:Choice>
              <mc:Fallback>
                <p:oleObj name="公式" r:id="rId15" imgW="774065" imgH="393700" progId="Equation.3">
                  <p:embed/>
                  <p:pic>
                    <p:nvPicPr>
                      <p:cNvPr id="0" name="图片 1527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1413" y="5516563"/>
                        <a:ext cx="1771650" cy="9001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47" name="Object 19"/>
          <p:cNvGraphicFramePr>
            <a:graphicFrameLocks noChangeAspect="1"/>
          </p:cNvGraphicFramePr>
          <p:nvPr/>
        </p:nvGraphicFramePr>
        <p:xfrm>
          <a:off x="2690019" y="3603626"/>
          <a:ext cx="2254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48" name="公式" r:id="rId17" imgW="88900" imgH="164465" progId="Equation.3">
                  <p:embed/>
                </p:oleObj>
              </mc:Choice>
              <mc:Fallback>
                <p:oleObj name="公式" r:id="rId17" imgW="88900" imgH="164465" progId="Equation.3">
                  <p:embed/>
                  <p:pic>
                    <p:nvPicPr>
                      <p:cNvPr id="0" name="图片 1527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0019" y="3603626"/>
                        <a:ext cx="225425" cy="4175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3854"/>
    </mc:Choice>
    <mc:Fallback>
      <p:transition spd="slow" advTm="1438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8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8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7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8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8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7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8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8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8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78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7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8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8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7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A86116A-BD2D-4DF9-AEED-FE7AB184107C}" type="datetime1">
              <a:rPr lang="zh-CN" altLang="en-US" smtClean="0"/>
            </a:fld>
            <a:endParaRPr lang="zh-CN" altLang="en-US"/>
          </a:p>
        </p:txBody>
      </p:sp>
      <p:sp>
        <p:nvSpPr>
          <p:cNvPr id="61443" name="Rectangle 2"/>
          <p:cNvSpPr>
            <a:spLocks noChangeArrowheads="1"/>
          </p:cNvSpPr>
          <p:nvPr/>
        </p:nvSpPr>
        <p:spPr bwMode="auto">
          <a:xfrm>
            <a:off x="590550" y="101600"/>
            <a:ext cx="1604963" cy="5762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5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回顾</a:t>
            </a:r>
            <a:endParaRPr lang="zh-CN" altLang="en-US" sz="2500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44" name="Rectangle 3"/>
          <p:cNvSpPr>
            <a:spLocks noChangeArrowheads="1"/>
          </p:cNvSpPr>
          <p:nvPr/>
        </p:nvSpPr>
        <p:spPr bwMode="auto">
          <a:xfrm>
            <a:off x="1000125" y="771525"/>
            <a:ext cx="2520950" cy="503238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1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1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1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10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变换性质</a:t>
            </a:r>
            <a:endParaRPr lang="zh-CN" altLang="en-US" sz="2100" dirty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25285" name="Object 5"/>
          <p:cNvGraphicFramePr>
            <a:graphicFrameLocks noChangeAspect="1"/>
          </p:cNvGraphicFramePr>
          <p:nvPr/>
        </p:nvGraphicFramePr>
        <p:xfrm>
          <a:off x="1609725" y="1446213"/>
          <a:ext cx="2894013" cy="344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3" name="公式" r:id="rId1" imgW="31699200" imgH="37795200" progId="Equation.3">
                  <p:embed/>
                </p:oleObj>
              </mc:Choice>
              <mc:Fallback>
                <p:oleObj name="公式" r:id="rId1" imgW="31699200" imgH="37795200" progId="Equation.3">
                  <p:embed/>
                  <p:pic>
                    <p:nvPicPr>
                      <p:cNvPr id="0" name="图片 1537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725" y="1446213"/>
                        <a:ext cx="2894013" cy="34448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/>
          <p:nvPr/>
        </p:nvGrpSpPr>
        <p:grpSpPr bwMode="auto">
          <a:xfrm>
            <a:off x="3271234" y="459893"/>
            <a:ext cx="5230380" cy="1567345"/>
            <a:chOff x="2064" y="381"/>
            <a:chExt cx="3151" cy="1189"/>
          </a:xfrm>
        </p:grpSpPr>
        <p:sp>
          <p:nvSpPr>
            <p:cNvPr id="61454" name="Line 8"/>
            <p:cNvSpPr>
              <a:spLocks noChangeShapeType="1"/>
            </p:cNvSpPr>
            <p:nvPr/>
          </p:nvSpPr>
          <p:spPr bwMode="auto">
            <a:xfrm flipV="1">
              <a:off x="2064" y="935"/>
              <a:ext cx="1224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5" name="AutoShape 9"/>
            <p:cNvSpPr/>
            <p:nvPr/>
          </p:nvSpPr>
          <p:spPr bwMode="auto">
            <a:xfrm>
              <a:off x="3334" y="708"/>
              <a:ext cx="145" cy="397"/>
            </a:xfrm>
            <a:prstGeom prst="leftBrace">
              <a:avLst>
                <a:gd name="adj1" fmla="val 3342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61456" name="Rectangle 10"/>
            <p:cNvSpPr>
              <a:spLocks noChangeArrowheads="1"/>
            </p:cNvSpPr>
            <p:nvPr/>
          </p:nvSpPr>
          <p:spPr bwMode="auto">
            <a:xfrm>
              <a:off x="3219" y="381"/>
              <a:ext cx="199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lang="zh-CN" altLang="en-US" sz="1900" dirty="0">
                  <a:solidFill>
                    <a:srgbClr val="D60093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有始序列的单边</a:t>
              </a:r>
              <a:r>
                <a:rPr lang="en-US" altLang="zh-CN" sz="1900" dirty="0">
                  <a:solidFill>
                    <a:srgbClr val="D60093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Z</a:t>
              </a:r>
              <a:r>
                <a:rPr lang="zh-CN" altLang="en-US" sz="1900" dirty="0">
                  <a:solidFill>
                    <a:srgbClr val="D60093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变换</a:t>
              </a:r>
              <a:endParaRPr lang="zh-CN" altLang="en-US" sz="1900" dirty="0">
                <a:solidFill>
                  <a:srgbClr val="D60093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457" name="Rectangle 11"/>
            <p:cNvSpPr>
              <a:spLocks noChangeArrowheads="1"/>
            </p:cNvSpPr>
            <p:nvPr/>
          </p:nvSpPr>
          <p:spPr bwMode="auto">
            <a:xfrm>
              <a:off x="3292" y="1108"/>
              <a:ext cx="1043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r>
                <a:rPr lang="zh-CN" altLang="en-US" sz="1900" dirty="0">
                  <a:solidFill>
                    <a:srgbClr val="D60093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双边</a:t>
              </a:r>
              <a:r>
                <a:rPr lang="en-US" altLang="zh-CN" sz="1900" dirty="0">
                  <a:solidFill>
                    <a:srgbClr val="D60093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Z</a:t>
              </a:r>
              <a:r>
                <a:rPr lang="zh-CN" altLang="en-US" sz="1900" dirty="0">
                  <a:solidFill>
                    <a:srgbClr val="D60093"/>
                  </a:solidFill>
                  <a:latin typeface="Verdana" panose="020B0604030504040204" pitchFamily="34" charset="0"/>
                  <a:ea typeface="宋体" panose="02010600030101010101" pitchFamily="2" charset="-122"/>
                </a:rPr>
                <a:t>变换</a:t>
              </a:r>
              <a:endParaRPr lang="zh-CN" altLang="en-US" sz="1900" dirty="0">
                <a:solidFill>
                  <a:srgbClr val="D60093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1458" name="Object 12"/>
            <p:cNvGraphicFramePr>
              <a:graphicFrameLocks noChangeAspect="1"/>
            </p:cNvGraphicFramePr>
            <p:nvPr/>
          </p:nvGraphicFramePr>
          <p:xfrm>
            <a:off x="4083" y="789"/>
            <a:ext cx="134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64" name="公式" r:id="rId3" imgW="114300" imgH="215900" progId="Equation.3">
                    <p:embed/>
                  </p:oleObj>
                </mc:Choice>
                <mc:Fallback>
                  <p:oleObj name="公式" r:id="rId3" imgW="114300" imgH="215900" progId="Equation.3">
                    <p:embed/>
                    <p:pic>
                      <p:nvPicPr>
                        <p:cNvPr id="0" name="图片 1537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3" y="789"/>
                          <a:ext cx="134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293" name="Object 13"/>
          <p:cNvGraphicFramePr>
            <a:graphicFrameLocks noChangeAspect="1"/>
          </p:cNvGraphicFramePr>
          <p:nvPr/>
        </p:nvGraphicFramePr>
        <p:xfrm>
          <a:off x="5619538" y="1143546"/>
          <a:ext cx="2427358" cy="352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5" name="公式" r:id="rId5" imgW="873125" imgH="120015" progId="Equation.3">
                  <p:embed/>
                </p:oleObj>
              </mc:Choice>
              <mc:Fallback>
                <p:oleObj name="公式" r:id="rId5" imgW="873125" imgH="120015" progId="Equation.3">
                  <p:embed/>
                  <p:pic>
                    <p:nvPicPr>
                      <p:cNvPr id="0" name="图片 1537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538" y="1143546"/>
                        <a:ext cx="2427358" cy="352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4" name="Object 14"/>
          <p:cNvGraphicFramePr>
            <a:graphicFrameLocks noChangeAspect="1"/>
          </p:cNvGraphicFramePr>
          <p:nvPr/>
        </p:nvGraphicFramePr>
        <p:xfrm>
          <a:off x="5624433" y="709533"/>
          <a:ext cx="3519567" cy="587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6" name="公式" r:id="rId7" imgW="1455420" imgH="270510" progId="Equation.3">
                  <p:embed/>
                </p:oleObj>
              </mc:Choice>
              <mc:Fallback>
                <p:oleObj name="公式" r:id="rId7" imgW="1455420" imgH="270510" progId="Equation.3">
                  <p:embed/>
                  <p:pic>
                    <p:nvPicPr>
                      <p:cNvPr id="0" name="图片 1537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4433" y="709533"/>
                        <a:ext cx="3519567" cy="5870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5" name="Object 15"/>
          <p:cNvGraphicFramePr>
            <a:graphicFrameLocks noChangeAspect="1"/>
          </p:cNvGraphicFramePr>
          <p:nvPr/>
        </p:nvGraphicFramePr>
        <p:xfrm>
          <a:off x="5275263" y="1854200"/>
          <a:ext cx="28956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7" name="Equation" r:id="rId9" imgW="880110" imgH="120015" progId="Equation.3">
                  <p:embed/>
                </p:oleObj>
              </mc:Choice>
              <mc:Fallback>
                <p:oleObj name="Equation" r:id="rId9" imgW="880110" imgH="120015" progId="Equation.3">
                  <p:embed/>
                  <p:pic>
                    <p:nvPicPr>
                      <p:cNvPr id="0" name="图片 1537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5263" y="1854200"/>
                        <a:ext cx="28956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6" name="Object 16"/>
          <p:cNvGraphicFramePr>
            <a:graphicFrameLocks noChangeAspect="1"/>
          </p:cNvGraphicFramePr>
          <p:nvPr/>
        </p:nvGraphicFramePr>
        <p:xfrm>
          <a:off x="5287963" y="2230438"/>
          <a:ext cx="27432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8" name="Equation" r:id="rId11" imgW="859790" imgH="120015" progId="Equation.3">
                  <p:embed/>
                </p:oleObj>
              </mc:Choice>
              <mc:Fallback>
                <p:oleObj name="Equation" r:id="rId11" imgW="859790" imgH="120015" progId="Equation.3">
                  <p:embed/>
                  <p:pic>
                    <p:nvPicPr>
                      <p:cNvPr id="0" name="图片 1537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7963" y="2230438"/>
                        <a:ext cx="27432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3" name="WordArt 17">
            <a:hlinkClick r:id="rId13"/>
          </p:cNvPr>
          <p:cNvSpPr>
            <a:spLocks noChangeArrowheads="1" noChangeShapeType="1" noTextEdit="1"/>
          </p:cNvSpPr>
          <p:nvPr/>
        </p:nvSpPr>
        <p:spPr bwMode="auto">
          <a:xfrm>
            <a:off x="7772400" y="6400800"/>
            <a:ext cx="13716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i="1" kern="10">
                <a:ln w="31750">
                  <a:solidFill>
                    <a:srgbClr val="9900FF"/>
                  </a:solidFill>
                  <a:rou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下一节</a:t>
            </a:r>
            <a:endParaRPr lang="zh-CN" altLang="en-US" sz="3600" i="1" kern="10">
              <a:ln w="31750">
                <a:solidFill>
                  <a:srgbClr val="9900FF"/>
                </a:solidFill>
                <a:round/>
              </a:ln>
              <a:solidFill>
                <a:srgbClr val="FFFFFF"/>
              </a:soli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0" name="Group 9"/>
          <p:cNvGrpSpPr/>
          <p:nvPr/>
        </p:nvGrpSpPr>
        <p:grpSpPr bwMode="auto">
          <a:xfrm>
            <a:off x="4675164" y="2748744"/>
            <a:ext cx="4283835" cy="680691"/>
            <a:chOff x="1010" y="718"/>
            <a:chExt cx="2962" cy="512"/>
          </a:xfrm>
        </p:grpSpPr>
        <p:graphicFrame>
          <p:nvGraphicFramePr>
            <p:cNvPr id="21" name="Object 10"/>
            <p:cNvGraphicFramePr>
              <a:graphicFrameLocks noChangeAspect="1"/>
            </p:cNvGraphicFramePr>
            <p:nvPr/>
          </p:nvGraphicFramePr>
          <p:xfrm>
            <a:off x="1010" y="718"/>
            <a:ext cx="1344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69" name="Equation" r:id="rId14" imgW="702310" imgH="243205" progId="Equation.3">
                    <p:embed/>
                  </p:oleObj>
                </mc:Choice>
                <mc:Fallback>
                  <p:oleObj name="Equation" r:id="rId14" imgW="702310" imgH="243205" progId="Equation.3">
                    <p:embed/>
                    <p:pic>
                      <p:nvPicPr>
                        <p:cNvPr id="0" name="图片 1537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0" y="718"/>
                          <a:ext cx="1344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13"/>
            <p:cNvGraphicFramePr>
              <a:graphicFrameLocks noChangeAspect="1"/>
            </p:cNvGraphicFramePr>
            <p:nvPr/>
          </p:nvGraphicFramePr>
          <p:xfrm>
            <a:off x="2436" y="801"/>
            <a:ext cx="1536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70" name="Equation" r:id="rId16" imgW="756920" imgH="120015" progId="Equation.3">
                    <p:embed/>
                  </p:oleObj>
                </mc:Choice>
                <mc:Fallback>
                  <p:oleObj name="Equation" r:id="rId16" imgW="756920" imgH="120015" progId="Equation.3">
                    <p:embed/>
                    <p:pic>
                      <p:nvPicPr>
                        <p:cNvPr id="0" name="图片 1537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6" y="801"/>
                          <a:ext cx="1536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Object 8"/>
          <p:cNvGraphicFramePr>
            <a:graphicFrameLocks noChangeAspect="1"/>
          </p:cNvGraphicFramePr>
          <p:nvPr/>
        </p:nvGraphicFramePr>
        <p:xfrm>
          <a:off x="4687013" y="3904902"/>
          <a:ext cx="4271986" cy="492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71" name="公式" r:id="rId18" imgW="56692800" imgH="6096000" progId="Equation.3">
                  <p:embed/>
                </p:oleObj>
              </mc:Choice>
              <mc:Fallback>
                <p:oleObj name="公式" r:id="rId18" imgW="56692800" imgH="6096000" progId="Equation.3">
                  <p:embed/>
                  <p:pic>
                    <p:nvPicPr>
                      <p:cNvPr id="0" name="图片 1537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7013" y="3904902"/>
                        <a:ext cx="4271986" cy="4920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Line 8"/>
          <p:cNvSpPr>
            <a:spLocks noChangeShapeType="1"/>
          </p:cNvSpPr>
          <p:nvPr/>
        </p:nvSpPr>
        <p:spPr bwMode="auto">
          <a:xfrm flipV="1">
            <a:off x="3521074" y="4108361"/>
            <a:ext cx="1115320" cy="772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8"/>
          <p:cNvSpPr>
            <a:spLocks noChangeShapeType="1"/>
          </p:cNvSpPr>
          <p:nvPr/>
        </p:nvSpPr>
        <p:spPr bwMode="auto">
          <a:xfrm>
            <a:off x="3915177" y="2641600"/>
            <a:ext cx="760341" cy="42306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4" name="Object 7"/>
          <p:cNvGraphicFramePr>
            <a:graphicFrameLocks noChangeAspect="1"/>
          </p:cNvGraphicFramePr>
          <p:nvPr/>
        </p:nvGraphicFramePr>
        <p:xfrm>
          <a:off x="693352" y="5093651"/>
          <a:ext cx="4073525" cy="824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72" name="公式" r:id="rId20" imgW="1393825" imgH="270510" progId="Equation.3">
                  <p:embed/>
                </p:oleObj>
              </mc:Choice>
              <mc:Fallback>
                <p:oleObj name="公式" r:id="rId20" imgW="1393825" imgH="270510" progId="Equation.3">
                  <p:embed/>
                  <p:pic>
                    <p:nvPicPr>
                      <p:cNvPr id="0" name="图片 1537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352" y="5093651"/>
                        <a:ext cx="4073525" cy="824849"/>
                      </a:xfrm>
                      <a:prstGeom prst="rect">
                        <a:avLst/>
                      </a:prstGeom>
                      <a:solidFill>
                        <a:srgbClr val="CCCC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Line 8"/>
          <p:cNvSpPr>
            <a:spLocks noChangeShapeType="1"/>
          </p:cNvSpPr>
          <p:nvPr/>
        </p:nvSpPr>
        <p:spPr bwMode="auto">
          <a:xfrm flipH="1">
            <a:off x="1437944" y="4790942"/>
            <a:ext cx="867373" cy="35618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6" name="Object 6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74769" y="6008093"/>
          <a:ext cx="4599805" cy="59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73" name="公式" r:id="rId22" imgW="2171700" imgH="279400" progId="Equation.3">
                  <p:embed/>
                </p:oleObj>
              </mc:Choice>
              <mc:Fallback>
                <p:oleObj name="公式" r:id="rId22" imgW="2171700" imgH="279400" progId="Equation.3">
                  <p:embed/>
                  <p:pic>
                    <p:nvPicPr>
                      <p:cNvPr id="0" name="图片 1537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769" y="6008093"/>
                        <a:ext cx="4599805" cy="591388"/>
                      </a:xfrm>
                      <a:prstGeom prst="rect">
                        <a:avLst/>
                      </a:prstGeom>
                      <a:solidFill>
                        <a:srgbClr val="FF99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145"/>
    </mc:Choice>
    <mc:Fallback>
      <p:transition spd="slow" advTm="351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25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5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FFA59BD-C38D-4105-8C39-3CD8A9BB868A}" type="datetime1">
              <a:rPr lang="zh-CN" altLang="en-US" smtClean="0"/>
            </a:fld>
            <a:endParaRPr lang="zh-CN" altLang="en-US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615773" y="24985"/>
            <a:ext cx="5465555" cy="845759"/>
          </a:xfrm>
          <a:solidFill>
            <a:srgbClr val="FFFF00"/>
          </a:solidFill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FF0000"/>
                </a:solidFill>
              </a:rPr>
              <a:t>左边序列：</a:t>
            </a:r>
            <a:r>
              <a:rPr lang="zh-CN" altLang="en-US" sz="2200" b="1" dirty="0">
                <a:solidFill>
                  <a:srgbClr val="0000FF"/>
                </a:solidFill>
              </a:rPr>
              <a:t>被除数、除数按照</a:t>
            </a:r>
            <a:r>
              <a:rPr lang="en-US" altLang="zh-CN" sz="2200" b="1" dirty="0">
                <a:solidFill>
                  <a:srgbClr val="0000FF"/>
                </a:solidFill>
              </a:rPr>
              <a:t>Z</a:t>
            </a:r>
            <a:r>
              <a:rPr lang="zh-CN" altLang="en-US" sz="2200" b="1" dirty="0">
                <a:solidFill>
                  <a:srgbClr val="0000FF"/>
                </a:solidFill>
              </a:rPr>
              <a:t>的升幂排列</a:t>
            </a:r>
            <a:endParaRPr lang="zh-CN" altLang="en-US" sz="2200" b="1" dirty="0">
              <a:solidFill>
                <a:srgbClr val="0000FF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FF0000"/>
                </a:solidFill>
              </a:rPr>
              <a:t>右边序列：</a:t>
            </a:r>
            <a:r>
              <a:rPr lang="zh-CN" altLang="en-US" sz="2200" b="1" dirty="0">
                <a:solidFill>
                  <a:srgbClr val="0000FF"/>
                </a:solidFill>
              </a:rPr>
              <a:t>被除数、除数按照</a:t>
            </a:r>
            <a:r>
              <a:rPr lang="en-US" altLang="zh-CN" sz="2200" b="1" dirty="0">
                <a:solidFill>
                  <a:srgbClr val="0000FF"/>
                </a:solidFill>
              </a:rPr>
              <a:t>Z</a:t>
            </a:r>
            <a:r>
              <a:rPr lang="zh-CN" altLang="en-US" sz="2200" b="1" dirty="0">
                <a:solidFill>
                  <a:srgbClr val="0000FF"/>
                </a:solidFill>
              </a:rPr>
              <a:t>的降幂排列</a:t>
            </a:r>
            <a:endParaRPr lang="zh-CN" altLang="en-US" sz="2200" b="1" dirty="0">
              <a:solidFill>
                <a:srgbClr val="0000FF"/>
              </a:solidFill>
            </a:endParaRPr>
          </a:p>
        </p:txBody>
      </p:sp>
      <p:sp>
        <p:nvSpPr>
          <p:cNvPr id="67589" name="Rectangle 4"/>
          <p:cNvSpPr>
            <a:spLocks noChangeArrowheads="1"/>
          </p:cNvSpPr>
          <p:nvPr/>
        </p:nvSpPr>
        <p:spPr bwMode="auto">
          <a:xfrm>
            <a:off x="390525" y="0"/>
            <a:ext cx="3168650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§8.4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反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日期占位符 3"/>
          <p:cNvSpPr txBox="1"/>
          <p:nvPr/>
        </p:nvSpPr>
        <p:spPr bwMode="auto">
          <a:xfrm>
            <a:off x="0" y="6538913"/>
            <a:ext cx="1565453" cy="3190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j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9pPr>
          </a:lstStyle>
          <a:p>
            <a:pPr>
              <a:defRPr/>
            </a:pPr>
            <a:fld id="{8DB8775F-A2F1-4620-8C41-34E2F41150FD}" type="datetime1">
              <a:rPr lang="zh-CN" altLang="en-US" smtClean="0"/>
            </a:fld>
            <a:endParaRPr lang="zh-CN" altLang="en-US"/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383899" y="977900"/>
            <a:ext cx="84455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900" b="1" kern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sz="1900" b="1" kern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2. </a:t>
            </a:r>
            <a:endParaRPr lang="en-US" altLang="zh-CN" sz="1900" b="0" kern="0" baseline="-2500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14" name="Object 3"/>
          <p:cNvGraphicFramePr>
            <a:graphicFrameLocks noChangeAspect="1"/>
          </p:cNvGraphicFramePr>
          <p:nvPr/>
        </p:nvGraphicFramePr>
        <p:xfrm>
          <a:off x="1175026" y="783431"/>
          <a:ext cx="3276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22" name="Equation" r:id="rId1" imgW="1637665" imgH="393700" progId="Equation.3">
                  <p:embed/>
                </p:oleObj>
              </mc:Choice>
              <mc:Fallback>
                <p:oleObj name="Equation" r:id="rId1" imgW="1637665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5026" y="783431"/>
                        <a:ext cx="3276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4743728" y="962282"/>
            <a:ext cx="1274762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练习：</a:t>
            </a:r>
            <a:endParaRPr kumimoji="1" lang="zh-CN" altLang="en-US" sz="2400" b="0" baseline="-250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16" name="Object 6"/>
          <p:cNvGraphicFramePr>
            <a:graphicFrameLocks noChangeAspect="1"/>
          </p:cNvGraphicFramePr>
          <p:nvPr/>
        </p:nvGraphicFramePr>
        <p:xfrm>
          <a:off x="4724400" y="5505450"/>
          <a:ext cx="4419600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23" name="Equation" r:id="rId3" imgW="1290955" imgH="208915" progId="Equation.3">
                  <p:embed/>
                </p:oleObj>
              </mc:Choice>
              <mc:Fallback>
                <p:oleObj name="Equation" r:id="rId3" imgW="1290955" imgH="20891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505450"/>
                        <a:ext cx="4419600" cy="1163637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7"/>
          <p:cNvGraphicFramePr>
            <a:graphicFrameLocks noChangeAspect="1"/>
          </p:cNvGraphicFramePr>
          <p:nvPr/>
        </p:nvGraphicFramePr>
        <p:xfrm>
          <a:off x="4859338" y="1704973"/>
          <a:ext cx="4284662" cy="376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24" name="BMP 图象" r:id="rId5" imgW="4391025" imgH="2657475" progId="Paint.Picture">
                  <p:embed/>
                </p:oleObj>
              </mc:Choice>
              <mc:Fallback>
                <p:oleObj name="BMP 图象" r:id="rId5" imgW="4391025" imgH="2657475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704973"/>
                        <a:ext cx="4284662" cy="376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/>
          <p:cNvGraphicFramePr>
            <a:graphicFrameLocks noChangeAspect="1"/>
          </p:cNvGraphicFramePr>
          <p:nvPr/>
        </p:nvGraphicFramePr>
        <p:xfrm>
          <a:off x="1419225" y="6311900"/>
          <a:ext cx="175736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25" name="公式" r:id="rId7" imgW="325120" imgH="106045" progId="Equation.3">
                  <p:embed/>
                </p:oleObj>
              </mc:Choice>
              <mc:Fallback>
                <p:oleObj name="公式" r:id="rId7" imgW="325120" imgH="10604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225" y="6311900"/>
                        <a:ext cx="1757363" cy="546100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9"/>
          <p:cNvGraphicFramePr>
            <a:graphicFrameLocks noChangeAspect="1"/>
          </p:cNvGraphicFramePr>
          <p:nvPr/>
        </p:nvGraphicFramePr>
        <p:xfrm>
          <a:off x="387350" y="5505450"/>
          <a:ext cx="3963988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26" name="Equation" r:id="rId9" imgW="1407795" imgH="208915" progId="Equation.3">
                  <p:embed/>
                </p:oleObj>
              </mc:Choice>
              <mc:Fallback>
                <p:oleObj name="Equation" r:id="rId9" imgW="1407795" imgH="20891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50" y="5505450"/>
                        <a:ext cx="3963988" cy="852488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0"/>
          <p:cNvGraphicFramePr>
            <a:graphicFrameLocks noChangeAspect="1"/>
          </p:cNvGraphicFramePr>
          <p:nvPr/>
        </p:nvGraphicFramePr>
        <p:xfrm>
          <a:off x="5724525" y="6440487"/>
          <a:ext cx="194627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27" name="公式" r:id="rId11" imgW="578485" imgH="106045" progId="Equation.3">
                  <p:embed/>
                </p:oleObj>
              </mc:Choice>
              <mc:Fallback>
                <p:oleObj name="公式" r:id="rId11" imgW="578485" imgH="10604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6440487"/>
                        <a:ext cx="1946275" cy="468312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1"/>
          <p:cNvGraphicFramePr>
            <a:graphicFrameLocks noChangeAspect="1"/>
          </p:cNvGraphicFramePr>
          <p:nvPr/>
        </p:nvGraphicFramePr>
        <p:xfrm>
          <a:off x="387350" y="1805918"/>
          <a:ext cx="4500563" cy="367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28" name="BMP 图象" r:id="rId13" imgW="4572000" imgH="2705100" progId="Paint.Picture">
                  <p:embed/>
                </p:oleObj>
              </mc:Choice>
              <mc:Fallback>
                <p:oleObj name="BMP 图象" r:id="rId13" imgW="4572000" imgH="2705100" progId="Paint.Picture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350" y="1805918"/>
                        <a:ext cx="4500563" cy="367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"/>
          <p:cNvGraphicFramePr>
            <a:graphicFrameLocks noChangeAspect="1"/>
          </p:cNvGraphicFramePr>
          <p:nvPr/>
        </p:nvGraphicFramePr>
        <p:xfrm>
          <a:off x="5654675" y="742950"/>
          <a:ext cx="31242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29" name="Equation" r:id="rId15" imgW="1803400" imgH="393700" progId="Equation.3">
                  <p:embed/>
                </p:oleObj>
              </mc:Choice>
              <mc:Fallback>
                <p:oleObj name="Equation" r:id="rId15" imgW="1803400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4675" y="742950"/>
                        <a:ext cx="312420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2067"/>
    </mc:Choice>
    <mc:Fallback>
      <p:transition spd="slow" advTm="1120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5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FAFCD14-606F-4040-A34C-76E732086BA2}" type="datetime1">
              <a:rPr lang="zh-CN" altLang="en-US" smtClean="0"/>
            </a:fld>
            <a:endParaRPr lang="zh-CN" altLang="en-US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76275" y="576263"/>
            <a:ext cx="3995738" cy="720725"/>
          </a:xfrm>
          <a:noFill/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FF"/>
                </a:solidFill>
              </a:rPr>
              <a:t>2</a:t>
            </a:r>
            <a:r>
              <a:rPr lang="zh-CN" altLang="en-US" sz="2600" b="1">
                <a:solidFill>
                  <a:srgbClr val="0000FF"/>
                </a:solidFill>
              </a:rPr>
              <a:t>、部分分式展开</a:t>
            </a:r>
            <a:endParaRPr lang="zh-CN" altLang="en-US" sz="2600" b="1">
              <a:solidFill>
                <a:srgbClr val="0000FF"/>
              </a:solidFill>
            </a:endParaRPr>
          </a:p>
        </p:txBody>
      </p:sp>
      <p:graphicFrame>
        <p:nvGraphicFramePr>
          <p:cNvPr id="70660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879475" y="1244600"/>
          <a:ext cx="6950075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99" name="公式" r:id="rId1" imgW="2832100" imgH="457200" progId="Equation.3">
                  <p:embed/>
                </p:oleObj>
              </mc:Choice>
              <mc:Fallback>
                <p:oleObj name="公式" r:id="rId1" imgW="28321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1244600"/>
                        <a:ext cx="6950075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6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171575" y="2366963"/>
          <a:ext cx="7118350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00" name="公式" r:id="rId3" imgW="3289300" imgH="685800" progId="Equation.3">
                  <p:embed/>
                </p:oleObj>
              </mc:Choice>
              <mc:Fallback>
                <p:oleObj name="公式" r:id="rId3" imgW="3289300" imgH="685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75" y="2366963"/>
                        <a:ext cx="7118350" cy="139223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7" name="Object 5"/>
          <p:cNvGraphicFramePr>
            <a:graphicFrameLocks noChangeAspect="1"/>
          </p:cNvGraphicFramePr>
          <p:nvPr/>
        </p:nvGraphicFramePr>
        <p:xfrm>
          <a:off x="1138238" y="3829050"/>
          <a:ext cx="7077075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01" name="公式" r:id="rId5" imgW="81076800" imgH="16154400" progId="Equation.3">
                  <p:embed/>
                </p:oleObj>
              </mc:Choice>
              <mc:Fallback>
                <p:oleObj name="公式" r:id="rId5" imgW="81076800" imgH="16154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3829050"/>
                        <a:ext cx="7077075" cy="1412875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8" name="Object 6"/>
          <p:cNvGraphicFramePr>
            <a:graphicFrameLocks noChangeAspect="1"/>
          </p:cNvGraphicFramePr>
          <p:nvPr/>
        </p:nvGraphicFramePr>
        <p:xfrm>
          <a:off x="1782763" y="5327650"/>
          <a:ext cx="5240337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02" name="公式" r:id="rId7" imgW="2578100" imgH="685800" progId="Equation.3">
                  <p:embed/>
                </p:oleObj>
              </mc:Choice>
              <mc:Fallback>
                <p:oleObj name="公式" r:id="rId7" imgW="2578100" imgH="685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763" y="5327650"/>
                        <a:ext cx="5240337" cy="13938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4" name="Rectangle 7"/>
          <p:cNvSpPr>
            <a:spLocks noChangeArrowheads="1"/>
          </p:cNvSpPr>
          <p:nvPr/>
        </p:nvSpPr>
        <p:spPr bwMode="auto">
          <a:xfrm>
            <a:off x="498475" y="0"/>
            <a:ext cx="3168650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 b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§8.4 </a:t>
            </a:r>
            <a:r>
              <a:rPr lang="zh-CN" altLang="en-US" sz="2500" b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反</a:t>
            </a:r>
            <a:r>
              <a:rPr lang="en-US" altLang="zh-CN" sz="2500" b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 b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</a:t>
            </a:r>
            <a:endParaRPr lang="zh-CN" altLang="en-US" sz="2500" b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665" name="Rectangle 8"/>
          <p:cNvSpPr>
            <a:spLocks noChangeArrowheads="1"/>
          </p:cNvSpPr>
          <p:nvPr/>
        </p:nvSpPr>
        <p:spPr bwMode="auto">
          <a:xfrm>
            <a:off x="676275" y="576263"/>
            <a:ext cx="399573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600">
                <a:solidFill>
                  <a:srgbClr val="0000FF"/>
                </a:solidFill>
                <a:latin typeface="Verdana" panose="020B0604030504040204" pitchFamily="34" charset="0"/>
              </a:rPr>
              <a:t>2</a:t>
            </a:r>
            <a:r>
              <a:rPr lang="zh-CN" altLang="en-US" sz="2600">
                <a:solidFill>
                  <a:srgbClr val="0000FF"/>
                </a:solidFill>
                <a:latin typeface="Verdana" panose="020B0604030504040204" pitchFamily="34" charset="0"/>
              </a:rPr>
              <a:t>、部分分式展开</a:t>
            </a:r>
            <a:endParaRPr lang="zh-CN" altLang="en-US" sz="260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sp>
        <p:nvSpPr>
          <p:cNvPr id="70666" name="Rectangle 9"/>
          <p:cNvSpPr>
            <a:spLocks noChangeArrowheads="1"/>
          </p:cNvSpPr>
          <p:nvPr/>
        </p:nvSpPr>
        <p:spPr bwMode="auto">
          <a:xfrm>
            <a:off x="498475" y="0"/>
            <a:ext cx="3168650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§8.4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反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</a:t>
            </a:r>
            <a:endParaRPr lang="en-US" altLang="zh-CN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9619"/>
    </mc:Choice>
    <mc:Fallback>
      <p:transition spd="slow" advTm="2196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500"/>
                                        <p:tgtEl>
                                          <p:spTgt spid="21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84C59E2-E102-4486-B775-592FCD9C88A4}" type="datetime1">
              <a:rPr lang="zh-CN" altLang="en-US" smtClean="0"/>
            </a:fld>
            <a:endParaRPr lang="zh-CN" altLang="en-US"/>
          </a:p>
        </p:txBody>
      </p:sp>
      <p:graphicFrame>
        <p:nvGraphicFramePr>
          <p:cNvPr id="214018" name="Object 2"/>
          <p:cNvGraphicFramePr>
            <a:graphicFrameLocks noChangeAspect="1"/>
          </p:cNvGraphicFramePr>
          <p:nvPr/>
        </p:nvGraphicFramePr>
        <p:xfrm>
          <a:off x="4716463" y="1187450"/>
          <a:ext cx="4427537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6" name="公式" r:id="rId1" imgW="2120900" imgH="508000" progId="Equation.3">
                  <p:embed/>
                </p:oleObj>
              </mc:Choice>
              <mc:Fallback>
                <p:oleObj name="公式" r:id="rId1" imgW="2120900" imgH="508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1187450"/>
                        <a:ext cx="4427537" cy="1190625"/>
                      </a:xfrm>
                      <a:prstGeom prst="rect">
                        <a:avLst/>
                      </a:prstGeom>
                      <a:solidFill>
                        <a:srgbClr val="33CC3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4" name="Text Box 3"/>
          <p:cNvSpPr txBox="1">
            <a:spLocks noChangeArrowheads="1"/>
          </p:cNvSpPr>
          <p:nvPr/>
        </p:nvSpPr>
        <p:spPr bwMode="auto">
          <a:xfrm>
            <a:off x="4833938" y="574675"/>
            <a:ext cx="335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  <a:r>
              <a:rPr kumimoji="1"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变换的基本形式：</a:t>
            </a:r>
            <a:endParaRPr kumimoji="1" lang="zh-CN" altLang="en-US" sz="2000" b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685" name="Rectangle 4"/>
          <p:cNvSpPr>
            <a:spLocks noChangeArrowheads="1"/>
          </p:cNvSpPr>
          <p:nvPr/>
        </p:nvSpPr>
        <p:spPr bwMode="auto">
          <a:xfrm>
            <a:off x="393065" y="82868"/>
            <a:ext cx="4248150" cy="32591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sz="240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部分方式求逆</a:t>
            </a:r>
            <a:r>
              <a:rPr kumimoji="1" lang="en-US" altLang="zh-CN" sz="240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kumimoji="1" lang="zh-CN" altLang="en-US" sz="240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变换步骤：</a:t>
            </a:r>
            <a:endParaRPr kumimoji="1" lang="zh-CN" altLang="en-US" sz="240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1" lang="zh-CN" altLang="en-US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kumimoji="1" lang="en-US" altLang="zh-CN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F(z)</a:t>
            </a:r>
            <a:r>
              <a:rPr kumimoji="1" lang="en-US" altLang="zh-CN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</a:t>
            </a:r>
            <a:r>
              <a:rPr kumimoji="1" lang="en-US" altLang="zh-CN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F(z)/z(</a:t>
            </a:r>
            <a:r>
              <a:rPr kumimoji="1" lang="zh-CN" altLang="en-US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真分式）；</a:t>
            </a:r>
            <a:endParaRPr kumimoji="1" lang="zh-CN" altLang="en-US" sz="2400">
              <a:solidFill>
                <a:srgbClr val="99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1" lang="zh-CN" altLang="en-US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kumimoji="1" lang="en-US" altLang="zh-CN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F(z)/z</a:t>
            </a:r>
            <a:r>
              <a:rPr kumimoji="1" lang="zh-CN" altLang="en-US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进行部分分式展开；</a:t>
            </a:r>
            <a:endParaRPr kumimoji="1" lang="zh-CN" altLang="en-US" sz="2400">
              <a:solidFill>
                <a:srgbClr val="99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kumimoji="1" lang="zh-CN" altLang="en-US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）求部分分式中的系数；</a:t>
            </a:r>
            <a:endParaRPr kumimoji="1" lang="zh-CN" altLang="en-US" sz="2400">
              <a:solidFill>
                <a:srgbClr val="99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kumimoji="1" lang="zh-CN" altLang="en-US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）部分分式型 </a:t>
            </a:r>
            <a:r>
              <a:rPr kumimoji="1" lang="en-US" altLang="zh-CN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F(z)/z</a:t>
            </a:r>
            <a:r>
              <a:rPr kumimoji="1" lang="en-US" altLang="zh-CN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</a:t>
            </a:r>
            <a:r>
              <a:rPr kumimoji="1" lang="en-US" altLang="zh-CN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F(z)</a:t>
            </a:r>
            <a:r>
              <a:rPr kumimoji="1" lang="zh-CN" altLang="en-US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kumimoji="1" lang="zh-CN" altLang="en-US" sz="2400">
              <a:solidFill>
                <a:srgbClr val="99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1" lang="zh-CN" altLang="en-US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）利用基本形式进行逆变换，求得</a:t>
            </a:r>
            <a:r>
              <a:rPr kumimoji="1" lang="en-US" altLang="zh-CN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f(k)</a:t>
            </a:r>
            <a:r>
              <a:rPr kumimoji="1" lang="zh-CN" altLang="en-US" sz="240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kumimoji="1" lang="zh-CN" altLang="en-US" sz="2400">
              <a:solidFill>
                <a:srgbClr val="99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14021" name="Object 5"/>
          <p:cNvGraphicFramePr>
            <a:graphicFrameLocks noChangeAspect="1"/>
          </p:cNvGraphicFramePr>
          <p:nvPr/>
        </p:nvGraphicFramePr>
        <p:xfrm>
          <a:off x="879475" y="5013325"/>
          <a:ext cx="7024370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7" name="公式" r:id="rId3" imgW="2997200" imgH="787400" progId="Equation.3">
                  <p:embed/>
                </p:oleObj>
              </mc:Choice>
              <mc:Fallback>
                <p:oleObj name="公式" r:id="rId3" imgW="2997200" imgH="787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5013325"/>
                        <a:ext cx="7024370" cy="1746250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2" name="Object 6"/>
          <p:cNvGraphicFramePr>
            <a:graphicFrameLocks noChangeAspect="1"/>
          </p:cNvGraphicFramePr>
          <p:nvPr/>
        </p:nvGraphicFramePr>
        <p:xfrm>
          <a:off x="878682" y="3559017"/>
          <a:ext cx="7025005" cy="1335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8" name="公式" r:id="rId5" imgW="2959100" imgH="508000" progId="Equation.3">
                  <p:embed/>
                </p:oleObj>
              </mc:Choice>
              <mc:Fallback>
                <p:oleObj name="公式" r:id="rId5" imgW="2959100" imgH="508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682" y="3559017"/>
                        <a:ext cx="7025005" cy="133540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2878"/>
    </mc:Choice>
    <mc:Fallback>
      <p:transition spd="slow" advTm="1828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1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8C52E7F-1281-423F-B6A4-DC521383A2D5}" type="datetime1">
              <a:rPr lang="zh-CN" altLang="en-US" smtClean="0"/>
            </a:fld>
            <a:endParaRPr lang="zh-CN" altLang="en-US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067175" y="115888"/>
            <a:ext cx="4787900" cy="1296987"/>
          </a:xfrm>
          <a:solidFill>
            <a:srgbClr val="FFFF00"/>
          </a:solidFill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rgbClr val="FF3300"/>
                </a:solidFill>
              </a:rPr>
              <a:t> </a:t>
            </a:r>
            <a:r>
              <a:rPr lang="zh-CN" altLang="en-US" sz="2600">
                <a:solidFill>
                  <a:srgbClr val="993300"/>
                </a:solidFill>
              </a:rPr>
              <a:t>左边序列：极点在边界外</a:t>
            </a:r>
            <a:endParaRPr lang="zh-CN" altLang="en-US" sz="2600">
              <a:solidFill>
                <a:srgbClr val="993300"/>
              </a:solidFill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rgbClr val="993300"/>
                </a:solidFill>
              </a:rPr>
              <a:t> 右边序列：极点在边界内</a:t>
            </a:r>
            <a:endParaRPr lang="zh-CN" altLang="en-US" sz="2600">
              <a:solidFill>
                <a:srgbClr val="993300"/>
              </a:solidFill>
            </a:endParaRPr>
          </a:p>
        </p:txBody>
      </p:sp>
      <p:graphicFrame>
        <p:nvGraphicFramePr>
          <p:cNvPr id="216067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050925" y="4154488"/>
          <a:ext cx="587216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31" name="公式" r:id="rId1" imgW="2895600" imgH="444500" progId="Equation.3">
                  <p:embed/>
                </p:oleObj>
              </mc:Choice>
              <mc:Fallback>
                <p:oleObj name="公式" r:id="rId1" imgW="2895600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4154488"/>
                        <a:ext cx="5872163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68" name="Object 4"/>
          <p:cNvGraphicFramePr>
            <a:graphicFrameLocks noChangeAspect="1"/>
          </p:cNvGraphicFramePr>
          <p:nvPr/>
        </p:nvGraphicFramePr>
        <p:xfrm>
          <a:off x="1258888" y="5949950"/>
          <a:ext cx="5256212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32" name="公式" r:id="rId3" imgW="1778000" imgH="228600" progId="Equation.3">
                  <p:embed/>
                </p:oleObj>
              </mc:Choice>
              <mc:Fallback>
                <p:oleObj name="公式" r:id="rId3" imgW="17780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949950"/>
                        <a:ext cx="5256212" cy="674688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69" name="Object 5"/>
          <p:cNvGraphicFramePr>
            <a:graphicFrameLocks noChangeAspect="1"/>
          </p:cNvGraphicFramePr>
          <p:nvPr/>
        </p:nvGraphicFramePr>
        <p:xfrm>
          <a:off x="985838" y="1412875"/>
          <a:ext cx="609282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33" name="公式" r:id="rId5" imgW="2730500" imgH="444500" progId="Equation.3">
                  <p:embed/>
                </p:oleObj>
              </mc:Choice>
              <mc:Fallback>
                <p:oleObj name="公式" r:id="rId5" imgW="27305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1412875"/>
                        <a:ext cx="6092825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0" name="Object 6"/>
          <p:cNvGraphicFramePr>
            <a:graphicFrameLocks noChangeAspect="1"/>
          </p:cNvGraphicFramePr>
          <p:nvPr/>
        </p:nvGraphicFramePr>
        <p:xfrm>
          <a:off x="1331913" y="3500438"/>
          <a:ext cx="4751387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34" name="公式" r:id="rId7" imgW="1828800" imgH="241300" progId="Equation.3">
                  <p:embed/>
                </p:oleObj>
              </mc:Choice>
              <mc:Fallback>
                <p:oleObj name="公式" r:id="rId7" imgW="18288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500438"/>
                        <a:ext cx="4751387" cy="62547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6" name="Rectangle 7"/>
          <p:cNvSpPr>
            <a:spLocks noChangeArrowheads="1"/>
          </p:cNvSpPr>
          <p:nvPr/>
        </p:nvSpPr>
        <p:spPr bwMode="auto">
          <a:xfrm>
            <a:off x="420688" y="0"/>
            <a:ext cx="3168650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 b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§8.4 </a:t>
            </a:r>
            <a:r>
              <a:rPr lang="zh-CN" altLang="en-US" sz="2500" b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反</a:t>
            </a:r>
            <a:r>
              <a:rPr lang="en-US" altLang="zh-CN" sz="2500" b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 b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</a:t>
            </a:r>
            <a:endParaRPr lang="zh-CN" altLang="en-US" sz="2500" b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16072" name="Object 8"/>
          <p:cNvGraphicFramePr>
            <a:graphicFrameLocks noChangeAspect="1"/>
          </p:cNvGraphicFramePr>
          <p:nvPr/>
        </p:nvGraphicFramePr>
        <p:xfrm>
          <a:off x="2065338" y="2492375"/>
          <a:ext cx="393223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35" name="公式" r:id="rId9" imgW="1765300" imgH="393700" progId="Equation.3">
                  <p:embed/>
                </p:oleObj>
              </mc:Choice>
              <mc:Fallback>
                <p:oleObj name="公式" r:id="rId9" imgW="1765300" imgH="3937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8" y="2492375"/>
                        <a:ext cx="3932237" cy="8763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3" name="Object 9"/>
          <p:cNvGraphicFramePr>
            <a:graphicFrameLocks noChangeAspect="1"/>
          </p:cNvGraphicFramePr>
          <p:nvPr/>
        </p:nvGraphicFramePr>
        <p:xfrm>
          <a:off x="2411413" y="5084763"/>
          <a:ext cx="28082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36" name="公式" r:id="rId11" imgW="1371600" imgH="393700" progId="Equation.3">
                  <p:embed/>
                </p:oleObj>
              </mc:Choice>
              <mc:Fallback>
                <p:oleObj name="公式" r:id="rId11" imgW="1371600" imgH="393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084763"/>
                        <a:ext cx="2808287" cy="8064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0703"/>
    </mc:Choice>
    <mc:Fallback>
      <p:transition spd="slow" advTm="2607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2160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 decel="100000"/>
                                        <p:tgtEl>
                                          <p:spTgt spid="2160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800" decel="100000"/>
                                        <p:tgtEl>
                                          <p:spTgt spid="2160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6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800" decel="100000"/>
                                        <p:tgtEl>
                                          <p:spTgt spid="2160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800" decel="100000" fill="hold"/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decel="100000" fill="hold"/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00" decel="100000" fill="hold"/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6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61F286D-ECEA-4979-8458-A089E0195C04}" type="datetime1">
              <a:rPr lang="zh-CN" altLang="en-US" smtClean="0"/>
            </a:fld>
            <a:endParaRPr lang="zh-CN" altLang="en-US"/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71488" y="295275"/>
            <a:ext cx="914400" cy="298450"/>
          </a:xfrm>
          <a:noFill/>
        </p:spPr>
        <p:txBody>
          <a:bodyPr/>
          <a:lstStyle/>
          <a:p>
            <a:r>
              <a:rPr kumimoji="1" lang="zh-CN" altLang="en-US" sz="1900" b="1">
                <a:solidFill>
                  <a:schemeClr val="tx1"/>
                </a:solidFill>
                <a:latin typeface="Tahoma" panose="020B0604030504040204" pitchFamily="34" charset="0"/>
              </a:rPr>
              <a:t>例</a:t>
            </a:r>
            <a:r>
              <a:rPr kumimoji="1" lang="en-US" altLang="zh-CN" sz="1900" b="1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r>
              <a:rPr kumimoji="1" lang="zh-CN" altLang="en-US" sz="1900" b="1">
                <a:solidFill>
                  <a:schemeClr val="tx1"/>
                </a:solidFill>
                <a:latin typeface="Tahoma" panose="020B0604030504040204" pitchFamily="34" charset="0"/>
              </a:rPr>
              <a:t>：</a:t>
            </a:r>
            <a:endParaRPr kumimoji="1" lang="zh-CN" altLang="en-US" sz="1900" b="1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217091" name="Object 3"/>
          <p:cNvGraphicFramePr>
            <a:graphicFrameLocks noChangeAspect="1"/>
          </p:cNvGraphicFramePr>
          <p:nvPr/>
        </p:nvGraphicFramePr>
        <p:xfrm>
          <a:off x="6400800" y="990600"/>
          <a:ext cx="2438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38" name="Equation" r:id="rId1" imgW="1218565" imgH="393700" progId="Equation.3">
                  <p:embed/>
                </p:oleObj>
              </mc:Choice>
              <mc:Fallback>
                <p:oleObj name="Equation" r:id="rId1" imgW="1218565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990600"/>
                        <a:ext cx="24384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2" name="Object 4"/>
          <p:cNvGraphicFramePr>
            <a:graphicFrameLocks noChangeAspect="1"/>
          </p:cNvGraphicFramePr>
          <p:nvPr/>
        </p:nvGraphicFramePr>
        <p:xfrm>
          <a:off x="1476375" y="2205038"/>
          <a:ext cx="10604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39" name="公式" r:id="rId3" imgW="457200" imgH="203200" progId="Equation.3">
                  <p:embed/>
                </p:oleObj>
              </mc:Choice>
              <mc:Fallback>
                <p:oleObj name="公式" r:id="rId3" imgW="4572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205038"/>
                        <a:ext cx="10604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3" name="Object 5"/>
          <p:cNvGraphicFramePr>
            <a:graphicFrameLocks noChangeAspect="1"/>
          </p:cNvGraphicFramePr>
          <p:nvPr/>
        </p:nvGraphicFramePr>
        <p:xfrm>
          <a:off x="2627313" y="2133600"/>
          <a:ext cx="45878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40" name="公式" r:id="rId5" imgW="2146300" imgH="241300" progId="Equation.3">
                  <p:embed/>
                </p:oleObj>
              </mc:Choice>
              <mc:Fallback>
                <p:oleObj name="公式" r:id="rId5" imgW="21463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133600"/>
                        <a:ext cx="45878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9" name="Object 6"/>
          <p:cNvGraphicFramePr>
            <a:graphicFrameLocks noChangeAspect="1"/>
          </p:cNvGraphicFramePr>
          <p:nvPr/>
        </p:nvGraphicFramePr>
        <p:xfrm>
          <a:off x="1447800" y="0"/>
          <a:ext cx="5105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41" name="Equation" r:id="rId7" imgW="1654175" imgH="277495" progId="Equation.3">
                  <p:embed/>
                </p:oleObj>
              </mc:Choice>
              <mc:Fallback>
                <p:oleObj name="Equation" r:id="rId7" imgW="1654175" imgH="27749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0"/>
                        <a:ext cx="51054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5" name="Object 7"/>
          <p:cNvGraphicFramePr>
            <a:graphicFrameLocks noChangeAspect="1"/>
          </p:cNvGraphicFramePr>
          <p:nvPr/>
        </p:nvGraphicFramePr>
        <p:xfrm>
          <a:off x="1447800" y="1066800"/>
          <a:ext cx="25146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42" name="Equation" r:id="rId9" imgW="1244600" imgH="393700" progId="Equation.3">
                  <p:embed/>
                </p:oleObj>
              </mc:Choice>
              <mc:Fallback>
                <p:oleObj name="Equation" r:id="rId9" imgW="1244600" imgH="393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066800"/>
                        <a:ext cx="251460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096" name="Rectangle 8"/>
          <p:cNvSpPr>
            <a:spLocks noChangeArrowheads="1"/>
          </p:cNvSpPr>
          <p:nvPr/>
        </p:nvSpPr>
        <p:spPr bwMode="auto">
          <a:xfrm>
            <a:off x="539750" y="2997200"/>
            <a:ext cx="990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kumimoji="1" lang="en-US" altLang="zh-CN" sz="240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kumimoji="1"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17097" name="Object 9"/>
          <p:cNvGraphicFramePr>
            <a:graphicFrameLocks noChangeAspect="1"/>
          </p:cNvGraphicFramePr>
          <p:nvPr/>
        </p:nvGraphicFramePr>
        <p:xfrm>
          <a:off x="1619250" y="2997200"/>
          <a:ext cx="43354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43" name="Equation" r:id="rId11" imgW="1400810" imgH="277495" progId="Equation.3">
                  <p:embed/>
                </p:oleObj>
              </mc:Choice>
              <mc:Fallback>
                <p:oleObj name="Equation" r:id="rId11" imgW="1400810" imgH="27749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997200"/>
                        <a:ext cx="4335463" cy="901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8" name="Object 10"/>
          <p:cNvGraphicFramePr>
            <a:graphicFrameLocks noChangeAspect="1"/>
          </p:cNvGraphicFramePr>
          <p:nvPr/>
        </p:nvGraphicFramePr>
        <p:xfrm>
          <a:off x="1187450" y="4221163"/>
          <a:ext cx="28003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44" name="Equation" r:id="rId13" imgW="1270000" imgH="419100" progId="Equation.3">
                  <p:embed/>
                </p:oleObj>
              </mc:Choice>
              <mc:Fallback>
                <p:oleObj name="Equation" r:id="rId13" imgW="1270000" imgH="419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221163"/>
                        <a:ext cx="280035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9" name="Object 11"/>
          <p:cNvGraphicFramePr>
            <a:graphicFrameLocks noChangeAspect="1"/>
          </p:cNvGraphicFramePr>
          <p:nvPr/>
        </p:nvGraphicFramePr>
        <p:xfrm>
          <a:off x="6443663" y="4076700"/>
          <a:ext cx="16002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45" name="Equation" r:id="rId15" imgW="862965" imgH="571500" progId="Equation.3">
                  <p:embed/>
                </p:oleObj>
              </mc:Choice>
              <mc:Fallback>
                <p:oleObj name="Equation" r:id="rId15" imgW="862965" imgH="5715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076700"/>
                        <a:ext cx="160020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100" name="Object 12"/>
          <p:cNvGraphicFramePr>
            <a:graphicFrameLocks noChangeAspect="1"/>
          </p:cNvGraphicFramePr>
          <p:nvPr/>
        </p:nvGraphicFramePr>
        <p:xfrm>
          <a:off x="1258888" y="5373688"/>
          <a:ext cx="2870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46" name="Equation" r:id="rId17" imgW="1435100" imgH="393700" progId="Equation.3">
                  <p:embed/>
                </p:oleObj>
              </mc:Choice>
              <mc:Fallback>
                <p:oleObj name="Equation" r:id="rId17" imgW="1435100" imgH="3937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373688"/>
                        <a:ext cx="2870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101" name="Object 13"/>
          <p:cNvGraphicFramePr>
            <a:graphicFrameLocks noChangeAspect="1"/>
          </p:cNvGraphicFramePr>
          <p:nvPr/>
        </p:nvGraphicFramePr>
        <p:xfrm>
          <a:off x="4787900" y="5805488"/>
          <a:ext cx="10604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47" name="公式" r:id="rId19" imgW="457200" imgH="203200" progId="Equation.3">
                  <p:embed/>
                </p:oleObj>
              </mc:Choice>
              <mc:Fallback>
                <p:oleObj name="公式" r:id="rId19" imgW="457200" imgH="203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5805488"/>
                        <a:ext cx="10604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102" name="Object 14"/>
          <p:cNvGraphicFramePr>
            <a:graphicFrameLocks noChangeAspect="1"/>
          </p:cNvGraphicFramePr>
          <p:nvPr/>
        </p:nvGraphicFramePr>
        <p:xfrm>
          <a:off x="4038600" y="1066800"/>
          <a:ext cx="179705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48" name="Equation" r:id="rId21" imgW="888365" imgH="393700" progId="Equation.3">
                  <p:embed/>
                </p:oleObj>
              </mc:Choice>
              <mc:Fallback>
                <p:oleObj name="Equation" r:id="rId21" imgW="888365" imgH="3937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066800"/>
                        <a:ext cx="179705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103" name="Object 15"/>
          <p:cNvGraphicFramePr>
            <a:graphicFrameLocks noChangeAspect="1"/>
          </p:cNvGraphicFramePr>
          <p:nvPr/>
        </p:nvGraphicFramePr>
        <p:xfrm>
          <a:off x="4067175" y="4292600"/>
          <a:ext cx="22098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49" name="Equation" r:id="rId23" imgW="1079500" imgH="419100" progId="Equation.3">
                  <p:embed/>
                </p:oleObj>
              </mc:Choice>
              <mc:Fallback>
                <p:oleObj name="Equation" r:id="rId23" imgW="1079500" imgH="4191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4292600"/>
                        <a:ext cx="22098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104" name="Object 16"/>
          <p:cNvGraphicFramePr>
            <a:graphicFrameLocks noChangeAspect="1"/>
          </p:cNvGraphicFramePr>
          <p:nvPr/>
        </p:nvGraphicFramePr>
        <p:xfrm>
          <a:off x="5940425" y="5516563"/>
          <a:ext cx="309562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50" name="公式" r:id="rId25" imgW="1028065" imgH="393700" progId="Equation.3">
                  <p:embed/>
                </p:oleObj>
              </mc:Choice>
              <mc:Fallback>
                <p:oleObj name="公式" r:id="rId25" imgW="1028065" imgH="3937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5516563"/>
                        <a:ext cx="3095625" cy="1022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3067"/>
    </mc:Choice>
    <mc:Fallback>
      <p:transition spd="slow" advTm="2030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70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70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17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17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7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7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7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7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7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7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17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7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7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17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7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7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7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7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7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7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6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CF062B1-99DF-44D8-98F3-B73C60D43DD9}" type="datetime1">
              <a:rPr lang="zh-CN" altLang="en-US" smtClean="0"/>
            </a:fld>
            <a:endParaRPr lang="zh-CN" altLang="en-US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88950" y="450850"/>
            <a:ext cx="1065213" cy="392113"/>
          </a:xfrm>
          <a:noFill/>
        </p:spPr>
        <p:txBody>
          <a:bodyPr/>
          <a:lstStyle/>
          <a:p>
            <a:r>
              <a:rPr kumimoji="1" lang="zh-CN" altLang="en-US" sz="1900" b="1">
                <a:solidFill>
                  <a:schemeClr val="tx1"/>
                </a:solidFill>
                <a:latin typeface="Tahoma" panose="020B0604030504040204" pitchFamily="34" charset="0"/>
              </a:rPr>
              <a:t>例</a:t>
            </a:r>
            <a:r>
              <a:rPr kumimoji="1" lang="en-US" altLang="zh-CN" sz="1900" b="1">
                <a:solidFill>
                  <a:schemeClr val="tx1"/>
                </a:solidFill>
                <a:latin typeface="Tahoma" panose="020B0604030504040204" pitchFamily="34" charset="0"/>
              </a:rPr>
              <a:t>3</a:t>
            </a:r>
            <a:r>
              <a:rPr kumimoji="1" lang="zh-CN" altLang="en-US" sz="1900" b="1">
                <a:solidFill>
                  <a:schemeClr val="tx1"/>
                </a:solidFill>
                <a:latin typeface="Tahoma" panose="020B0604030504040204" pitchFamily="34" charset="0"/>
              </a:rPr>
              <a:t>：</a:t>
            </a:r>
            <a:endParaRPr kumimoji="1" lang="zh-CN" altLang="en-US" sz="1900" b="1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19139" name="Text Box 3"/>
          <p:cNvSpPr txBox="1">
            <a:spLocks noChangeArrowheads="1"/>
          </p:cNvSpPr>
          <p:nvPr/>
        </p:nvSpPr>
        <p:spPr bwMode="auto">
          <a:xfrm>
            <a:off x="611188" y="1090613"/>
            <a:ext cx="944562" cy="4572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endParaRPr kumimoji="1" lang="zh-CN" altLang="en-US" sz="240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9140" name="Object 4"/>
          <p:cNvGraphicFramePr>
            <a:graphicFrameLocks noChangeAspect="1"/>
          </p:cNvGraphicFramePr>
          <p:nvPr/>
        </p:nvGraphicFramePr>
        <p:xfrm>
          <a:off x="1752600" y="1011238"/>
          <a:ext cx="6059488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02" name="Equation" r:id="rId1" imgW="2387600" imgH="419100" progId="Equation.3">
                  <p:embed/>
                </p:oleObj>
              </mc:Choice>
              <mc:Fallback>
                <p:oleObj name="Equation" r:id="rId1" imgW="23876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011238"/>
                        <a:ext cx="6059488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1" name="Object 5"/>
          <p:cNvGraphicFramePr>
            <a:graphicFrameLocks noChangeAspect="1"/>
          </p:cNvGraphicFramePr>
          <p:nvPr/>
        </p:nvGraphicFramePr>
        <p:xfrm>
          <a:off x="1219200" y="3205163"/>
          <a:ext cx="346551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03" name="公式" r:id="rId3" imgW="2311400" imgH="622300" progId="Equation.3">
                  <p:embed/>
                </p:oleObj>
              </mc:Choice>
              <mc:Fallback>
                <p:oleObj name="公式" r:id="rId3" imgW="2311400" imgH="622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205163"/>
                        <a:ext cx="3465513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2" name="Object 6"/>
          <p:cNvGraphicFramePr>
            <a:graphicFrameLocks noChangeAspect="1"/>
          </p:cNvGraphicFramePr>
          <p:nvPr/>
        </p:nvGraphicFramePr>
        <p:xfrm>
          <a:off x="1219200" y="2138363"/>
          <a:ext cx="521811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04" name="公式" r:id="rId5" imgW="3479800" imgH="647700" progId="Equation.3">
                  <p:embed/>
                </p:oleObj>
              </mc:Choice>
              <mc:Fallback>
                <p:oleObj name="公式" r:id="rId5" imgW="3479800" imgH="647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138363"/>
                        <a:ext cx="521811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3" name="Object 7"/>
          <p:cNvGraphicFramePr>
            <a:graphicFrameLocks noChangeAspect="1"/>
          </p:cNvGraphicFramePr>
          <p:nvPr/>
        </p:nvGraphicFramePr>
        <p:xfrm>
          <a:off x="5562600" y="3205163"/>
          <a:ext cx="274161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05" name="公式" r:id="rId7" imgW="1828800" imgH="622300" progId="Equation.3">
                  <p:embed/>
                </p:oleObj>
              </mc:Choice>
              <mc:Fallback>
                <p:oleObj name="公式" r:id="rId7" imgW="1828800" imgH="622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205163"/>
                        <a:ext cx="2741613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4" name="Object 8"/>
          <p:cNvGraphicFramePr>
            <a:graphicFrameLocks noChangeAspect="1"/>
          </p:cNvGraphicFramePr>
          <p:nvPr/>
        </p:nvGraphicFramePr>
        <p:xfrm>
          <a:off x="1547813" y="4271963"/>
          <a:ext cx="431958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06" name="Equation" r:id="rId9" imgW="1663700" imgH="419100" progId="Equation.3">
                  <p:embed/>
                </p:oleObj>
              </mc:Choice>
              <mc:Fallback>
                <p:oleObj name="Equation" r:id="rId9" imgW="1663700" imgH="419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271963"/>
                        <a:ext cx="4319587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5" name="Object 9"/>
          <p:cNvGraphicFramePr>
            <a:graphicFrameLocks noChangeAspect="1"/>
          </p:cNvGraphicFramePr>
          <p:nvPr/>
        </p:nvGraphicFramePr>
        <p:xfrm>
          <a:off x="1225550" y="5554663"/>
          <a:ext cx="47148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07" name="公式" r:id="rId11" imgW="1866265" imgH="203200" progId="Equation.3">
                  <p:embed/>
                </p:oleObj>
              </mc:Choice>
              <mc:Fallback>
                <p:oleObj name="公式" r:id="rId11" imgW="1866265" imgH="203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5554663"/>
                        <a:ext cx="47148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6" name="Object 10"/>
          <p:cNvGraphicFramePr>
            <a:graphicFrameLocks noChangeAspect="1"/>
          </p:cNvGraphicFramePr>
          <p:nvPr/>
        </p:nvGraphicFramePr>
        <p:xfrm>
          <a:off x="6094413" y="5557838"/>
          <a:ext cx="272573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08" name="公式" r:id="rId13" imgW="1167765" imgH="215900" progId="Equation.3">
                  <p:embed/>
                </p:oleObj>
              </mc:Choice>
              <mc:Fallback>
                <p:oleObj name="公式" r:id="rId13" imgW="1167765" imgH="215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413" y="5557838"/>
                        <a:ext cx="2725737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2" name="Rectangle 11"/>
          <p:cNvSpPr>
            <a:spLocks noChangeArrowheads="1"/>
          </p:cNvSpPr>
          <p:nvPr/>
        </p:nvSpPr>
        <p:spPr bwMode="auto">
          <a:xfrm>
            <a:off x="3924300" y="31575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graphicFrame>
        <p:nvGraphicFramePr>
          <p:cNvPr id="76813" name="Object 12"/>
          <p:cNvGraphicFramePr>
            <a:graphicFrameLocks noChangeAspect="1"/>
          </p:cNvGraphicFramePr>
          <p:nvPr/>
        </p:nvGraphicFramePr>
        <p:xfrm>
          <a:off x="1752600" y="228600"/>
          <a:ext cx="45910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09" name="Equation" r:id="rId15" imgW="1435100" imgH="256540" progId="Equation.3">
                  <p:embed/>
                </p:oleObj>
              </mc:Choice>
              <mc:Fallback>
                <p:oleObj name="Equation" r:id="rId15" imgW="1435100" imgH="2565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28600"/>
                        <a:ext cx="459105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1275"/>
    </mc:Choice>
    <mc:Fallback>
      <p:transition spd="slow" advTm="2612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9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18D2D4-7D8A-4D99-B2B6-6E98C24794D5}" type="datetime1">
              <a:rPr lang="zh-CN" altLang="en-US" smtClean="0"/>
            </a:fld>
            <a:endParaRPr lang="zh-CN" altLang="en-US"/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92138" y="735013"/>
            <a:ext cx="1406525" cy="300037"/>
          </a:xfrm>
          <a:effectLst>
            <a:outerShdw dist="35921" dir="2700000" algn="ctr" rotWithShape="0">
              <a:srgbClr val="808080"/>
            </a:outerShdw>
          </a:effectLst>
        </p:spPr>
        <p:txBody>
          <a:bodyPr/>
          <a:lstStyle/>
          <a:p>
            <a:r>
              <a:rPr kumimoji="1" lang="zh-CN" altLang="en-US" sz="19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练习</a:t>
            </a:r>
            <a:r>
              <a:rPr kumimoji="1" lang="en-US" altLang="zh-CN" sz="19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19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kumimoji="1" lang="zh-CN" altLang="en-US" sz="19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1187" name="Text Box 3"/>
          <p:cNvSpPr txBox="1">
            <a:spLocks noChangeArrowheads="1"/>
          </p:cNvSpPr>
          <p:nvPr/>
        </p:nvSpPr>
        <p:spPr bwMode="auto">
          <a:xfrm>
            <a:off x="684213" y="1928813"/>
            <a:ext cx="947737" cy="4572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endParaRPr kumimoji="1" lang="zh-CN" altLang="en-US" sz="240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1188" name="Object 4"/>
          <p:cNvGraphicFramePr>
            <a:graphicFrameLocks noChangeAspect="1"/>
          </p:cNvGraphicFramePr>
          <p:nvPr/>
        </p:nvGraphicFramePr>
        <p:xfrm>
          <a:off x="1676400" y="1828800"/>
          <a:ext cx="35083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49" name="Equation" r:id="rId1" imgW="1943100" imgH="419100" progId="Equation.3">
                  <p:embed/>
                </p:oleObj>
              </mc:Choice>
              <mc:Fallback>
                <p:oleObj name="Equation" r:id="rId1" imgW="19431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828800"/>
                        <a:ext cx="350837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89" name="Object 5"/>
          <p:cNvGraphicFramePr>
            <a:graphicFrameLocks noChangeAspect="1"/>
          </p:cNvGraphicFramePr>
          <p:nvPr/>
        </p:nvGraphicFramePr>
        <p:xfrm>
          <a:off x="1489075" y="3976688"/>
          <a:ext cx="57800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50" name="公式" r:id="rId3" imgW="2679700" imgH="203200" progId="Equation.3">
                  <p:embed/>
                </p:oleObj>
              </mc:Choice>
              <mc:Fallback>
                <p:oleObj name="公式" r:id="rId3" imgW="2679700" imgH="203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3976688"/>
                        <a:ext cx="57800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90" name="Object 6"/>
          <p:cNvGraphicFramePr>
            <a:graphicFrameLocks noChangeAspect="1"/>
          </p:cNvGraphicFramePr>
          <p:nvPr/>
        </p:nvGraphicFramePr>
        <p:xfrm>
          <a:off x="3927475" y="5011738"/>
          <a:ext cx="3059113" cy="150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51" name="Equation" r:id="rId5" imgW="1536700" imgH="711200" progId="Equation.3">
                  <p:embed/>
                </p:oleObj>
              </mc:Choice>
              <mc:Fallback>
                <p:oleObj name="Equation" r:id="rId5" imgW="1536700" imgH="71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7475" y="5011738"/>
                        <a:ext cx="3059113" cy="150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6" name="Object 7"/>
          <p:cNvGraphicFramePr>
            <a:graphicFrameLocks noChangeAspect="1"/>
          </p:cNvGraphicFramePr>
          <p:nvPr/>
        </p:nvGraphicFramePr>
        <p:xfrm>
          <a:off x="1981200" y="457200"/>
          <a:ext cx="459105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52" name="Equation" r:id="rId7" imgW="1435100" imgH="277495" progId="Equation.3">
                  <p:embed/>
                </p:oleObj>
              </mc:Choice>
              <mc:Fallback>
                <p:oleObj name="Equation" r:id="rId7" imgW="1435100" imgH="27749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57200"/>
                        <a:ext cx="459105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92" name="Object 8"/>
          <p:cNvGraphicFramePr>
            <a:graphicFrameLocks noChangeAspect="1"/>
          </p:cNvGraphicFramePr>
          <p:nvPr/>
        </p:nvGraphicFramePr>
        <p:xfrm>
          <a:off x="1908175" y="4581525"/>
          <a:ext cx="396875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53" name="公式" r:id="rId9" imgW="2171700" imgH="228600" progId="Equation.3">
                  <p:embed/>
                </p:oleObj>
              </mc:Choice>
              <mc:Fallback>
                <p:oleObj name="公式" r:id="rId9" imgW="21717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581525"/>
                        <a:ext cx="396875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93" name="Object 9"/>
          <p:cNvGraphicFramePr>
            <a:graphicFrameLocks noChangeAspect="1"/>
          </p:cNvGraphicFramePr>
          <p:nvPr/>
        </p:nvGraphicFramePr>
        <p:xfrm>
          <a:off x="2195513" y="5521325"/>
          <a:ext cx="1601787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54" name="公式" r:id="rId11" imgW="876300" imgH="228600" progId="Equation.3">
                  <p:embed/>
                </p:oleObj>
              </mc:Choice>
              <mc:Fallback>
                <p:oleObj name="公式" r:id="rId11" imgW="8763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521325"/>
                        <a:ext cx="1601787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94" name="Object 10"/>
          <p:cNvGraphicFramePr>
            <a:graphicFrameLocks noChangeAspect="1"/>
          </p:cNvGraphicFramePr>
          <p:nvPr/>
        </p:nvGraphicFramePr>
        <p:xfrm>
          <a:off x="5334000" y="1828800"/>
          <a:ext cx="31623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55" name="Equation" r:id="rId13" imgW="1612900" imgH="419100" progId="Equation.3">
                  <p:embed/>
                </p:oleObj>
              </mc:Choice>
              <mc:Fallback>
                <p:oleObj name="Equation" r:id="rId13" imgW="1612900" imgH="419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828800"/>
                        <a:ext cx="316230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95" name="Object 11"/>
          <p:cNvGraphicFramePr>
            <a:graphicFrameLocks noChangeAspect="1"/>
          </p:cNvGraphicFramePr>
          <p:nvPr/>
        </p:nvGraphicFramePr>
        <p:xfrm>
          <a:off x="1763713" y="2924175"/>
          <a:ext cx="5183187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56" name="公式" r:id="rId15" imgW="2654300" imgH="419100" progId="Equation.3">
                  <p:embed/>
                </p:oleObj>
              </mc:Choice>
              <mc:Fallback>
                <p:oleObj name="公式" r:id="rId15" imgW="2654300" imgH="419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924175"/>
                        <a:ext cx="5183187" cy="8334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4117"/>
    </mc:Choice>
    <mc:Fallback>
      <p:transition spd="slow" advTm="1741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21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7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6075B38-871B-4EB7-B371-C5C7EFC6DA19}" type="datetime1">
              <a:rPr lang="zh-CN" altLang="en-US" smtClean="0"/>
            </a:fld>
            <a:endParaRPr lang="zh-CN" altLang="en-US"/>
          </a:p>
        </p:txBody>
      </p:sp>
      <p:graphicFrame>
        <p:nvGraphicFramePr>
          <p:cNvPr id="223234" name="Object 2"/>
          <p:cNvGraphicFramePr>
            <a:graphicFrameLocks noChangeAspect="1"/>
          </p:cNvGraphicFramePr>
          <p:nvPr/>
        </p:nvGraphicFramePr>
        <p:xfrm>
          <a:off x="6629400" y="0"/>
          <a:ext cx="25146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49" name="位图图像" r:id="rId1" imgW="1933575" imgH="1552575" progId="Paint.Picture">
                  <p:embed/>
                </p:oleObj>
              </mc:Choice>
              <mc:Fallback>
                <p:oleObj name="位图图像" r:id="rId1" imgW="1933575" imgH="1552575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0"/>
                        <a:ext cx="25146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0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439738" y="304800"/>
            <a:ext cx="1406525" cy="298450"/>
          </a:xfrm>
          <a:noFill/>
        </p:spPr>
        <p:txBody>
          <a:bodyPr/>
          <a:lstStyle/>
          <a:p>
            <a:r>
              <a:rPr kumimoji="1" lang="zh-CN" altLang="en-US" sz="19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练习</a:t>
            </a:r>
            <a:r>
              <a:rPr kumimoji="1" lang="en-US" altLang="zh-CN" sz="19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19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kumimoji="1" lang="zh-CN" altLang="en-US" sz="190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3236" name="Text Box 4"/>
          <p:cNvSpPr txBox="1">
            <a:spLocks noChangeArrowheads="1"/>
          </p:cNvSpPr>
          <p:nvPr/>
        </p:nvSpPr>
        <p:spPr bwMode="auto">
          <a:xfrm>
            <a:off x="477838" y="2152650"/>
            <a:ext cx="793750" cy="4572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400" b="0">
                <a:solidFill>
                  <a:srgbClr val="FF3300"/>
                </a:solidFill>
              </a:rPr>
              <a:t>解：</a:t>
            </a:r>
            <a:endParaRPr kumimoji="1" lang="zh-CN" altLang="en-US" sz="2400" b="0">
              <a:solidFill>
                <a:srgbClr val="FF3300"/>
              </a:solidFill>
            </a:endParaRPr>
          </a:p>
        </p:txBody>
      </p:sp>
      <p:graphicFrame>
        <p:nvGraphicFramePr>
          <p:cNvPr id="223237" name="Object 5"/>
          <p:cNvGraphicFramePr>
            <a:graphicFrameLocks noChangeAspect="1"/>
          </p:cNvGraphicFramePr>
          <p:nvPr/>
        </p:nvGraphicFramePr>
        <p:xfrm>
          <a:off x="1547813" y="1989138"/>
          <a:ext cx="3487737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0" name="Equation" r:id="rId3" imgW="1586865" imgH="393700" progId="Equation.3">
                  <p:embed/>
                </p:oleObj>
              </mc:Choice>
              <mc:Fallback>
                <p:oleObj name="Equation" r:id="rId3" imgW="1586865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989138"/>
                        <a:ext cx="3487737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8" name="Object 6"/>
          <p:cNvGraphicFramePr>
            <a:graphicFrameLocks noChangeAspect="1"/>
          </p:cNvGraphicFramePr>
          <p:nvPr/>
        </p:nvGraphicFramePr>
        <p:xfrm>
          <a:off x="2033588" y="3213100"/>
          <a:ext cx="52324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1" name="公式" r:id="rId5" imgW="2425700" imgH="393700" progId="Equation.3">
                  <p:embed/>
                </p:oleObj>
              </mc:Choice>
              <mc:Fallback>
                <p:oleObj name="公式" r:id="rId5" imgW="24257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8" y="3213100"/>
                        <a:ext cx="523240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9" name="Object 7"/>
          <p:cNvGraphicFramePr>
            <a:graphicFrameLocks noChangeAspect="1"/>
          </p:cNvGraphicFramePr>
          <p:nvPr/>
        </p:nvGraphicFramePr>
        <p:xfrm>
          <a:off x="1306513" y="228600"/>
          <a:ext cx="4221162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2" name="公式" r:id="rId7" imgW="1318260" imgH="243205" progId="Equation.3">
                  <p:embed/>
                </p:oleObj>
              </mc:Choice>
              <mc:Fallback>
                <p:oleObj name="公式" r:id="rId7" imgW="1318260" imgH="24320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513" y="228600"/>
                        <a:ext cx="4221162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0" name="Object 8"/>
          <p:cNvGraphicFramePr>
            <a:graphicFrameLocks noChangeAspect="1"/>
          </p:cNvGraphicFramePr>
          <p:nvPr/>
        </p:nvGraphicFramePr>
        <p:xfrm>
          <a:off x="684213" y="1268413"/>
          <a:ext cx="57150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3" name="Equation" r:id="rId9" imgW="1996440" imgH="140335" progId="Equation.3">
                  <p:embed/>
                </p:oleObj>
              </mc:Choice>
              <mc:Fallback>
                <p:oleObj name="Equation" r:id="rId9" imgW="1996440" imgH="14033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268413"/>
                        <a:ext cx="57150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1" name="Object 9"/>
          <p:cNvGraphicFramePr>
            <a:graphicFrameLocks noChangeAspect="1"/>
          </p:cNvGraphicFramePr>
          <p:nvPr/>
        </p:nvGraphicFramePr>
        <p:xfrm>
          <a:off x="755650" y="2924175"/>
          <a:ext cx="138906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4" name="Equation" r:id="rId11" imgW="407670" imgH="140335" progId="Equation.3">
                  <p:embed/>
                </p:oleObj>
              </mc:Choice>
              <mc:Fallback>
                <p:oleObj name="Equation" r:id="rId11" imgW="407670" imgH="14033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924175"/>
                        <a:ext cx="1389063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2" name="Object 10"/>
          <p:cNvGraphicFramePr>
            <a:graphicFrameLocks noChangeAspect="1"/>
          </p:cNvGraphicFramePr>
          <p:nvPr/>
        </p:nvGraphicFramePr>
        <p:xfrm>
          <a:off x="611188" y="3933825"/>
          <a:ext cx="172878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5" name="Equation" r:id="rId13" imgW="516890" imgH="140335" progId="Equation.3">
                  <p:embed/>
                </p:oleObj>
              </mc:Choice>
              <mc:Fallback>
                <p:oleObj name="Equation" r:id="rId13" imgW="516890" imgH="14033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933825"/>
                        <a:ext cx="1728787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3" name="Object 11"/>
          <p:cNvGraphicFramePr>
            <a:graphicFrameLocks noChangeAspect="1"/>
          </p:cNvGraphicFramePr>
          <p:nvPr/>
        </p:nvGraphicFramePr>
        <p:xfrm>
          <a:off x="2178050" y="4292600"/>
          <a:ext cx="638333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6" name="公式" r:id="rId15" imgW="2085340" imgH="243205" progId="Equation.3">
                  <p:embed/>
                </p:oleObj>
              </mc:Choice>
              <mc:Fallback>
                <p:oleObj name="公式" r:id="rId15" imgW="2085340" imgH="24320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0" y="4292600"/>
                        <a:ext cx="638333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4" name="Object 12"/>
          <p:cNvGraphicFramePr>
            <a:graphicFrameLocks noChangeAspect="1"/>
          </p:cNvGraphicFramePr>
          <p:nvPr/>
        </p:nvGraphicFramePr>
        <p:xfrm>
          <a:off x="684213" y="5084763"/>
          <a:ext cx="21812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7" name="Equation" r:id="rId17" imgW="661035" imgH="140335" progId="Equation.3">
                  <p:embed/>
                </p:oleObj>
              </mc:Choice>
              <mc:Fallback>
                <p:oleObj name="Equation" r:id="rId17" imgW="661035" imgH="14033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084763"/>
                        <a:ext cx="218122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5" name="Object 13"/>
          <p:cNvGraphicFramePr>
            <a:graphicFrameLocks noChangeAspect="1"/>
          </p:cNvGraphicFramePr>
          <p:nvPr/>
        </p:nvGraphicFramePr>
        <p:xfrm>
          <a:off x="2897188" y="5373688"/>
          <a:ext cx="5808662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8" name="公式" r:id="rId19" imgW="1893570" imgH="243205" progId="Equation.3">
                  <p:embed/>
                </p:oleObj>
              </mc:Choice>
              <mc:Fallback>
                <p:oleObj name="公式" r:id="rId19" imgW="1893570" imgH="24320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8" y="5373688"/>
                        <a:ext cx="5808662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6" name="Object 14"/>
          <p:cNvGraphicFramePr>
            <a:graphicFrameLocks noChangeAspect="1"/>
          </p:cNvGraphicFramePr>
          <p:nvPr/>
        </p:nvGraphicFramePr>
        <p:xfrm>
          <a:off x="6477000" y="0"/>
          <a:ext cx="2667000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59" name="位图图像" r:id="rId21" imgW="1885950" imgH="1352550" progId="Paint.Picture">
                  <p:embed/>
                </p:oleObj>
              </mc:Choice>
              <mc:Fallback>
                <p:oleObj name="位图图像" r:id="rId21" imgW="1885950" imgH="1352550" progId="Paint.Picture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0"/>
                        <a:ext cx="2667000" cy="191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7" name="Object 15"/>
          <p:cNvGraphicFramePr>
            <a:graphicFrameLocks noChangeAspect="1"/>
          </p:cNvGraphicFramePr>
          <p:nvPr/>
        </p:nvGraphicFramePr>
        <p:xfrm>
          <a:off x="6477000" y="0"/>
          <a:ext cx="26670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60" name="位图图像" r:id="rId23" imgW="2181225" imgH="1600200" progId="Paint.Picture">
                  <p:embed/>
                </p:oleObj>
              </mc:Choice>
              <mc:Fallback>
                <p:oleObj name="位图图像" r:id="rId23" imgW="2181225" imgH="1600200" progId="Paint.Picture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0"/>
                        <a:ext cx="26670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8" name="Freeform 16"/>
          <p:cNvSpPr/>
          <p:nvPr/>
        </p:nvSpPr>
        <p:spPr bwMode="auto">
          <a:xfrm>
            <a:off x="3059113" y="2060575"/>
            <a:ext cx="1044575" cy="971550"/>
          </a:xfrm>
          <a:custGeom>
            <a:avLst/>
            <a:gdLst>
              <a:gd name="T0" fmla="*/ 2147483646 w 658"/>
              <a:gd name="T1" fmla="*/ 2147483646 h 612"/>
              <a:gd name="T2" fmla="*/ 2147483646 w 658"/>
              <a:gd name="T3" fmla="*/ 2147483646 h 612"/>
              <a:gd name="T4" fmla="*/ 2147483646 w 658"/>
              <a:gd name="T5" fmla="*/ 2147483646 h 612"/>
              <a:gd name="T6" fmla="*/ 2147483646 w 658"/>
              <a:gd name="T7" fmla="*/ 2147483646 h 612"/>
              <a:gd name="T8" fmla="*/ 2147483646 w 658"/>
              <a:gd name="T9" fmla="*/ 2147483646 h 612"/>
              <a:gd name="T10" fmla="*/ 2147483646 w 658"/>
              <a:gd name="T11" fmla="*/ 2147483646 h 612"/>
              <a:gd name="T12" fmla="*/ 2147483646 w 658"/>
              <a:gd name="T13" fmla="*/ 2147483646 h 612"/>
              <a:gd name="T14" fmla="*/ 2147483646 w 658"/>
              <a:gd name="T15" fmla="*/ 2147483646 h 612"/>
              <a:gd name="T16" fmla="*/ 2147483646 w 658"/>
              <a:gd name="T17" fmla="*/ 2147483646 h 612"/>
              <a:gd name="T18" fmla="*/ 2147483646 w 658"/>
              <a:gd name="T19" fmla="*/ 2147483646 h 612"/>
              <a:gd name="T20" fmla="*/ 2147483646 w 658"/>
              <a:gd name="T21" fmla="*/ 2147483646 h 61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658"/>
              <a:gd name="T34" fmla="*/ 0 h 612"/>
              <a:gd name="T35" fmla="*/ 658 w 658"/>
              <a:gd name="T36" fmla="*/ 612 h 61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658" h="612">
                <a:moveTo>
                  <a:pt x="106" y="15"/>
                </a:moveTo>
                <a:cubicBezTo>
                  <a:pt x="46" y="30"/>
                  <a:pt x="76" y="61"/>
                  <a:pt x="61" y="106"/>
                </a:cubicBezTo>
                <a:cubicBezTo>
                  <a:pt x="46" y="151"/>
                  <a:pt x="0" y="212"/>
                  <a:pt x="15" y="287"/>
                </a:cubicBezTo>
                <a:cubicBezTo>
                  <a:pt x="30" y="362"/>
                  <a:pt x="84" y="506"/>
                  <a:pt x="152" y="559"/>
                </a:cubicBezTo>
                <a:cubicBezTo>
                  <a:pt x="220" y="612"/>
                  <a:pt x="349" y="605"/>
                  <a:pt x="424" y="605"/>
                </a:cubicBezTo>
                <a:cubicBezTo>
                  <a:pt x="499" y="605"/>
                  <a:pt x="568" y="589"/>
                  <a:pt x="605" y="559"/>
                </a:cubicBezTo>
                <a:cubicBezTo>
                  <a:pt x="642" y="529"/>
                  <a:pt x="643" y="476"/>
                  <a:pt x="650" y="423"/>
                </a:cubicBezTo>
                <a:cubicBezTo>
                  <a:pt x="657" y="370"/>
                  <a:pt x="658" y="302"/>
                  <a:pt x="650" y="242"/>
                </a:cubicBezTo>
                <a:cubicBezTo>
                  <a:pt x="642" y="182"/>
                  <a:pt x="643" y="99"/>
                  <a:pt x="605" y="61"/>
                </a:cubicBezTo>
                <a:cubicBezTo>
                  <a:pt x="567" y="23"/>
                  <a:pt x="507" y="23"/>
                  <a:pt x="424" y="15"/>
                </a:cubicBezTo>
                <a:cubicBezTo>
                  <a:pt x="341" y="7"/>
                  <a:pt x="166" y="0"/>
                  <a:pt x="106" y="15"/>
                </a:cubicBezTo>
                <a:close/>
              </a:path>
            </a:pathLst>
          </a:custGeom>
          <a:noFill/>
          <a:ln w="31750">
            <a:solidFill>
              <a:srgbClr val="FF33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3249" name="Freeform 17"/>
          <p:cNvSpPr/>
          <p:nvPr/>
        </p:nvSpPr>
        <p:spPr bwMode="auto">
          <a:xfrm>
            <a:off x="4140200" y="1989138"/>
            <a:ext cx="1044575" cy="971550"/>
          </a:xfrm>
          <a:custGeom>
            <a:avLst/>
            <a:gdLst>
              <a:gd name="T0" fmla="*/ 2147483646 w 658"/>
              <a:gd name="T1" fmla="*/ 2147483646 h 612"/>
              <a:gd name="T2" fmla="*/ 2147483646 w 658"/>
              <a:gd name="T3" fmla="*/ 2147483646 h 612"/>
              <a:gd name="T4" fmla="*/ 2147483646 w 658"/>
              <a:gd name="T5" fmla="*/ 2147483646 h 612"/>
              <a:gd name="T6" fmla="*/ 2147483646 w 658"/>
              <a:gd name="T7" fmla="*/ 2147483646 h 612"/>
              <a:gd name="T8" fmla="*/ 2147483646 w 658"/>
              <a:gd name="T9" fmla="*/ 2147483646 h 612"/>
              <a:gd name="T10" fmla="*/ 2147483646 w 658"/>
              <a:gd name="T11" fmla="*/ 2147483646 h 612"/>
              <a:gd name="T12" fmla="*/ 2147483646 w 658"/>
              <a:gd name="T13" fmla="*/ 2147483646 h 612"/>
              <a:gd name="T14" fmla="*/ 2147483646 w 658"/>
              <a:gd name="T15" fmla="*/ 2147483646 h 612"/>
              <a:gd name="T16" fmla="*/ 2147483646 w 658"/>
              <a:gd name="T17" fmla="*/ 2147483646 h 612"/>
              <a:gd name="T18" fmla="*/ 2147483646 w 658"/>
              <a:gd name="T19" fmla="*/ 2147483646 h 612"/>
              <a:gd name="T20" fmla="*/ 2147483646 w 658"/>
              <a:gd name="T21" fmla="*/ 2147483646 h 61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658"/>
              <a:gd name="T34" fmla="*/ 0 h 612"/>
              <a:gd name="T35" fmla="*/ 658 w 658"/>
              <a:gd name="T36" fmla="*/ 612 h 61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658" h="612">
                <a:moveTo>
                  <a:pt x="106" y="15"/>
                </a:moveTo>
                <a:cubicBezTo>
                  <a:pt x="46" y="30"/>
                  <a:pt x="76" y="61"/>
                  <a:pt x="61" y="106"/>
                </a:cubicBezTo>
                <a:cubicBezTo>
                  <a:pt x="46" y="151"/>
                  <a:pt x="0" y="212"/>
                  <a:pt x="15" y="287"/>
                </a:cubicBezTo>
                <a:cubicBezTo>
                  <a:pt x="30" y="362"/>
                  <a:pt x="84" y="506"/>
                  <a:pt x="152" y="559"/>
                </a:cubicBezTo>
                <a:cubicBezTo>
                  <a:pt x="220" y="612"/>
                  <a:pt x="349" y="605"/>
                  <a:pt x="424" y="605"/>
                </a:cubicBezTo>
                <a:cubicBezTo>
                  <a:pt x="499" y="605"/>
                  <a:pt x="568" y="589"/>
                  <a:pt x="605" y="559"/>
                </a:cubicBezTo>
                <a:cubicBezTo>
                  <a:pt x="642" y="529"/>
                  <a:pt x="643" y="476"/>
                  <a:pt x="650" y="423"/>
                </a:cubicBezTo>
                <a:cubicBezTo>
                  <a:pt x="657" y="370"/>
                  <a:pt x="658" y="302"/>
                  <a:pt x="650" y="242"/>
                </a:cubicBezTo>
                <a:cubicBezTo>
                  <a:pt x="642" y="182"/>
                  <a:pt x="643" y="99"/>
                  <a:pt x="605" y="61"/>
                </a:cubicBezTo>
                <a:cubicBezTo>
                  <a:pt x="567" y="23"/>
                  <a:pt x="507" y="23"/>
                  <a:pt x="424" y="15"/>
                </a:cubicBezTo>
                <a:cubicBezTo>
                  <a:pt x="341" y="7"/>
                  <a:pt x="166" y="0"/>
                  <a:pt x="106" y="15"/>
                </a:cubicBezTo>
                <a:close/>
              </a:path>
            </a:pathLst>
          </a:custGeom>
          <a:noFill/>
          <a:ln w="31750">
            <a:solidFill>
              <a:srgbClr val="FF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3250" name="AutoShape 18"/>
          <p:cNvSpPr>
            <a:spLocks noChangeArrowheads="1"/>
          </p:cNvSpPr>
          <p:nvPr/>
        </p:nvSpPr>
        <p:spPr bwMode="auto">
          <a:xfrm>
            <a:off x="5651500" y="1773238"/>
            <a:ext cx="1511300" cy="504825"/>
          </a:xfrm>
          <a:prstGeom prst="wedgeRectCallout">
            <a:avLst>
              <a:gd name="adj1" fmla="val -175208"/>
              <a:gd name="adj2" fmla="val 63523"/>
            </a:avLst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kumimoji="1" lang="zh-CN" altLang="en-US" sz="2400" b="0">
                <a:solidFill>
                  <a:srgbClr val="FF3300"/>
                </a:solidFill>
              </a:rPr>
              <a:t>右序列</a:t>
            </a:r>
            <a:endParaRPr kumimoji="1" lang="zh-CN" altLang="en-US" sz="2400" b="0">
              <a:solidFill>
                <a:srgbClr val="FF3300"/>
              </a:solidFill>
            </a:endParaRPr>
          </a:p>
        </p:txBody>
      </p:sp>
      <p:sp>
        <p:nvSpPr>
          <p:cNvPr id="223251" name="AutoShape 19"/>
          <p:cNvSpPr>
            <a:spLocks noChangeArrowheads="1"/>
          </p:cNvSpPr>
          <p:nvPr/>
        </p:nvSpPr>
        <p:spPr bwMode="auto">
          <a:xfrm>
            <a:off x="7164388" y="2781300"/>
            <a:ext cx="1511300" cy="504825"/>
          </a:xfrm>
          <a:prstGeom prst="wedgeRectCallout">
            <a:avLst>
              <a:gd name="adj1" fmla="val -194750"/>
              <a:gd name="adj2" fmla="val -101889"/>
            </a:avLst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kumimoji="1" lang="zh-CN" altLang="en-US" sz="2400" b="0">
                <a:solidFill>
                  <a:srgbClr val="FF3300"/>
                </a:solidFill>
              </a:rPr>
              <a:t>左序列</a:t>
            </a:r>
            <a:endParaRPr kumimoji="1" lang="zh-CN" altLang="en-US" sz="2400" b="0">
              <a:solidFill>
                <a:srgbClr val="FF3300"/>
              </a:solidFill>
            </a:endParaRPr>
          </a:p>
        </p:txBody>
      </p:sp>
    </p:spTree>
    <p:custDataLst>
      <p:tags r:id="rId2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6709"/>
    </mc:Choice>
    <mc:Fallback>
      <p:transition spd="slow" advTm="2167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23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3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3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2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23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22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23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6" grpId="0" autoUpdateAnimBg="0"/>
      <p:bldP spid="223250" grpId="0" animBg="1"/>
      <p:bldP spid="22325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5217609-7479-4210-B77C-8A50C39FD114}" type="datetime1">
              <a:rPr lang="zh-CN" altLang="en-US" smtClean="0"/>
            </a:fld>
            <a:endParaRPr lang="zh-CN" altLang="en-US"/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60388" y="452438"/>
            <a:ext cx="5457825" cy="598487"/>
          </a:xfrm>
          <a:noFill/>
        </p:spPr>
        <p:txBody>
          <a:bodyPr anchor="t"/>
          <a:lstStyle/>
          <a:p>
            <a:pPr>
              <a:lnSpc>
                <a:spcPct val="105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FF"/>
                </a:solidFill>
                <a:ea typeface="黑体" panose="02010609060101010101" pitchFamily="49" charset="-122"/>
              </a:rPr>
              <a:t>3</a:t>
            </a:r>
            <a:r>
              <a:rPr lang="zh-CN" altLang="en-US" sz="2600" b="1">
                <a:solidFill>
                  <a:srgbClr val="0000FF"/>
                </a:solidFill>
                <a:ea typeface="黑体" panose="02010609060101010101" pitchFamily="49" charset="-122"/>
              </a:rPr>
              <a:t>、 围线积分法  </a:t>
            </a:r>
            <a:r>
              <a:rPr lang="en-US" altLang="zh-CN" sz="2600" b="1">
                <a:solidFill>
                  <a:srgbClr val="0000FF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600" b="1">
                <a:solidFill>
                  <a:srgbClr val="0000FF"/>
                </a:solidFill>
                <a:ea typeface="黑体" panose="02010609060101010101" pitchFamily="49" charset="-122"/>
              </a:rPr>
              <a:t>留数法</a:t>
            </a:r>
            <a:r>
              <a:rPr lang="en-US" altLang="zh-CN" sz="2600" b="1">
                <a:solidFill>
                  <a:srgbClr val="0000FF"/>
                </a:solidFill>
                <a:ea typeface="黑体" panose="02010609060101010101" pitchFamily="49" charset="-122"/>
              </a:rPr>
              <a:t>)</a:t>
            </a:r>
            <a:endParaRPr lang="en-US" altLang="zh-CN" sz="2600" b="1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226307" name="Text Box 3"/>
          <p:cNvSpPr txBox="1">
            <a:spLocks noChangeArrowheads="1"/>
          </p:cNvSpPr>
          <p:nvPr/>
        </p:nvSpPr>
        <p:spPr bwMode="auto">
          <a:xfrm>
            <a:off x="560388" y="2628900"/>
            <a:ext cx="8442325" cy="136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240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）、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对于</a:t>
            </a:r>
            <a:r>
              <a:rPr kumimoji="1"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右序列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，在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F(z)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kumimoji="1"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收敛域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内，选择一条包围坐标原点的</a:t>
            </a:r>
            <a:r>
              <a:rPr kumimoji="1"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逆时针  </a:t>
            </a:r>
            <a:endParaRPr kumimoji="1" lang="zh-CN" altLang="en-US" sz="20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        方向的围线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F(z) z </a:t>
            </a:r>
            <a:r>
              <a:rPr kumimoji="1" lang="en-US" altLang="zh-CN" sz="2000" baseline="30000">
                <a:latin typeface="Tahoma" panose="020B0604030504040204" pitchFamily="34" charset="0"/>
                <a:ea typeface="宋体" panose="02010600030101010101" pitchFamily="2" charset="-122"/>
              </a:rPr>
              <a:t>k-1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的全部极点都在积分路线的内部</a:t>
            </a:r>
            <a:r>
              <a:rPr kumimoji="1"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围线积</a:t>
            </a:r>
            <a:endParaRPr kumimoji="1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        分等于围线</a:t>
            </a:r>
            <a:r>
              <a:rPr kumimoji="1"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内所有极点的留数之和 。</a:t>
            </a:r>
            <a:endParaRPr kumimoji="1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6308" name="Object 4"/>
          <p:cNvGraphicFramePr>
            <a:graphicFrameLocks noChangeAspect="1"/>
          </p:cNvGraphicFramePr>
          <p:nvPr/>
        </p:nvGraphicFramePr>
        <p:xfrm>
          <a:off x="755650" y="869950"/>
          <a:ext cx="35052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99" name="公式" r:id="rId1" imgW="1071880" imgH="277495" progId="Equation.3">
                  <p:embed/>
                </p:oleObj>
              </mc:Choice>
              <mc:Fallback>
                <p:oleObj name="公式" r:id="rId1" imgW="1071880" imgH="27749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869950"/>
                        <a:ext cx="350520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09" name="Object 5"/>
          <p:cNvGraphicFramePr>
            <a:graphicFrameLocks noChangeAspect="1"/>
          </p:cNvGraphicFramePr>
          <p:nvPr/>
        </p:nvGraphicFramePr>
        <p:xfrm>
          <a:off x="471488" y="1457325"/>
          <a:ext cx="431165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00" name="公式" r:id="rId3" imgW="46024800" imgH="8534400" progId="Equation.3">
                  <p:embed/>
                </p:oleObj>
              </mc:Choice>
              <mc:Fallback>
                <p:oleObj name="公式" r:id="rId3" imgW="46024800" imgH="8534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8" y="1457325"/>
                        <a:ext cx="4311650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1" name="Rectangle 6"/>
          <p:cNvSpPr>
            <a:spLocks noChangeArrowheads="1"/>
          </p:cNvSpPr>
          <p:nvPr/>
        </p:nvSpPr>
        <p:spPr bwMode="auto">
          <a:xfrm>
            <a:off x="2900363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graphicFrame>
        <p:nvGraphicFramePr>
          <p:cNvPr id="226311" name="Object 7"/>
          <p:cNvGraphicFramePr>
            <a:graphicFrameLocks noChangeAspect="1"/>
          </p:cNvGraphicFramePr>
          <p:nvPr/>
        </p:nvGraphicFramePr>
        <p:xfrm>
          <a:off x="2811463" y="3902075"/>
          <a:ext cx="5138737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01" name="Equation" r:id="rId5" imgW="2565400" imgH="317500" progId="Equation.3">
                  <p:embed/>
                </p:oleObj>
              </mc:Choice>
              <mc:Fallback>
                <p:oleObj name="Equation" r:id="rId5" imgW="2565400" imgH="317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1463" y="3902075"/>
                        <a:ext cx="5138737" cy="6540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312" name="Text Box 8"/>
          <p:cNvSpPr txBox="1">
            <a:spLocks noChangeArrowheads="1"/>
          </p:cNvSpPr>
          <p:nvPr/>
        </p:nvSpPr>
        <p:spPr bwMode="auto">
          <a:xfrm>
            <a:off x="1331913" y="4005263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单阶极点：</a:t>
            </a:r>
            <a:endParaRPr kumimoji="1" lang="zh-CN" altLang="en-US" sz="2000">
              <a:solidFill>
                <a:srgbClr val="FF33CC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954" name="Rectangle 9"/>
          <p:cNvSpPr>
            <a:spLocks noChangeArrowheads="1"/>
          </p:cNvSpPr>
          <p:nvPr/>
        </p:nvSpPr>
        <p:spPr bwMode="auto">
          <a:xfrm>
            <a:off x="2266950" y="3105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endParaRPr lang="zh-CN" altLang="en-US"/>
          </a:p>
        </p:txBody>
      </p:sp>
      <p:graphicFrame>
        <p:nvGraphicFramePr>
          <p:cNvPr id="226314" name="Object 10"/>
          <p:cNvGraphicFramePr>
            <a:graphicFrameLocks noChangeAspect="1"/>
          </p:cNvGraphicFramePr>
          <p:nvPr/>
        </p:nvGraphicFramePr>
        <p:xfrm>
          <a:off x="2513013" y="4551363"/>
          <a:ext cx="609600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02" name="Equation" r:id="rId7" imgW="3441700" imgH="508000" progId="Equation.3">
                  <p:embed/>
                </p:oleObj>
              </mc:Choice>
              <mc:Fallback>
                <p:oleObj name="Equation" r:id="rId7" imgW="3441700" imgH="508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013" y="4551363"/>
                        <a:ext cx="6096000" cy="969962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315" name="Text Box 11"/>
          <p:cNvSpPr txBox="1">
            <a:spLocks noChangeArrowheads="1"/>
          </p:cNvSpPr>
          <p:nvPr/>
        </p:nvSpPr>
        <p:spPr bwMode="auto">
          <a:xfrm>
            <a:off x="1279525" y="4841875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FF33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r</a:t>
            </a:r>
            <a:r>
              <a:rPr kumimoji="1" lang="zh-CN" altLang="en-US" sz="200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重极点：</a:t>
            </a:r>
            <a:endParaRPr kumimoji="1" lang="zh-CN" altLang="en-US" sz="2000">
              <a:solidFill>
                <a:srgbClr val="FF33CC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6316" name="Text Box 12"/>
          <p:cNvSpPr txBox="1">
            <a:spLocks noChangeArrowheads="1"/>
          </p:cNvSpPr>
          <p:nvPr/>
        </p:nvSpPr>
        <p:spPr bwMode="auto">
          <a:xfrm>
            <a:off x="539750" y="5311775"/>
            <a:ext cx="8604250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240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40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）、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对于</a:t>
            </a:r>
            <a:r>
              <a:rPr kumimoji="1"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左序列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，在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F(z)</a:t>
            </a:r>
            <a:r>
              <a:rPr kumimoji="1" lang="zh-CN" alt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收敛域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内选围线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，极点都在</a:t>
            </a:r>
            <a:r>
              <a:rPr kumimoji="1"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外，对</a:t>
            </a:r>
            <a:r>
              <a:rPr kumimoji="1"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的外部</a:t>
            </a:r>
            <a:endParaRPr kumimoji="1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          区域，积分路径相反，由留数定理：</a:t>
            </a:r>
            <a:endParaRPr kumimoji="1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26317" name="Object 13"/>
          <p:cNvGraphicFramePr>
            <a:graphicFrameLocks noChangeAspect="1"/>
          </p:cNvGraphicFramePr>
          <p:nvPr/>
        </p:nvGraphicFramePr>
        <p:xfrm>
          <a:off x="3205163" y="6169025"/>
          <a:ext cx="507365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03" name="公式" r:id="rId9" imgW="1640205" imgH="215900" progId="Equation.3">
                  <p:embed/>
                </p:oleObj>
              </mc:Choice>
              <mc:Fallback>
                <p:oleObj name="公式" r:id="rId9" imgW="1640205" imgH="215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163" y="6169025"/>
                        <a:ext cx="5073650" cy="688975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318" name="Text Box 14"/>
          <p:cNvSpPr txBox="1">
            <a:spLocks noChangeArrowheads="1"/>
          </p:cNvSpPr>
          <p:nvPr/>
        </p:nvSpPr>
        <p:spPr bwMode="auto">
          <a:xfrm>
            <a:off x="622300" y="2185988"/>
            <a:ext cx="5903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kumimoji="1" lang="zh-CN" altLang="en-US" sz="20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是</a:t>
            </a:r>
            <a:r>
              <a:rPr kumimoji="1" lang="en-US" altLang="zh-CN" sz="20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F(z)</a:t>
            </a:r>
            <a:r>
              <a:rPr kumimoji="1" lang="zh-CN" altLang="en-US" sz="20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收敛域内环绕原点的</a:t>
            </a:r>
            <a:r>
              <a:rPr kumimoji="1" lang="zh-CN" altLang="en-US" sz="200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逆时针方向</a:t>
            </a:r>
            <a:r>
              <a:rPr kumimoji="1" lang="zh-CN" altLang="en-US" sz="20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的围线。</a:t>
            </a:r>
            <a:endParaRPr kumimoji="1" lang="zh-CN" altLang="en-US" sz="200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26319" name="Object 15"/>
          <p:cNvGraphicFramePr>
            <a:graphicFrameLocks noChangeAspect="1"/>
          </p:cNvGraphicFramePr>
          <p:nvPr/>
        </p:nvGraphicFramePr>
        <p:xfrm>
          <a:off x="4859338" y="333375"/>
          <a:ext cx="2206625" cy="204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04" name="SmartDraw" r:id="rId11" imgW="1965960" imgH="1819910" progId="SmartDraw.2">
                  <p:embed/>
                </p:oleObj>
              </mc:Choice>
              <mc:Fallback>
                <p:oleObj name="SmartDraw" r:id="rId11" imgW="1965960" imgH="1819910" progId="SmartDraw.2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33375"/>
                        <a:ext cx="2206625" cy="204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/>
          <p:nvPr/>
        </p:nvGrpSpPr>
        <p:grpSpPr bwMode="auto">
          <a:xfrm>
            <a:off x="7126288" y="476250"/>
            <a:ext cx="2017712" cy="1868488"/>
            <a:chOff x="3923" y="2432"/>
            <a:chExt cx="1271" cy="1177"/>
          </a:xfrm>
        </p:grpSpPr>
        <p:sp>
          <p:nvSpPr>
            <p:cNvPr id="82963" name="AutoShape 17"/>
            <p:cNvSpPr>
              <a:spLocks noChangeAspect="1" noChangeArrowheads="1" noTextEdit="1"/>
            </p:cNvSpPr>
            <p:nvPr/>
          </p:nvSpPr>
          <p:spPr bwMode="auto">
            <a:xfrm>
              <a:off x="3923" y="2432"/>
              <a:ext cx="1270" cy="1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4" name="Freeform 18"/>
            <p:cNvSpPr/>
            <p:nvPr/>
          </p:nvSpPr>
          <p:spPr bwMode="auto">
            <a:xfrm>
              <a:off x="4239" y="2787"/>
              <a:ext cx="561" cy="559"/>
            </a:xfrm>
            <a:custGeom>
              <a:avLst/>
              <a:gdLst>
                <a:gd name="T0" fmla="*/ 9 w 1122"/>
                <a:gd name="T1" fmla="*/ 5 h 1119"/>
                <a:gd name="T2" fmla="*/ 9 w 1122"/>
                <a:gd name="T3" fmla="*/ 6 h 1119"/>
                <a:gd name="T4" fmla="*/ 8 w 1122"/>
                <a:gd name="T5" fmla="*/ 7 h 1119"/>
                <a:gd name="T6" fmla="*/ 8 w 1122"/>
                <a:gd name="T7" fmla="*/ 7 h 1119"/>
                <a:gd name="T8" fmla="*/ 8 w 1122"/>
                <a:gd name="T9" fmla="*/ 7 h 1119"/>
                <a:gd name="T10" fmla="*/ 7 w 1122"/>
                <a:gd name="T11" fmla="*/ 7 h 1119"/>
                <a:gd name="T12" fmla="*/ 7 w 1122"/>
                <a:gd name="T13" fmla="*/ 8 h 1119"/>
                <a:gd name="T14" fmla="*/ 7 w 1122"/>
                <a:gd name="T15" fmla="*/ 8 h 1119"/>
                <a:gd name="T16" fmla="*/ 7 w 1122"/>
                <a:gd name="T17" fmla="*/ 8 h 1119"/>
                <a:gd name="T18" fmla="*/ 6 w 1122"/>
                <a:gd name="T19" fmla="*/ 8 h 1119"/>
                <a:gd name="T20" fmla="*/ 6 w 1122"/>
                <a:gd name="T21" fmla="*/ 8 h 1119"/>
                <a:gd name="T22" fmla="*/ 6 w 1122"/>
                <a:gd name="T23" fmla="*/ 8 h 1119"/>
                <a:gd name="T24" fmla="*/ 5 w 1122"/>
                <a:gd name="T25" fmla="*/ 8 h 1119"/>
                <a:gd name="T26" fmla="*/ 5 w 1122"/>
                <a:gd name="T27" fmla="*/ 8 h 1119"/>
                <a:gd name="T28" fmla="*/ 5 w 1122"/>
                <a:gd name="T29" fmla="*/ 8 h 1119"/>
                <a:gd name="T30" fmla="*/ 4 w 1122"/>
                <a:gd name="T31" fmla="*/ 8 h 1119"/>
                <a:gd name="T32" fmla="*/ 4 w 1122"/>
                <a:gd name="T33" fmla="*/ 8 h 1119"/>
                <a:gd name="T34" fmla="*/ 4 w 1122"/>
                <a:gd name="T35" fmla="*/ 8 h 1119"/>
                <a:gd name="T36" fmla="*/ 3 w 1122"/>
                <a:gd name="T37" fmla="*/ 8 h 1119"/>
                <a:gd name="T38" fmla="*/ 3 w 1122"/>
                <a:gd name="T39" fmla="*/ 8 h 1119"/>
                <a:gd name="T40" fmla="*/ 3 w 1122"/>
                <a:gd name="T41" fmla="*/ 8 h 1119"/>
                <a:gd name="T42" fmla="*/ 3 w 1122"/>
                <a:gd name="T43" fmla="*/ 8 h 1119"/>
                <a:gd name="T44" fmla="*/ 2 w 1122"/>
                <a:gd name="T45" fmla="*/ 7 h 1119"/>
                <a:gd name="T46" fmla="*/ 2 w 1122"/>
                <a:gd name="T47" fmla="*/ 7 h 1119"/>
                <a:gd name="T48" fmla="*/ 2 w 1122"/>
                <a:gd name="T49" fmla="*/ 7 h 1119"/>
                <a:gd name="T50" fmla="*/ 1 w 1122"/>
                <a:gd name="T51" fmla="*/ 6 h 1119"/>
                <a:gd name="T52" fmla="*/ 1 w 1122"/>
                <a:gd name="T53" fmla="*/ 6 h 1119"/>
                <a:gd name="T54" fmla="*/ 1 w 1122"/>
                <a:gd name="T55" fmla="*/ 5 h 1119"/>
                <a:gd name="T56" fmla="*/ 1 w 1122"/>
                <a:gd name="T57" fmla="*/ 3 h 1119"/>
                <a:gd name="T58" fmla="*/ 1 w 1122"/>
                <a:gd name="T59" fmla="*/ 2 h 1119"/>
                <a:gd name="T60" fmla="*/ 1 w 1122"/>
                <a:gd name="T61" fmla="*/ 2 h 1119"/>
                <a:gd name="T62" fmla="*/ 2 w 1122"/>
                <a:gd name="T63" fmla="*/ 1 h 1119"/>
                <a:gd name="T64" fmla="*/ 2 w 1122"/>
                <a:gd name="T65" fmla="*/ 1 h 1119"/>
                <a:gd name="T66" fmla="*/ 2 w 1122"/>
                <a:gd name="T67" fmla="*/ 0 h 1119"/>
                <a:gd name="T68" fmla="*/ 2 w 1122"/>
                <a:gd name="T69" fmla="*/ 0 h 1119"/>
                <a:gd name="T70" fmla="*/ 3 w 1122"/>
                <a:gd name="T71" fmla="*/ 0 h 1119"/>
                <a:gd name="T72" fmla="*/ 3 w 1122"/>
                <a:gd name="T73" fmla="*/ 0 h 1119"/>
                <a:gd name="T74" fmla="*/ 3 w 1122"/>
                <a:gd name="T75" fmla="*/ 0 h 1119"/>
                <a:gd name="T76" fmla="*/ 4 w 1122"/>
                <a:gd name="T77" fmla="*/ 0 h 1119"/>
                <a:gd name="T78" fmla="*/ 4 w 1122"/>
                <a:gd name="T79" fmla="*/ 0 h 1119"/>
                <a:gd name="T80" fmla="*/ 4 w 1122"/>
                <a:gd name="T81" fmla="*/ 0 h 1119"/>
                <a:gd name="T82" fmla="*/ 5 w 1122"/>
                <a:gd name="T83" fmla="*/ 0 h 1119"/>
                <a:gd name="T84" fmla="*/ 5 w 1122"/>
                <a:gd name="T85" fmla="*/ 0 h 1119"/>
                <a:gd name="T86" fmla="*/ 5 w 1122"/>
                <a:gd name="T87" fmla="*/ 0 h 1119"/>
                <a:gd name="T88" fmla="*/ 6 w 1122"/>
                <a:gd name="T89" fmla="*/ 0 h 1119"/>
                <a:gd name="T90" fmla="*/ 6 w 1122"/>
                <a:gd name="T91" fmla="*/ 0 h 1119"/>
                <a:gd name="T92" fmla="*/ 6 w 1122"/>
                <a:gd name="T93" fmla="*/ 0 h 1119"/>
                <a:gd name="T94" fmla="*/ 6 w 1122"/>
                <a:gd name="T95" fmla="*/ 0 h 1119"/>
                <a:gd name="T96" fmla="*/ 7 w 1122"/>
                <a:gd name="T97" fmla="*/ 0 h 1119"/>
                <a:gd name="T98" fmla="*/ 7 w 1122"/>
                <a:gd name="T99" fmla="*/ 0 h 1119"/>
                <a:gd name="T100" fmla="*/ 7 w 1122"/>
                <a:gd name="T101" fmla="*/ 0 h 1119"/>
                <a:gd name="T102" fmla="*/ 8 w 1122"/>
                <a:gd name="T103" fmla="*/ 1 h 1119"/>
                <a:gd name="T104" fmla="*/ 8 w 1122"/>
                <a:gd name="T105" fmla="*/ 1 h 1119"/>
                <a:gd name="T106" fmla="*/ 8 w 1122"/>
                <a:gd name="T107" fmla="*/ 1 h 1119"/>
                <a:gd name="T108" fmla="*/ 9 w 1122"/>
                <a:gd name="T109" fmla="*/ 2 h 1119"/>
                <a:gd name="T110" fmla="*/ 9 w 1122"/>
                <a:gd name="T111" fmla="*/ 2 h 1119"/>
                <a:gd name="T112" fmla="*/ 9 w 1122"/>
                <a:gd name="T113" fmla="*/ 3 h 111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122"/>
                <a:gd name="T172" fmla="*/ 0 h 1119"/>
                <a:gd name="T173" fmla="*/ 1122 w 1122"/>
                <a:gd name="T174" fmla="*/ 1119 h 1119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122" h="1119">
                  <a:moveTo>
                    <a:pt x="1122" y="560"/>
                  </a:moveTo>
                  <a:lnTo>
                    <a:pt x="1116" y="638"/>
                  </a:lnTo>
                  <a:lnTo>
                    <a:pt x="1111" y="670"/>
                  </a:lnTo>
                  <a:lnTo>
                    <a:pt x="1105" y="696"/>
                  </a:lnTo>
                  <a:lnTo>
                    <a:pt x="1099" y="715"/>
                  </a:lnTo>
                  <a:lnTo>
                    <a:pt x="1093" y="735"/>
                  </a:lnTo>
                  <a:lnTo>
                    <a:pt x="1087" y="751"/>
                  </a:lnTo>
                  <a:lnTo>
                    <a:pt x="1081" y="766"/>
                  </a:lnTo>
                  <a:lnTo>
                    <a:pt x="1077" y="778"/>
                  </a:lnTo>
                  <a:lnTo>
                    <a:pt x="1071" y="792"/>
                  </a:lnTo>
                  <a:lnTo>
                    <a:pt x="1065" y="804"/>
                  </a:lnTo>
                  <a:lnTo>
                    <a:pt x="1059" y="816"/>
                  </a:lnTo>
                  <a:lnTo>
                    <a:pt x="1053" y="826"/>
                  </a:lnTo>
                  <a:lnTo>
                    <a:pt x="1048" y="835"/>
                  </a:lnTo>
                  <a:lnTo>
                    <a:pt x="1042" y="845"/>
                  </a:lnTo>
                  <a:lnTo>
                    <a:pt x="1038" y="855"/>
                  </a:lnTo>
                  <a:lnTo>
                    <a:pt x="1032" y="863"/>
                  </a:lnTo>
                  <a:lnTo>
                    <a:pt x="1026" y="873"/>
                  </a:lnTo>
                  <a:lnTo>
                    <a:pt x="1020" y="881"/>
                  </a:lnTo>
                  <a:lnTo>
                    <a:pt x="1014" y="889"/>
                  </a:lnTo>
                  <a:lnTo>
                    <a:pt x="1008" y="896"/>
                  </a:lnTo>
                  <a:lnTo>
                    <a:pt x="1002" y="904"/>
                  </a:lnTo>
                  <a:lnTo>
                    <a:pt x="996" y="910"/>
                  </a:lnTo>
                  <a:lnTo>
                    <a:pt x="992" y="918"/>
                  </a:lnTo>
                  <a:lnTo>
                    <a:pt x="987" y="924"/>
                  </a:lnTo>
                  <a:lnTo>
                    <a:pt x="981" y="930"/>
                  </a:lnTo>
                  <a:lnTo>
                    <a:pt x="975" y="938"/>
                  </a:lnTo>
                  <a:lnTo>
                    <a:pt x="969" y="944"/>
                  </a:lnTo>
                  <a:lnTo>
                    <a:pt x="963" y="950"/>
                  </a:lnTo>
                  <a:lnTo>
                    <a:pt x="957" y="956"/>
                  </a:lnTo>
                  <a:lnTo>
                    <a:pt x="953" y="959"/>
                  </a:lnTo>
                  <a:lnTo>
                    <a:pt x="947" y="965"/>
                  </a:lnTo>
                  <a:lnTo>
                    <a:pt x="941" y="971"/>
                  </a:lnTo>
                  <a:lnTo>
                    <a:pt x="935" y="975"/>
                  </a:lnTo>
                  <a:lnTo>
                    <a:pt x="929" y="981"/>
                  </a:lnTo>
                  <a:lnTo>
                    <a:pt x="924" y="987"/>
                  </a:lnTo>
                  <a:lnTo>
                    <a:pt x="918" y="991"/>
                  </a:lnTo>
                  <a:lnTo>
                    <a:pt x="914" y="995"/>
                  </a:lnTo>
                  <a:lnTo>
                    <a:pt x="908" y="1001"/>
                  </a:lnTo>
                  <a:lnTo>
                    <a:pt x="902" y="1005"/>
                  </a:lnTo>
                  <a:lnTo>
                    <a:pt x="896" y="1009"/>
                  </a:lnTo>
                  <a:lnTo>
                    <a:pt x="890" y="1013"/>
                  </a:lnTo>
                  <a:lnTo>
                    <a:pt x="884" y="1017"/>
                  </a:lnTo>
                  <a:lnTo>
                    <a:pt x="878" y="1021"/>
                  </a:lnTo>
                  <a:lnTo>
                    <a:pt x="872" y="1024"/>
                  </a:lnTo>
                  <a:lnTo>
                    <a:pt x="868" y="1028"/>
                  </a:lnTo>
                  <a:lnTo>
                    <a:pt x="862" y="1032"/>
                  </a:lnTo>
                  <a:lnTo>
                    <a:pt x="857" y="1036"/>
                  </a:lnTo>
                  <a:lnTo>
                    <a:pt x="851" y="1038"/>
                  </a:lnTo>
                  <a:lnTo>
                    <a:pt x="845" y="1042"/>
                  </a:lnTo>
                  <a:lnTo>
                    <a:pt x="839" y="1046"/>
                  </a:lnTo>
                  <a:lnTo>
                    <a:pt x="833" y="1048"/>
                  </a:lnTo>
                  <a:lnTo>
                    <a:pt x="829" y="1052"/>
                  </a:lnTo>
                  <a:lnTo>
                    <a:pt x="823" y="1054"/>
                  </a:lnTo>
                  <a:lnTo>
                    <a:pt x="817" y="1058"/>
                  </a:lnTo>
                  <a:lnTo>
                    <a:pt x="811" y="1060"/>
                  </a:lnTo>
                  <a:lnTo>
                    <a:pt x="805" y="1064"/>
                  </a:lnTo>
                  <a:lnTo>
                    <a:pt x="799" y="1066"/>
                  </a:lnTo>
                  <a:lnTo>
                    <a:pt x="794" y="1070"/>
                  </a:lnTo>
                  <a:lnTo>
                    <a:pt x="790" y="1072"/>
                  </a:lnTo>
                  <a:lnTo>
                    <a:pt x="784" y="1074"/>
                  </a:lnTo>
                  <a:lnTo>
                    <a:pt x="778" y="1076"/>
                  </a:lnTo>
                  <a:lnTo>
                    <a:pt x="772" y="1078"/>
                  </a:lnTo>
                  <a:lnTo>
                    <a:pt x="766" y="1082"/>
                  </a:lnTo>
                  <a:lnTo>
                    <a:pt x="760" y="1084"/>
                  </a:lnTo>
                  <a:lnTo>
                    <a:pt x="754" y="1086"/>
                  </a:lnTo>
                  <a:lnTo>
                    <a:pt x="748" y="1088"/>
                  </a:lnTo>
                  <a:lnTo>
                    <a:pt x="744" y="1089"/>
                  </a:lnTo>
                  <a:lnTo>
                    <a:pt x="738" y="1091"/>
                  </a:lnTo>
                  <a:lnTo>
                    <a:pt x="733" y="1093"/>
                  </a:lnTo>
                  <a:lnTo>
                    <a:pt x="727" y="1095"/>
                  </a:lnTo>
                  <a:lnTo>
                    <a:pt x="721" y="1097"/>
                  </a:lnTo>
                  <a:lnTo>
                    <a:pt x="715" y="1097"/>
                  </a:lnTo>
                  <a:lnTo>
                    <a:pt x="709" y="1099"/>
                  </a:lnTo>
                  <a:lnTo>
                    <a:pt x="705" y="1101"/>
                  </a:lnTo>
                  <a:lnTo>
                    <a:pt x="699" y="1103"/>
                  </a:lnTo>
                  <a:lnTo>
                    <a:pt x="693" y="1103"/>
                  </a:lnTo>
                  <a:lnTo>
                    <a:pt x="687" y="1105"/>
                  </a:lnTo>
                  <a:lnTo>
                    <a:pt x="681" y="1107"/>
                  </a:lnTo>
                  <a:lnTo>
                    <a:pt x="675" y="1107"/>
                  </a:lnTo>
                  <a:lnTo>
                    <a:pt x="670" y="1109"/>
                  </a:lnTo>
                  <a:lnTo>
                    <a:pt x="664" y="1111"/>
                  </a:lnTo>
                  <a:lnTo>
                    <a:pt x="660" y="1111"/>
                  </a:lnTo>
                  <a:lnTo>
                    <a:pt x="654" y="1113"/>
                  </a:lnTo>
                  <a:lnTo>
                    <a:pt x="648" y="1113"/>
                  </a:lnTo>
                  <a:lnTo>
                    <a:pt x="642" y="1113"/>
                  </a:lnTo>
                  <a:lnTo>
                    <a:pt x="636" y="1115"/>
                  </a:lnTo>
                  <a:lnTo>
                    <a:pt x="630" y="1115"/>
                  </a:lnTo>
                  <a:lnTo>
                    <a:pt x="624" y="1117"/>
                  </a:lnTo>
                  <a:lnTo>
                    <a:pt x="620" y="1117"/>
                  </a:lnTo>
                  <a:lnTo>
                    <a:pt x="614" y="1117"/>
                  </a:lnTo>
                  <a:lnTo>
                    <a:pt x="608" y="1117"/>
                  </a:lnTo>
                  <a:lnTo>
                    <a:pt x="603" y="1119"/>
                  </a:lnTo>
                  <a:lnTo>
                    <a:pt x="597" y="1119"/>
                  </a:lnTo>
                  <a:lnTo>
                    <a:pt x="591" y="1119"/>
                  </a:lnTo>
                  <a:lnTo>
                    <a:pt x="585" y="1119"/>
                  </a:lnTo>
                  <a:lnTo>
                    <a:pt x="581" y="1119"/>
                  </a:lnTo>
                  <a:lnTo>
                    <a:pt x="575" y="1119"/>
                  </a:lnTo>
                  <a:lnTo>
                    <a:pt x="569" y="1119"/>
                  </a:lnTo>
                  <a:lnTo>
                    <a:pt x="563" y="1119"/>
                  </a:lnTo>
                  <a:lnTo>
                    <a:pt x="557" y="1119"/>
                  </a:lnTo>
                  <a:lnTo>
                    <a:pt x="551" y="1119"/>
                  </a:lnTo>
                  <a:lnTo>
                    <a:pt x="545" y="1119"/>
                  </a:lnTo>
                  <a:lnTo>
                    <a:pt x="540" y="1119"/>
                  </a:lnTo>
                  <a:lnTo>
                    <a:pt x="536" y="1119"/>
                  </a:lnTo>
                  <a:lnTo>
                    <a:pt x="530" y="1119"/>
                  </a:lnTo>
                  <a:lnTo>
                    <a:pt x="524" y="1119"/>
                  </a:lnTo>
                  <a:lnTo>
                    <a:pt x="518" y="1119"/>
                  </a:lnTo>
                  <a:lnTo>
                    <a:pt x="512" y="1117"/>
                  </a:lnTo>
                  <a:lnTo>
                    <a:pt x="506" y="1117"/>
                  </a:lnTo>
                  <a:lnTo>
                    <a:pt x="500" y="1117"/>
                  </a:lnTo>
                  <a:lnTo>
                    <a:pt x="496" y="1117"/>
                  </a:lnTo>
                  <a:lnTo>
                    <a:pt x="490" y="1115"/>
                  </a:lnTo>
                  <a:lnTo>
                    <a:pt x="484" y="1115"/>
                  </a:lnTo>
                  <a:lnTo>
                    <a:pt x="479" y="1113"/>
                  </a:lnTo>
                  <a:lnTo>
                    <a:pt x="473" y="1113"/>
                  </a:lnTo>
                  <a:lnTo>
                    <a:pt x="467" y="1113"/>
                  </a:lnTo>
                  <a:lnTo>
                    <a:pt x="461" y="1111"/>
                  </a:lnTo>
                  <a:lnTo>
                    <a:pt x="457" y="1111"/>
                  </a:lnTo>
                  <a:lnTo>
                    <a:pt x="451" y="1109"/>
                  </a:lnTo>
                  <a:lnTo>
                    <a:pt x="445" y="1107"/>
                  </a:lnTo>
                  <a:lnTo>
                    <a:pt x="439" y="1107"/>
                  </a:lnTo>
                  <a:lnTo>
                    <a:pt x="433" y="1105"/>
                  </a:lnTo>
                  <a:lnTo>
                    <a:pt x="427" y="1103"/>
                  </a:lnTo>
                  <a:lnTo>
                    <a:pt x="421" y="1103"/>
                  </a:lnTo>
                  <a:lnTo>
                    <a:pt x="416" y="1101"/>
                  </a:lnTo>
                  <a:lnTo>
                    <a:pt x="412" y="1099"/>
                  </a:lnTo>
                  <a:lnTo>
                    <a:pt x="406" y="1097"/>
                  </a:lnTo>
                  <a:lnTo>
                    <a:pt x="400" y="1097"/>
                  </a:lnTo>
                  <a:lnTo>
                    <a:pt x="394" y="1095"/>
                  </a:lnTo>
                  <a:lnTo>
                    <a:pt x="388" y="1093"/>
                  </a:lnTo>
                  <a:lnTo>
                    <a:pt x="382" y="1091"/>
                  </a:lnTo>
                  <a:lnTo>
                    <a:pt x="376" y="1089"/>
                  </a:lnTo>
                  <a:lnTo>
                    <a:pt x="372" y="1088"/>
                  </a:lnTo>
                  <a:lnTo>
                    <a:pt x="366" y="1086"/>
                  </a:lnTo>
                  <a:lnTo>
                    <a:pt x="360" y="1084"/>
                  </a:lnTo>
                  <a:lnTo>
                    <a:pt x="354" y="1082"/>
                  </a:lnTo>
                  <a:lnTo>
                    <a:pt x="349" y="1078"/>
                  </a:lnTo>
                  <a:lnTo>
                    <a:pt x="343" y="1076"/>
                  </a:lnTo>
                  <a:lnTo>
                    <a:pt x="337" y="1074"/>
                  </a:lnTo>
                  <a:lnTo>
                    <a:pt x="331" y="1072"/>
                  </a:lnTo>
                  <a:lnTo>
                    <a:pt x="327" y="1070"/>
                  </a:lnTo>
                  <a:lnTo>
                    <a:pt x="321" y="1066"/>
                  </a:lnTo>
                  <a:lnTo>
                    <a:pt x="315" y="1064"/>
                  </a:lnTo>
                  <a:lnTo>
                    <a:pt x="309" y="1060"/>
                  </a:lnTo>
                  <a:lnTo>
                    <a:pt x="303" y="1058"/>
                  </a:lnTo>
                  <a:lnTo>
                    <a:pt x="297" y="1054"/>
                  </a:lnTo>
                  <a:lnTo>
                    <a:pt x="291" y="1052"/>
                  </a:lnTo>
                  <a:lnTo>
                    <a:pt x="288" y="1048"/>
                  </a:lnTo>
                  <a:lnTo>
                    <a:pt x="282" y="1046"/>
                  </a:lnTo>
                  <a:lnTo>
                    <a:pt x="276" y="1042"/>
                  </a:lnTo>
                  <a:lnTo>
                    <a:pt x="270" y="1038"/>
                  </a:lnTo>
                  <a:lnTo>
                    <a:pt x="264" y="1036"/>
                  </a:lnTo>
                  <a:lnTo>
                    <a:pt x="258" y="1032"/>
                  </a:lnTo>
                  <a:lnTo>
                    <a:pt x="252" y="1028"/>
                  </a:lnTo>
                  <a:lnTo>
                    <a:pt x="248" y="1024"/>
                  </a:lnTo>
                  <a:lnTo>
                    <a:pt x="242" y="1021"/>
                  </a:lnTo>
                  <a:lnTo>
                    <a:pt x="236" y="1017"/>
                  </a:lnTo>
                  <a:lnTo>
                    <a:pt x="230" y="1013"/>
                  </a:lnTo>
                  <a:lnTo>
                    <a:pt x="225" y="1009"/>
                  </a:lnTo>
                  <a:lnTo>
                    <a:pt x="219" y="1005"/>
                  </a:lnTo>
                  <a:lnTo>
                    <a:pt x="213" y="1001"/>
                  </a:lnTo>
                  <a:lnTo>
                    <a:pt x="207" y="995"/>
                  </a:lnTo>
                  <a:lnTo>
                    <a:pt x="203" y="991"/>
                  </a:lnTo>
                  <a:lnTo>
                    <a:pt x="197" y="987"/>
                  </a:lnTo>
                  <a:lnTo>
                    <a:pt x="191" y="981"/>
                  </a:lnTo>
                  <a:lnTo>
                    <a:pt x="185" y="975"/>
                  </a:lnTo>
                  <a:lnTo>
                    <a:pt x="179" y="971"/>
                  </a:lnTo>
                  <a:lnTo>
                    <a:pt x="173" y="965"/>
                  </a:lnTo>
                  <a:lnTo>
                    <a:pt x="167" y="959"/>
                  </a:lnTo>
                  <a:lnTo>
                    <a:pt x="163" y="956"/>
                  </a:lnTo>
                  <a:lnTo>
                    <a:pt x="158" y="950"/>
                  </a:lnTo>
                  <a:lnTo>
                    <a:pt x="152" y="944"/>
                  </a:lnTo>
                  <a:lnTo>
                    <a:pt x="146" y="938"/>
                  </a:lnTo>
                  <a:lnTo>
                    <a:pt x="140" y="930"/>
                  </a:lnTo>
                  <a:lnTo>
                    <a:pt x="134" y="924"/>
                  </a:lnTo>
                  <a:lnTo>
                    <a:pt x="128" y="918"/>
                  </a:lnTo>
                  <a:lnTo>
                    <a:pt x="124" y="910"/>
                  </a:lnTo>
                  <a:lnTo>
                    <a:pt x="118" y="904"/>
                  </a:lnTo>
                  <a:lnTo>
                    <a:pt x="112" y="896"/>
                  </a:lnTo>
                  <a:lnTo>
                    <a:pt x="106" y="889"/>
                  </a:lnTo>
                  <a:lnTo>
                    <a:pt x="100" y="881"/>
                  </a:lnTo>
                  <a:lnTo>
                    <a:pt x="95" y="873"/>
                  </a:lnTo>
                  <a:lnTo>
                    <a:pt x="89" y="863"/>
                  </a:lnTo>
                  <a:lnTo>
                    <a:pt x="83" y="855"/>
                  </a:lnTo>
                  <a:lnTo>
                    <a:pt x="79" y="845"/>
                  </a:lnTo>
                  <a:lnTo>
                    <a:pt x="73" y="835"/>
                  </a:lnTo>
                  <a:lnTo>
                    <a:pt x="67" y="826"/>
                  </a:lnTo>
                  <a:lnTo>
                    <a:pt x="61" y="816"/>
                  </a:lnTo>
                  <a:lnTo>
                    <a:pt x="55" y="804"/>
                  </a:lnTo>
                  <a:lnTo>
                    <a:pt x="49" y="792"/>
                  </a:lnTo>
                  <a:lnTo>
                    <a:pt x="43" y="778"/>
                  </a:lnTo>
                  <a:lnTo>
                    <a:pt x="39" y="766"/>
                  </a:lnTo>
                  <a:lnTo>
                    <a:pt x="34" y="751"/>
                  </a:lnTo>
                  <a:lnTo>
                    <a:pt x="28" y="735"/>
                  </a:lnTo>
                  <a:lnTo>
                    <a:pt x="22" y="715"/>
                  </a:lnTo>
                  <a:lnTo>
                    <a:pt x="16" y="696"/>
                  </a:lnTo>
                  <a:lnTo>
                    <a:pt x="10" y="670"/>
                  </a:lnTo>
                  <a:lnTo>
                    <a:pt x="4" y="638"/>
                  </a:lnTo>
                  <a:lnTo>
                    <a:pt x="0" y="560"/>
                  </a:lnTo>
                  <a:lnTo>
                    <a:pt x="6" y="481"/>
                  </a:lnTo>
                  <a:lnTo>
                    <a:pt x="12" y="449"/>
                  </a:lnTo>
                  <a:lnTo>
                    <a:pt x="18" y="424"/>
                  </a:lnTo>
                  <a:lnTo>
                    <a:pt x="24" y="404"/>
                  </a:lnTo>
                  <a:lnTo>
                    <a:pt x="30" y="384"/>
                  </a:lnTo>
                  <a:lnTo>
                    <a:pt x="35" y="369"/>
                  </a:lnTo>
                  <a:lnTo>
                    <a:pt x="41" y="353"/>
                  </a:lnTo>
                  <a:lnTo>
                    <a:pt x="45" y="341"/>
                  </a:lnTo>
                  <a:lnTo>
                    <a:pt x="51" y="327"/>
                  </a:lnTo>
                  <a:lnTo>
                    <a:pt x="57" y="315"/>
                  </a:lnTo>
                  <a:lnTo>
                    <a:pt x="63" y="304"/>
                  </a:lnTo>
                  <a:lnTo>
                    <a:pt x="69" y="294"/>
                  </a:lnTo>
                  <a:lnTo>
                    <a:pt x="75" y="284"/>
                  </a:lnTo>
                  <a:lnTo>
                    <a:pt x="81" y="274"/>
                  </a:lnTo>
                  <a:lnTo>
                    <a:pt x="85" y="264"/>
                  </a:lnTo>
                  <a:lnTo>
                    <a:pt x="91" y="256"/>
                  </a:lnTo>
                  <a:lnTo>
                    <a:pt x="97" y="246"/>
                  </a:lnTo>
                  <a:lnTo>
                    <a:pt x="102" y="238"/>
                  </a:lnTo>
                  <a:lnTo>
                    <a:pt x="108" y="231"/>
                  </a:lnTo>
                  <a:lnTo>
                    <a:pt x="114" y="223"/>
                  </a:lnTo>
                  <a:lnTo>
                    <a:pt x="120" y="215"/>
                  </a:lnTo>
                  <a:lnTo>
                    <a:pt x="126" y="209"/>
                  </a:lnTo>
                  <a:lnTo>
                    <a:pt x="130" y="201"/>
                  </a:lnTo>
                  <a:lnTo>
                    <a:pt x="136" y="195"/>
                  </a:lnTo>
                  <a:lnTo>
                    <a:pt x="142" y="189"/>
                  </a:lnTo>
                  <a:lnTo>
                    <a:pt x="148" y="181"/>
                  </a:lnTo>
                  <a:lnTo>
                    <a:pt x="154" y="175"/>
                  </a:lnTo>
                  <a:lnTo>
                    <a:pt x="160" y="170"/>
                  </a:lnTo>
                  <a:lnTo>
                    <a:pt x="165" y="164"/>
                  </a:lnTo>
                  <a:lnTo>
                    <a:pt x="169" y="160"/>
                  </a:lnTo>
                  <a:lnTo>
                    <a:pt x="175" y="154"/>
                  </a:lnTo>
                  <a:lnTo>
                    <a:pt x="181" y="148"/>
                  </a:lnTo>
                  <a:lnTo>
                    <a:pt x="187" y="144"/>
                  </a:lnTo>
                  <a:lnTo>
                    <a:pt x="193" y="138"/>
                  </a:lnTo>
                  <a:lnTo>
                    <a:pt x="199" y="132"/>
                  </a:lnTo>
                  <a:lnTo>
                    <a:pt x="205" y="128"/>
                  </a:lnTo>
                  <a:lnTo>
                    <a:pt x="209" y="124"/>
                  </a:lnTo>
                  <a:lnTo>
                    <a:pt x="215" y="118"/>
                  </a:lnTo>
                  <a:lnTo>
                    <a:pt x="221" y="114"/>
                  </a:lnTo>
                  <a:lnTo>
                    <a:pt x="226" y="110"/>
                  </a:lnTo>
                  <a:lnTo>
                    <a:pt x="232" y="107"/>
                  </a:lnTo>
                  <a:lnTo>
                    <a:pt x="238" y="103"/>
                  </a:lnTo>
                  <a:lnTo>
                    <a:pt x="244" y="99"/>
                  </a:lnTo>
                  <a:lnTo>
                    <a:pt x="250" y="95"/>
                  </a:lnTo>
                  <a:lnTo>
                    <a:pt x="254" y="91"/>
                  </a:lnTo>
                  <a:lnTo>
                    <a:pt x="260" y="87"/>
                  </a:lnTo>
                  <a:lnTo>
                    <a:pt x="266" y="83"/>
                  </a:lnTo>
                  <a:lnTo>
                    <a:pt x="272" y="81"/>
                  </a:lnTo>
                  <a:lnTo>
                    <a:pt x="278" y="77"/>
                  </a:lnTo>
                  <a:lnTo>
                    <a:pt x="284" y="73"/>
                  </a:lnTo>
                  <a:lnTo>
                    <a:pt x="289" y="71"/>
                  </a:lnTo>
                  <a:lnTo>
                    <a:pt x="293" y="67"/>
                  </a:lnTo>
                  <a:lnTo>
                    <a:pt x="299" y="65"/>
                  </a:lnTo>
                  <a:lnTo>
                    <a:pt x="305" y="61"/>
                  </a:lnTo>
                  <a:lnTo>
                    <a:pt x="311" y="59"/>
                  </a:lnTo>
                  <a:lnTo>
                    <a:pt x="317" y="55"/>
                  </a:lnTo>
                  <a:lnTo>
                    <a:pt x="323" y="53"/>
                  </a:lnTo>
                  <a:lnTo>
                    <a:pt x="329" y="49"/>
                  </a:lnTo>
                  <a:lnTo>
                    <a:pt x="333" y="47"/>
                  </a:lnTo>
                  <a:lnTo>
                    <a:pt x="339" y="45"/>
                  </a:lnTo>
                  <a:lnTo>
                    <a:pt x="345" y="43"/>
                  </a:lnTo>
                  <a:lnTo>
                    <a:pt x="351" y="42"/>
                  </a:lnTo>
                  <a:lnTo>
                    <a:pt x="356" y="38"/>
                  </a:lnTo>
                  <a:lnTo>
                    <a:pt x="362" y="36"/>
                  </a:lnTo>
                  <a:lnTo>
                    <a:pt x="368" y="34"/>
                  </a:lnTo>
                  <a:lnTo>
                    <a:pt x="374" y="32"/>
                  </a:lnTo>
                  <a:lnTo>
                    <a:pt x="378" y="30"/>
                  </a:lnTo>
                  <a:lnTo>
                    <a:pt x="384" y="28"/>
                  </a:lnTo>
                  <a:lnTo>
                    <a:pt x="390" y="26"/>
                  </a:lnTo>
                  <a:lnTo>
                    <a:pt x="396" y="24"/>
                  </a:lnTo>
                  <a:lnTo>
                    <a:pt x="402" y="22"/>
                  </a:lnTo>
                  <a:lnTo>
                    <a:pt x="408" y="22"/>
                  </a:lnTo>
                  <a:lnTo>
                    <a:pt x="414" y="20"/>
                  </a:lnTo>
                  <a:lnTo>
                    <a:pt x="417" y="18"/>
                  </a:lnTo>
                  <a:lnTo>
                    <a:pt x="423" y="16"/>
                  </a:lnTo>
                  <a:lnTo>
                    <a:pt x="429" y="16"/>
                  </a:lnTo>
                  <a:lnTo>
                    <a:pt x="435" y="14"/>
                  </a:lnTo>
                  <a:lnTo>
                    <a:pt x="441" y="12"/>
                  </a:lnTo>
                  <a:lnTo>
                    <a:pt x="447" y="12"/>
                  </a:lnTo>
                  <a:lnTo>
                    <a:pt x="453" y="10"/>
                  </a:lnTo>
                  <a:lnTo>
                    <a:pt x="459" y="8"/>
                  </a:lnTo>
                  <a:lnTo>
                    <a:pt x="463" y="8"/>
                  </a:lnTo>
                  <a:lnTo>
                    <a:pt x="469" y="6"/>
                  </a:lnTo>
                  <a:lnTo>
                    <a:pt x="475" y="6"/>
                  </a:lnTo>
                  <a:lnTo>
                    <a:pt x="480" y="6"/>
                  </a:lnTo>
                  <a:lnTo>
                    <a:pt x="486" y="4"/>
                  </a:lnTo>
                  <a:lnTo>
                    <a:pt x="492" y="4"/>
                  </a:lnTo>
                  <a:lnTo>
                    <a:pt x="498" y="2"/>
                  </a:lnTo>
                  <a:lnTo>
                    <a:pt x="502" y="2"/>
                  </a:lnTo>
                  <a:lnTo>
                    <a:pt x="508" y="2"/>
                  </a:lnTo>
                  <a:lnTo>
                    <a:pt x="514" y="2"/>
                  </a:lnTo>
                  <a:lnTo>
                    <a:pt x="520" y="0"/>
                  </a:lnTo>
                  <a:lnTo>
                    <a:pt x="526" y="0"/>
                  </a:lnTo>
                  <a:lnTo>
                    <a:pt x="532" y="0"/>
                  </a:lnTo>
                  <a:lnTo>
                    <a:pt x="538" y="0"/>
                  </a:lnTo>
                  <a:lnTo>
                    <a:pt x="542" y="0"/>
                  </a:lnTo>
                  <a:lnTo>
                    <a:pt x="547" y="0"/>
                  </a:lnTo>
                  <a:lnTo>
                    <a:pt x="553" y="0"/>
                  </a:lnTo>
                  <a:lnTo>
                    <a:pt x="559" y="0"/>
                  </a:lnTo>
                  <a:lnTo>
                    <a:pt x="565" y="0"/>
                  </a:lnTo>
                  <a:lnTo>
                    <a:pt x="571" y="0"/>
                  </a:lnTo>
                  <a:lnTo>
                    <a:pt x="577" y="0"/>
                  </a:lnTo>
                  <a:lnTo>
                    <a:pt x="583" y="0"/>
                  </a:lnTo>
                  <a:lnTo>
                    <a:pt x="587" y="0"/>
                  </a:lnTo>
                  <a:lnTo>
                    <a:pt x="593" y="0"/>
                  </a:lnTo>
                  <a:lnTo>
                    <a:pt x="599" y="0"/>
                  </a:lnTo>
                  <a:lnTo>
                    <a:pt x="605" y="0"/>
                  </a:lnTo>
                  <a:lnTo>
                    <a:pt x="610" y="2"/>
                  </a:lnTo>
                  <a:lnTo>
                    <a:pt x="616" y="2"/>
                  </a:lnTo>
                  <a:lnTo>
                    <a:pt x="622" y="2"/>
                  </a:lnTo>
                  <a:lnTo>
                    <a:pt x="626" y="2"/>
                  </a:lnTo>
                  <a:lnTo>
                    <a:pt x="632" y="4"/>
                  </a:lnTo>
                  <a:lnTo>
                    <a:pt x="638" y="4"/>
                  </a:lnTo>
                  <a:lnTo>
                    <a:pt x="644" y="6"/>
                  </a:lnTo>
                  <a:lnTo>
                    <a:pt x="650" y="6"/>
                  </a:lnTo>
                  <a:lnTo>
                    <a:pt x="656" y="6"/>
                  </a:lnTo>
                  <a:lnTo>
                    <a:pt x="662" y="8"/>
                  </a:lnTo>
                  <a:lnTo>
                    <a:pt x="666" y="8"/>
                  </a:lnTo>
                  <a:lnTo>
                    <a:pt x="671" y="10"/>
                  </a:lnTo>
                  <a:lnTo>
                    <a:pt x="677" y="12"/>
                  </a:lnTo>
                  <a:lnTo>
                    <a:pt x="683" y="12"/>
                  </a:lnTo>
                  <a:lnTo>
                    <a:pt x="689" y="14"/>
                  </a:lnTo>
                  <a:lnTo>
                    <a:pt x="695" y="16"/>
                  </a:lnTo>
                  <a:lnTo>
                    <a:pt x="701" y="16"/>
                  </a:lnTo>
                  <a:lnTo>
                    <a:pt x="707" y="18"/>
                  </a:lnTo>
                  <a:lnTo>
                    <a:pt x="711" y="20"/>
                  </a:lnTo>
                  <a:lnTo>
                    <a:pt x="717" y="22"/>
                  </a:lnTo>
                  <a:lnTo>
                    <a:pt x="723" y="22"/>
                  </a:lnTo>
                  <a:lnTo>
                    <a:pt x="729" y="24"/>
                  </a:lnTo>
                  <a:lnTo>
                    <a:pt x="734" y="26"/>
                  </a:lnTo>
                  <a:lnTo>
                    <a:pt x="740" y="28"/>
                  </a:lnTo>
                  <a:lnTo>
                    <a:pt x="746" y="30"/>
                  </a:lnTo>
                  <a:lnTo>
                    <a:pt x="750" y="32"/>
                  </a:lnTo>
                  <a:lnTo>
                    <a:pt x="756" y="34"/>
                  </a:lnTo>
                  <a:lnTo>
                    <a:pt x="762" y="36"/>
                  </a:lnTo>
                  <a:lnTo>
                    <a:pt x="768" y="38"/>
                  </a:lnTo>
                  <a:lnTo>
                    <a:pt x="774" y="42"/>
                  </a:lnTo>
                  <a:lnTo>
                    <a:pt x="780" y="43"/>
                  </a:lnTo>
                  <a:lnTo>
                    <a:pt x="786" y="45"/>
                  </a:lnTo>
                  <a:lnTo>
                    <a:pt x="792" y="47"/>
                  </a:lnTo>
                  <a:lnTo>
                    <a:pt x="796" y="49"/>
                  </a:lnTo>
                  <a:lnTo>
                    <a:pt x="801" y="53"/>
                  </a:lnTo>
                  <a:lnTo>
                    <a:pt x="807" y="55"/>
                  </a:lnTo>
                  <a:lnTo>
                    <a:pt x="813" y="59"/>
                  </a:lnTo>
                  <a:lnTo>
                    <a:pt x="819" y="61"/>
                  </a:lnTo>
                  <a:lnTo>
                    <a:pt x="825" y="65"/>
                  </a:lnTo>
                  <a:lnTo>
                    <a:pt x="831" y="67"/>
                  </a:lnTo>
                  <a:lnTo>
                    <a:pt x="835" y="71"/>
                  </a:lnTo>
                  <a:lnTo>
                    <a:pt x="841" y="73"/>
                  </a:lnTo>
                  <a:lnTo>
                    <a:pt x="847" y="77"/>
                  </a:lnTo>
                  <a:lnTo>
                    <a:pt x="853" y="81"/>
                  </a:lnTo>
                  <a:lnTo>
                    <a:pt x="859" y="83"/>
                  </a:lnTo>
                  <a:lnTo>
                    <a:pt x="864" y="87"/>
                  </a:lnTo>
                  <a:lnTo>
                    <a:pt x="870" y="91"/>
                  </a:lnTo>
                  <a:lnTo>
                    <a:pt x="874" y="95"/>
                  </a:lnTo>
                  <a:lnTo>
                    <a:pt x="880" y="99"/>
                  </a:lnTo>
                  <a:lnTo>
                    <a:pt x="886" y="103"/>
                  </a:lnTo>
                  <a:lnTo>
                    <a:pt x="892" y="107"/>
                  </a:lnTo>
                  <a:lnTo>
                    <a:pt x="898" y="110"/>
                  </a:lnTo>
                  <a:lnTo>
                    <a:pt x="904" y="114"/>
                  </a:lnTo>
                  <a:lnTo>
                    <a:pt x="910" y="118"/>
                  </a:lnTo>
                  <a:lnTo>
                    <a:pt x="916" y="124"/>
                  </a:lnTo>
                  <a:lnTo>
                    <a:pt x="920" y="128"/>
                  </a:lnTo>
                  <a:lnTo>
                    <a:pt x="925" y="132"/>
                  </a:lnTo>
                  <a:lnTo>
                    <a:pt x="931" y="138"/>
                  </a:lnTo>
                  <a:lnTo>
                    <a:pt x="937" y="144"/>
                  </a:lnTo>
                  <a:lnTo>
                    <a:pt x="943" y="148"/>
                  </a:lnTo>
                  <a:lnTo>
                    <a:pt x="949" y="154"/>
                  </a:lnTo>
                  <a:lnTo>
                    <a:pt x="955" y="160"/>
                  </a:lnTo>
                  <a:lnTo>
                    <a:pt x="959" y="164"/>
                  </a:lnTo>
                  <a:lnTo>
                    <a:pt x="965" y="170"/>
                  </a:lnTo>
                  <a:lnTo>
                    <a:pt x="971" y="175"/>
                  </a:lnTo>
                  <a:lnTo>
                    <a:pt x="977" y="181"/>
                  </a:lnTo>
                  <a:lnTo>
                    <a:pt x="983" y="189"/>
                  </a:lnTo>
                  <a:lnTo>
                    <a:pt x="988" y="195"/>
                  </a:lnTo>
                  <a:lnTo>
                    <a:pt x="994" y="201"/>
                  </a:lnTo>
                  <a:lnTo>
                    <a:pt x="998" y="209"/>
                  </a:lnTo>
                  <a:lnTo>
                    <a:pt x="1004" y="215"/>
                  </a:lnTo>
                  <a:lnTo>
                    <a:pt x="1010" y="223"/>
                  </a:lnTo>
                  <a:lnTo>
                    <a:pt x="1016" y="231"/>
                  </a:lnTo>
                  <a:lnTo>
                    <a:pt x="1022" y="238"/>
                  </a:lnTo>
                  <a:lnTo>
                    <a:pt x="1028" y="246"/>
                  </a:lnTo>
                  <a:lnTo>
                    <a:pt x="1034" y="256"/>
                  </a:lnTo>
                  <a:lnTo>
                    <a:pt x="1040" y="264"/>
                  </a:lnTo>
                  <a:lnTo>
                    <a:pt x="1044" y="274"/>
                  </a:lnTo>
                  <a:lnTo>
                    <a:pt x="1050" y="284"/>
                  </a:lnTo>
                  <a:lnTo>
                    <a:pt x="1055" y="294"/>
                  </a:lnTo>
                  <a:lnTo>
                    <a:pt x="1061" y="304"/>
                  </a:lnTo>
                  <a:lnTo>
                    <a:pt x="1067" y="315"/>
                  </a:lnTo>
                  <a:lnTo>
                    <a:pt x="1073" y="327"/>
                  </a:lnTo>
                  <a:lnTo>
                    <a:pt x="1079" y="341"/>
                  </a:lnTo>
                  <a:lnTo>
                    <a:pt x="1083" y="353"/>
                  </a:lnTo>
                  <a:lnTo>
                    <a:pt x="1089" y="369"/>
                  </a:lnTo>
                  <a:lnTo>
                    <a:pt x="1095" y="384"/>
                  </a:lnTo>
                  <a:lnTo>
                    <a:pt x="1101" y="404"/>
                  </a:lnTo>
                  <a:lnTo>
                    <a:pt x="1107" y="424"/>
                  </a:lnTo>
                  <a:lnTo>
                    <a:pt x="1113" y="449"/>
                  </a:lnTo>
                  <a:lnTo>
                    <a:pt x="1118" y="481"/>
                  </a:lnTo>
                  <a:lnTo>
                    <a:pt x="1122" y="560"/>
                  </a:lnTo>
                  <a:close/>
                </a:path>
              </a:pathLst>
            </a:custGeom>
            <a:blipFill dpi="0" rotWithShape="0">
              <a:blip r:embed="rId13"/>
              <a:srcRect/>
              <a:tile tx="0" ty="0" sx="100000" sy="100000" flip="none" algn="tl"/>
            </a:blipFill>
            <a:ln w="1905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5" name="Rectangle 19"/>
            <p:cNvSpPr>
              <a:spLocks noChangeArrowheads="1"/>
            </p:cNvSpPr>
            <p:nvPr/>
          </p:nvSpPr>
          <p:spPr bwMode="auto">
            <a:xfrm>
              <a:off x="4846" y="3315"/>
              <a:ext cx="99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82966" name="Rectangle 20"/>
            <p:cNvSpPr>
              <a:spLocks noChangeArrowheads="1"/>
            </p:cNvSpPr>
            <p:nvPr/>
          </p:nvSpPr>
          <p:spPr bwMode="auto">
            <a:xfrm>
              <a:off x="4864" y="3317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en-US" altLang="zh-CN" sz="17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967" name="Rectangle 21"/>
            <p:cNvSpPr>
              <a:spLocks noChangeArrowheads="1"/>
            </p:cNvSpPr>
            <p:nvPr/>
          </p:nvSpPr>
          <p:spPr bwMode="auto">
            <a:xfrm>
              <a:off x="4846" y="3315"/>
              <a:ext cx="121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82968" name="Rectangle 22"/>
            <p:cNvSpPr>
              <a:spLocks noChangeArrowheads="1"/>
            </p:cNvSpPr>
            <p:nvPr/>
          </p:nvSpPr>
          <p:spPr bwMode="auto">
            <a:xfrm>
              <a:off x="4835" y="2665"/>
              <a:ext cx="98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82969" name="Rectangle 23"/>
            <p:cNvSpPr>
              <a:spLocks noChangeArrowheads="1"/>
            </p:cNvSpPr>
            <p:nvPr/>
          </p:nvSpPr>
          <p:spPr bwMode="auto">
            <a:xfrm>
              <a:off x="4852" y="2667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en-US" altLang="zh-CN" sz="17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970" name="Rectangle 24"/>
            <p:cNvSpPr>
              <a:spLocks noChangeArrowheads="1"/>
            </p:cNvSpPr>
            <p:nvPr/>
          </p:nvSpPr>
          <p:spPr bwMode="auto">
            <a:xfrm>
              <a:off x="4835" y="2665"/>
              <a:ext cx="132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82971" name="Line 25"/>
            <p:cNvSpPr>
              <a:spLocks noChangeShapeType="1"/>
            </p:cNvSpPr>
            <p:nvPr/>
          </p:nvSpPr>
          <p:spPr bwMode="auto">
            <a:xfrm>
              <a:off x="3953" y="3058"/>
              <a:ext cx="1179" cy="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2" name="Freeform 26"/>
            <p:cNvSpPr/>
            <p:nvPr/>
          </p:nvSpPr>
          <p:spPr bwMode="auto">
            <a:xfrm>
              <a:off x="5077" y="3024"/>
              <a:ext cx="86" cy="69"/>
            </a:xfrm>
            <a:custGeom>
              <a:avLst/>
              <a:gdLst>
                <a:gd name="T0" fmla="*/ 0 w 173"/>
                <a:gd name="T1" fmla="*/ 0 h 138"/>
                <a:gd name="T2" fmla="*/ 0 w 173"/>
                <a:gd name="T3" fmla="*/ 1 h 138"/>
                <a:gd name="T4" fmla="*/ 0 w 173"/>
                <a:gd name="T5" fmla="*/ 2 h 138"/>
                <a:gd name="T6" fmla="*/ 1 w 173"/>
                <a:gd name="T7" fmla="*/ 1 h 138"/>
                <a:gd name="T8" fmla="*/ 0 w 173"/>
                <a:gd name="T9" fmla="*/ 0 h 1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3"/>
                <a:gd name="T16" fmla="*/ 0 h 138"/>
                <a:gd name="T17" fmla="*/ 173 w 173"/>
                <a:gd name="T18" fmla="*/ 138 h 1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3" h="138">
                  <a:moveTo>
                    <a:pt x="0" y="0"/>
                  </a:moveTo>
                  <a:lnTo>
                    <a:pt x="78" y="69"/>
                  </a:lnTo>
                  <a:lnTo>
                    <a:pt x="0" y="138"/>
                  </a:lnTo>
                  <a:lnTo>
                    <a:pt x="173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3" name="Line 27"/>
            <p:cNvSpPr>
              <a:spLocks noChangeShapeType="1"/>
            </p:cNvSpPr>
            <p:nvPr/>
          </p:nvSpPr>
          <p:spPr bwMode="auto">
            <a:xfrm flipH="1">
              <a:off x="4513" y="2493"/>
              <a:ext cx="7" cy="107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4" name="Freeform 28"/>
            <p:cNvSpPr/>
            <p:nvPr/>
          </p:nvSpPr>
          <p:spPr bwMode="auto">
            <a:xfrm>
              <a:off x="4484" y="2462"/>
              <a:ext cx="71" cy="86"/>
            </a:xfrm>
            <a:custGeom>
              <a:avLst/>
              <a:gdLst>
                <a:gd name="T0" fmla="*/ 0 w 142"/>
                <a:gd name="T1" fmla="*/ 1 h 173"/>
                <a:gd name="T2" fmla="*/ 1 w 142"/>
                <a:gd name="T3" fmla="*/ 0 h 173"/>
                <a:gd name="T4" fmla="*/ 2 w 142"/>
                <a:gd name="T5" fmla="*/ 1 h 173"/>
                <a:gd name="T6" fmla="*/ 1 w 142"/>
                <a:gd name="T7" fmla="*/ 0 h 173"/>
                <a:gd name="T8" fmla="*/ 0 w 142"/>
                <a:gd name="T9" fmla="*/ 1 h 1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2"/>
                <a:gd name="T16" fmla="*/ 0 h 173"/>
                <a:gd name="T17" fmla="*/ 142 w 142"/>
                <a:gd name="T18" fmla="*/ 173 h 1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2" h="173">
                  <a:moveTo>
                    <a:pt x="0" y="173"/>
                  </a:moveTo>
                  <a:lnTo>
                    <a:pt x="71" y="95"/>
                  </a:lnTo>
                  <a:lnTo>
                    <a:pt x="142" y="173"/>
                  </a:lnTo>
                  <a:lnTo>
                    <a:pt x="71" y="0"/>
                  </a:lnTo>
                  <a:lnTo>
                    <a:pt x="0" y="173"/>
                  </a:lnTo>
                  <a:close/>
                </a:path>
              </a:pathLst>
            </a:custGeom>
            <a:solidFill>
              <a:srgbClr val="0000FF"/>
            </a:solidFill>
            <a:ln w="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5" name="Rectangle 29"/>
            <p:cNvSpPr>
              <a:spLocks noChangeArrowheads="1"/>
            </p:cNvSpPr>
            <p:nvPr/>
          </p:nvSpPr>
          <p:spPr bwMode="auto">
            <a:xfrm>
              <a:off x="4042" y="2982"/>
              <a:ext cx="9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82976" name="Rectangle 30"/>
            <p:cNvSpPr>
              <a:spLocks noChangeArrowheads="1"/>
            </p:cNvSpPr>
            <p:nvPr/>
          </p:nvSpPr>
          <p:spPr bwMode="auto">
            <a:xfrm>
              <a:off x="4060" y="2976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en-US" altLang="zh-CN" sz="17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endPara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977" name="Rectangle 31"/>
            <p:cNvSpPr>
              <a:spLocks noChangeArrowheads="1"/>
            </p:cNvSpPr>
            <p:nvPr/>
          </p:nvSpPr>
          <p:spPr bwMode="auto">
            <a:xfrm>
              <a:off x="3969" y="2976"/>
              <a:ext cx="22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82978" name="Rectangle 32"/>
            <p:cNvSpPr>
              <a:spLocks noChangeArrowheads="1"/>
            </p:cNvSpPr>
            <p:nvPr/>
          </p:nvSpPr>
          <p:spPr bwMode="auto">
            <a:xfrm>
              <a:off x="3923" y="2432"/>
              <a:ext cx="1271" cy="1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82979" name="Oval 33"/>
            <p:cNvSpPr>
              <a:spLocks noChangeArrowheads="1"/>
            </p:cNvSpPr>
            <p:nvPr/>
          </p:nvSpPr>
          <p:spPr bwMode="auto">
            <a:xfrm>
              <a:off x="4301" y="2853"/>
              <a:ext cx="419" cy="420"/>
            </a:xfrm>
            <a:prstGeom prst="ellipse">
              <a:avLst/>
            </a:prstGeom>
            <a:noFill/>
            <a:ln w="1428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82980" name="Line 34"/>
            <p:cNvSpPr>
              <a:spLocks noChangeShapeType="1"/>
            </p:cNvSpPr>
            <p:nvPr/>
          </p:nvSpPr>
          <p:spPr bwMode="auto">
            <a:xfrm flipV="1">
              <a:off x="4601" y="3243"/>
              <a:ext cx="15" cy="14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1" name="Freeform 35"/>
            <p:cNvSpPr/>
            <p:nvPr/>
          </p:nvSpPr>
          <p:spPr bwMode="auto">
            <a:xfrm>
              <a:off x="4563" y="3218"/>
              <a:ext cx="78" cy="78"/>
            </a:xfrm>
            <a:custGeom>
              <a:avLst/>
              <a:gdLst>
                <a:gd name="T0" fmla="*/ 0 w 155"/>
                <a:gd name="T1" fmla="*/ 1 h 156"/>
                <a:gd name="T2" fmla="*/ 1 w 155"/>
                <a:gd name="T3" fmla="*/ 1 h 156"/>
                <a:gd name="T4" fmla="*/ 1 w 155"/>
                <a:gd name="T5" fmla="*/ 2 h 156"/>
                <a:gd name="T6" fmla="*/ 2 w 155"/>
                <a:gd name="T7" fmla="*/ 0 h 156"/>
                <a:gd name="T8" fmla="*/ 0 w 155"/>
                <a:gd name="T9" fmla="*/ 1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156"/>
                <a:gd name="T17" fmla="*/ 155 w 155"/>
                <a:gd name="T18" fmla="*/ 156 h 1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156">
                  <a:moveTo>
                    <a:pt x="0" y="59"/>
                  </a:moveTo>
                  <a:lnTo>
                    <a:pt x="96" y="59"/>
                  </a:lnTo>
                  <a:lnTo>
                    <a:pt x="96" y="156"/>
                  </a:lnTo>
                  <a:lnTo>
                    <a:pt x="155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2" name="Rectangle 36"/>
            <p:cNvSpPr>
              <a:spLocks noChangeArrowheads="1"/>
            </p:cNvSpPr>
            <p:nvPr/>
          </p:nvSpPr>
          <p:spPr bwMode="auto">
            <a:xfrm>
              <a:off x="4297" y="2849"/>
              <a:ext cx="428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</p:grpSp>
      <p:sp>
        <p:nvSpPr>
          <p:cNvPr id="82962" name="Rectangle 38"/>
          <p:cNvSpPr>
            <a:spLocks noChangeArrowheads="1"/>
          </p:cNvSpPr>
          <p:nvPr/>
        </p:nvSpPr>
        <p:spPr bwMode="auto">
          <a:xfrm>
            <a:off x="415925" y="0"/>
            <a:ext cx="31686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§8.4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反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</a:t>
            </a:r>
            <a:endParaRPr lang="en-US" altLang="zh-CN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3513"/>
    </mc:Choice>
    <mc:Fallback>
      <p:transition spd="slow" advTm="3335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6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6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6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6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6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6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6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26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6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26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6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6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6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6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307" grpId="0" autoUpdateAnimBg="0"/>
      <p:bldP spid="226312" grpId="0" autoUpdateAnimBg="0"/>
      <p:bldP spid="226315" grpId="0" autoUpdateAnimBg="0"/>
      <p:bldP spid="226316" grpId="0" autoUpdateAnimBg="0"/>
      <p:bldP spid="22631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CC47C48-2A02-457C-BFB6-73A265C0F418}" type="datetime1">
              <a:rPr lang="zh-CN" altLang="en-US" smtClean="0"/>
            </a:fld>
            <a:endParaRPr lang="zh-CN" altLang="en-US"/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4213" y="1524000"/>
            <a:ext cx="7920037" cy="2625725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600" b="1"/>
              <a:t>      根据复变函数理论，可知</a:t>
            </a:r>
            <a:r>
              <a:rPr lang="zh-CN" altLang="en-US" sz="2600" b="1">
                <a:solidFill>
                  <a:srgbClr val="0000FF"/>
                </a:solidFill>
              </a:rPr>
              <a:t>具有有限个极点的复变函数在复平面内所有极点留数的和</a:t>
            </a:r>
            <a:r>
              <a:rPr lang="zh-CN" altLang="en-US" sz="2600" b="1">
                <a:solidFill>
                  <a:srgbClr val="FF0000"/>
                </a:solidFill>
              </a:rPr>
              <a:t>加上函数在</a:t>
            </a:r>
            <a:r>
              <a:rPr lang="zh-CN" altLang="en-US" sz="2600" b="1">
                <a:solidFill>
                  <a:srgbClr val="0000FF"/>
                </a:solidFill>
              </a:rPr>
              <a:t>无穷远处留数的和等于零</a:t>
            </a:r>
            <a:r>
              <a:rPr lang="zh-CN" altLang="en-US" sz="2600" b="1"/>
              <a:t>，即：</a:t>
            </a:r>
            <a:endParaRPr lang="zh-CN" altLang="en-US" sz="2600" b="1"/>
          </a:p>
        </p:txBody>
      </p:sp>
      <p:sp>
        <p:nvSpPr>
          <p:cNvPr id="84996" name="Rectangle 3"/>
          <p:cNvSpPr>
            <a:spLocks noChangeArrowheads="1"/>
          </p:cNvSpPr>
          <p:nvPr/>
        </p:nvSpPr>
        <p:spPr bwMode="auto">
          <a:xfrm>
            <a:off x="1266825" y="2673350"/>
            <a:ext cx="8572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 </a:t>
            </a:r>
            <a:r>
              <a:rPr lang="zh-CN" altLang="en-US" sz="16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1600">
                <a:latin typeface="Arial" panose="020B0604020202020204" pitchFamily="34" charset="0"/>
                <a:ea typeface="华文楷体" panose="02010600040101010101" pitchFamily="2" charset="-122"/>
              </a:rPr>
              <a:t>         </a:t>
            </a:r>
            <a:r>
              <a:rPr lang="zh-CN" altLang="en-US" sz="160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28356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944563" y="3340100"/>
          <a:ext cx="7634287" cy="206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32" name="公式" r:id="rId1" imgW="3136900" imgH="939800" progId="Equation.3">
                  <p:embed/>
                </p:oleObj>
              </mc:Choice>
              <mc:Fallback>
                <p:oleObj name="公式" r:id="rId1" imgW="3136900" imgH="93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3340100"/>
                        <a:ext cx="7634287" cy="20605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57" name="Text Box 5"/>
          <p:cNvSpPr txBox="1">
            <a:spLocks noChangeArrowheads="1"/>
          </p:cNvSpPr>
          <p:nvPr/>
        </p:nvSpPr>
        <p:spPr bwMode="auto">
          <a:xfrm>
            <a:off x="755650" y="981075"/>
            <a:ext cx="5065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）、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对于</a:t>
            </a:r>
            <a:r>
              <a:rPr kumimoji="1"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双边序列</a:t>
            </a:r>
            <a:endParaRPr kumimoji="1" lang="zh-CN" altLang="en-US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999" name="Rectangle 6"/>
          <p:cNvSpPr>
            <a:spLocks noChangeArrowheads="1"/>
          </p:cNvSpPr>
          <p:nvPr/>
        </p:nvSpPr>
        <p:spPr bwMode="auto">
          <a:xfrm>
            <a:off x="431800" y="0"/>
            <a:ext cx="3168650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§8.4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反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476"/>
    </mc:Choice>
    <mc:Fallback>
      <p:transition spd="slow" advTm="564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8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4" grpId="0" build="p"/>
      <p:bldP spid="22835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8FEA5F7-E3C5-4480-9D34-9F9C080E125F}" type="datetime1">
              <a:rPr lang="zh-CN" altLang="en-US" smtClean="0"/>
            </a:fld>
            <a:endParaRPr lang="zh-CN" altLang="en-US"/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25475" y="876300"/>
            <a:ext cx="8064500" cy="936625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600" b="1"/>
              <a:t>根据复变函数理论，有：</a:t>
            </a:r>
            <a:endParaRPr lang="zh-CN" altLang="en-US" sz="2600" b="1"/>
          </a:p>
        </p:txBody>
      </p:sp>
      <p:graphicFrame>
        <p:nvGraphicFramePr>
          <p:cNvPr id="86020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811213" y="1766888"/>
          <a:ext cx="7678737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88" name="公式" r:id="rId1" imgW="2451100" imgH="469900" progId="Equation.3">
                  <p:embed/>
                </p:oleObj>
              </mc:Choice>
              <mc:Fallback>
                <p:oleObj name="公式" r:id="rId1" imgW="2451100" imgH="469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1766888"/>
                        <a:ext cx="7678737" cy="1327150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1" name="Object 5"/>
          <p:cNvGraphicFramePr>
            <a:graphicFrameLocks noChangeAspect="1"/>
          </p:cNvGraphicFramePr>
          <p:nvPr/>
        </p:nvGraphicFramePr>
        <p:xfrm>
          <a:off x="684213" y="4005263"/>
          <a:ext cx="7750175" cy="218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89" name="公式" r:id="rId3" imgW="3327400" imgH="939800" progId="Equation.3">
                  <p:embed/>
                </p:oleObj>
              </mc:Choice>
              <mc:Fallback>
                <p:oleObj name="公式" r:id="rId3" imgW="3327400" imgH="939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005263"/>
                        <a:ext cx="7750175" cy="21891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2" name="Rectangle 6"/>
          <p:cNvSpPr>
            <a:spLocks noChangeArrowheads="1"/>
          </p:cNvSpPr>
          <p:nvPr/>
        </p:nvSpPr>
        <p:spPr bwMode="auto">
          <a:xfrm>
            <a:off x="622300" y="3316288"/>
            <a:ext cx="79216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>
                <a:latin typeface="Verdana" panose="020B0604030504040204" pitchFamily="34" charset="0"/>
              </a:rPr>
              <a:t>所以，有：</a:t>
            </a:r>
            <a:endParaRPr lang="zh-CN" altLang="en-US" sz="2600">
              <a:latin typeface="Verdana" panose="020B0604030504040204" pitchFamily="34" charset="0"/>
            </a:endParaRPr>
          </a:p>
        </p:txBody>
      </p:sp>
      <p:sp>
        <p:nvSpPr>
          <p:cNvPr id="86023" name="Rectangle 7"/>
          <p:cNvSpPr>
            <a:spLocks noChangeArrowheads="1"/>
          </p:cNvSpPr>
          <p:nvPr/>
        </p:nvSpPr>
        <p:spPr bwMode="auto">
          <a:xfrm>
            <a:off x="369888" y="0"/>
            <a:ext cx="3168650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§8.4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反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556"/>
    </mc:Choice>
    <mc:Fallback>
      <p:transition spd="slow" advTm="60556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8EC34D5-E92D-454D-ADC6-6699913A6AFD}" type="datetime1">
              <a:rPr lang="zh-CN" altLang="en-US" smtClean="0"/>
            </a:fld>
            <a:endParaRPr lang="zh-CN" altLang="en-US"/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836613"/>
            <a:ext cx="8064500" cy="936625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600" b="1"/>
              <a:t>      例</a:t>
            </a:r>
            <a:r>
              <a:rPr lang="en-US" altLang="zh-CN" sz="2600" b="1"/>
              <a:t>8-12</a:t>
            </a:r>
            <a:r>
              <a:rPr lang="zh-CN" altLang="en-US" sz="2600" b="1"/>
              <a:t>：</a:t>
            </a:r>
            <a:endParaRPr lang="zh-CN" altLang="en-US" sz="2600" b="1"/>
          </a:p>
        </p:txBody>
      </p:sp>
      <p:graphicFrame>
        <p:nvGraphicFramePr>
          <p:cNvPr id="87044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11188" y="1557338"/>
          <a:ext cx="7632700" cy="137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8" name="公式" r:id="rId1" imgW="2476500" imgH="444500" progId="Equation.3">
                  <p:embed/>
                </p:oleObj>
              </mc:Choice>
              <mc:Fallback>
                <p:oleObj name="公式" r:id="rId1" imgW="2476500" imgH="444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557338"/>
                        <a:ext cx="7632700" cy="1370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5" name="Rectangle 4"/>
          <p:cNvSpPr>
            <a:spLocks noChangeArrowheads="1"/>
          </p:cNvSpPr>
          <p:nvPr/>
        </p:nvSpPr>
        <p:spPr bwMode="auto">
          <a:xfrm>
            <a:off x="1266825" y="2673350"/>
            <a:ext cx="8572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 </a:t>
            </a:r>
            <a:r>
              <a:rPr lang="zh-CN" altLang="en-US" sz="16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1600">
                <a:latin typeface="Arial" panose="020B0604020202020204" pitchFamily="34" charset="0"/>
                <a:ea typeface="华文楷体" panose="02010600040101010101" pitchFamily="2" charset="-122"/>
              </a:rPr>
              <a:t>         </a:t>
            </a:r>
            <a:r>
              <a:rPr lang="zh-CN" altLang="en-US" sz="160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30405" name="Object 5"/>
          <p:cNvGraphicFramePr>
            <a:graphicFrameLocks noChangeAspect="1"/>
          </p:cNvGraphicFramePr>
          <p:nvPr/>
        </p:nvGraphicFramePr>
        <p:xfrm>
          <a:off x="611188" y="3141663"/>
          <a:ext cx="5337175" cy="297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19" name="公式" r:id="rId3" imgW="2032000" imgH="1130300" progId="Equation.3">
                  <p:embed/>
                </p:oleObj>
              </mc:Choice>
              <mc:Fallback>
                <p:oleObj name="公式" r:id="rId3" imgW="2032000" imgH="1130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141663"/>
                        <a:ext cx="5337175" cy="297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7047" name="Group 6"/>
          <p:cNvGrpSpPr/>
          <p:nvPr/>
        </p:nvGrpSpPr>
        <p:grpSpPr bwMode="auto">
          <a:xfrm>
            <a:off x="6372225" y="3284538"/>
            <a:ext cx="2376488" cy="2303462"/>
            <a:chOff x="4014" y="2069"/>
            <a:chExt cx="1497" cy="1451"/>
          </a:xfrm>
        </p:grpSpPr>
        <p:sp>
          <p:nvSpPr>
            <p:cNvPr id="87049" name="AutoShape 7"/>
            <p:cNvSpPr>
              <a:spLocks noChangeArrowheads="1"/>
            </p:cNvSpPr>
            <p:nvPr/>
          </p:nvSpPr>
          <p:spPr bwMode="auto">
            <a:xfrm>
              <a:off x="4286" y="2295"/>
              <a:ext cx="997" cy="99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50" name="Line 8"/>
            <p:cNvSpPr>
              <a:spLocks noChangeShapeType="1"/>
            </p:cNvSpPr>
            <p:nvPr/>
          </p:nvSpPr>
          <p:spPr bwMode="auto">
            <a:xfrm>
              <a:off x="4014" y="2794"/>
              <a:ext cx="14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1" name="Line 9"/>
            <p:cNvSpPr>
              <a:spLocks noChangeShapeType="1"/>
            </p:cNvSpPr>
            <p:nvPr/>
          </p:nvSpPr>
          <p:spPr bwMode="auto">
            <a:xfrm flipV="1">
              <a:off x="4785" y="2069"/>
              <a:ext cx="0" cy="14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2" name="Text Box 10"/>
            <p:cNvSpPr txBox="1">
              <a:spLocks noChangeArrowheads="1"/>
            </p:cNvSpPr>
            <p:nvPr/>
          </p:nvSpPr>
          <p:spPr bwMode="auto">
            <a:xfrm>
              <a:off x="4830" y="2704"/>
              <a:ext cx="2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7053" name="Text Box 11"/>
            <p:cNvSpPr txBox="1">
              <a:spLocks noChangeArrowheads="1"/>
            </p:cNvSpPr>
            <p:nvPr/>
          </p:nvSpPr>
          <p:spPr bwMode="auto">
            <a:xfrm>
              <a:off x="5239" y="2704"/>
              <a:ext cx="2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7048" name="Rectangle 12"/>
          <p:cNvSpPr>
            <a:spLocks noChangeArrowheads="1"/>
          </p:cNvSpPr>
          <p:nvPr/>
        </p:nvSpPr>
        <p:spPr bwMode="auto">
          <a:xfrm>
            <a:off x="452438" y="0"/>
            <a:ext cx="3168650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§8.4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反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1801"/>
    </mc:Choice>
    <mc:Fallback>
      <p:transition spd="slow" advTm="718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87CB8C1-C7A9-4690-A174-3BBB39AFDFBD}" type="datetime1">
              <a:rPr lang="zh-CN" altLang="en-US" smtClean="0"/>
            </a:fld>
            <a:endParaRPr lang="zh-CN" altLang="en-US"/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8313" y="1052513"/>
            <a:ext cx="8675687" cy="2665412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1</a:t>
            </a:r>
            <a:r>
              <a:rPr lang="zh-CN" altLang="en-US" sz="2200" b="1"/>
              <a:t>）</a:t>
            </a:r>
            <a:r>
              <a:rPr lang="en-US" altLang="zh-CN" sz="2200" b="1">
                <a:solidFill>
                  <a:srgbClr val="0000FF"/>
                </a:solidFill>
              </a:rPr>
              <a:t>k&gt;0</a:t>
            </a:r>
            <a:r>
              <a:rPr lang="zh-CN" altLang="en-US" sz="2200" b="1">
                <a:solidFill>
                  <a:srgbClr val="0000FF"/>
                </a:solidFill>
              </a:rPr>
              <a:t>时，在原点没有极点</a:t>
            </a:r>
            <a:r>
              <a:rPr lang="zh-CN" altLang="en-US" sz="2200" b="1"/>
              <a:t>，围线内只有</a:t>
            </a:r>
            <a:r>
              <a:rPr lang="en-US" altLang="zh-CN" sz="2200" b="1"/>
              <a:t>Z=1</a:t>
            </a:r>
            <a:r>
              <a:rPr lang="zh-CN" altLang="en-US" sz="2200" b="1"/>
              <a:t>。</a:t>
            </a:r>
            <a:endParaRPr lang="zh-CN" altLang="en-US" sz="2200" b="1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endParaRPr lang="zh-CN" altLang="en-US" sz="2200" b="1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endParaRPr lang="zh-CN" altLang="en-US" sz="2200" b="1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200" b="1"/>
              <a:t>2</a:t>
            </a:r>
            <a:r>
              <a:rPr lang="zh-CN" altLang="en-US" sz="2200" b="1"/>
              <a:t>）</a:t>
            </a:r>
            <a:r>
              <a:rPr lang="en-US" altLang="zh-CN" sz="2200" b="1">
                <a:solidFill>
                  <a:srgbClr val="0000FF"/>
                </a:solidFill>
              </a:rPr>
              <a:t>k&lt;=0</a:t>
            </a:r>
            <a:r>
              <a:rPr lang="zh-CN" altLang="en-US" sz="2200" b="1">
                <a:solidFill>
                  <a:srgbClr val="0000FF"/>
                </a:solidFill>
              </a:rPr>
              <a:t>时，在原点处有极点，且随</a:t>
            </a:r>
            <a:r>
              <a:rPr lang="en-US" altLang="zh-CN" sz="2200" b="1">
                <a:solidFill>
                  <a:srgbClr val="0000FF"/>
                </a:solidFill>
              </a:rPr>
              <a:t>k</a:t>
            </a:r>
            <a:r>
              <a:rPr lang="zh-CN" altLang="en-US" sz="2200" b="1">
                <a:solidFill>
                  <a:srgbClr val="0000FF"/>
                </a:solidFill>
              </a:rPr>
              <a:t>的变化，原点阶数会变化</a:t>
            </a:r>
            <a:r>
              <a:rPr lang="zh-CN" altLang="en-US" sz="2200" b="1"/>
              <a:t>。此时，可以先计算其在无穷远处的留数。</a:t>
            </a:r>
            <a:endParaRPr lang="zh-CN" altLang="en-US" sz="2200" b="1"/>
          </a:p>
        </p:txBody>
      </p:sp>
      <p:graphicFrame>
        <p:nvGraphicFramePr>
          <p:cNvPr id="231427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842963" y="1536700"/>
          <a:ext cx="7416800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74" name="公式" r:id="rId1" imgW="2997200" imgH="482600" progId="Equation.3">
                  <p:embed/>
                </p:oleObj>
              </mc:Choice>
              <mc:Fallback>
                <p:oleObj name="公式" r:id="rId1" imgW="29972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3" y="1536700"/>
                        <a:ext cx="7416800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28" name="Object 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954405" y="3348355"/>
          <a:ext cx="6038850" cy="3154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75" name="公式" r:id="rId3" imgW="2844800" imgH="1485900" progId="Equation.3">
                  <p:embed/>
                </p:oleObj>
              </mc:Choice>
              <mc:Fallback>
                <p:oleObj name="公式" r:id="rId3" imgW="2844800" imgH="148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405" y="3348355"/>
                        <a:ext cx="6038850" cy="3154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0" name="Rectangle 5"/>
          <p:cNvSpPr>
            <a:spLocks noChangeArrowheads="1"/>
          </p:cNvSpPr>
          <p:nvPr/>
        </p:nvSpPr>
        <p:spPr bwMode="auto">
          <a:xfrm>
            <a:off x="495300" y="0"/>
            <a:ext cx="3168650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§8.4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反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8071" name="Object 6"/>
          <p:cNvGraphicFramePr>
            <a:graphicFrameLocks noChangeAspect="1"/>
          </p:cNvGraphicFramePr>
          <p:nvPr/>
        </p:nvGraphicFramePr>
        <p:xfrm>
          <a:off x="5795963" y="188913"/>
          <a:ext cx="3048000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76" name="公式" r:id="rId5" imgW="1651000" imgH="419100" progId="Equation.3">
                  <p:embed/>
                </p:oleObj>
              </mc:Choice>
              <mc:Fallback>
                <p:oleObj name="公式" r:id="rId5" imgW="16510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188913"/>
                        <a:ext cx="3048000" cy="7731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072" name="Group 7"/>
          <p:cNvGrpSpPr/>
          <p:nvPr/>
        </p:nvGrpSpPr>
        <p:grpSpPr bwMode="auto">
          <a:xfrm>
            <a:off x="6767513" y="4554538"/>
            <a:ext cx="2376487" cy="2303462"/>
            <a:chOff x="4014" y="2069"/>
            <a:chExt cx="1497" cy="1451"/>
          </a:xfrm>
        </p:grpSpPr>
        <p:sp>
          <p:nvSpPr>
            <p:cNvPr id="88073" name="AutoShape 8"/>
            <p:cNvSpPr>
              <a:spLocks noChangeArrowheads="1"/>
            </p:cNvSpPr>
            <p:nvPr/>
          </p:nvSpPr>
          <p:spPr bwMode="auto">
            <a:xfrm>
              <a:off x="4286" y="2295"/>
              <a:ext cx="997" cy="99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4" name="Line 9"/>
            <p:cNvSpPr>
              <a:spLocks noChangeShapeType="1"/>
            </p:cNvSpPr>
            <p:nvPr/>
          </p:nvSpPr>
          <p:spPr bwMode="auto">
            <a:xfrm>
              <a:off x="4014" y="2794"/>
              <a:ext cx="14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5" name="Line 10"/>
            <p:cNvSpPr>
              <a:spLocks noChangeShapeType="1"/>
            </p:cNvSpPr>
            <p:nvPr/>
          </p:nvSpPr>
          <p:spPr bwMode="auto">
            <a:xfrm flipV="1">
              <a:off x="4785" y="2069"/>
              <a:ext cx="0" cy="14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6" name="Text Box 11"/>
            <p:cNvSpPr txBox="1">
              <a:spLocks noChangeArrowheads="1"/>
            </p:cNvSpPr>
            <p:nvPr/>
          </p:nvSpPr>
          <p:spPr bwMode="auto">
            <a:xfrm>
              <a:off x="4830" y="2704"/>
              <a:ext cx="2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077" name="Text Box 12"/>
            <p:cNvSpPr txBox="1">
              <a:spLocks noChangeArrowheads="1"/>
            </p:cNvSpPr>
            <p:nvPr/>
          </p:nvSpPr>
          <p:spPr bwMode="auto">
            <a:xfrm>
              <a:off x="5239" y="2704"/>
              <a:ext cx="2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7222"/>
    </mc:Choice>
    <mc:Fallback>
      <p:transition spd="slow" advTm="1672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1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1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31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1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1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D162FFA-9977-40BC-B4B4-2BE8E98A49F0}" type="datetime1">
              <a:rPr lang="zh-CN" altLang="en-US" smtClean="0"/>
            </a:fld>
            <a:endParaRPr lang="zh-CN" altLang="en-US"/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8313" y="1052513"/>
            <a:ext cx="8064500" cy="1152525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     可见，</a:t>
            </a:r>
            <a:r>
              <a:rPr lang="en-US" altLang="zh-CN" sz="2200" b="1"/>
              <a:t>k&lt;=0</a:t>
            </a:r>
            <a:r>
              <a:rPr lang="zh-CN" altLang="en-US" sz="2200" b="1"/>
              <a:t>时，在无穷远处的留数等于零。这时在围线外只要考虑</a:t>
            </a:r>
            <a:r>
              <a:rPr lang="en-US" altLang="zh-CN" sz="2200" b="1"/>
              <a:t>z=2</a:t>
            </a:r>
            <a:r>
              <a:rPr lang="zh-CN" altLang="en-US" sz="2200" b="1"/>
              <a:t>处的留数即可。</a:t>
            </a:r>
            <a:endParaRPr lang="zh-CN" altLang="en-US" sz="2200" b="1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endParaRPr lang="zh-CN" altLang="en-US" sz="2200" b="1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endParaRPr lang="zh-CN" altLang="en-US" sz="2200" b="1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200" b="1"/>
              <a:t>       </a:t>
            </a:r>
            <a:endParaRPr lang="zh-CN" altLang="en-US" sz="2200" b="1"/>
          </a:p>
        </p:txBody>
      </p:sp>
      <p:graphicFrame>
        <p:nvGraphicFramePr>
          <p:cNvPr id="232451" name="Object 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792480" y="2294890"/>
          <a:ext cx="7558088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4" name="公式" r:id="rId1" imgW="3365500" imgH="482600" progId="Equation.3">
                  <p:embed/>
                </p:oleObj>
              </mc:Choice>
              <mc:Fallback>
                <p:oleObj name="公式" r:id="rId1" imgW="33655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" y="2294890"/>
                        <a:ext cx="7558088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3" name="Rectangle 4"/>
          <p:cNvSpPr>
            <a:spLocks noChangeArrowheads="1"/>
          </p:cNvSpPr>
          <p:nvPr/>
        </p:nvSpPr>
        <p:spPr bwMode="auto">
          <a:xfrm>
            <a:off x="1266825" y="2673350"/>
            <a:ext cx="8572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 </a:t>
            </a:r>
            <a:r>
              <a:rPr lang="zh-CN" altLang="en-US" sz="160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1600">
                <a:latin typeface="Arial" panose="020B0604020202020204" pitchFamily="34" charset="0"/>
                <a:ea typeface="华文楷体" panose="02010600040101010101" pitchFamily="2" charset="-122"/>
              </a:rPr>
              <a:t>         </a:t>
            </a:r>
            <a:r>
              <a:rPr lang="zh-CN" altLang="en-US" sz="160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32453" name="Object 5"/>
          <p:cNvGraphicFramePr>
            <a:graphicFrameLocks noChangeAspect="1"/>
          </p:cNvGraphicFramePr>
          <p:nvPr/>
        </p:nvGraphicFramePr>
        <p:xfrm>
          <a:off x="1763713" y="5534025"/>
          <a:ext cx="554037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5" name="公式" r:id="rId3" imgW="1663700" imgH="228600" progId="Equation.3">
                  <p:embed/>
                </p:oleObj>
              </mc:Choice>
              <mc:Fallback>
                <p:oleObj name="公式" r:id="rId3" imgW="16637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534025"/>
                        <a:ext cx="5540375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5" name="Rectangle 6"/>
          <p:cNvSpPr>
            <a:spLocks noChangeArrowheads="1"/>
          </p:cNvSpPr>
          <p:nvPr/>
        </p:nvSpPr>
        <p:spPr bwMode="auto">
          <a:xfrm>
            <a:off x="433388" y="0"/>
            <a:ext cx="3168650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§8.4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反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2455" name="Rectangle 7"/>
          <p:cNvSpPr>
            <a:spLocks noChangeArrowheads="1"/>
          </p:cNvSpPr>
          <p:nvPr/>
        </p:nvSpPr>
        <p:spPr bwMode="auto">
          <a:xfrm>
            <a:off x="1198563" y="4668838"/>
            <a:ext cx="2327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合并结果得：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32456" name="Object 8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976313" y="3563938"/>
          <a:ext cx="6753225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96" name="公式" r:id="rId5" imgW="2997200" imgH="482600" progId="Equation.3">
                  <p:embed/>
                </p:oleObj>
              </mc:Choice>
              <mc:Fallback>
                <p:oleObj name="公式" r:id="rId5" imgW="2997200" imgH="482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313" y="3563938"/>
                        <a:ext cx="6753225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795"/>
    </mc:Choice>
    <mc:Fallback>
      <p:transition spd="slow" advTm="807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3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D3C2C8B-8A79-422F-81ED-CEBEDEA59DD6}" type="datetime1">
              <a:rPr lang="zh-CN" altLang="en-US" smtClean="0"/>
            </a:fld>
            <a:endParaRPr lang="zh-CN" altLang="en-US"/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41375" y="381000"/>
            <a:ext cx="996950" cy="330200"/>
          </a:xfrm>
        </p:spPr>
        <p:txBody>
          <a:bodyPr/>
          <a:lstStyle/>
          <a:p>
            <a:r>
              <a:rPr lang="zh-CN" altLang="en-US" sz="1900" b="1">
                <a:solidFill>
                  <a:srgbClr val="660066"/>
                </a:solidFill>
              </a:rPr>
              <a:t>例</a:t>
            </a:r>
            <a:r>
              <a:rPr lang="en-US" altLang="zh-CN" sz="1900" b="1">
                <a:solidFill>
                  <a:srgbClr val="660066"/>
                </a:solidFill>
              </a:rPr>
              <a:t>2</a:t>
            </a:r>
            <a:r>
              <a:rPr lang="zh-CN" altLang="en-US" sz="1900" b="1">
                <a:solidFill>
                  <a:srgbClr val="660066"/>
                </a:solidFill>
              </a:rPr>
              <a:t>：</a:t>
            </a:r>
            <a:endParaRPr lang="zh-CN" altLang="en-US" sz="1900" b="1">
              <a:solidFill>
                <a:srgbClr val="660066"/>
              </a:solidFill>
            </a:endParaRPr>
          </a:p>
        </p:txBody>
      </p:sp>
      <p:sp>
        <p:nvSpPr>
          <p:cNvPr id="90116" name="Text Box 3"/>
          <p:cNvSpPr txBox="1">
            <a:spLocks noChangeArrowheads="1"/>
          </p:cNvSpPr>
          <p:nvPr/>
        </p:nvSpPr>
        <p:spPr bwMode="auto">
          <a:xfrm>
            <a:off x="611188" y="1557338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endParaRPr kumimoji="1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0117" name="Object 4"/>
          <p:cNvGraphicFramePr>
            <a:graphicFrameLocks noChangeAspect="1"/>
          </p:cNvGraphicFramePr>
          <p:nvPr/>
        </p:nvGraphicFramePr>
        <p:xfrm>
          <a:off x="1692275" y="188913"/>
          <a:ext cx="5900738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6" name="Equation" r:id="rId1" imgW="1921510" imgH="256540" progId="Equation.3">
                  <p:embed/>
                </p:oleObj>
              </mc:Choice>
              <mc:Fallback>
                <p:oleObj name="Equation" r:id="rId1" imgW="1921510" imgH="2565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88913"/>
                        <a:ext cx="5900738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77" name="Object 5"/>
          <p:cNvGraphicFramePr>
            <a:graphicFrameLocks noChangeAspect="1"/>
          </p:cNvGraphicFramePr>
          <p:nvPr/>
        </p:nvGraphicFramePr>
        <p:xfrm>
          <a:off x="1476375" y="1341438"/>
          <a:ext cx="540067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7" name="Equation" r:id="rId3" imgW="2451100" imgH="444500" progId="Equation.3">
                  <p:embed/>
                </p:oleObj>
              </mc:Choice>
              <mc:Fallback>
                <p:oleObj name="Equation" r:id="rId3" imgW="24511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341438"/>
                        <a:ext cx="5400675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78" name="Rectangle 6"/>
          <p:cNvSpPr>
            <a:spLocks noChangeArrowheads="1"/>
          </p:cNvSpPr>
          <p:nvPr/>
        </p:nvSpPr>
        <p:spPr bwMode="auto">
          <a:xfrm>
            <a:off x="7092950" y="1628775"/>
            <a:ext cx="1600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00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（右序列）</a:t>
            </a:r>
            <a:endParaRPr kumimoji="1" lang="zh-CN" altLang="en-US" sz="2000">
              <a:solidFill>
                <a:srgbClr val="660066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3479" name="Rectangle 7"/>
          <p:cNvSpPr>
            <a:spLocks noChangeArrowheads="1"/>
          </p:cNvSpPr>
          <p:nvPr/>
        </p:nvSpPr>
        <p:spPr bwMode="auto">
          <a:xfrm>
            <a:off x="684213" y="2349500"/>
            <a:ext cx="8305800" cy="914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     </a:t>
            </a:r>
            <a:r>
              <a:rPr kumimoji="1" lang="en-US" altLang="zh-CN"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k=0:      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F(z) z </a:t>
            </a:r>
            <a:r>
              <a:rPr kumimoji="1" lang="en-US" altLang="zh-CN" sz="2000" baseline="30000">
                <a:latin typeface="Tahoma" panose="020B0604030504040204" pitchFamily="34" charset="0"/>
                <a:ea typeface="宋体" panose="02010600030101010101" pitchFamily="2" charset="-122"/>
              </a:rPr>
              <a:t>k-1</a:t>
            </a:r>
            <a:r>
              <a:rPr kumimoji="1"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极点有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  <a:r>
              <a:rPr kumimoji="1"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个：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kumimoji="1" lang="en-US" altLang="zh-CN" sz="2000" baseline="-25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=0</a:t>
            </a:r>
            <a:r>
              <a:rPr kumimoji="1"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， 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kumimoji="1" lang="en-US" altLang="zh-CN" sz="2000" baseline="-25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=-1</a:t>
            </a:r>
            <a:r>
              <a:rPr kumimoji="1"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， 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kumimoji="1" lang="en-US" altLang="zh-CN" sz="2000" baseline="-250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=2</a:t>
            </a:r>
            <a:r>
              <a:rPr kumimoji="1"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， 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kumimoji="1" lang="en-US" altLang="zh-CN" sz="2000" baseline="-2500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=3 </a:t>
            </a:r>
            <a:r>
              <a:rPr kumimoji="1"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。</a:t>
            </a:r>
            <a:endParaRPr kumimoji="1" lang="zh-CN" altLang="en-US" sz="200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kumimoji="1"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各极点的留数为：</a:t>
            </a:r>
            <a:endParaRPr kumimoji="1" lang="zh-CN" altLang="en-US" sz="2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33480" name="Object 8"/>
          <p:cNvGraphicFramePr>
            <a:graphicFrameLocks noChangeAspect="1"/>
          </p:cNvGraphicFramePr>
          <p:nvPr/>
        </p:nvGraphicFramePr>
        <p:xfrm>
          <a:off x="498475" y="3443288"/>
          <a:ext cx="4511675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8" name="Equation" r:id="rId5" imgW="2921000" imgH="495300" progId="Equation.3">
                  <p:embed/>
                </p:oleObj>
              </mc:Choice>
              <mc:Fallback>
                <p:oleObj name="Equation" r:id="rId5" imgW="2921000" imgH="495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3443288"/>
                        <a:ext cx="4511675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1" name="Object 9"/>
          <p:cNvGraphicFramePr>
            <a:graphicFrameLocks noChangeAspect="1"/>
          </p:cNvGraphicFramePr>
          <p:nvPr/>
        </p:nvGraphicFramePr>
        <p:xfrm>
          <a:off x="611188" y="4752975"/>
          <a:ext cx="415925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29" name="Equation" r:id="rId7" imgW="3289300" imgH="495300" progId="Equation.3">
                  <p:embed/>
                </p:oleObj>
              </mc:Choice>
              <mc:Fallback>
                <p:oleObj name="Equation" r:id="rId7" imgW="3289300" imgH="495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752975"/>
                        <a:ext cx="4159250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2" name="Object 10"/>
          <p:cNvGraphicFramePr>
            <a:graphicFrameLocks noChangeAspect="1"/>
          </p:cNvGraphicFramePr>
          <p:nvPr/>
        </p:nvGraphicFramePr>
        <p:xfrm>
          <a:off x="8669338" y="3743325"/>
          <a:ext cx="474662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30" name="Equation" r:id="rId9" imgW="330200" imgH="165100" progId="Equation.3">
                  <p:embed/>
                </p:oleObj>
              </mc:Choice>
              <mc:Fallback>
                <p:oleObj name="Equation" r:id="rId9" imgW="330200" imgH="165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9338" y="3743325"/>
                        <a:ext cx="474662" cy="2381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3" name="Object 11"/>
          <p:cNvGraphicFramePr>
            <a:graphicFrameLocks noChangeAspect="1"/>
          </p:cNvGraphicFramePr>
          <p:nvPr/>
        </p:nvGraphicFramePr>
        <p:xfrm>
          <a:off x="8696325" y="4900613"/>
          <a:ext cx="44767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31" name="Equation" r:id="rId11" imgW="215900" imgH="165100" progId="Equation.3">
                  <p:embed/>
                </p:oleObj>
              </mc:Choice>
              <mc:Fallback>
                <p:oleObj name="Equation" r:id="rId11" imgW="215900" imgH="165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6325" y="4900613"/>
                        <a:ext cx="447675" cy="3444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4" name="Object 12"/>
          <p:cNvGraphicFramePr>
            <a:graphicFrameLocks noChangeAspect="1"/>
          </p:cNvGraphicFramePr>
          <p:nvPr/>
        </p:nvGraphicFramePr>
        <p:xfrm>
          <a:off x="3363913" y="5903913"/>
          <a:ext cx="19812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32" name="Equation" r:id="rId13" imgW="441960" imgH="113030" progId="Equation.3">
                  <p:embed/>
                </p:oleObj>
              </mc:Choice>
              <mc:Fallback>
                <p:oleObj name="Equation" r:id="rId13" imgW="441960" imgH="11303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3913" y="5903913"/>
                        <a:ext cx="1981200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5" name="Object 13"/>
          <p:cNvGraphicFramePr>
            <a:graphicFrameLocks noChangeAspect="1"/>
          </p:cNvGraphicFramePr>
          <p:nvPr/>
        </p:nvGraphicFramePr>
        <p:xfrm>
          <a:off x="4829175" y="3692525"/>
          <a:ext cx="398463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33" name="Equation" r:id="rId15" imgW="241300" imgH="165100" progId="Equation.3">
                  <p:embed/>
                </p:oleObj>
              </mc:Choice>
              <mc:Fallback>
                <p:oleObj name="Equation" r:id="rId15" imgW="241300" imgH="1651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9175" y="3692525"/>
                        <a:ext cx="398463" cy="285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6" name="Object 14"/>
          <p:cNvGraphicFramePr>
            <a:graphicFrameLocks noChangeAspect="1"/>
          </p:cNvGraphicFramePr>
          <p:nvPr/>
        </p:nvGraphicFramePr>
        <p:xfrm>
          <a:off x="4587875" y="4937125"/>
          <a:ext cx="53975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34" name="Equation" r:id="rId17" imgW="316865" imgH="165100" progId="Equation.3">
                  <p:embed/>
                </p:oleObj>
              </mc:Choice>
              <mc:Fallback>
                <p:oleObj name="Equation" r:id="rId17" imgW="316865" imgH="1651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75" y="4937125"/>
                        <a:ext cx="539750" cy="2936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7" name="Object 15"/>
          <p:cNvGraphicFramePr>
            <a:graphicFrameLocks noChangeAspect="1"/>
          </p:cNvGraphicFramePr>
          <p:nvPr/>
        </p:nvGraphicFramePr>
        <p:xfrm>
          <a:off x="5360988" y="3424238"/>
          <a:ext cx="3525837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35" name="Equation" r:id="rId19" imgW="2324100" imgH="495300" progId="Equation.3">
                  <p:embed/>
                </p:oleObj>
              </mc:Choice>
              <mc:Fallback>
                <p:oleObj name="Equation" r:id="rId19" imgW="2324100" imgH="4953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0988" y="3424238"/>
                        <a:ext cx="3525837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8" name="Object 16"/>
          <p:cNvGraphicFramePr>
            <a:graphicFrameLocks noChangeAspect="1"/>
          </p:cNvGraphicFramePr>
          <p:nvPr/>
        </p:nvGraphicFramePr>
        <p:xfrm>
          <a:off x="5289550" y="4676775"/>
          <a:ext cx="35814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536" name="Equation" r:id="rId21" imgW="2324100" imgH="495300" progId="Equation.3">
                  <p:embed/>
                </p:oleObj>
              </mc:Choice>
              <mc:Fallback>
                <p:oleObj name="Equation" r:id="rId21" imgW="2324100" imgH="4953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9550" y="4676775"/>
                        <a:ext cx="3581400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4296"/>
    </mc:Choice>
    <mc:Fallback>
      <p:transition spd="slow" advTm="1042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3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3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33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8" grpId="0" autoUpdateAnimBg="0"/>
      <p:bldP spid="233479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8150EC1-272A-44F2-BAC6-EE340FEE54A8}" type="datetime1">
              <a:rPr lang="zh-CN" altLang="en-US" smtClean="0"/>
            </a:fld>
            <a:endParaRPr lang="zh-CN" altLang="en-US"/>
          </a:p>
        </p:txBody>
      </p:sp>
      <p:graphicFrame>
        <p:nvGraphicFramePr>
          <p:cNvPr id="92163" name="Object 2"/>
          <p:cNvGraphicFramePr>
            <a:graphicFrameLocks noChangeAspect="1"/>
          </p:cNvGraphicFramePr>
          <p:nvPr/>
        </p:nvGraphicFramePr>
        <p:xfrm>
          <a:off x="1258888" y="260350"/>
          <a:ext cx="5400675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1" name="Equation" r:id="rId1" imgW="1722755" imgH="277495" progId="Equation.3">
                  <p:embed/>
                </p:oleObj>
              </mc:Choice>
              <mc:Fallback>
                <p:oleObj name="Equation" r:id="rId1" imgW="1722755" imgH="2774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60350"/>
                        <a:ext cx="5400675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23" name="Rectangle 3"/>
          <p:cNvSpPr>
            <a:spLocks noChangeArrowheads="1"/>
          </p:cNvSpPr>
          <p:nvPr/>
        </p:nvSpPr>
        <p:spPr bwMode="auto">
          <a:xfrm>
            <a:off x="6804025" y="549275"/>
            <a:ext cx="19542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40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（右序列）</a:t>
            </a:r>
            <a:endParaRPr kumimoji="1" lang="zh-CN" altLang="en-US" sz="2400">
              <a:solidFill>
                <a:srgbClr val="660066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24" name="Rectangle 4"/>
          <p:cNvSpPr>
            <a:spLocks noChangeArrowheads="1"/>
          </p:cNvSpPr>
          <p:nvPr/>
        </p:nvSpPr>
        <p:spPr bwMode="auto">
          <a:xfrm>
            <a:off x="684213" y="1412875"/>
            <a:ext cx="8137525" cy="935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  </a:t>
            </a:r>
            <a:r>
              <a:rPr kumimoji="1" lang="en-US" altLang="zh-CN"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k&gt;0:      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F(z) z </a:t>
            </a:r>
            <a:r>
              <a:rPr kumimoji="1" lang="en-US" altLang="zh-CN" sz="2400" baseline="30000">
                <a:latin typeface="Tahoma" panose="020B0604030504040204" pitchFamily="34" charset="0"/>
                <a:ea typeface="宋体" panose="02010600030101010101" pitchFamily="2" charset="-122"/>
              </a:rPr>
              <a:t>k-1</a:t>
            </a:r>
            <a:r>
              <a:rPr kumimoji="1"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极点有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r>
              <a:rPr kumimoji="1"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个：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kumimoji="1" lang="en-US" altLang="zh-CN" sz="2400" baseline="-25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=-1</a:t>
            </a:r>
            <a:r>
              <a:rPr kumimoji="1"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， 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kumimoji="1" lang="en-US" altLang="zh-CN" sz="2400" baseline="-25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=2</a:t>
            </a:r>
            <a:r>
              <a:rPr kumimoji="1"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， 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kumimoji="1" lang="en-US" altLang="zh-CN" sz="2400" baseline="-250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=3 </a:t>
            </a:r>
            <a:r>
              <a:rPr kumimoji="1"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。各极点的留数为</a:t>
            </a:r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35525" name="Object 5"/>
          <p:cNvGraphicFramePr>
            <a:graphicFrameLocks noChangeAspect="1"/>
          </p:cNvGraphicFramePr>
          <p:nvPr/>
        </p:nvGraphicFramePr>
        <p:xfrm>
          <a:off x="566738" y="2446338"/>
          <a:ext cx="65278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2" name="Equation" r:id="rId3" imgW="3263900" imgH="508000" progId="Equation.3">
                  <p:embed/>
                </p:oleObj>
              </mc:Choice>
              <mc:Fallback>
                <p:oleObj name="Equation" r:id="rId3" imgW="3263900" imgH="508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2446338"/>
                        <a:ext cx="652780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6" name="Object 6"/>
          <p:cNvGraphicFramePr>
            <a:graphicFrameLocks noChangeAspect="1"/>
          </p:cNvGraphicFramePr>
          <p:nvPr/>
        </p:nvGraphicFramePr>
        <p:xfrm>
          <a:off x="661988" y="3546475"/>
          <a:ext cx="64262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3" name="Equation" r:id="rId5" imgW="3213100" imgH="508000" progId="Equation.3">
                  <p:embed/>
                </p:oleObj>
              </mc:Choice>
              <mc:Fallback>
                <p:oleObj name="Equation" r:id="rId5" imgW="3213100" imgH="508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3546475"/>
                        <a:ext cx="642620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7" name="Object 7"/>
          <p:cNvGraphicFramePr>
            <a:graphicFrameLocks noChangeAspect="1"/>
          </p:cNvGraphicFramePr>
          <p:nvPr/>
        </p:nvGraphicFramePr>
        <p:xfrm>
          <a:off x="1047750" y="5641975"/>
          <a:ext cx="7050088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4" name="公式" r:id="rId7" imgW="1852930" imgH="120015" progId="Equation.3">
                  <p:embed/>
                </p:oleObj>
              </mc:Choice>
              <mc:Fallback>
                <p:oleObj name="公式" r:id="rId7" imgW="1852930" imgH="1200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5641975"/>
                        <a:ext cx="7050088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8" name="Object 8"/>
          <p:cNvGraphicFramePr>
            <a:graphicFrameLocks noChangeAspect="1"/>
          </p:cNvGraphicFramePr>
          <p:nvPr/>
        </p:nvGraphicFramePr>
        <p:xfrm>
          <a:off x="739775" y="4519613"/>
          <a:ext cx="63754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5" name="Equation" r:id="rId9" imgW="3187700" imgH="508000" progId="Equation.3">
                  <p:embed/>
                </p:oleObj>
              </mc:Choice>
              <mc:Fallback>
                <p:oleObj name="Equation" r:id="rId9" imgW="3187700" imgH="508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4519613"/>
                        <a:ext cx="637540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9" name="Object 9"/>
          <p:cNvGraphicFramePr>
            <a:graphicFrameLocks noChangeAspect="1"/>
          </p:cNvGraphicFramePr>
          <p:nvPr/>
        </p:nvGraphicFramePr>
        <p:xfrm>
          <a:off x="7167563" y="2633663"/>
          <a:ext cx="11176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6" name="Equation" r:id="rId11" imgW="558800" imgH="228600" progId="Equation.3">
                  <p:embed/>
                </p:oleObj>
              </mc:Choice>
              <mc:Fallback>
                <p:oleObj name="Equation" r:id="rId11" imgW="5588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7563" y="2633663"/>
                        <a:ext cx="1117600" cy="4778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0" name="Object 10"/>
          <p:cNvGraphicFramePr>
            <a:graphicFrameLocks noChangeAspect="1"/>
          </p:cNvGraphicFramePr>
          <p:nvPr/>
        </p:nvGraphicFramePr>
        <p:xfrm>
          <a:off x="7124700" y="3871913"/>
          <a:ext cx="12954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7" name="Equation" r:id="rId13" imgW="647700" imgH="228600" progId="Equation.3">
                  <p:embed/>
                </p:oleObj>
              </mc:Choice>
              <mc:Fallback>
                <p:oleObj name="Equation" r:id="rId13" imgW="6477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4700" y="3871913"/>
                        <a:ext cx="1295400" cy="4794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1" name="Object 11"/>
          <p:cNvGraphicFramePr>
            <a:graphicFrameLocks noChangeAspect="1"/>
          </p:cNvGraphicFramePr>
          <p:nvPr/>
        </p:nvGraphicFramePr>
        <p:xfrm>
          <a:off x="7245350" y="4727575"/>
          <a:ext cx="10922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8" name="Equation" r:id="rId15" imgW="546100" imgH="228600" progId="Equation.3">
                  <p:embed/>
                </p:oleObj>
              </mc:Choice>
              <mc:Fallback>
                <p:oleObj name="Equation" r:id="rId15" imgW="5461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5350" y="4727575"/>
                        <a:ext cx="1092200" cy="4778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611"/>
    </mc:Choice>
    <mc:Fallback>
      <p:transition spd="slow" advTm="626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5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5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4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403D17-E063-43F0-AE98-AA0122E75A57}" type="datetime1">
              <a:rPr lang="zh-CN" altLang="en-US" smtClean="0"/>
            </a:fld>
            <a:endParaRPr lang="zh-CN" altLang="en-US"/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61975" y="269875"/>
            <a:ext cx="1130300" cy="349250"/>
          </a:xfrm>
        </p:spPr>
        <p:txBody>
          <a:bodyPr/>
          <a:lstStyle/>
          <a:p>
            <a:r>
              <a:rPr lang="zh-CN" altLang="en-US" sz="1900" b="1">
                <a:solidFill>
                  <a:srgbClr val="660066"/>
                </a:solidFill>
              </a:rPr>
              <a:t>例</a:t>
            </a:r>
            <a:r>
              <a:rPr lang="en-US" altLang="zh-CN" sz="1900" b="1">
                <a:solidFill>
                  <a:srgbClr val="660066"/>
                </a:solidFill>
              </a:rPr>
              <a:t>3:</a:t>
            </a:r>
            <a:endParaRPr lang="en-US" altLang="zh-CN" sz="1900" b="1" baseline="-25000">
              <a:solidFill>
                <a:srgbClr val="660066"/>
              </a:solidFill>
            </a:endParaRPr>
          </a:p>
        </p:txBody>
      </p:sp>
      <p:sp>
        <p:nvSpPr>
          <p:cNvPr id="237571" name="Text Box 3"/>
          <p:cNvSpPr txBox="1">
            <a:spLocks noChangeArrowheads="1"/>
          </p:cNvSpPr>
          <p:nvPr/>
        </p:nvSpPr>
        <p:spPr bwMode="auto">
          <a:xfrm>
            <a:off x="539750" y="981075"/>
            <a:ext cx="793750" cy="4572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4213" name="Object 4"/>
          <p:cNvGraphicFramePr>
            <a:graphicFrameLocks noChangeAspect="1"/>
          </p:cNvGraphicFramePr>
          <p:nvPr/>
        </p:nvGraphicFramePr>
        <p:xfrm>
          <a:off x="1865313" y="127000"/>
          <a:ext cx="45910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48" name="Equation" r:id="rId1" imgW="2057400" imgH="419100" progId="Equation.3">
                  <p:embed/>
                </p:oleObj>
              </mc:Choice>
              <mc:Fallback>
                <p:oleObj name="Equation" r:id="rId1" imgW="20574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5313" y="127000"/>
                        <a:ext cx="459105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3" name="Object 5"/>
          <p:cNvGraphicFramePr>
            <a:graphicFrameLocks noChangeAspect="1"/>
          </p:cNvGraphicFramePr>
          <p:nvPr/>
        </p:nvGraphicFramePr>
        <p:xfrm>
          <a:off x="561975" y="1944688"/>
          <a:ext cx="4165600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49" name="Equation" r:id="rId3" imgW="2082800" imgH="520700" progId="Equation.3">
                  <p:embed/>
                </p:oleObj>
              </mc:Choice>
              <mc:Fallback>
                <p:oleObj name="Equation" r:id="rId3" imgW="2082800" imgH="520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1944688"/>
                        <a:ext cx="4165600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74" name="Rectangle 6"/>
          <p:cNvSpPr>
            <a:spLocks noChangeArrowheads="1"/>
          </p:cNvSpPr>
          <p:nvPr/>
        </p:nvSpPr>
        <p:spPr bwMode="auto">
          <a:xfrm>
            <a:off x="1187450" y="981075"/>
            <a:ext cx="7316788" cy="914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    </a:t>
            </a:r>
            <a:r>
              <a:rPr kumimoji="1" lang="en-US" altLang="zh-CN"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(1)     k=0: 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F(z) z </a:t>
            </a:r>
            <a:r>
              <a:rPr kumimoji="1" lang="en-US" altLang="zh-CN" sz="2400" baseline="30000">
                <a:latin typeface="Tahoma" panose="020B0604030504040204" pitchFamily="34" charset="0"/>
                <a:ea typeface="宋体" panose="02010600030101010101" pitchFamily="2" charset="-122"/>
              </a:rPr>
              <a:t>k-1</a:t>
            </a:r>
            <a:r>
              <a:rPr kumimoji="1"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极点有三个：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kumimoji="1" lang="en-US" altLang="zh-CN" sz="2400" baseline="-25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=0</a:t>
            </a:r>
            <a:r>
              <a:rPr kumimoji="1"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， </a:t>
            </a:r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defRPr/>
            </a:pP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kumimoji="1" lang="en-US" altLang="zh-CN" sz="2400" baseline="-25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= p</a:t>
            </a:r>
            <a:r>
              <a:rPr kumimoji="1" lang="en-US" altLang="zh-CN" sz="2400" baseline="-25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=1</a:t>
            </a:r>
            <a:r>
              <a:rPr kumimoji="1"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。各极点的留数为</a:t>
            </a:r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37575" name="Object 7"/>
          <p:cNvGraphicFramePr>
            <a:graphicFrameLocks noChangeAspect="1"/>
          </p:cNvGraphicFramePr>
          <p:nvPr/>
        </p:nvGraphicFramePr>
        <p:xfrm>
          <a:off x="5546725" y="3303588"/>
          <a:ext cx="53022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50" name="Equation" r:id="rId5" imgW="316865" imgH="165100" progId="Equation.3">
                  <p:embed/>
                </p:oleObj>
              </mc:Choice>
              <mc:Fallback>
                <p:oleObj name="Equation" r:id="rId5" imgW="316865" imgH="165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6725" y="3303588"/>
                        <a:ext cx="530225" cy="3238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6" name="Object 8"/>
          <p:cNvGraphicFramePr>
            <a:graphicFrameLocks noChangeAspect="1"/>
          </p:cNvGraphicFramePr>
          <p:nvPr/>
        </p:nvGraphicFramePr>
        <p:xfrm>
          <a:off x="1428750" y="4038600"/>
          <a:ext cx="243840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51" name="Equation" r:id="rId7" imgW="852805" imgH="113030" progId="Equation.3">
                  <p:embed/>
                </p:oleObj>
              </mc:Choice>
              <mc:Fallback>
                <p:oleObj name="Equation" r:id="rId7" imgW="852805" imgH="11303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4038600"/>
                        <a:ext cx="2438400" cy="4238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577" name="Rectangle 9"/>
          <p:cNvSpPr>
            <a:spLocks noChangeArrowheads="1"/>
          </p:cNvSpPr>
          <p:nvPr/>
        </p:nvSpPr>
        <p:spPr bwMode="auto">
          <a:xfrm>
            <a:off x="0" y="4605338"/>
            <a:ext cx="88931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marL="457200" indent="-457200" eaLnBrk="1" hangingPunct="1">
              <a:defRPr/>
            </a:pPr>
            <a:r>
              <a:rPr kumimoji="1" lang="zh-CN" altLang="en-US"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kumimoji="1" lang="en-US" altLang="zh-CN"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kumimoji="1" lang="zh-CN" altLang="en-US"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）   </a:t>
            </a:r>
            <a:r>
              <a:rPr kumimoji="1" lang="en-US" altLang="zh-CN"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k&gt;0:  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F(z) z </a:t>
            </a:r>
            <a:r>
              <a:rPr kumimoji="1" lang="en-US" altLang="zh-CN" sz="2400" baseline="30000">
                <a:latin typeface="Tahoma" panose="020B0604030504040204" pitchFamily="34" charset="0"/>
                <a:ea typeface="宋体" panose="02010600030101010101" pitchFamily="2" charset="-122"/>
              </a:rPr>
              <a:t>k-1</a:t>
            </a:r>
            <a:r>
              <a:rPr kumimoji="1"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的极点有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kumimoji="1"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个： 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kumimoji="1" lang="en-US" altLang="zh-CN" sz="2400" baseline="-25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= p</a:t>
            </a:r>
            <a:r>
              <a:rPr kumimoji="1" lang="en-US" altLang="zh-CN" sz="2400" baseline="-25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kumimoji="1" lang="en-US" altLang="zh-CN" sz="2400">
                <a:latin typeface="Tahoma" panose="020B0604030504040204" pitchFamily="34" charset="0"/>
                <a:ea typeface="宋体" panose="02010600030101010101" pitchFamily="2" charset="-122"/>
              </a:rPr>
              <a:t>=1</a:t>
            </a:r>
            <a:r>
              <a:rPr kumimoji="1"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。其留数为</a:t>
            </a:r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37578" name="Object 10"/>
          <p:cNvGraphicFramePr>
            <a:graphicFrameLocks noChangeAspect="1"/>
          </p:cNvGraphicFramePr>
          <p:nvPr/>
        </p:nvGraphicFramePr>
        <p:xfrm>
          <a:off x="582613" y="5084763"/>
          <a:ext cx="707707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52" name="公式" r:id="rId9" imgW="3162300" imgH="495300" progId="Equation.3">
                  <p:embed/>
                </p:oleObj>
              </mc:Choice>
              <mc:Fallback>
                <p:oleObj name="公式" r:id="rId9" imgW="3162300" imgH="495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3" y="5084763"/>
                        <a:ext cx="7077075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9" name="Object 11"/>
          <p:cNvGraphicFramePr>
            <a:graphicFrameLocks noChangeAspect="1"/>
          </p:cNvGraphicFramePr>
          <p:nvPr/>
        </p:nvGraphicFramePr>
        <p:xfrm>
          <a:off x="7596188" y="5300663"/>
          <a:ext cx="106680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53" name="Equation" r:id="rId11" imgW="431165" imgH="177800" progId="Equation.3">
                  <p:embed/>
                </p:oleObj>
              </mc:Choice>
              <mc:Fallback>
                <p:oleObj name="Equation" r:id="rId11" imgW="431165" imgH="177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5300663"/>
                        <a:ext cx="1066800" cy="4397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80" name="Object 12"/>
          <p:cNvGraphicFramePr>
            <a:graphicFrameLocks noChangeAspect="1"/>
          </p:cNvGraphicFramePr>
          <p:nvPr/>
        </p:nvGraphicFramePr>
        <p:xfrm>
          <a:off x="1727200" y="5986463"/>
          <a:ext cx="30670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54" name="公式" r:id="rId13" imgW="1133475" imgH="113030" progId="Equation.3">
                  <p:embed/>
                </p:oleObj>
              </mc:Choice>
              <mc:Fallback>
                <p:oleObj name="公式" r:id="rId13" imgW="1133475" imgH="11303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5986463"/>
                        <a:ext cx="3067050" cy="4953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81" name="Object 13"/>
          <p:cNvGraphicFramePr>
            <a:graphicFrameLocks noChangeAspect="1"/>
          </p:cNvGraphicFramePr>
          <p:nvPr/>
        </p:nvGraphicFramePr>
        <p:xfrm>
          <a:off x="4670425" y="2227263"/>
          <a:ext cx="4318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55" name="Equation" r:id="rId15" imgW="215900" imgH="165100" progId="Equation.3">
                  <p:embed/>
                </p:oleObj>
              </mc:Choice>
              <mc:Fallback>
                <p:oleObj name="Equation" r:id="rId15" imgW="215900" imgH="1651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425" y="2227263"/>
                        <a:ext cx="431800" cy="3460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82" name="Object 14"/>
          <p:cNvGraphicFramePr>
            <a:graphicFrameLocks noChangeAspect="1"/>
          </p:cNvGraphicFramePr>
          <p:nvPr/>
        </p:nvGraphicFramePr>
        <p:xfrm>
          <a:off x="436563" y="3001963"/>
          <a:ext cx="5181600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56" name="Equation" r:id="rId17" imgW="2590800" imgH="520700" progId="Equation.3">
                  <p:embed/>
                </p:oleObj>
              </mc:Choice>
              <mc:Fallback>
                <p:oleObj name="Equation" r:id="rId17" imgW="2590800" imgH="5207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3" y="3001963"/>
                        <a:ext cx="5181600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991"/>
    </mc:Choice>
    <mc:Fallback>
      <p:transition spd="slow" advTm="1029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7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7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7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7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7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7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7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7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7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7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7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1" grpId="0" autoUpdateAnimBg="0"/>
      <p:bldP spid="237574" grpId="0" autoUpdateAnimBg="0"/>
      <p:bldP spid="237577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6EE2CDD-4D25-4F70-882B-DF4FB9D3B27B}" type="datetime1">
              <a:rPr lang="zh-CN" altLang="en-US" smtClean="0"/>
            </a:fld>
            <a:endParaRPr lang="zh-CN" altLang="en-US"/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82613" y="414338"/>
            <a:ext cx="2673350" cy="347662"/>
          </a:xfrm>
        </p:spPr>
        <p:txBody>
          <a:bodyPr/>
          <a:lstStyle/>
          <a:p>
            <a:r>
              <a:rPr lang="zh-CN" altLang="en-US" sz="1900" b="1">
                <a:solidFill>
                  <a:srgbClr val="660066"/>
                </a:solidFill>
              </a:rPr>
              <a:t>例</a:t>
            </a:r>
            <a:r>
              <a:rPr lang="en-US" altLang="zh-CN" sz="1900" b="1">
                <a:solidFill>
                  <a:srgbClr val="660066"/>
                </a:solidFill>
              </a:rPr>
              <a:t>4:</a:t>
            </a:r>
            <a:endParaRPr lang="en-US" altLang="zh-CN" sz="1900" b="1" baseline="-25000">
              <a:solidFill>
                <a:srgbClr val="660066"/>
              </a:solidFill>
            </a:endParaRPr>
          </a:p>
        </p:txBody>
      </p:sp>
      <p:sp>
        <p:nvSpPr>
          <p:cNvPr id="96260" name="Text Box 3"/>
          <p:cNvSpPr txBox="1">
            <a:spLocks noChangeArrowheads="1"/>
          </p:cNvSpPr>
          <p:nvPr/>
        </p:nvSpPr>
        <p:spPr bwMode="auto">
          <a:xfrm>
            <a:off x="762000" y="1066800"/>
            <a:ext cx="695325" cy="3968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endParaRPr kumimoji="1"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6261" name="Object 4"/>
          <p:cNvGraphicFramePr>
            <a:graphicFrameLocks noChangeAspect="1"/>
          </p:cNvGraphicFramePr>
          <p:nvPr/>
        </p:nvGraphicFramePr>
        <p:xfrm>
          <a:off x="1684338" y="230188"/>
          <a:ext cx="4505325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34" name="Equation" r:id="rId1" imgW="2019300" imgH="393700" progId="Equation.3">
                  <p:embed/>
                </p:oleObj>
              </mc:Choice>
              <mc:Fallback>
                <p:oleObj name="Equation" r:id="rId1" imgW="2019300" imgH="393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338" y="230188"/>
                        <a:ext cx="4505325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21" name="Rectangle 5"/>
          <p:cNvSpPr>
            <a:spLocks noChangeArrowheads="1"/>
          </p:cNvSpPr>
          <p:nvPr/>
        </p:nvSpPr>
        <p:spPr bwMode="auto">
          <a:xfrm>
            <a:off x="395288" y="2060575"/>
            <a:ext cx="43211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F(z) z </a:t>
            </a:r>
            <a:r>
              <a:rPr kumimoji="1" lang="en-US" altLang="zh-CN" sz="2000" baseline="30000">
                <a:latin typeface="Tahoma" panose="020B0604030504040204" pitchFamily="34" charset="0"/>
                <a:ea typeface="宋体" panose="02010600030101010101" pitchFamily="2" charset="-122"/>
              </a:rPr>
              <a:t>k-1  </a:t>
            </a:r>
            <a:r>
              <a:rPr kumimoji="1"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在</a:t>
            </a:r>
            <a:r>
              <a:rPr kumimoji="1" lang="en-US" altLang="zh-CN" sz="2000">
                <a:solidFill>
                  <a:srgbClr val="3333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kumimoji="1" lang="zh-CN" altLang="en-US" sz="2000">
                <a:solidFill>
                  <a:srgbClr val="3333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外</a:t>
            </a:r>
            <a:r>
              <a:rPr kumimoji="1"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极点有两个： </a:t>
            </a:r>
            <a:endParaRPr kumimoji="1" lang="zh-CN" altLang="en-US" sz="2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39622" name="Object 6"/>
          <p:cNvGraphicFramePr>
            <a:graphicFrameLocks noChangeAspect="1"/>
          </p:cNvGraphicFramePr>
          <p:nvPr/>
        </p:nvGraphicFramePr>
        <p:xfrm>
          <a:off x="969963" y="2657475"/>
          <a:ext cx="56070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35" name="公式" r:id="rId3" imgW="3035300" imgH="508000" progId="Equation.3">
                  <p:embed/>
                </p:oleObj>
              </mc:Choice>
              <mc:Fallback>
                <p:oleObj name="公式" r:id="rId3" imgW="3035300" imgH="508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2657475"/>
                        <a:ext cx="560705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3" name="Object 7"/>
          <p:cNvGraphicFramePr>
            <a:graphicFrameLocks noChangeAspect="1"/>
          </p:cNvGraphicFramePr>
          <p:nvPr/>
        </p:nvGraphicFramePr>
        <p:xfrm>
          <a:off x="6721475" y="2667000"/>
          <a:ext cx="141605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36" name="公式" r:id="rId5" imgW="685800" imgH="419100" progId="Equation.3">
                  <p:embed/>
                </p:oleObj>
              </mc:Choice>
              <mc:Fallback>
                <p:oleObj name="公式" r:id="rId5" imgW="685800" imgH="419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1475" y="2667000"/>
                        <a:ext cx="1416050" cy="8667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4" name="Object 8"/>
          <p:cNvGraphicFramePr>
            <a:graphicFrameLocks noChangeAspect="1"/>
          </p:cNvGraphicFramePr>
          <p:nvPr/>
        </p:nvGraphicFramePr>
        <p:xfrm>
          <a:off x="4773613" y="4789488"/>
          <a:ext cx="3535362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37" name="公式" r:id="rId7" imgW="1517015" imgH="256540" progId="Equation.3">
                  <p:embed/>
                </p:oleObj>
              </mc:Choice>
              <mc:Fallback>
                <p:oleObj name="公式" r:id="rId7" imgW="1517015" imgH="2565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3613" y="4789488"/>
                        <a:ext cx="3535362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25" name="Rectangle 9"/>
          <p:cNvSpPr>
            <a:spLocks noChangeArrowheads="1"/>
          </p:cNvSpPr>
          <p:nvPr/>
        </p:nvSpPr>
        <p:spPr bwMode="auto">
          <a:xfrm>
            <a:off x="3779838" y="2060575"/>
            <a:ext cx="2849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kumimoji="1" lang="en-US" altLang="zh-CN" sz="2000" baseline="-25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=j2</a:t>
            </a:r>
            <a:r>
              <a:rPr kumimoji="1"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， 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kumimoji="1" lang="en-US" altLang="zh-CN" sz="2000" baseline="-25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=-j2</a:t>
            </a:r>
            <a:r>
              <a:rPr kumimoji="1"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。</a:t>
            </a:r>
            <a:endParaRPr kumimoji="1" lang="zh-CN" altLang="en-US" sz="2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9626" name="Rectangle 10"/>
          <p:cNvSpPr>
            <a:spLocks noChangeArrowheads="1"/>
          </p:cNvSpPr>
          <p:nvPr/>
        </p:nvSpPr>
        <p:spPr bwMode="auto">
          <a:xfrm>
            <a:off x="6426200" y="2049463"/>
            <a:ext cx="2371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各极点的留数为：</a:t>
            </a:r>
            <a:endParaRPr kumimoji="1" lang="zh-CN" altLang="en-US" sz="2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96268" name="Object 11"/>
          <p:cNvGraphicFramePr>
            <a:graphicFrameLocks noChangeAspect="1"/>
          </p:cNvGraphicFramePr>
          <p:nvPr/>
        </p:nvGraphicFramePr>
        <p:xfrm>
          <a:off x="1905000" y="990600"/>
          <a:ext cx="442118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38" name="Equation" r:id="rId9" imgW="1981200" imgH="419100" progId="Equation.3">
                  <p:embed/>
                </p:oleObj>
              </mc:Choice>
              <mc:Fallback>
                <p:oleObj name="Equation" r:id="rId9" imgW="1981200" imgH="419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990600"/>
                        <a:ext cx="442118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8" name="Object 12"/>
          <p:cNvGraphicFramePr>
            <a:graphicFrameLocks noChangeAspect="1"/>
          </p:cNvGraphicFramePr>
          <p:nvPr/>
        </p:nvGraphicFramePr>
        <p:xfrm>
          <a:off x="990600" y="3733800"/>
          <a:ext cx="581977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39" name="公式" r:id="rId11" imgW="3149600" imgH="508000" progId="Equation.3">
                  <p:embed/>
                </p:oleObj>
              </mc:Choice>
              <mc:Fallback>
                <p:oleObj name="公式" r:id="rId11" imgW="3149600" imgH="508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733800"/>
                        <a:ext cx="5819775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9" name="Object 13"/>
          <p:cNvGraphicFramePr>
            <a:graphicFrameLocks noChangeAspect="1"/>
          </p:cNvGraphicFramePr>
          <p:nvPr/>
        </p:nvGraphicFramePr>
        <p:xfrm>
          <a:off x="6777038" y="3886200"/>
          <a:ext cx="1684337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40" name="公式" r:id="rId13" imgW="889000" imgH="419100" progId="Equation.3">
                  <p:embed/>
                </p:oleObj>
              </mc:Choice>
              <mc:Fallback>
                <p:oleObj name="公式" r:id="rId13" imgW="889000" imgH="4191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7038" y="3886200"/>
                        <a:ext cx="1684337" cy="7953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0" name="Object 14"/>
          <p:cNvGraphicFramePr>
            <a:graphicFrameLocks noChangeAspect="1"/>
          </p:cNvGraphicFramePr>
          <p:nvPr/>
        </p:nvGraphicFramePr>
        <p:xfrm>
          <a:off x="547688" y="4859338"/>
          <a:ext cx="407987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41" name="Equation" r:id="rId15" imgW="1311910" imgH="215900" progId="Equation.3">
                  <p:embed/>
                </p:oleObj>
              </mc:Choice>
              <mc:Fallback>
                <p:oleObj name="Equation" r:id="rId15" imgW="1311910" imgH="2159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688" y="4859338"/>
                        <a:ext cx="4079875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1" name="Object 15"/>
          <p:cNvGraphicFramePr>
            <a:graphicFrameLocks noChangeAspect="1"/>
          </p:cNvGraphicFramePr>
          <p:nvPr/>
        </p:nvGraphicFramePr>
        <p:xfrm>
          <a:off x="1524000" y="5562600"/>
          <a:ext cx="35052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42" name="公式" r:id="rId17" imgW="1318260" imgH="243205" progId="Equation.3">
                  <p:embed/>
                </p:oleObj>
              </mc:Choice>
              <mc:Fallback>
                <p:oleObj name="公式" r:id="rId17" imgW="1318260" imgH="24320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562600"/>
                        <a:ext cx="35052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2" name="Object 16"/>
          <p:cNvGraphicFramePr>
            <a:graphicFrameLocks noChangeAspect="1"/>
          </p:cNvGraphicFramePr>
          <p:nvPr/>
        </p:nvGraphicFramePr>
        <p:xfrm>
          <a:off x="5129213" y="5562600"/>
          <a:ext cx="31527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43" name="公式" r:id="rId19" imgW="1181735" imgH="243205" progId="Equation.3">
                  <p:embed/>
                </p:oleObj>
              </mc:Choice>
              <mc:Fallback>
                <p:oleObj name="公式" r:id="rId19" imgW="1181735" imgH="24320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9213" y="5562600"/>
                        <a:ext cx="315277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057"/>
    </mc:Choice>
    <mc:Fallback>
      <p:transition spd="slow" advTm="840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9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9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9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9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9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9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9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9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9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9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9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9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9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9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9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1" grpId="0" autoUpdateAnimBg="0"/>
      <p:bldP spid="239625" grpId="0" autoUpdateAnimBg="0"/>
      <p:bldP spid="239626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87B73BB-CE0E-487B-93AE-D9292E501519}" type="datetime1">
              <a:rPr lang="zh-CN" altLang="en-US" smtClean="0"/>
            </a:fld>
            <a:endParaRPr lang="zh-CN" altLang="en-US"/>
          </a:p>
        </p:txBody>
      </p:sp>
      <p:sp>
        <p:nvSpPr>
          <p:cNvPr id="204804" name="Text Box 4"/>
          <p:cNvSpPr txBox="1">
            <a:spLocks noChangeArrowheads="1"/>
          </p:cNvSpPr>
          <p:nvPr/>
        </p:nvSpPr>
        <p:spPr bwMode="auto">
          <a:xfrm>
            <a:off x="-82264" y="3018133"/>
            <a:ext cx="4960937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方法：</a:t>
            </a:r>
            <a:r>
              <a:rPr kumimoji="1" lang="en-US" altLang="zh-CN" sz="2400" dirty="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</a:t>
            </a:r>
            <a:r>
              <a:rPr kumimoji="1"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幂级数展开法</a:t>
            </a:r>
            <a:endParaRPr kumimoji="1" lang="zh-CN" altLang="en-US" sz="2400" dirty="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              </a:t>
            </a:r>
            <a:r>
              <a:rPr kumimoji="1" lang="en-US" altLang="zh-CN" sz="2400" dirty="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2.</a:t>
            </a:r>
            <a:r>
              <a:rPr kumimoji="1"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部分分式展开法  </a:t>
            </a:r>
            <a:endParaRPr kumimoji="1" lang="zh-CN" altLang="en-US" sz="2400" dirty="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              </a:t>
            </a:r>
            <a:r>
              <a:rPr kumimoji="1" lang="en-US" altLang="zh-CN" sz="2400" dirty="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3.</a:t>
            </a:r>
            <a:r>
              <a:rPr kumimoji="1"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围线积分法</a:t>
            </a:r>
            <a:r>
              <a:rPr kumimoji="1" lang="en-US" altLang="zh-CN" sz="2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―</a:t>
            </a:r>
            <a:r>
              <a:rPr kumimoji="1"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留数法</a:t>
            </a:r>
            <a:r>
              <a:rPr kumimoji="1" lang="zh-CN" altLang="en-US" sz="2400" dirty="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kumimoji="1" lang="zh-CN" altLang="en-US" sz="2400" dirty="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05" name="Rectangle 5"/>
          <p:cNvSpPr>
            <a:spLocks noChangeArrowheads="1"/>
          </p:cNvSpPr>
          <p:nvPr/>
        </p:nvSpPr>
        <p:spPr bwMode="auto">
          <a:xfrm>
            <a:off x="576975" y="1246188"/>
            <a:ext cx="5149850" cy="533400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逆</a:t>
            </a:r>
            <a:r>
              <a:rPr kumimoji="1"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Z</a:t>
            </a:r>
            <a:r>
              <a:rPr kumimoji="1"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变换</a:t>
            </a:r>
            <a:r>
              <a:rPr kumimoji="1"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400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由复变函数理论可以证明</a:t>
            </a:r>
            <a:r>
              <a:rPr kumimoji="1"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）</a:t>
            </a:r>
            <a:endParaRPr kumimoji="1" lang="zh-CN" altLang="en-US" sz="2400" baseline="-2500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04812" name="Object 12"/>
          <p:cNvGraphicFramePr>
            <a:graphicFrameLocks noChangeAspect="1"/>
          </p:cNvGraphicFramePr>
          <p:nvPr/>
        </p:nvGraphicFramePr>
        <p:xfrm>
          <a:off x="879762" y="2060152"/>
          <a:ext cx="3036887" cy="962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43" name="Equation" r:id="rId1" imgW="1071880" imgH="277495" progId="Equation.3">
                  <p:embed/>
                </p:oleObj>
              </mc:Choice>
              <mc:Fallback>
                <p:oleObj name="Equation" r:id="rId1" imgW="1071880" imgH="27749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762" y="2060152"/>
                        <a:ext cx="3036887" cy="9621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9" name="Rectangle 14"/>
          <p:cNvSpPr>
            <a:spLocks noChangeArrowheads="1"/>
          </p:cNvSpPr>
          <p:nvPr/>
        </p:nvSpPr>
        <p:spPr bwMode="auto">
          <a:xfrm>
            <a:off x="422275" y="0"/>
            <a:ext cx="3168650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5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回顾  反</a:t>
            </a:r>
            <a:r>
              <a:rPr lang="en-US" altLang="zh-CN" sz="25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</a:t>
            </a:r>
            <a:endParaRPr lang="zh-CN" altLang="en-US" sz="2500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1565"/>
    </mc:Choice>
    <mc:Fallback>
      <p:transition spd="slow" advTm="1715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48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48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48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4" grpId="0" autoUpdateAnimBg="0" build="p"/>
      <p:bldP spid="204805" grpId="0" animBg="1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FFA59BD-C38D-4105-8C39-3CD8A9BB868A}" type="datetime1">
              <a:rPr lang="zh-CN" altLang="en-US" smtClean="0"/>
            </a:fld>
            <a:endParaRPr lang="zh-CN" altLang="en-US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02276" y="1115879"/>
            <a:ext cx="6500656" cy="1079500"/>
          </a:xfrm>
          <a:solidFill>
            <a:srgbClr val="FFFF00"/>
          </a:solidFill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FF3300"/>
                </a:solidFill>
              </a:rPr>
              <a:t>      </a:t>
            </a:r>
            <a:r>
              <a:rPr lang="zh-CN" altLang="en-US" sz="2200" b="1" dirty="0">
                <a:solidFill>
                  <a:srgbClr val="FF0000"/>
                </a:solidFill>
              </a:rPr>
              <a:t>左边序列：</a:t>
            </a:r>
            <a:r>
              <a:rPr lang="zh-CN" altLang="en-US" sz="2200" b="1" dirty="0">
                <a:solidFill>
                  <a:srgbClr val="0000FF"/>
                </a:solidFill>
              </a:rPr>
              <a:t>被除数、除数按照</a:t>
            </a:r>
            <a:r>
              <a:rPr lang="en-US" altLang="zh-CN" sz="2200" b="1" dirty="0">
                <a:solidFill>
                  <a:srgbClr val="0000FF"/>
                </a:solidFill>
              </a:rPr>
              <a:t>Z</a:t>
            </a:r>
            <a:r>
              <a:rPr lang="zh-CN" altLang="en-US" sz="2200" b="1" dirty="0">
                <a:solidFill>
                  <a:srgbClr val="0000FF"/>
                </a:solidFill>
              </a:rPr>
              <a:t>的升幂排列</a:t>
            </a:r>
            <a:endParaRPr lang="zh-CN" altLang="en-US" sz="2200" b="1" dirty="0">
              <a:solidFill>
                <a:srgbClr val="0000FF"/>
              </a:solidFill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993300"/>
                </a:solidFill>
              </a:rPr>
              <a:t>      </a:t>
            </a:r>
            <a:r>
              <a:rPr lang="zh-CN" altLang="en-US" sz="2200" b="1" dirty="0">
                <a:solidFill>
                  <a:srgbClr val="FF0000"/>
                </a:solidFill>
              </a:rPr>
              <a:t>右边序列：</a:t>
            </a:r>
            <a:r>
              <a:rPr lang="zh-CN" altLang="en-US" sz="2200" b="1" dirty="0">
                <a:solidFill>
                  <a:srgbClr val="0000FF"/>
                </a:solidFill>
              </a:rPr>
              <a:t>被除数、除数按照</a:t>
            </a:r>
            <a:r>
              <a:rPr lang="en-US" altLang="zh-CN" sz="2200" b="1" dirty="0">
                <a:solidFill>
                  <a:srgbClr val="0000FF"/>
                </a:solidFill>
              </a:rPr>
              <a:t>Z</a:t>
            </a:r>
            <a:r>
              <a:rPr lang="zh-CN" altLang="en-US" sz="2200" b="1" dirty="0">
                <a:solidFill>
                  <a:srgbClr val="0000FF"/>
                </a:solidFill>
              </a:rPr>
              <a:t>的降幂排列</a:t>
            </a:r>
            <a:endParaRPr lang="zh-CN" altLang="en-US" sz="2200" b="1" dirty="0">
              <a:solidFill>
                <a:srgbClr val="0000FF"/>
              </a:solidFill>
            </a:endParaRPr>
          </a:p>
        </p:txBody>
      </p:sp>
      <p:sp>
        <p:nvSpPr>
          <p:cNvPr id="67589" name="Rectangle 4"/>
          <p:cNvSpPr>
            <a:spLocks noChangeArrowheads="1"/>
          </p:cNvSpPr>
          <p:nvPr/>
        </p:nvSpPr>
        <p:spPr bwMode="auto">
          <a:xfrm>
            <a:off x="390525" y="0"/>
            <a:ext cx="3168650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5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回顾  </a:t>
            </a:r>
            <a:r>
              <a:rPr lang="en-US" altLang="zh-CN" sz="25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5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反</a:t>
            </a:r>
            <a:r>
              <a:rPr lang="en-US" altLang="zh-CN" sz="25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</a:t>
            </a:r>
            <a:endParaRPr lang="zh-CN" altLang="en-US" sz="2500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6124" y="620713"/>
            <a:ext cx="26901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dirty="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1.</a:t>
            </a:r>
            <a:r>
              <a:rPr kumimoji="1"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幂级数展开法</a:t>
            </a:r>
            <a:endParaRPr kumimoji="1" lang="zh-CN" altLang="en-US" dirty="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3005" y="2167325"/>
            <a:ext cx="33361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dirty="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2.</a:t>
            </a:r>
            <a:r>
              <a:rPr kumimoji="1" lang="zh-CN" altLang="en-US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部分分式展开法  </a:t>
            </a:r>
            <a:endParaRPr lang="zh-CN" altLang="en-US" dirty="0"/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90525" y="2839512"/>
            <a:ext cx="4248150" cy="3259137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sz="24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部分方式求逆</a:t>
            </a:r>
            <a:r>
              <a:rPr kumimoji="1" lang="en-US" altLang="zh-CN" sz="24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kumimoji="1" lang="zh-CN" altLang="en-US" sz="2400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变换步骤：</a:t>
            </a:r>
            <a:endParaRPr kumimoji="1" lang="zh-CN" altLang="en-US" sz="2400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kumimoji="1" lang="zh-CN" altLang="en-US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kumimoji="1" lang="en-US" altLang="zh-CN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F(z)</a:t>
            </a:r>
            <a:r>
              <a:rPr kumimoji="1" lang="en-US" altLang="zh-CN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</a:t>
            </a:r>
            <a:r>
              <a:rPr kumimoji="1" lang="en-US" altLang="zh-CN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F(z)/z(</a:t>
            </a:r>
            <a:r>
              <a:rPr kumimoji="1" lang="zh-CN" altLang="en-US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真分式）；</a:t>
            </a:r>
            <a:endParaRPr kumimoji="1" lang="zh-CN" altLang="en-US" sz="2400" dirty="0">
              <a:solidFill>
                <a:srgbClr val="99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kumimoji="1" lang="zh-CN" altLang="en-US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kumimoji="1" lang="en-US" altLang="zh-CN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F(z)/z</a:t>
            </a:r>
            <a:r>
              <a:rPr kumimoji="1" lang="zh-CN" altLang="en-US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进行部分分式展开；</a:t>
            </a:r>
            <a:endParaRPr kumimoji="1" lang="zh-CN" altLang="en-US" sz="2400" dirty="0">
              <a:solidFill>
                <a:srgbClr val="99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kumimoji="1" lang="zh-CN" altLang="en-US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）求部分分式中的系数；</a:t>
            </a:r>
            <a:endParaRPr kumimoji="1" lang="zh-CN" altLang="en-US" sz="2400" dirty="0">
              <a:solidFill>
                <a:srgbClr val="99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kumimoji="1" lang="zh-CN" altLang="en-US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）部分分式型 </a:t>
            </a:r>
            <a:r>
              <a:rPr kumimoji="1" lang="en-US" altLang="zh-CN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F(z)/z</a:t>
            </a:r>
            <a:r>
              <a:rPr kumimoji="1" lang="en-US" altLang="zh-CN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</a:t>
            </a:r>
            <a:r>
              <a:rPr kumimoji="1" lang="en-US" altLang="zh-CN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F(z)</a:t>
            </a:r>
            <a:r>
              <a:rPr kumimoji="1" lang="zh-CN" altLang="en-US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kumimoji="1" lang="zh-CN" altLang="en-US" sz="2400" dirty="0">
              <a:solidFill>
                <a:srgbClr val="99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kumimoji="1" lang="zh-CN" altLang="en-US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）利用基本形式进行逆变换，求得</a:t>
            </a:r>
            <a:r>
              <a:rPr kumimoji="1" lang="en-US" altLang="zh-CN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f(k)</a:t>
            </a:r>
            <a:r>
              <a:rPr kumimoji="1" lang="zh-CN" altLang="en-US" sz="2400" dirty="0">
                <a:solidFill>
                  <a:srgbClr val="99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kumimoji="1" lang="zh-CN" altLang="en-US" sz="2400" dirty="0">
              <a:solidFill>
                <a:srgbClr val="99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5" name="Object 2"/>
          <p:cNvGraphicFramePr>
            <a:graphicFrameLocks noChangeAspect="1"/>
          </p:cNvGraphicFramePr>
          <p:nvPr/>
        </p:nvGraphicFramePr>
        <p:xfrm>
          <a:off x="4742180" y="2923540"/>
          <a:ext cx="4288790" cy="1101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77" name="公式" r:id="rId1" imgW="2171700" imgH="508000" progId="Equation.3">
                  <p:embed/>
                </p:oleObj>
              </mc:Choice>
              <mc:Fallback>
                <p:oleObj name="公式" r:id="rId1" imgW="2171700" imgH="508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2180" y="2923540"/>
                        <a:ext cx="4288790" cy="1101090"/>
                      </a:xfrm>
                      <a:prstGeom prst="rect">
                        <a:avLst/>
                      </a:prstGeom>
                      <a:solidFill>
                        <a:srgbClr val="33CC33"/>
                      </a:solidFill>
                      <a:ln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4716463" y="2515204"/>
            <a:ext cx="335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  <a:r>
              <a:rPr kumimoji="1"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变换的基本形式：</a:t>
            </a:r>
            <a:endParaRPr kumimoji="1" lang="zh-CN" altLang="en-US" sz="2000" b="0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4742180" y="5092700"/>
          <a:ext cx="4289425" cy="1106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78" name="公式" r:id="rId3" imgW="83820000" imgH="19507200" progId="Equation.3">
                  <p:embed/>
                </p:oleObj>
              </mc:Choice>
              <mc:Fallback>
                <p:oleObj name="公式" r:id="rId3" imgW="83820000" imgH="1950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2180" y="5092700"/>
                        <a:ext cx="4289425" cy="110680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/>
          <p:cNvGraphicFramePr>
            <a:graphicFrameLocks noChangeAspect="1"/>
          </p:cNvGraphicFramePr>
          <p:nvPr/>
        </p:nvGraphicFramePr>
        <p:xfrm>
          <a:off x="4742180" y="4185285"/>
          <a:ext cx="4289425" cy="814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79" name="公式" r:id="rId5" imgW="2959100" imgH="508000" progId="Equation.3">
                  <p:embed/>
                </p:oleObj>
              </mc:Choice>
              <mc:Fallback>
                <p:oleObj name="公式" r:id="rId5" imgW="2959100" imgH="508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2180" y="4185285"/>
                        <a:ext cx="4289425" cy="81470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2067"/>
    </mc:Choice>
    <mc:Fallback>
      <p:transition spd="slow" advTm="1120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animBg="1" build="p"/>
      <p:bldP spid="2" grpId="0"/>
      <p:bldP spid="3" grpId="0"/>
      <p:bldP spid="14" grpId="0" animBg="1"/>
      <p:bldP spid="1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5E64FD2-669B-4A68-A1A4-D2135BF0B8D9}" type="datetime1">
              <a:rPr lang="zh-CN" altLang="en-US" smtClean="0"/>
            </a:fld>
            <a:endParaRPr lang="zh-CN" altLang="en-US"/>
          </a:p>
        </p:txBody>
      </p:sp>
      <p:sp>
        <p:nvSpPr>
          <p:cNvPr id="24166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971550" y="3789363"/>
            <a:ext cx="7848600" cy="2736850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用</a:t>
            </a:r>
            <a:r>
              <a:rPr lang="en-US" altLang="zh-CN" b="1" dirty="0"/>
              <a:t>Z</a:t>
            </a:r>
            <a:r>
              <a:rPr lang="zh-CN" altLang="en-US" b="1" dirty="0"/>
              <a:t>变换求解全响应的方法：</a:t>
            </a:r>
            <a:endParaRPr lang="zh-CN" altLang="en-US" b="1" dirty="0"/>
          </a:p>
          <a:p>
            <a:pPr marL="825500" lvl="1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3100" b="1" dirty="0">
                <a:solidFill>
                  <a:srgbClr val="9900FF"/>
                </a:solidFill>
              </a:rPr>
              <a:t>零输入响应</a:t>
            </a:r>
            <a:r>
              <a:rPr lang="en-US" altLang="zh-CN" sz="3100" b="1" dirty="0">
                <a:solidFill>
                  <a:srgbClr val="9900FF"/>
                </a:solidFill>
              </a:rPr>
              <a:t>+</a:t>
            </a:r>
            <a:r>
              <a:rPr lang="zh-CN" altLang="en-US" sz="3100" b="1" dirty="0">
                <a:solidFill>
                  <a:srgbClr val="9900FF"/>
                </a:solidFill>
              </a:rPr>
              <a:t>零状态响应</a:t>
            </a:r>
            <a:endParaRPr lang="zh-CN" altLang="en-US" sz="3100" b="1" dirty="0">
              <a:solidFill>
                <a:srgbClr val="9900FF"/>
              </a:solidFill>
            </a:endParaRPr>
          </a:p>
          <a:p>
            <a:pPr marL="825500" lvl="1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3100" b="1" dirty="0">
                <a:solidFill>
                  <a:srgbClr val="9900FF"/>
                </a:solidFill>
              </a:rPr>
              <a:t>全响应</a:t>
            </a:r>
            <a:endParaRPr lang="zh-CN" altLang="en-US" sz="3100" b="1" dirty="0">
              <a:solidFill>
                <a:srgbClr val="9900FF"/>
              </a:solidFill>
            </a:endParaRPr>
          </a:p>
        </p:txBody>
      </p:sp>
      <p:sp>
        <p:nvSpPr>
          <p:cNvPr id="104452" name="Rectangle 3"/>
          <p:cNvSpPr>
            <a:spLocks noChangeArrowheads="1"/>
          </p:cNvSpPr>
          <p:nvPr/>
        </p:nvSpPr>
        <p:spPr bwMode="auto">
          <a:xfrm>
            <a:off x="971550" y="1412875"/>
            <a:ext cx="7391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>
                <a:latin typeface="Times New Roman" panose="02020603050405020304" pitchFamily="18" charset="0"/>
              </a:rPr>
              <a:t>设描述离散系统的差分方程为：</a:t>
            </a:r>
            <a:endParaRPr lang="zh-CN" altLang="en-US" sz="2600">
              <a:latin typeface="Times New Roman" panose="02020603050405020304" pitchFamily="18" charset="0"/>
            </a:endParaRPr>
          </a:p>
        </p:txBody>
      </p:sp>
      <p:graphicFrame>
        <p:nvGraphicFramePr>
          <p:cNvPr id="104453" name="Object 4"/>
          <p:cNvGraphicFramePr>
            <a:graphicFrameLocks noChangeAspect="1"/>
          </p:cNvGraphicFramePr>
          <p:nvPr/>
        </p:nvGraphicFramePr>
        <p:xfrm>
          <a:off x="1787525" y="1989138"/>
          <a:ext cx="6218238" cy="159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87" name="公式" r:id="rId1" imgW="1663700" imgH="431800" progId="Equation.3">
                  <p:embed/>
                </p:oleObj>
              </mc:Choice>
              <mc:Fallback>
                <p:oleObj name="公式" r:id="rId1" imgW="16637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7525" y="1989138"/>
                        <a:ext cx="6218238" cy="159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4" name="Rectangle 5"/>
          <p:cNvSpPr>
            <a:spLocks noChangeArrowheads="1"/>
          </p:cNvSpPr>
          <p:nvPr/>
        </p:nvSpPr>
        <p:spPr bwMode="auto">
          <a:xfrm>
            <a:off x="446088" y="0"/>
            <a:ext cx="5761037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§8.5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离散时间系统的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变换分析法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329"/>
    </mc:Choice>
    <mc:Fallback>
      <p:transition spd="slow" advTm="633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1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1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41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416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16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16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416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16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16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6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4711635-B3C1-42EB-8500-C7AF73EE438F}" type="datetime1">
              <a:rPr lang="zh-CN" altLang="en-US" smtClean="0"/>
            </a:fld>
            <a:endParaRPr lang="zh-CN" altLang="en-US"/>
          </a:p>
        </p:txBody>
      </p:sp>
      <p:sp>
        <p:nvSpPr>
          <p:cNvPr id="24269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11188" y="1052513"/>
            <a:ext cx="8280400" cy="3960812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1</a:t>
            </a:r>
            <a:r>
              <a:rPr lang="zh-CN" altLang="en-US" sz="2200" b="1" dirty="0"/>
              <a:t>、零输入响应与零状态响应的求法</a:t>
            </a:r>
            <a:endParaRPr lang="zh-CN" altLang="en-US" sz="2200" b="1" dirty="0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00FF"/>
                </a:solidFill>
              </a:rPr>
              <a:t>      </a:t>
            </a:r>
            <a:r>
              <a:rPr lang="en-US" altLang="zh-CN" sz="2200" b="1" dirty="0" err="1">
                <a:solidFill>
                  <a:srgbClr val="0000FF"/>
                </a:solidFill>
              </a:rPr>
              <a:t>i</a:t>
            </a:r>
            <a:r>
              <a:rPr lang="en-US" altLang="zh-CN" sz="2200" b="1" dirty="0">
                <a:solidFill>
                  <a:srgbClr val="0000FF"/>
                </a:solidFill>
              </a:rPr>
              <a:t>)</a:t>
            </a:r>
            <a:r>
              <a:rPr lang="zh-CN" altLang="en-US" sz="2200" b="1" dirty="0">
                <a:solidFill>
                  <a:srgbClr val="0000FF"/>
                </a:solidFill>
              </a:rPr>
              <a:t>零输入响应</a:t>
            </a:r>
            <a:endParaRPr lang="zh-CN" altLang="en-US" sz="2200" b="1" dirty="0">
              <a:solidFill>
                <a:srgbClr val="0000FF"/>
              </a:solidFill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Times New Roman" panose="02020603050405020304" pitchFamily="18" charset="0"/>
              </a:rPr>
              <a:t>            在零输入初始条件下：</a:t>
            </a:r>
            <a:endParaRPr lang="zh-CN" altLang="en-US" sz="22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endParaRPr lang="zh-CN" altLang="en-US" sz="22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endParaRPr lang="zh-CN" altLang="en-US" sz="22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Times New Roman" panose="02020603050405020304" pitchFamily="18" charset="0"/>
              </a:rPr>
              <a:t>             </a:t>
            </a:r>
            <a:endParaRPr lang="zh-CN" altLang="en-US" sz="2200" b="1" dirty="0">
              <a:latin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Times New Roman" panose="02020603050405020304" pitchFamily="18" charset="0"/>
              </a:rPr>
              <a:t>              对其求</a:t>
            </a:r>
            <a:r>
              <a:rPr lang="en-US" altLang="zh-CN" sz="2200" b="1" dirty="0">
                <a:latin typeface="Times New Roman" panose="02020603050405020304" pitchFamily="18" charset="0"/>
              </a:rPr>
              <a:t>Z</a:t>
            </a:r>
            <a:r>
              <a:rPr lang="zh-CN" altLang="en-US" sz="2200" b="1" dirty="0">
                <a:latin typeface="Times New Roman" panose="02020603050405020304" pitchFamily="18" charset="0"/>
              </a:rPr>
              <a:t>变换，利用</a:t>
            </a:r>
            <a:r>
              <a:rPr lang="en-US" altLang="zh-CN" sz="2200" b="1" dirty="0">
                <a:latin typeface="Times New Roman" panose="02020603050405020304" pitchFamily="18" charset="0"/>
              </a:rPr>
              <a:t>Z</a:t>
            </a:r>
            <a:r>
              <a:rPr lang="zh-CN" altLang="en-US" sz="2200" b="1" dirty="0">
                <a:latin typeface="Times New Roman" panose="02020603050405020304" pitchFamily="18" charset="0"/>
              </a:rPr>
              <a:t>变换的</a:t>
            </a:r>
            <a:r>
              <a:rPr lang="zh-CN" altLang="en-US" sz="2600" b="1" dirty="0">
                <a:solidFill>
                  <a:srgbClr val="9900FF"/>
                </a:solidFill>
                <a:latin typeface="Times New Roman" panose="02020603050405020304" pitchFamily="18" charset="0"/>
              </a:rPr>
              <a:t>移序</a:t>
            </a:r>
            <a:r>
              <a:rPr lang="zh-CN" altLang="en-US" sz="2200" b="1" dirty="0">
                <a:latin typeface="Times New Roman" panose="02020603050405020304" pitchFamily="18" charset="0"/>
              </a:rPr>
              <a:t>特性：</a:t>
            </a:r>
            <a:endParaRPr lang="zh-CN" altLang="en-US" sz="2200" b="1" dirty="0"/>
          </a:p>
        </p:txBody>
      </p:sp>
      <p:sp>
        <p:nvSpPr>
          <p:cNvPr id="105476" name="Rectangle 3"/>
          <p:cNvSpPr>
            <a:spLocks noChangeArrowheads="1"/>
          </p:cNvSpPr>
          <p:nvPr/>
        </p:nvSpPr>
        <p:spPr bwMode="auto">
          <a:xfrm>
            <a:off x="755650" y="2492375"/>
            <a:ext cx="7702550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>
                <a:latin typeface="Times New Roman" panose="02020603050405020304" pitchFamily="18" charset="0"/>
              </a:rPr>
              <a:t>        </a:t>
            </a:r>
            <a:endParaRPr lang="zh-CN" altLang="en-US" sz="3000">
              <a:latin typeface="Verdana" panose="020B0604030504040204" pitchFamily="34" charset="0"/>
            </a:endParaRPr>
          </a:p>
        </p:txBody>
      </p:sp>
      <p:graphicFrame>
        <p:nvGraphicFramePr>
          <p:cNvPr id="242692" name="Object 4"/>
          <p:cNvGraphicFramePr>
            <a:graphicFrameLocks noChangeAspect="1"/>
          </p:cNvGraphicFramePr>
          <p:nvPr/>
        </p:nvGraphicFramePr>
        <p:xfrm>
          <a:off x="2365375" y="2562225"/>
          <a:ext cx="421005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44" name="公式" r:id="rId1" imgW="1104900" imgH="431800" progId="Equation.3">
                  <p:embed/>
                </p:oleObj>
              </mc:Choice>
              <mc:Fallback>
                <p:oleObj name="公式" r:id="rId1" imgW="11049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75" y="2562225"/>
                        <a:ext cx="421005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3" name="Object 5"/>
          <p:cNvGraphicFramePr>
            <a:graphicFrameLocks noChangeAspect="1"/>
          </p:cNvGraphicFramePr>
          <p:nvPr/>
        </p:nvGraphicFramePr>
        <p:xfrm>
          <a:off x="927100" y="4627563"/>
          <a:ext cx="7935913" cy="172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45" name="公式" r:id="rId3" imgW="2082800" imgH="457200" progId="Equation.3">
                  <p:embed/>
                </p:oleObj>
              </mc:Choice>
              <mc:Fallback>
                <p:oleObj name="公式" r:id="rId3" imgW="208280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4627563"/>
                        <a:ext cx="7935913" cy="172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9" name="Rectangle 6"/>
          <p:cNvSpPr>
            <a:spLocks noChangeArrowheads="1"/>
          </p:cNvSpPr>
          <p:nvPr/>
        </p:nvSpPr>
        <p:spPr bwMode="auto">
          <a:xfrm>
            <a:off x="425450" y="0"/>
            <a:ext cx="5761038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§8.5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离散时间系统的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变换分析法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2788"/>
    </mc:Choice>
    <mc:Fallback>
      <p:transition spd="slow" advTm="2027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2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4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2426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2426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269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2D60530-1C2B-4F68-B209-B287FEBF6DF8}" type="datetime1">
              <a:rPr lang="zh-CN" altLang="en-US" smtClean="0"/>
            </a:fld>
            <a:endParaRPr lang="zh-CN" altLang="en-US"/>
          </a:p>
        </p:txBody>
      </p:sp>
      <p:sp>
        <p:nvSpPr>
          <p:cNvPr id="10649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00050" y="136525"/>
            <a:ext cx="5319713" cy="406400"/>
          </a:xfrm>
          <a:solidFill>
            <a:schemeClr val="accent2"/>
          </a:solidFill>
        </p:spPr>
        <p:txBody>
          <a:bodyPr anchor="ctr"/>
          <a:lstStyle/>
          <a:p>
            <a:r>
              <a:rPr lang="en-US" altLang="zh-CN" sz="2500" b="1">
                <a:solidFill>
                  <a:schemeClr val="bg1"/>
                </a:solidFill>
              </a:rPr>
              <a:t>§8.5 </a:t>
            </a:r>
            <a:r>
              <a:rPr lang="zh-CN" altLang="en-US" sz="2500" b="1">
                <a:solidFill>
                  <a:schemeClr val="bg1"/>
                </a:solidFill>
              </a:rPr>
              <a:t>离散时间系统的</a:t>
            </a:r>
            <a:r>
              <a:rPr lang="en-US" altLang="zh-CN" sz="2500" b="1">
                <a:solidFill>
                  <a:schemeClr val="bg1"/>
                </a:solidFill>
              </a:rPr>
              <a:t>Z</a:t>
            </a:r>
            <a:r>
              <a:rPr lang="zh-CN" altLang="en-US" sz="2500" b="1">
                <a:solidFill>
                  <a:schemeClr val="bg1"/>
                </a:solidFill>
              </a:rPr>
              <a:t>变换分析法</a:t>
            </a:r>
            <a:endParaRPr lang="zh-CN" altLang="en-US" sz="2500" b="1">
              <a:solidFill>
                <a:schemeClr val="bg1"/>
              </a:solidFill>
            </a:endParaRPr>
          </a:p>
        </p:txBody>
      </p:sp>
      <p:sp>
        <p:nvSpPr>
          <p:cNvPr id="10650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4213" y="981075"/>
            <a:ext cx="1800225" cy="647700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整理可得：</a:t>
            </a:r>
            <a:endParaRPr lang="zh-CN" altLang="en-US" sz="2200"/>
          </a:p>
        </p:txBody>
      </p:sp>
      <p:sp>
        <p:nvSpPr>
          <p:cNvPr id="106501" name="Rectangle 4"/>
          <p:cNvSpPr>
            <a:spLocks noChangeArrowheads="1"/>
          </p:cNvSpPr>
          <p:nvPr/>
        </p:nvSpPr>
        <p:spPr bwMode="auto">
          <a:xfrm>
            <a:off x="755650" y="2492375"/>
            <a:ext cx="7702550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 b="0">
                <a:latin typeface="Times New Roman" panose="02020603050405020304" pitchFamily="18" charset="0"/>
              </a:rPr>
              <a:t>        </a:t>
            </a:r>
            <a:endParaRPr lang="zh-CN" altLang="en-US" sz="3000" b="0">
              <a:latin typeface="Verdana" panose="020B0604030504040204" pitchFamily="34" charset="0"/>
            </a:endParaRPr>
          </a:p>
        </p:txBody>
      </p:sp>
      <p:graphicFrame>
        <p:nvGraphicFramePr>
          <p:cNvPr id="106502" name="Object 5"/>
          <p:cNvGraphicFramePr>
            <a:graphicFrameLocks noChangeAspect="1"/>
          </p:cNvGraphicFramePr>
          <p:nvPr/>
        </p:nvGraphicFramePr>
        <p:xfrm>
          <a:off x="2268538" y="1268413"/>
          <a:ext cx="6048375" cy="495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35" name="公式" r:id="rId1" imgW="2235200" imgH="1854200" progId="Equation.3">
                  <p:embed/>
                </p:oleObj>
              </mc:Choice>
              <mc:Fallback>
                <p:oleObj name="公式" r:id="rId1" imgW="2235200" imgH="1854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268413"/>
                        <a:ext cx="6048375" cy="49561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423"/>
    </mc:Choice>
    <mc:Fallback>
      <p:transition spd="slow" advTm="30423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DB2DB49-D325-492D-B7A9-3CB18A9F2B8B}" type="datetime1">
              <a:rPr lang="zh-CN" altLang="en-US" smtClean="0"/>
            </a:fld>
            <a:endParaRPr lang="zh-CN" altLang="en-US"/>
          </a:p>
        </p:txBody>
      </p:sp>
      <p:sp>
        <p:nvSpPr>
          <p:cNvPr id="107523" name="Rectangle 2"/>
          <p:cNvSpPr>
            <a:spLocks noChangeArrowheads="1"/>
          </p:cNvSpPr>
          <p:nvPr/>
        </p:nvSpPr>
        <p:spPr bwMode="auto">
          <a:xfrm>
            <a:off x="684213" y="0"/>
            <a:ext cx="795655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例：</a:t>
            </a:r>
            <a:r>
              <a:rPr kumimoji="1" lang="zh-CN" altLang="en-US" sz="240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已知某线性时不变系统数学模型如下：</a:t>
            </a:r>
            <a:endParaRPr kumimoji="1" lang="zh-CN" altLang="en-US" sz="240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 "/>
            </a:pP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              </a:t>
            </a: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y(k)-5y(k-1)+6y(k-2)=0            </a:t>
            </a:r>
            <a:endParaRPr kumimoji="1" lang="en-US" altLang="zh-CN" sz="240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 "/>
            </a:pP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初始状态</a:t>
            </a: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y(-1)=4</a:t>
            </a: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y(-2)=1</a:t>
            </a: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，求零输入响应</a:t>
            </a: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y(k)</a:t>
            </a: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kumimoji="1" lang="zh-CN" altLang="en-US" sz="240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44739" name="Object 3"/>
          <p:cNvGraphicFramePr>
            <a:graphicFrameLocks noChangeAspect="1"/>
          </p:cNvGraphicFramePr>
          <p:nvPr/>
        </p:nvGraphicFramePr>
        <p:xfrm>
          <a:off x="900113" y="3860800"/>
          <a:ext cx="80645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11" name="公式" r:id="rId1" imgW="2708910" imgH="120015" progId="Equation.3">
                  <p:embed/>
                </p:oleObj>
              </mc:Choice>
              <mc:Fallback>
                <p:oleObj name="公式" r:id="rId1" imgW="2708910" imgH="1200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860800"/>
                        <a:ext cx="806450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0" name="Object 4"/>
          <p:cNvGraphicFramePr>
            <a:graphicFrameLocks noChangeAspect="1"/>
          </p:cNvGraphicFramePr>
          <p:nvPr/>
        </p:nvGraphicFramePr>
        <p:xfrm>
          <a:off x="1331913" y="4437063"/>
          <a:ext cx="3597275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12" name="公式" r:id="rId3" imgW="914400" imgH="256540" progId="Equation.3">
                  <p:embed/>
                </p:oleObj>
              </mc:Choice>
              <mc:Fallback>
                <p:oleObj name="公式" r:id="rId3" imgW="914400" imgH="2565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437063"/>
                        <a:ext cx="3597275" cy="1201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1" name="Object 5"/>
          <p:cNvGraphicFramePr>
            <a:graphicFrameLocks noChangeAspect="1"/>
          </p:cNvGraphicFramePr>
          <p:nvPr/>
        </p:nvGraphicFramePr>
        <p:xfrm>
          <a:off x="1763713" y="5876925"/>
          <a:ext cx="61214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13" name="Equation" r:id="rId5" imgW="1352550" imgH="120015" progId="Equation.3">
                  <p:embed/>
                </p:oleObj>
              </mc:Choice>
              <mc:Fallback>
                <p:oleObj name="Equation" r:id="rId5" imgW="1352550" imgH="12001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876925"/>
                        <a:ext cx="6121400" cy="827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2" name="Rectangle 6"/>
          <p:cNvSpPr>
            <a:spLocks noChangeArrowheads="1"/>
          </p:cNvSpPr>
          <p:nvPr/>
        </p:nvSpPr>
        <p:spPr bwMode="auto">
          <a:xfrm>
            <a:off x="557213" y="1954213"/>
            <a:ext cx="86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400" dirty="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解：</a:t>
            </a:r>
            <a:endParaRPr kumimoji="1" lang="zh-CN" altLang="en-US" sz="2400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4743" name="Rectangle 7"/>
          <p:cNvSpPr>
            <a:spLocks noChangeArrowheads="1"/>
          </p:cNvSpPr>
          <p:nvPr/>
        </p:nvSpPr>
        <p:spPr bwMode="auto">
          <a:xfrm>
            <a:off x="1547813" y="1949450"/>
            <a:ext cx="61198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对差分方程进行</a:t>
            </a:r>
            <a:r>
              <a:rPr kumimoji="1" lang="en-US" altLang="zh-CN" sz="24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变换</a:t>
            </a:r>
            <a:r>
              <a:rPr kumimoji="1" lang="en-US" altLang="zh-CN" sz="24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(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用双边序列进行单边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变换的移序性质</a:t>
            </a:r>
            <a:r>
              <a:rPr kumimoji="1" lang="en-US" altLang="zh-CN" sz="24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kumimoji="1" lang="zh-CN" altLang="en-US" sz="2400">
              <a:solidFill>
                <a:srgbClr val="00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44744" name="Object 8"/>
          <p:cNvGraphicFramePr>
            <a:graphicFrameLocks noChangeAspect="1"/>
          </p:cNvGraphicFramePr>
          <p:nvPr/>
        </p:nvGraphicFramePr>
        <p:xfrm>
          <a:off x="5003800" y="4508500"/>
          <a:ext cx="22479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14" name="Equation" r:id="rId7" imgW="565150" imgH="256540" progId="Equation.3">
                  <p:embed/>
                </p:oleObj>
              </mc:Choice>
              <mc:Fallback>
                <p:oleObj name="Equation" r:id="rId7" imgW="565150" imgH="2565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508500"/>
                        <a:ext cx="2247900" cy="12573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5" name="Object 9"/>
          <p:cNvGraphicFramePr>
            <a:graphicFrameLocks noChangeAspect="1"/>
          </p:cNvGraphicFramePr>
          <p:nvPr/>
        </p:nvGraphicFramePr>
        <p:xfrm>
          <a:off x="1908175" y="2781300"/>
          <a:ext cx="4554538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15" name="公式" r:id="rId9" imgW="1510030" imgH="270510" progId="Equation.3">
                  <p:embed/>
                </p:oleObj>
              </mc:Choice>
              <mc:Fallback>
                <p:oleObj name="公式" r:id="rId9" imgW="1510030" imgH="27051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781300"/>
                        <a:ext cx="4554538" cy="10652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453"/>
    </mc:Choice>
    <mc:Fallback>
      <p:transition spd="slow" advTm="1304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4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4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47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47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4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47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47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42" grpId="0" autoUpdateAnimBg="0"/>
      <p:bldP spid="244743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415F091-7735-4103-9379-4C07E3890F9A}" type="datetime1">
              <a:rPr lang="zh-CN" altLang="en-US" smtClean="0"/>
            </a:fld>
            <a:endParaRPr lang="zh-CN" altLang="en-US"/>
          </a:p>
        </p:txBody>
      </p:sp>
      <p:sp>
        <p:nvSpPr>
          <p:cNvPr id="109571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4213" y="1524000"/>
            <a:ext cx="7991475" cy="825500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FF"/>
                </a:solidFill>
              </a:rPr>
              <a:t>2)</a:t>
            </a:r>
            <a:r>
              <a:rPr lang="zh-CN" altLang="en-US" sz="2600" b="1">
                <a:solidFill>
                  <a:srgbClr val="0000FF"/>
                </a:solidFill>
              </a:rPr>
              <a:t>零状态响应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   </a:t>
            </a:r>
            <a:endParaRPr lang="zh-CN" altLang="en-US" sz="2600" b="1">
              <a:solidFill>
                <a:srgbClr val="0000FF"/>
              </a:solidFill>
            </a:endParaRPr>
          </a:p>
        </p:txBody>
      </p:sp>
      <p:sp>
        <p:nvSpPr>
          <p:cNvPr id="109572" name="Rectangle 3"/>
          <p:cNvSpPr>
            <a:spLocks noChangeArrowheads="1"/>
          </p:cNvSpPr>
          <p:nvPr/>
        </p:nvSpPr>
        <p:spPr bwMode="auto">
          <a:xfrm>
            <a:off x="755650" y="2492375"/>
            <a:ext cx="7702550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>
                <a:latin typeface="Times New Roman" panose="02020603050405020304" pitchFamily="18" charset="0"/>
              </a:rPr>
              <a:t>        </a:t>
            </a:r>
            <a:endParaRPr lang="zh-CN" altLang="en-US" sz="3000">
              <a:latin typeface="Verdana" panose="020B0604030504040204" pitchFamily="34" charset="0"/>
            </a:endParaRPr>
          </a:p>
        </p:txBody>
      </p:sp>
      <p:graphicFrame>
        <p:nvGraphicFramePr>
          <p:cNvPr id="109573" name="Object 4"/>
          <p:cNvGraphicFramePr>
            <a:graphicFrameLocks noChangeAspect="1"/>
          </p:cNvGraphicFramePr>
          <p:nvPr/>
        </p:nvGraphicFramePr>
        <p:xfrm>
          <a:off x="1154113" y="2286000"/>
          <a:ext cx="5976937" cy="167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41" name="公式" r:id="rId1" imgW="1612900" imgH="457200" progId="Equation.3">
                  <p:embed/>
                </p:oleObj>
              </mc:Choice>
              <mc:Fallback>
                <p:oleObj name="公式" r:id="rId1" imgW="16129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113" y="2286000"/>
                        <a:ext cx="5976937" cy="167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89" name="Object 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268538" y="4371975"/>
          <a:ext cx="413702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42" name="公式" r:id="rId3" imgW="1511300" imgH="254000" progId="Equation.3">
                  <p:embed/>
                </p:oleObj>
              </mc:Choice>
              <mc:Fallback>
                <p:oleObj name="公式" r:id="rId3" imgW="1511300" imgH="254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4371975"/>
                        <a:ext cx="4137025" cy="6953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5" name="Rectangle 6"/>
          <p:cNvSpPr>
            <a:spLocks noChangeArrowheads="1"/>
          </p:cNvSpPr>
          <p:nvPr/>
        </p:nvSpPr>
        <p:spPr bwMode="auto">
          <a:xfrm>
            <a:off x="455613" y="0"/>
            <a:ext cx="5761037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§8.5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离散时间系统的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变换分析法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9576" name="Rectangle 7"/>
          <p:cNvSpPr>
            <a:spLocks noChangeArrowheads="1"/>
          </p:cNvSpPr>
          <p:nvPr/>
        </p:nvSpPr>
        <p:spPr bwMode="auto">
          <a:xfrm>
            <a:off x="398463" y="869950"/>
            <a:ext cx="5113337" cy="549275"/>
          </a:xfrm>
          <a:prstGeom prst="rect">
            <a:avLst/>
          </a:prstGeom>
          <a:noFill/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367030" indent="-187325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/>
              <a:t>1</a:t>
            </a:r>
            <a:r>
              <a:rPr lang="zh-CN" altLang="en-US" sz="2400"/>
              <a:t>、零输入响应与零状态响应的求法</a:t>
            </a:r>
            <a:endParaRPr lang="zh-CN" altLang="en-US" sz="2400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8382"/>
    </mc:Choice>
    <mc:Fallback>
      <p:transition spd="slow" advTm="1283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467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467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D7A6363-AAC5-4410-B2A8-1173F58C2615}" type="datetime1">
              <a:rPr lang="zh-CN" altLang="en-US" smtClean="0"/>
            </a:fld>
            <a:endParaRPr lang="zh-CN" altLang="en-US"/>
          </a:p>
        </p:txBody>
      </p:sp>
      <p:sp>
        <p:nvSpPr>
          <p:cNvPr id="24781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09600" y="2635900"/>
            <a:ext cx="7848600" cy="3587750"/>
          </a:xfrm>
        </p:spPr>
        <p:txBody>
          <a:bodyPr/>
          <a:lstStyle/>
          <a:p>
            <a:pPr marL="0" indent="0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600" b="1" dirty="0"/>
              <a:t>应用</a:t>
            </a:r>
            <a:r>
              <a:rPr lang="en-US" altLang="zh-CN" sz="2600" b="1" dirty="0"/>
              <a:t>z</a:t>
            </a:r>
            <a:r>
              <a:rPr lang="zh-CN" altLang="en-US" sz="2600" b="1" dirty="0"/>
              <a:t>变换求解系统的零状态分量的</a:t>
            </a:r>
            <a:r>
              <a:rPr lang="en-US" altLang="zh-CN" sz="2600" b="1" dirty="0"/>
              <a:t>z</a:t>
            </a:r>
            <a:r>
              <a:rPr lang="zh-CN" altLang="en-US" sz="2600" b="1" dirty="0"/>
              <a:t>变换方法为：</a:t>
            </a:r>
            <a:endParaRPr lang="zh-CN" altLang="en-US" sz="2600" b="1" dirty="0"/>
          </a:p>
          <a:p>
            <a:pPr marL="0" indent="0">
              <a:lnSpc>
                <a:spcPct val="135000"/>
              </a:lnSpc>
              <a:buClr>
                <a:schemeClr val="tx1"/>
              </a:buClr>
              <a:buFontTx/>
              <a:buAutoNum type="circleNumDbPlain"/>
            </a:pPr>
            <a:r>
              <a:rPr lang="zh-CN" altLang="en-US" sz="2600" b="1" dirty="0"/>
              <a:t>用移序算子将系统的差分方程写成</a:t>
            </a:r>
            <a:r>
              <a:rPr lang="zh-CN" altLang="en-US" sz="2600" b="1" dirty="0">
                <a:solidFill>
                  <a:srgbClr val="9900FF"/>
                </a:solidFill>
              </a:rPr>
              <a:t>算子形式</a:t>
            </a:r>
            <a:r>
              <a:rPr lang="zh-CN" altLang="en-US" sz="2600" b="1" dirty="0"/>
              <a:t>；</a:t>
            </a:r>
            <a:endParaRPr lang="zh-CN" altLang="en-US" sz="2600" b="1" dirty="0"/>
          </a:p>
          <a:p>
            <a:pPr marL="0" indent="0">
              <a:lnSpc>
                <a:spcPct val="135000"/>
              </a:lnSpc>
              <a:buClr>
                <a:schemeClr val="tx1"/>
              </a:buClr>
              <a:buFontTx/>
              <a:buAutoNum type="circleNumDbPlain"/>
            </a:pPr>
            <a:r>
              <a:rPr lang="zh-CN" altLang="en-US" sz="2600" b="1" dirty="0"/>
              <a:t>写出系统的转移算子</a:t>
            </a:r>
            <a:r>
              <a:rPr lang="en-US" altLang="zh-CN" sz="2600" b="1" dirty="0"/>
              <a:t>H(S)</a:t>
            </a:r>
            <a:r>
              <a:rPr lang="zh-CN" altLang="en-US" sz="2600" b="1" dirty="0"/>
              <a:t>，以</a:t>
            </a:r>
            <a:r>
              <a:rPr lang="en-US" altLang="zh-CN" sz="2600" b="1" dirty="0"/>
              <a:t>z</a:t>
            </a:r>
            <a:r>
              <a:rPr lang="zh-CN" altLang="en-US" sz="2600" b="1" dirty="0"/>
              <a:t>代替算子即得系统的</a:t>
            </a:r>
            <a:r>
              <a:rPr lang="zh-CN" altLang="en-US" sz="2600" b="1" dirty="0">
                <a:solidFill>
                  <a:srgbClr val="9900FF"/>
                </a:solidFill>
              </a:rPr>
              <a:t>系统函数</a:t>
            </a:r>
            <a:r>
              <a:rPr lang="en-US" altLang="zh-CN" sz="2600" b="1" dirty="0">
                <a:solidFill>
                  <a:srgbClr val="9900FF"/>
                </a:solidFill>
              </a:rPr>
              <a:t>H(z)</a:t>
            </a:r>
            <a:r>
              <a:rPr lang="en-US" altLang="zh-CN" sz="2600" b="1" dirty="0"/>
              <a:t>;</a:t>
            </a:r>
            <a:endParaRPr lang="en-US" altLang="zh-CN" sz="2600" b="1" dirty="0"/>
          </a:p>
          <a:p>
            <a:pPr marL="0" indent="0">
              <a:lnSpc>
                <a:spcPct val="135000"/>
              </a:lnSpc>
              <a:buClr>
                <a:schemeClr val="tx1"/>
              </a:buClr>
              <a:buFontTx/>
              <a:buAutoNum type="circleNumDbPlain"/>
            </a:pPr>
            <a:r>
              <a:rPr lang="zh-CN" altLang="en-US" sz="2600" b="1" dirty="0"/>
              <a:t>以激励信号的</a:t>
            </a:r>
            <a:r>
              <a:rPr lang="en-US" altLang="zh-CN" sz="2600" b="1" dirty="0"/>
              <a:t>z</a:t>
            </a:r>
            <a:r>
              <a:rPr lang="zh-CN" altLang="en-US" sz="2600" b="1" dirty="0"/>
              <a:t>变换</a:t>
            </a:r>
            <a:r>
              <a:rPr lang="en-US" altLang="zh-CN" sz="2600" b="1" dirty="0">
                <a:solidFill>
                  <a:srgbClr val="9900FF"/>
                </a:solidFill>
              </a:rPr>
              <a:t>E(z)</a:t>
            </a:r>
            <a:r>
              <a:rPr lang="zh-CN" altLang="en-US" sz="2600" b="1" dirty="0"/>
              <a:t>与系统函数</a:t>
            </a:r>
            <a:r>
              <a:rPr lang="en-US" altLang="zh-CN" sz="2600" b="1" dirty="0">
                <a:solidFill>
                  <a:srgbClr val="9900FF"/>
                </a:solidFill>
              </a:rPr>
              <a:t>H(z)</a:t>
            </a:r>
            <a:r>
              <a:rPr lang="zh-CN" altLang="en-US" sz="2600" b="1" dirty="0">
                <a:solidFill>
                  <a:srgbClr val="FF3300"/>
                </a:solidFill>
              </a:rPr>
              <a:t>相乘</a:t>
            </a:r>
            <a:r>
              <a:rPr lang="en-US" altLang="zh-CN" sz="2600" b="1" dirty="0"/>
              <a:t>,</a:t>
            </a:r>
            <a:r>
              <a:rPr lang="zh-CN" altLang="en-US" sz="2600" b="1" dirty="0"/>
              <a:t>即可求得系统零状态响应的</a:t>
            </a:r>
            <a:r>
              <a:rPr lang="en-US" altLang="zh-CN" sz="2600" b="1" dirty="0"/>
              <a:t>z</a:t>
            </a:r>
            <a:r>
              <a:rPr lang="zh-CN" altLang="en-US" sz="2600" b="1" dirty="0"/>
              <a:t>变换。</a:t>
            </a:r>
            <a:endParaRPr lang="zh-CN" altLang="en-US" sz="2600" b="1" dirty="0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endParaRPr lang="zh-CN" altLang="en-US" sz="2600" b="1" dirty="0"/>
          </a:p>
        </p:txBody>
      </p:sp>
      <p:sp>
        <p:nvSpPr>
          <p:cNvPr id="110596" name="Rectangle 3"/>
          <p:cNvSpPr>
            <a:spLocks noChangeArrowheads="1"/>
          </p:cNvSpPr>
          <p:nvPr/>
        </p:nvSpPr>
        <p:spPr bwMode="auto">
          <a:xfrm>
            <a:off x="755650" y="2492375"/>
            <a:ext cx="7702550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>
                <a:latin typeface="Times New Roman" panose="02020603050405020304" pitchFamily="18" charset="0"/>
              </a:rPr>
              <a:t>        </a:t>
            </a:r>
            <a:endParaRPr lang="zh-CN" altLang="en-US" sz="3000">
              <a:latin typeface="Verdana" panose="020B0604030504040204" pitchFamily="34" charset="0"/>
            </a:endParaRPr>
          </a:p>
        </p:txBody>
      </p:sp>
      <p:sp>
        <p:nvSpPr>
          <p:cNvPr id="110597" name="Rectangle 4"/>
          <p:cNvSpPr>
            <a:spLocks noChangeArrowheads="1"/>
          </p:cNvSpPr>
          <p:nvPr/>
        </p:nvSpPr>
        <p:spPr bwMode="auto">
          <a:xfrm>
            <a:off x="539749" y="188913"/>
            <a:ext cx="7290605" cy="62071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25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零状态分量的</a:t>
            </a:r>
            <a:r>
              <a:rPr lang="en-US" altLang="zh-CN" sz="25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变换方法</a:t>
            </a:r>
            <a:endParaRPr lang="zh-CN" altLang="en-US" sz="2500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159099" y="1512311"/>
          <a:ext cx="4013579" cy="112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784" name="公式" r:id="rId1" imgW="1612900" imgH="457200" progId="Equation.3">
                  <p:embed/>
                </p:oleObj>
              </mc:Choice>
              <mc:Fallback>
                <p:oleObj name="公式" r:id="rId1" imgW="1612900" imgH="457200" progId="Equation.3">
                  <p:embed/>
                  <p:pic>
                    <p:nvPicPr>
                      <p:cNvPr id="0" name="图片 1607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9099" y="1512311"/>
                        <a:ext cx="4013579" cy="1123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609600" y="881369"/>
            <a:ext cx="2350323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kern="0" dirty="0">
                <a:solidFill>
                  <a:srgbClr val="0000FF"/>
                </a:solidFill>
              </a:rPr>
              <a:t>2)</a:t>
            </a:r>
            <a:r>
              <a:rPr lang="zh-CN" altLang="en-US" kern="0" dirty="0">
                <a:solidFill>
                  <a:srgbClr val="0000FF"/>
                </a:solidFill>
              </a:rPr>
              <a:t>零状态响应</a:t>
            </a:r>
            <a:endParaRPr lang="zh-CN" altLang="en-US" kern="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711"/>
    </mc:Choice>
    <mc:Fallback>
      <p:transition spd="slow" advTm="427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47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47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47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7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7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47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7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7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7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11E3E39-80F6-4DB3-AB74-9C832A3C728D}" type="datetime1">
              <a:rPr lang="zh-CN" altLang="en-US" smtClean="0"/>
            </a:fld>
            <a:endParaRPr lang="zh-CN" altLang="en-US"/>
          </a:p>
        </p:txBody>
      </p:sp>
      <p:sp>
        <p:nvSpPr>
          <p:cNvPr id="111619" name="Rectangle 2"/>
          <p:cNvSpPr>
            <a:spLocks noChangeArrowheads="1"/>
          </p:cNvSpPr>
          <p:nvPr/>
        </p:nvSpPr>
        <p:spPr bwMode="auto">
          <a:xfrm>
            <a:off x="684213" y="260350"/>
            <a:ext cx="7740650" cy="131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 "/>
            </a:pPr>
            <a:r>
              <a:rPr kumimoji="1" lang="zh-CN" altLang="en-US" sz="2000">
                <a:solidFill>
                  <a:srgbClr val="0066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kumimoji="1" lang="en-US" altLang="zh-CN" sz="2000">
                <a:solidFill>
                  <a:srgbClr val="0066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kumimoji="1" lang="zh-CN" altLang="en-US" sz="2000">
                <a:solidFill>
                  <a:srgbClr val="0066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r>
              <a:rPr kumimoji="1" lang="zh-CN" altLang="en-US" sz="200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zh-CN" altLang="en-US" sz="2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某线性时不变系统数学模型如下： </a:t>
            </a:r>
            <a:endParaRPr kumimoji="1" lang="zh-CN" altLang="en-US" sz="200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 "/>
            </a:pPr>
            <a:r>
              <a:rPr kumimoji="1" lang="zh-CN" altLang="en-US" sz="2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                    </a:t>
            </a:r>
            <a:r>
              <a:rPr kumimoji="1" lang="en-US" altLang="zh-CN" sz="2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y(k)-5y(k-1)+6y(k-2)=e(k) </a:t>
            </a:r>
            <a:r>
              <a:rPr kumimoji="1" lang="zh-CN" altLang="en-US" sz="2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 </a:t>
            </a:r>
            <a:endParaRPr kumimoji="1" lang="zh-CN" altLang="en-US" sz="200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 "/>
            </a:pPr>
            <a:r>
              <a:rPr kumimoji="1" lang="zh-CN" altLang="en-US" sz="2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且</a:t>
            </a:r>
            <a:r>
              <a:rPr kumimoji="1" lang="en-US" altLang="zh-CN" sz="2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K&lt;0</a:t>
            </a:r>
            <a:r>
              <a:rPr kumimoji="1" lang="zh-CN" altLang="en-US" sz="2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kumimoji="1" lang="en-US" altLang="zh-CN" sz="2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y(k</a:t>
            </a:r>
            <a:r>
              <a:rPr kumimoji="1" lang="zh-CN" altLang="en-US" sz="2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kumimoji="1" lang="en-US" altLang="zh-CN" sz="2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=0</a:t>
            </a:r>
            <a:r>
              <a:rPr kumimoji="1" lang="zh-CN" altLang="en-US" sz="2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kumimoji="1" lang="en-US" altLang="zh-CN" sz="2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e(k)=4</a:t>
            </a:r>
            <a:r>
              <a:rPr kumimoji="1" lang="en-US" altLang="zh-CN" sz="2000" baseline="30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kumimoji="1" lang="el-GR" altLang="zh-CN" sz="2000">
                <a:solidFill>
                  <a:srgbClr val="800000"/>
                </a:solidFill>
                <a:latin typeface="Times New Roman" panose="02020603050405020304" pitchFamily="18" charset="0"/>
                <a:ea typeface="Arial Unicode MS" panose="020B0604020202020204" charset="-122"/>
                <a:cs typeface="Tahoma" panose="020B0604030504040204" pitchFamily="34" charset="0"/>
                <a:sym typeface="Symbol" panose="05050102010706020507" pitchFamily="18" charset="2"/>
              </a:rPr>
              <a:t>ε</a:t>
            </a:r>
            <a:r>
              <a:rPr kumimoji="1" lang="en-US" altLang="zh-CN" sz="2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(k)</a:t>
            </a:r>
            <a:r>
              <a:rPr kumimoji="1" lang="zh-CN" altLang="en-US" sz="2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。求系统零状态响应</a:t>
            </a:r>
            <a:r>
              <a:rPr kumimoji="1" lang="en-US" altLang="zh-CN" sz="2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y(k)</a:t>
            </a:r>
            <a:r>
              <a:rPr kumimoji="1" lang="zh-CN" altLang="en-US" sz="2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kumimoji="1" lang="zh-CN" altLang="en-US" sz="240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48835" name="Object 3"/>
          <p:cNvGraphicFramePr>
            <a:graphicFrameLocks noChangeAspect="1"/>
          </p:cNvGraphicFramePr>
          <p:nvPr/>
        </p:nvGraphicFramePr>
        <p:xfrm>
          <a:off x="1979613" y="4365625"/>
          <a:ext cx="243363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70" name="Equation" r:id="rId1" imgW="825500" imgH="256540" progId="Equation.3">
                  <p:embed/>
                </p:oleObj>
              </mc:Choice>
              <mc:Fallback>
                <p:oleObj name="Equation" r:id="rId1" imgW="825500" imgH="2565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365625"/>
                        <a:ext cx="2433637" cy="879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6" name="Object 4"/>
          <p:cNvGraphicFramePr>
            <a:graphicFrameLocks noChangeAspect="1"/>
          </p:cNvGraphicFramePr>
          <p:nvPr/>
        </p:nvGraphicFramePr>
        <p:xfrm>
          <a:off x="1844675" y="5681663"/>
          <a:ext cx="51625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71" name="公式" r:id="rId3" imgW="1674495" imgH="120015" progId="Equation.3">
                  <p:embed/>
                </p:oleObj>
              </mc:Choice>
              <mc:Fallback>
                <p:oleObj name="公式" r:id="rId3" imgW="1674495" imgH="12001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675" y="5681663"/>
                        <a:ext cx="5162550" cy="514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37" name="Rectangle 5"/>
          <p:cNvSpPr>
            <a:spLocks noChangeArrowheads="1"/>
          </p:cNvSpPr>
          <p:nvPr/>
        </p:nvSpPr>
        <p:spPr bwMode="auto">
          <a:xfrm>
            <a:off x="1042988" y="1844675"/>
            <a:ext cx="79216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解</a:t>
            </a:r>
            <a:r>
              <a:rPr kumimoji="1" lang="zh-CN" altLang="en-US" sz="2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endParaRPr kumimoji="1" lang="zh-CN" altLang="en-US" sz="200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48838" name="Object 6"/>
          <p:cNvGraphicFramePr>
            <a:graphicFrameLocks noChangeAspect="1"/>
          </p:cNvGraphicFramePr>
          <p:nvPr/>
        </p:nvGraphicFramePr>
        <p:xfrm>
          <a:off x="4716463" y="4437063"/>
          <a:ext cx="28194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72" name="Equation" r:id="rId5" imgW="928370" imgH="243205" progId="Equation.3">
                  <p:embed/>
                </p:oleObj>
              </mc:Choice>
              <mc:Fallback>
                <p:oleObj name="Equation" r:id="rId5" imgW="928370" imgH="24320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4437063"/>
                        <a:ext cx="2819400" cy="857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39" name="Rectangle 7"/>
          <p:cNvSpPr>
            <a:spLocks noChangeArrowheads="1"/>
          </p:cNvSpPr>
          <p:nvPr/>
        </p:nvSpPr>
        <p:spPr bwMode="auto">
          <a:xfrm>
            <a:off x="1692275" y="2565400"/>
            <a:ext cx="5040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Y(z)-5z</a:t>
            </a:r>
            <a:r>
              <a:rPr kumimoji="1" lang="en-US" altLang="zh-CN" sz="2400" baseline="30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-1</a:t>
            </a: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Y(z)+6 z</a:t>
            </a:r>
            <a:r>
              <a:rPr kumimoji="1" lang="en-US" altLang="zh-CN" sz="2400" baseline="30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-2</a:t>
            </a: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Y(z)=E(z)</a:t>
            </a:r>
            <a:endParaRPr kumimoji="1" lang="en-US" altLang="zh-CN" sz="240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48840" name="Object 8"/>
          <p:cNvGraphicFramePr>
            <a:graphicFrameLocks noChangeAspect="1"/>
          </p:cNvGraphicFramePr>
          <p:nvPr/>
        </p:nvGraphicFramePr>
        <p:xfrm>
          <a:off x="1692275" y="3068638"/>
          <a:ext cx="24384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73" name="Equation" r:id="rId7" imgW="914400" imgH="373380" progId="Equation.3">
                  <p:embed/>
                </p:oleObj>
              </mc:Choice>
              <mc:Fallback>
                <p:oleObj name="Equation" r:id="rId7" imgW="914400" imgH="3733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068638"/>
                        <a:ext cx="24384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4548"/>
    </mc:Choice>
    <mc:Fallback>
      <p:transition spd="slow" advTm="1445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8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8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48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8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8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248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500"/>
                                        <p:tgtEl>
                                          <p:spTgt spid="248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7" grpId="0" autoUpdateAnimBg="0"/>
      <p:bldP spid="248839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1456C06-0922-4D63-8496-45B9E92E9EB5}" type="datetime1">
              <a:rPr lang="zh-CN" altLang="en-US" smtClean="0"/>
            </a:fld>
            <a:endParaRPr lang="zh-CN" altLang="en-US"/>
          </a:p>
        </p:txBody>
      </p:sp>
      <p:graphicFrame>
        <p:nvGraphicFramePr>
          <p:cNvPr id="250882" name="Object 2"/>
          <p:cNvGraphicFramePr>
            <a:graphicFrameLocks noChangeAspect="1"/>
          </p:cNvGraphicFramePr>
          <p:nvPr/>
        </p:nvGraphicFramePr>
        <p:xfrm>
          <a:off x="3850005" y="4088130"/>
          <a:ext cx="2383790" cy="1022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02" name="Equation" r:id="rId1" imgW="1612900" imgH="495300" progId="Equation.3">
                  <p:embed/>
                </p:oleObj>
              </mc:Choice>
              <mc:Fallback>
                <p:oleObj name="Equation" r:id="rId1" imgW="1612900" imgH="495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0005" y="4088130"/>
                        <a:ext cx="2383790" cy="1022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3" name="Object 3"/>
          <p:cNvGraphicFramePr>
            <a:graphicFrameLocks noChangeAspect="1"/>
          </p:cNvGraphicFramePr>
          <p:nvPr/>
        </p:nvGraphicFramePr>
        <p:xfrm>
          <a:off x="1590675" y="5419725"/>
          <a:ext cx="5434013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03" name="公式" r:id="rId3" imgW="1893570" imgH="243205" progId="Equation.3">
                  <p:embed/>
                </p:oleObj>
              </mc:Choice>
              <mc:Fallback>
                <p:oleObj name="公式" r:id="rId3" imgW="1893570" imgH="24320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675" y="5419725"/>
                        <a:ext cx="5434013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84" name="Rectangle 4"/>
          <p:cNvSpPr>
            <a:spLocks noChangeArrowheads="1"/>
          </p:cNvSpPr>
          <p:nvPr/>
        </p:nvSpPr>
        <p:spPr bwMode="auto">
          <a:xfrm>
            <a:off x="327025" y="0"/>
            <a:ext cx="1187450" cy="53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4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kumimoji="1" lang="en-US" altLang="zh-CN" sz="24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kumimoji="1" lang="zh-CN" altLang="en-US" sz="24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endParaRPr kumimoji="1" lang="zh-CN" altLang="en-US" sz="240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0885" name="Rectangle 5"/>
          <p:cNvSpPr>
            <a:spLocks noChangeArrowheads="1"/>
          </p:cNvSpPr>
          <p:nvPr/>
        </p:nvSpPr>
        <p:spPr bwMode="auto">
          <a:xfrm>
            <a:off x="900113" y="1196975"/>
            <a:ext cx="86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zh-CN" alt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解：</a:t>
            </a:r>
            <a:endParaRPr kumimoji="1" lang="zh-CN" altLang="en-US" sz="240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50886" name="Object 6"/>
          <p:cNvGraphicFramePr>
            <a:graphicFrameLocks noChangeAspect="1"/>
          </p:cNvGraphicFramePr>
          <p:nvPr/>
        </p:nvGraphicFramePr>
        <p:xfrm>
          <a:off x="1908175" y="1052513"/>
          <a:ext cx="15240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04" name="Equation" r:id="rId5" imgW="572135" imgH="380365" progId="Equation.3">
                  <p:embed/>
                </p:oleObj>
              </mc:Choice>
              <mc:Fallback>
                <p:oleObj name="Equation" r:id="rId5" imgW="572135" imgH="38036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052513"/>
                        <a:ext cx="1524000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7" name="Object 7"/>
          <p:cNvGraphicFramePr>
            <a:graphicFrameLocks noChangeAspect="1"/>
          </p:cNvGraphicFramePr>
          <p:nvPr/>
        </p:nvGraphicFramePr>
        <p:xfrm>
          <a:off x="4356100" y="1773238"/>
          <a:ext cx="75406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05" name="公式" r:id="rId7" imgW="290830" imgH="106045" progId="Equation.3">
                  <p:embed/>
                </p:oleObj>
              </mc:Choice>
              <mc:Fallback>
                <p:oleObj name="公式" r:id="rId7" imgW="290830" imgH="10604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773238"/>
                        <a:ext cx="754063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8" name="Object 8"/>
          <p:cNvGraphicFramePr>
            <a:graphicFrameLocks noChangeAspect="1"/>
          </p:cNvGraphicFramePr>
          <p:nvPr/>
        </p:nvGraphicFramePr>
        <p:xfrm>
          <a:off x="1979613" y="3068638"/>
          <a:ext cx="16541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06" name="公式" r:id="rId9" imgW="736600" imgH="106045" progId="Equation.3">
                  <p:embed/>
                </p:oleObj>
              </mc:Choice>
              <mc:Fallback>
                <p:oleObj name="公式" r:id="rId9" imgW="736600" imgH="10604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068638"/>
                        <a:ext cx="165417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9" name="Object 9"/>
          <p:cNvGraphicFramePr>
            <a:graphicFrameLocks noChangeAspect="1"/>
          </p:cNvGraphicFramePr>
          <p:nvPr/>
        </p:nvGraphicFramePr>
        <p:xfrm>
          <a:off x="3850005" y="2870200"/>
          <a:ext cx="2230120" cy="974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07" name="Equation" r:id="rId11" imgW="1587500" imgH="495300" progId="Equation.3">
                  <p:embed/>
                </p:oleObj>
              </mc:Choice>
              <mc:Fallback>
                <p:oleObj name="Equation" r:id="rId11" imgW="1587500" imgH="495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0005" y="2870200"/>
                        <a:ext cx="2230120" cy="9740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5" name="Object 10"/>
          <p:cNvGraphicFramePr>
            <a:graphicFrameLocks noChangeAspect="1"/>
          </p:cNvGraphicFramePr>
          <p:nvPr/>
        </p:nvGraphicFramePr>
        <p:xfrm>
          <a:off x="1146175" y="0"/>
          <a:ext cx="7997825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08" name="公式" r:id="rId13" imgW="2832100" imgH="243205" progId="Equation.3">
                  <p:embed/>
                </p:oleObj>
              </mc:Choice>
              <mc:Fallback>
                <p:oleObj name="公式" r:id="rId13" imgW="2832100" imgH="24320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175" y="0"/>
                        <a:ext cx="7997825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91" name="Object 11"/>
          <p:cNvGraphicFramePr>
            <a:graphicFrameLocks noChangeAspect="1"/>
          </p:cNvGraphicFramePr>
          <p:nvPr/>
        </p:nvGraphicFramePr>
        <p:xfrm>
          <a:off x="4356100" y="1052513"/>
          <a:ext cx="2201863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09" name="公式" r:id="rId15" imgW="914400" imgH="106045" progId="Equation.3">
                  <p:embed/>
                </p:oleObj>
              </mc:Choice>
              <mc:Fallback>
                <p:oleObj name="公式" r:id="rId15" imgW="914400" imgH="10604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052513"/>
                        <a:ext cx="2201863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92" name="Object 12"/>
          <p:cNvGraphicFramePr>
            <a:graphicFrameLocks noChangeAspect="1"/>
          </p:cNvGraphicFramePr>
          <p:nvPr/>
        </p:nvGraphicFramePr>
        <p:xfrm>
          <a:off x="5292725" y="1557338"/>
          <a:ext cx="1552575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10" name="公式" r:id="rId17" imgW="633730" imgH="243205" progId="Equation.3">
                  <p:embed/>
                </p:oleObj>
              </mc:Choice>
              <mc:Fallback>
                <p:oleObj name="公式" r:id="rId17" imgW="633730" imgH="24320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1557338"/>
                        <a:ext cx="1552575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4017"/>
    </mc:Choice>
    <mc:Fallback>
      <p:transition spd="slow" advTm="1140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08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08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0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0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08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08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250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25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98B234C-8917-4CF0-A694-7024009D3396}" type="datetime1">
              <a:rPr lang="zh-CN" altLang="en-US" smtClean="0"/>
            </a:fld>
            <a:endParaRPr lang="zh-CN" altLang="en-US"/>
          </a:p>
        </p:txBody>
      </p:sp>
      <p:sp>
        <p:nvSpPr>
          <p:cNvPr id="115715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923925" y="904875"/>
            <a:ext cx="4752975" cy="719138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600" b="1" dirty="0"/>
              <a:t>2</a:t>
            </a:r>
            <a:r>
              <a:rPr lang="zh-CN" altLang="en-US" sz="2600" b="1" dirty="0"/>
              <a:t>、系统全响应直接</a:t>
            </a:r>
            <a:r>
              <a:rPr lang="en-US" altLang="zh-CN" sz="2600" b="1" dirty="0"/>
              <a:t>Z</a:t>
            </a:r>
            <a:r>
              <a:rPr lang="zh-CN" altLang="en-US" sz="2600" b="1" dirty="0"/>
              <a:t>变换求法      </a:t>
            </a:r>
            <a:endParaRPr lang="zh-CN" altLang="en-US" sz="2600" b="1" dirty="0"/>
          </a:p>
        </p:txBody>
      </p:sp>
      <p:sp>
        <p:nvSpPr>
          <p:cNvPr id="115716" name="Rectangle 3"/>
          <p:cNvSpPr>
            <a:spLocks noChangeArrowheads="1"/>
          </p:cNvSpPr>
          <p:nvPr/>
        </p:nvSpPr>
        <p:spPr bwMode="auto">
          <a:xfrm>
            <a:off x="765175" y="2482850"/>
            <a:ext cx="7702550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>
                <a:latin typeface="Times New Roman" panose="02020603050405020304" pitchFamily="18" charset="0"/>
              </a:rPr>
              <a:t>        </a:t>
            </a:r>
            <a:endParaRPr lang="zh-CN" altLang="en-US" sz="3000">
              <a:latin typeface="Verdana" panose="020B0604030504040204" pitchFamily="34" charset="0"/>
            </a:endParaRPr>
          </a:p>
        </p:txBody>
      </p:sp>
      <p:graphicFrame>
        <p:nvGraphicFramePr>
          <p:cNvPr id="252932" name="Object 4"/>
          <p:cNvGraphicFramePr>
            <a:graphicFrameLocks noChangeAspect="1"/>
          </p:cNvGraphicFramePr>
          <p:nvPr/>
        </p:nvGraphicFramePr>
        <p:xfrm>
          <a:off x="2232025" y="3716338"/>
          <a:ext cx="5468938" cy="273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85" name="公式" r:id="rId1" imgW="1854200" imgH="939800" progId="Equation.3">
                  <p:embed/>
                </p:oleObj>
              </mc:Choice>
              <mc:Fallback>
                <p:oleObj name="公式" r:id="rId1" imgW="1854200" imgH="93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3716338"/>
                        <a:ext cx="5468938" cy="27384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3" name="Object 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784350" y="1712913"/>
          <a:ext cx="491648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86" name="公式" r:id="rId3" imgW="1663700" imgH="431800" progId="Equation.3">
                  <p:embed/>
                </p:oleObj>
              </mc:Choice>
              <mc:Fallback>
                <p:oleObj name="公式" r:id="rId3" imgW="16637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350" y="1712913"/>
                        <a:ext cx="4916488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9" name="Rectangle 6"/>
          <p:cNvSpPr>
            <a:spLocks noChangeArrowheads="1"/>
          </p:cNvSpPr>
          <p:nvPr/>
        </p:nvSpPr>
        <p:spPr bwMode="auto">
          <a:xfrm>
            <a:off x="446088" y="0"/>
            <a:ext cx="5761037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§8.5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离散时间系统的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变换分析法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2935" name="Rectangle 7"/>
          <p:cNvSpPr>
            <a:spLocks noChangeArrowheads="1"/>
          </p:cNvSpPr>
          <p:nvPr/>
        </p:nvSpPr>
        <p:spPr bwMode="auto">
          <a:xfrm>
            <a:off x="1014413" y="3068638"/>
            <a:ext cx="3843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应用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变换移序特性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得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altLang="zh-CN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19"/>
    </mc:Choice>
    <mc:Fallback>
      <p:transition spd="slow" advTm="74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5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CAFC44-EE5F-4D95-9CD6-E3318BBC94AD}" type="datetime1">
              <a:rPr lang="zh-CN" altLang="en-US" smtClean="0"/>
            </a:fld>
            <a:endParaRPr lang="zh-CN" altLang="en-US"/>
          </a:p>
        </p:txBody>
      </p:sp>
      <p:sp>
        <p:nvSpPr>
          <p:cNvPr id="116739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27088" y="1052513"/>
            <a:ext cx="1728787" cy="790575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600"/>
              <a:t>整理得</a:t>
            </a:r>
            <a:r>
              <a:rPr lang="en-US" altLang="zh-CN" sz="2600"/>
              <a:t>:</a:t>
            </a:r>
            <a:endParaRPr lang="en-US" altLang="zh-CN" sz="2600"/>
          </a:p>
        </p:txBody>
      </p:sp>
      <p:sp>
        <p:nvSpPr>
          <p:cNvPr id="116740" name="Rectangle 3"/>
          <p:cNvSpPr>
            <a:spLocks noChangeArrowheads="1"/>
          </p:cNvSpPr>
          <p:nvPr/>
        </p:nvSpPr>
        <p:spPr bwMode="auto">
          <a:xfrm>
            <a:off x="755650" y="2492375"/>
            <a:ext cx="7702550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 b="0">
                <a:latin typeface="Times New Roman" panose="02020603050405020304" pitchFamily="18" charset="0"/>
              </a:rPr>
              <a:t>        </a:t>
            </a:r>
            <a:endParaRPr lang="zh-CN" altLang="en-US" sz="3000" b="0">
              <a:latin typeface="Verdana" panose="020B0604030504040204" pitchFamily="34" charset="0"/>
            </a:endParaRPr>
          </a:p>
        </p:txBody>
      </p:sp>
      <p:graphicFrame>
        <p:nvGraphicFramePr>
          <p:cNvPr id="253956" name="Object 4"/>
          <p:cNvGraphicFramePr>
            <a:graphicFrameLocks noChangeAspect="1"/>
          </p:cNvGraphicFramePr>
          <p:nvPr/>
        </p:nvGraphicFramePr>
        <p:xfrm>
          <a:off x="1222375" y="1808163"/>
          <a:ext cx="7635875" cy="367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5" name="公式" r:id="rId1" imgW="4127500" imgH="1866900" progId="Equation.3">
                  <p:embed/>
                </p:oleObj>
              </mc:Choice>
              <mc:Fallback>
                <p:oleObj name="公式" r:id="rId1" imgW="4127500" imgH="1866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1808163"/>
                        <a:ext cx="7635875" cy="3675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2" name="Rectangle 5"/>
          <p:cNvSpPr>
            <a:spLocks noChangeArrowheads="1"/>
          </p:cNvSpPr>
          <p:nvPr/>
        </p:nvSpPr>
        <p:spPr bwMode="auto">
          <a:xfrm>
            <a:off x="466725" y="125413"/>
            <a:ext cx="5761038" cy="62071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§8.5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离散时间系统的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变换分析法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156"/>
    </mc:Choice>
    <mc:Fallback>
      <p:transition spd="slow" advTm="201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5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53EFEA2-E4F7-470E-9C8A-C1A7A51F9CC8}" type="datetime1">
              <a:rPr lang="zh-CN" altLang="en-US" smtClean="0"/>
            </a:fld>
            <a:endParaRPr lang="zh-CN" altLang="en-US"/>
          </a:p>
        </p:txBody>
      </p:sp>
      <p:sp>
        <p:nvSpPr>
          <p:cNvPr id="117763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77875" y="1436688"/>
            <a:ext cx="7558088" cy="792162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b="1"/>
              <a:t>      根据给定的初始条件决定采用哪一种方法</a:t>
            </a:r>
            <a:r>
              <a:rPr lang="en-US" altLang="zh-CN" sz="2600" b="1"/>
              <a:t>:</a:t>
            </a:r>
            <a:endParaRPr lang="en-US" altLang="zh-CN" sz="2600" b="1"/>
          </a:p>
        </p:txBody>
      </p:sp>
      <p:sp>
        <p:nvSpPr>
          <p:cNvPr id="117764" name="Rectangle 3"/>
          <p:cNvSpPr>
            <a:spLocks noChangeArrowheads="1"/>
          </p:cNvSpPr>
          <p:nvPr/>
        </p:nvSpPr>
        <p:spPr bwMode="auto">
          <a:xfrm>
            <a:off x="755650" y="2492375"/>
            <a:ext cx="7702550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>
                <a:latin typeface="Times New Roman" panose="02020603050405020304" pitchFamily="18" charset="0"/>
              </a:rPr>
              <a:t>        </a:t>
            </a:r>
            <a:endParaRPr lang="zh-CN" altLang="en-US" sz="3000">
              <a:latin typeface="Verdana" panose="020B0604030504040204" pitchFamily="34" charset="0"/>
            </a:endParaRPr>
          </a:p>
        </p:txBody>
      </p:sp>
      <p:sp>
        <p:nvSpPr>
          <p:cNvPr id="254980" name="Rectangle 4"/>
          <p:cNvSpPr>
            <a:spLocks noChangeArrowheads="1"/>
          </p:cNvSpPr>
          <p:nvPr/>
        </p:nvSpPr>
        <p:spPr bwMode="auto">
          <a:xfrm>
            <a:off x="1835150" y="3879850"/>
            <a:ext cx="4197350" cy="7334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全响应初始条件</a:t>
            </a:r>
            <a:r>
              <a:rPr lang="en-US" altLang="zh-CN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lang="zh-CN" altLang="en-US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方法</a:t>
            </a:r>
            <a:r>
              <a:rPr lang="en-US" altLang="zh-CN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>
              <a:solidFill>
                <a:srgbClr val="99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4981" name="Rectangle 5"/>
          <p:cNvSpPr>
            <a:spLocks noChangeArrowheads="1"/>
          </p:cNvSpPr>
          <p:nvPr/>
        </p:nvSpPr>
        <p:spPr bwMode="auto">
          <a:xfrm>
            <a:off x="1846263" y="2905125"/>
            <a:ext cx="4197350" cy="7334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零输入初始条件</a:t>
            </a:r>
            <a:r>
              <a:rPr lang="en-US" altLang="zh-CN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—</a:t>
            </a:r>
            <a:r>
              <a:rPr lang="zh-CN" altLang="en-US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方法</a:t>
            </a:r>
            <a:r>
              <a:rPr lang="en-US" altLang="zh-CN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>
              <a:solidFill>
                <a:srgbClr val="99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7767" name="Rectangle 6"/>
          <p:cNvSpPr>
            <a:spLocks noChangeArrowheads="1"/>
          </p:cNvSpPr>
          <p:nvPr/>
        </p:nvSpPr>
        <p:spPr bwMode="auto">
          <a:xfrm>
            <a:off x="539750" y="188913"/>
            <a:ext cx="5761038" cy="62071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§8.5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离散时间系统的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变换分析法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584"/>
    </mc:Choice>
    <mc:Fallback>
      <p:transition spd="slow" advTm="195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54981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25498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80" grpId="0"/>
      <p:bldP spid="25498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96ED9F6-0ED2-495D-B8FE-0D3FDB920C5A}" type="datetime1">
              <a:rPr lang="zh-CN" altLang="en-US" smtClean="0"/>
            </a:fld>
            <a:endParaRPr lang="zh-CN" altLang="en-US"/>
          </a:p>
        </p:txBody>
      </p:sp>
      <p:sp>
        <p:nvSpPr>
          <p:cNvPr id="118787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4213" y="1125538"/>
            <a:ext cx="8208962" cy="1295400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600" b="1"/>
              <a:t>例</a:t>
            </a:r>
            <a:r>
              <a:rPr lang="en-US" altLang="zh-CN" sz="2600" b="1"/>
              <a:t>8-13</a:t>
            </a:r>
            <a:r>
              <a:rPr lang="zh-CN" altLang="en-US" sz="2600" b="1"/>
              <a:t>：一个单位阶跃信号激励的系统由以下差分方程描述：</a:t>
            </a:r>
            <a:endParaRPr lang="zh-CN" altLang="en-US" sz="2600" b="1"/>
          </a:p>
        </p:txBody>
      </p:sp>
      <p:sp>
        <p:nvSpPr>
          <p:cNvPr id="118788" name="Rectangle 3"/>
          <p:cNvSpPr>
            <a:spLocks noChangeArrowheads="1"/>
          </p:cNvSpPr>
          <p:nvPr/>
        </p:nvSpPr>
        <p:spPr bwMode="auto">
          <a:xfrm>
            <a:off x="755650" y="2492375"/>
            <a:ext cx="7702550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>
                <a:latin typeface="Times New Roman" panose="02020603050405020304" pitchFamily="18" charset="0"/>
              </a:rPr>
              <a:t>        </a:t>
            </a:r>
            <a:endParaRPr lang="zh-CN" altLang="en-US" sz="3000">
              <a:latin typeface="Verdana" panose="020B0604030504040204" pitchFamily="34" charset="0"/>
            </a:endParaRPr>
          </a:p>
        </p:txBody>
      </p:sp>
      <p:graphicFrame>
        <p:nvGraphicFramePr>
          <p:cNvPr id="118789" name="Object 4"/>
          <p:cNvGraphicFramePr>
            <a:graphicFrameLocks noChangeAspect="1"/>
          </p:cNvGraphicFramePr>
          <p:nvPr/>
        </p:nvGraphicFramePr>
        <p:xfrm>
          <a:off x="1116013" y="2636838"/>
          <a:ext cx="6697662" cy="274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23" name="公式" r:id="rId1" imgW="2692400" imgH="1117600" progId="Equation.3">
                  <p:embed/>
                </p:oleObj>
              </mc:Choice>
              <mc:Fallback>
                <p:oleObj name="公式" r:id="rId1" imgW="2692400" imgH="1117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636838"/>
                        <a:ext cx="6697662" cy="274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0" name="Rectangle 5"/>
          <p:cNvSpPr>
            <a:spLocks noChangeArrowheads="1"/>
          </p:cNvSpPr>
          <p:nvPr/>
        </p:nvSpPr>
        <p:spPr bwMode="auto">
          <a:xfrm>
            <a:off x="539750" y="188913"/>
            <a:ext cx="5761038" cy="62071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§8.5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离散时间系统的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变换分析法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842"/>
    </mc:Choice>
    <mc:Fallback>
      <p:transition spd="slow" advTm="24842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8C0EC05-E53C-4AE6-A802-E8CF46BADA2C}" type="datetime1">
              <a:rPr lang="zh-CN" altLang="en-US" smtClean="0"/>
            </a:fld>
            <a:endParaRPr lang="zh-CN" altLang="en-US"/>
          </a:p>
        </p:txBody>
      </p:sp>
      <p:sp>
        <p:nvSpPr>
          <p:cNvPr id="119811" name="Rectangle 2"/>
          <p:cNvSpPr>
            <a:spLocks noChangeArrowheads="1"/>
          </p:cNvSpPr>
          <p:nvPr/>
        </p:nvSpPr>
        <p:spPr bwMode="auto">
          <a:xfrm>
            <a:off x="755650" y="2492375"/>
            <a:ext cx="7702550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 b="0">
                <a:latin typeface="Times New Roman" panose="02020603050405020304" pitchFamily="18" charset="0"/>
              </a:rPr>
              <a:t>        </a:t>
            </a:r>
            <a:endParaRPr lang="zh-CN" altLang="en-US" sz="3000" b="0">
              <a:latin typeface="Verdana" panose="020B0604030504040204" pitchFamily="34" charset="0"/>
            </a:endParaRPr>
          </a:p>
        </p:txBody>
      </p:sp>
      <p:graphicFrame>
        <p:nvGraphicFramePr>
          <p:cNvPr id="257027" name="Object 3"/>
          <p:cNvGraphicFramePr>
            <a:graphicFrameLocks noChangeAspect="1"/>
          </p:cNvGraphicFramePr>
          <p:nvPr/>
        </p:nvGraphicFramePr>
        <p:xfrm>
          <a:off x="600710" y="1359535"/>
          <a:ext cx="8429625" cy="962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0" name="公式" r:id="rId1" imgW="4063365" imgH="457200" progId="Equation.3">
                  <p:embed/>
                </p:oleObj>
              </mc:Choice>
              <mc:Fallback>
                <p:oleObj name="公式" r:id="rId1" imgW="4063365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" y="1359535"/>
                        <a:ext cx="8429625" cy="962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3" name="Rectangle 4"/>
          <p:cNvSpPr>
            <a:spLocks noChangeArrowheads="1"/>
          </p:cNvSpPr>
          <p:nvPr/>
        </p:nvSpPr>
        <p:spPr bwMode="auto">
          <a:xfrm>
            <a:off x="468313" y="0"/>
            <a:ext cx="5761037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§8.5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离散时间系统的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变换分析法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7029" name="Object 5"/>
          <p:cNvGraphicFramePr>
            <a:graphicFrameLocks noChangeAspect="1"/>
          </p:cNvGraphicFramePr>
          <p:nvPr/>
        </p:nvGraphicFramePr>
        <p:xfrm>
          <a:off x="1623060" y="3060700"/>
          <a:ext cx="4893945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1" name="公式" r:id="rId3" imgW="2209800" imgH="660400" progId="Equation.3">
                  <p:embed/>
                </p:oleObj>
              </mc:Choice>
              <mc:Fallback>
                <p:oleObj name="公式" r:id="rId3" imgW="2209800" imgH="660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3060" y="3060700"/>
                        <a:ext cx="4893945" cy="139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0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474788" y="2492058"/>
          <a:ext cx="3744912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2" name="公式" r:id="rId5" imgW="1701800" imgH="228600" progId="Equation.3">
                  <p:embed/>
                </p:oleObj>
              </mc:Choice>
              <mc:Fallback>
                <p:oleObj name="公式" r:id="rId5" imgW="17018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788" y="2492058"/>
                        <a:ext cx="3744912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1" name="Object 7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165225" y="4636135"/>
          <a:ext cx="660558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3" name="公式" r:id="rId7" imgW="91744800" imgH="9753600" progId="Equation.3">
                  <p:embed/>
                </p:oleObj>
              </mc:Choice>
              <mc:Fallback>
                <p:oleObj name="公式" r:id="rId7" imgW="91744800" imgH="9753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5225" y="4636135"/>
                        <a:ext cx="6605588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2" name="Object 8"/>
          <p:cNvGraphicFramePr>
            <a:graphicFrameLocks noChangeAspect="1"/>
          </p:cNvGraphicFramePr>
          <p:nvPr/>
        </p:nvGraphicFramePr>
        <p:xfrm>
          <a:off x="1589088" y="5756275"/>
          <a:ext cx="8651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4" name="公式" r:id="rId9" imgW="444500" imgH="203200" progId="Equation.3">
                  <p:embed/>
                </p:oleObj>
              </mc:Choice>
              <mc:Fallback>
                <p:oleObj name="公式" r:id="rId9" imgW="444500" imgH="203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088" y="5756275"/>
                        <a:ext cx="86518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3" name="Object 9"/>
          <p:cNvGraphicFramePr>
            <a:graphicFrameLocks noChangeAspect="1"/>
          </p:cNvGraphicFramePr>
          <p:nvPr/>
        </p:nvGraphicFramePr>
        <p:xfrm>
          <a:off x="2627313" y="5746750"/>
          <a:ext cx="259238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5" name="公式" r:id="rId11" imgW="1333500" imgH="228600" progId="Equation.3">
                  <p:embed/>
                </p:oleObj>
              </mc:Choice>
              <mc:Fallback>
                <p:oleObj name="公式" r:id="rId11" imgW="13335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746750"/>
                        <a:ext cx="2592387" cy="4429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9" name="Object 10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900113" y="765175"/>
          <a:ext cx="561657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6" name="公式" r:id="rId13" imgW="2692400" imgH="203200" progId="Equation.3">
                  <p:embed/>
                </p:oleObj>
              </mc:Choice>
              <mc:Fallback>
                <p:oleObj name="公式" r:id="rId13" imgW="2692400" imgH="203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765175"/>
                        <a:ext cx="5616575" cy="4238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5" name="Object 11"/>
          <p:cNvGraphicFramePr>
            <a:graphicFrameLocks noChangeAspect="1"/>
          </p:cNvGraphicFramePr>
          <p:nvPr/>
        </p:nvGraphicFramePr>
        <p:xfrm>
          <a:off x="1600200" y="5746750"/>
          <a:ext cx="8651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7" name="公式" r:id="rId15" imgW="444500" imgH="203200" progId="Equation.3">
                  <p:embed/>
                </p:oleObj>
              </mc:Choice>
              <mc:Fallback>
                <p:oleObj name="公式" r:id="rId15" imgW="444500" imgH="203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746750"/>
                        <a:ext cx="865188" cy="3937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6" name="Object 12"/>
          <p:cNvGraphicFramePr>
            <a:graphicFrameLocks noChangeAspect="1"/>
          </p:cNvGraphicFramePr>
          <p:nvPr/>
        </p:nvGraphicFramePr>
        <p:xfrm>
          <a:off x="2638425" y="5737225"/>
          <a:ext cx="25923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8" name="公式" r:id="rId16" imgW="1333500" imgH="228600" progId="Equation.3">
                  <p:embed/>
                </p:oleObj>
              </mc:Choice>
              <mc:Fallback>
                <p:oleObj name="公式" r:id="rId16" imgW="133350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425" y="5737225"/>
                        <a:ext cx="2592388" cy="4429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9720"/>
    </mc:Choice>
    <mc:Fallback>
      <p:transition spd="slow" advTm="1197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57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7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7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57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5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7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7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57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7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57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7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70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70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7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57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7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57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57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57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57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D92F013-6A78-403D-8BD4-38AA8F226AFB}" type="datetime1">
              <a:rPr lang="zh-CN" altLang="en-US" smtClean="0"/>
            </a:fld>
            <a:endParaRPr lang="zh-CN" altLang="en-US"/>
          </a:p>
        </p:txBody>
      </p:sp>
      <p:sp>
        <p:nvSpPr>
          <p:cNvPr id="120835" name="Rectangle 2"/>
          <p:cNvSpPr>
            <a:spLocks noChangeArrowheads="1"/>
          </p:cNvSpPr>
          <p:nvPr/>
        </p:nvSpPr>
        <p:spPr bwMode="auto">
          <a:xfrm>
            <a:off x="755650" y="2492375"/>
            <a:ext cx="7702550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 b="0">
                <a:latin typeface="Times New Roman" panose="02020603050405020304" pitchFamily="18" charset="0"/>
              </a:rPr>
              <a:t>        </a:t>
            </a:r>
            <a:endParaRPr lang="zh-CN" altLang="en-US" sz="3000" b="0">
              <a:latin typeface="Verdana" panose="020B0604030504040204" pitchFamily="34" charset="0"/>
            </a:endParaRPr>
          </a:p>
        </p:txBody>
      </p:sp>
      <p:sp>
        <p:nvSpPr>
          <p:cNvPr id="120836" name="Rectangle 4"/>
          <p:cNvSpPr>
            <a:spLocks noChangeArrowheads="1"/>
          </p:cNvSpPr>
          <p:nvPr/>
        </p:nvSpPr>
        <p:spPr bwMode="auto">
          <a:xfrm>
            <a:off x="457200" y="0"/>
            <a:ext cx="5761038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§8.5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离散时间系统的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变换分析法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58053" name="Object 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077595" y="3421380"/>
          <a:ext cx="7724775" cy="2845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04" name="公式" r:id="rId1" imgW="3187700" imgH="1168400" progId="Equation.3">
                  <p:embed/>
                </p:oleObj>
              </mc:Choice>
              <mc:Fallback>
                <p:oleObj name="公式" r:id="rId1" imgW="3187700" imgH="116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595" y="3421380"/>
                        <a:ext cx="7724775" cy="284543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8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827088" y="1052513"/>
          <a:ext cx="55451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05" name="公式" r:id="rId3" imgW="2692400" imgH="203200" progId="Equation.3">
                  <p:embed/>
                </p:oleObj>
              </mc:Choice>
              <mc:Fallback>
                <p:oleObj name="公式" r:id="rId3" imgW="2692400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052513"/>
                        <a:ext cx="5545137" cy="419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5313" y="1685260"/>
            <a:ext cx="8758687" cy="1736373"/>
          </a:xfrm>
          <a:prstGeom prst="rect">
            <a:avLst/>
          </a:prstGeom>
          <a:blipFill>
            <a:blip r:embed="rId5"/>
            <a:stretch>
              <a:fillRect l="-905" t="-5263" r="-974" b="-702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6039"/>
    </mc:Choice>
    <mc:Fallback>
      <p:transition spd="slow" advTm="1560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87ADDED-A4FD-49C4-BC19-F85E79D1AEAC}" type="datetime1">
              <a:rPr lang="zh-CN" altLang="en-US" smtClean="0"/>
            </a:fld>
            <a:endParaRPr lang="zh-CN" altLang="en-US"/>
          </a:p>
        </p:txBody>
      </p:sp>
      <p:graphicFrame>
        <p:nvGraphicFramePr>
          <p:cNvPr id="121859" name="Object 2"/>
          <p:cNvGraphicFramePr>
            <a:graphicFrameLocks noChangeAspect="1"/>
          </p:cNvGraphicFramePr>
          <p:nvPr/>
        </p:nvGraphicFramePr>
        <p:xfrm>
          <a:off x="5567680" y="2133600"/>
          <a:ext cx="3576320" cy="2442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23" name="位图图像" r:id="rId1" imgW="3924300" imgH="2486025" progId="Paint.Picture">
                  <p:embed/>
                </p:oleObj>
              </mc:Choice>
              <mc:Fallback>
                <p:oleObj name="位图图像" r:id="rId1" imgW="3924300" imgH="2486025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7680" y="2133600"/>
                        <a:ext cx="3576320" cy="24422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5" name="Object 3"/>
          <p:cNvGraphicFramePr>
            <a:graphicFrameLocks noChangeAspect="1"/>
          </p:cNvGraphicFramePr>
          <p:nvPr/>
        </p:nvGraphicFramePr>
        <p:xfrm>
          <a:off x="125413" y="2443163"/>
          <a:ext cx="5021262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24" name="公式" r:id="rId3" imgW="2781300" imgH="215900" progId="Equation.3">
                  <p:embed/>
                </p:oleObj>
              </mc:Choice>
              <mc:Fallback>
                <p:oleObj name="公式" r:id="rId3" imgW="2781300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3" y="2443163"/>
                        <a:ext cx="5021262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6" name="Object 4"/>
          <p:cNvGraphicFramePr>
            <a:graphicFrameLocks noChangeAspect="1"/>
          </p:cNvGraphicFramePr>
          <p:nvPr/>
        </p:nvGraphicFramePr>
        <p:xfrm>
          <a:off x="639763" y="3141663"/>
          <a:ext cx="50831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25" name="公式" r:id="rId5" imgW="2590800" imgH="215900" progId="Equation.3">
                  <p:embed/>
                </p:oleObj>
              </mc:Choice>
              <mc:Fallback>
                <p:oleObj name="公式" r:id="rId5" imgW="25908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63" y="3141663"/>
                        <a:ext cx="508317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77" name="Text Box 5"/>
          <p:cNvSpPr txBox="1">
            <a:spLocks noChangeArrowheads="1"/>
          </p:cNvSpPr>
          <p:nvPr/>
        </p:nvSpPr>
        <p:spPr bwMode="auto">
          <a:xfrm>
            <a:off x="385851" y="165735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endParaRPr kumimoji="1" lang="zh-CN" altLang="en-US" sz="24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9078" name="Text Box 6"/>
          <p:cNvSpPr txBox="1">
            <a:spLocks noChangeArrowheads="1"/>
          </p:cNvSpPr>
          <p:nvPr/>
        </p:nvSpPr>
        <p:spPr bwMode="auto">
          <a:xfrm>
            <a:off x="574675" y="188913"/>
            <a:ext cx="838993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        已知系统框图，列出系统的差分方程；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求输入</a:t>
            </a:r>
            <a:r>
              <a:rPr kumimoji="1" lang="en-US" altLang="zh-CN" sz="2400">
                <a:solidFill>
                  <a:srgbClr val="99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e(k)=(-2)</a:t>
            </a:r>
            <a:r>
              <a:rPr kumimoji="1" lang="en-US" altLang="zh-CN" sz="2400" baseline="30000">
                <a:solidFill>
                  <a:srgbClr val="99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l-GR" altLang="zh-CN" sz="2400">
                <a:solidFill>
                  <a:srgbClr val="99330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ε</a:t>
            </a:r>
            <a:r>
              <a:rPr kumimoji="1" lang="en-US" altLang="zh-CN" sz="2400">
                <a:solidFill>
                  <a:srgbClr val="99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(k)</a:t>
            </a:r>
            <a:r>
              <a:rPr kumimoji="1" lang="zh-CN" altLang="en-US" sz="2400">
                <a:solidFill>
                  <a:srgbClr val="99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y(0)=y(1)=0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时</a:t>
            </a: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系统全响应</a:t>
            </a:r>
            <a:r>
              <a:rPr kumimoji="1" lang="en-US" altLang="zh-CN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y(k)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。 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9079" name="Rectangle 7"/>
          <p:cNvSpPr>
            <a:spLocks noChangeArrowheads="1"/>
          </p:cNvSpPr>
          <p:nvPr/>
        </p:nvSpPr>
        <p:spPr bwMode="auto">
          <a:xfrm>
            <a:off x="827088" y="1674310"/>
            <a:ext cx="568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由系统框图，列出系统的差分方程：</a:t>
            </a:r>
            <a:endParaRPr kumimoji="1"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9080" name="Rectangle 8"/>
          <p:cNvSpPr>
            <a:spLocks noChangeArrowheads="1"/>
          </p:cNvSpPr>
          <p:nvPr/>
        </p:nvSpPr>
        <p:spPr bwMode="auto">
          <a:xfrm>
            <a:off x="827088" y="3789363"/>
            <a:ext cx="4841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）零状态：</a:t>
            </a:r>
            <a:r>
              <a:rPr kumimoji="1"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e(k)=(-2)</a:t>
            </a:r>
            <a:r>
              <a:rPr kumimoji="1" lang="en-US" altLang="zh-CN" sz="2400" baseline="3000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l-GR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ε</a:t>
            </a:r>
            <a:r>
              <a: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(k):</a:t>
            </a:r>
            <a:endParaRPr kumimoji="1"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59081" name="Object 9"/>
          <p:cNvGraphicFramePr>
            <a:graphicFrameLocks noChangeAspect="1"/>
          </p:cNvGraphicFramePr>
          <p:nvPr/>
        </p:nvGraphicFramePr>
        <p:xfrm>
          <a:off x="1021080" y="4079875"/>
          <a:ext cx="2752090" cy="1203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26" name="公式" r:id="rId7" imgW="1459865" imgH="571500" progId="Equation.3">
                  <p:embed/>
                </p:oleObj>
              </mc:Choice>
              <mc:Fallback>
                <p:oleObj name="公式" r:id="rId7" imgW="1459865" imgH="571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1080" y="4079875"/>
                        <a:ext cx="2752090" cy="1203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2" name="Object 10"/>
          <p:cNvGraphicFramePr>
            <a:graphicFrameLocks noChangeAspect="1"/>
          </p:cNvGraphicFramePr>
          <p:nvPr/>
        </p:nvGraphicFramePr>
        <p:xfrm>
          <a:off x="3838575" y="4400233"/>
          <a:ext cx="3896995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27" name="Equation" r:id="rId9" imgW="1930400" imgH="457200" progId="Equation.3">
                  <p:embed/>
                </p:oleObj>
              </mc:Choice>
              <mc:Fallback>
                <p:oleObj name="Equation" r:id="rId9" imgW="193040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8575" y="4400233"/>
                        <a:ext cx="3896995" cy="10636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3" name="Object 11"/>
          <p:cNvGraphicFramePr>
            <a:graphicFrameLocks noChangeAspect="1"/>
          </p:cNvGraphicFramePr>
          <p:nvPr/>
        </p:nvGraphicFramePr>
        <p:xfrm>
          <a:off x="1020763" y="5737543"/>
          <a:ext cx="345598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28" name="公式" r:id="rId11" imgW="1147445" imgH="140335" progId="Equation.3">
                  <p:embed/>
                </p:oleObj>
              </mc:Choice>
              <mc:Fallback>
                <p:oleObj name="公式" r:id="rId11" imgW="1147445" imgH="14033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763" y="5737543"/>
                        <a:ext cx="3455987" cy="5270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85" name="AutoShape 13"/>
          <p:cNvSpPr>
            <a:spLocks noChangeArrowheads="1"/>
          </p:cNvSpPr>
          <p:nvPr/>
        </p:nvSpPr>
        <p:spPr bwMode="auto">
          <a:xfrm>
            <a:off x="7142163" y="0"/>
            <a:ext cx="1657350" cy="431800"/>
          </a:xfrm>
          <a:prstGeom prst="wedgeRectCallout">
            <a:avLst>
              <a:gd name="adj1" fmla="val -148468"/>
              <a:gd name="adj2" fmla="val 19485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r>
              <a:rPr kumimoji="1" lang="zh-CN" altLang="en-US" sz="2400">
                <a:solidFill>
                  <a:srgbClr val="FF33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初始值</a:t>
            </a:r>
            <a:endParaRPr kumimoji="1" lang="zh-CN" altLang="en-US" sz="2400">
              <a:solidFill>
                <a:srgbClr val="FF33CC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5040"/>
    </mc:Choice>
    <mc:Fallback>
      <p:transition spd="slow" advTm="2350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9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9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9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9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9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9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9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9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9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259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9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9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7" grpId="0" autoUpdateAnimBg="0"/>
      <p:bldP spid="259078" grpId="0" autoUpdateAnimBg="0" build="p"/>
      <p:bldP spid="259079" grpId="0" autoUpdateAnimBg="0"/>
      <p:bldP spid="259080" grpId="0" autoUpdateAnimBg="0"/>
      <p:bldP spid="25908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DF37229-7215-4A2E-BDE4-B6FA96A35479}" type="datetime1">
              <a:rPr lang="zh-CN" altLang="en-US" smtClean="0"/>
            </a:fld>
            <a:endParaRPr lang="zh-CN" altLang="en-US"/>
          </a:p>
        </p:txBody>
      </p:sp>
      <p:graphicFrame>
        <p:nvGraphicFramePr>
          <p:cNvPr id="261122" name="Object 2"/>
          <p:cNvGraphicFramePr>
            <a:graphicFrameLocks noChangeAspect="1"/>
          </p:cNvGraphicFramePr>
          <p:nvPr/>
        </p:nvGraphicFramePr>
        <p:xfrm>
          <a:off x="2051050" y="5743575"/>
          <a:ext cx="58864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16" name="公式" r:id="rId1" imgW="1708785" imgH="133350" progId="Equation.3">
                  <p:embed/>
                </p:oleObj>
              </mc:Choice>
              <mc:Fallback>
                <p:oleObj name="公式" r:id="rId1" imgW="1708785" imgH="13335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743575"/>
                        <a:ext cx="58864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3" name="Object 3"/>
          <p:cNvGraphicFramePr>
            <a:graphicFrameLocks noChangeAspect="1"/>
          </p:cNvGraphicFramePr>
          <p:nvPr/>
        </p:nvGraphicFramePr>
        <p:xfrm>
          <a:off x="1423988" y="4938713"/>
          <a:ext cx="26924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17" name="公式" r:id="rId3" imgW="914400" imgH="120015" progId="Equation.3">
                  <p:embed/>
                </p:oleObj>
              </mc:Choice>
              <mc:Fallback>
                <p:oleObj name="公式" r:id="rId3" imgW="914400" imgH="1200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8" y="4938713"/>
                        <a:ext cx="26924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09" name="Rectangle 4"/>
          <p:cNvSpPr>
            <a:spLocks noChangeArrowheads="1"/>
          </p:cNvSpPr>
          <p:nvPr/>
        </p:nvSpPr>
        <p:spPr bwMode="auto">
          <a:xfrm>
            <a:off x="755650" y="260350"/>
            <a:ext cx="2087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40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）零输入：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61125" name="Object 5"/>
          <p:cNvGraphicFramePr>
            <a:graphicFrameLocks noChangeAspect="1"/>
          </p:cNvGraphicFramePr>
          <p:nvPr/>
        </p:nvGraphicFramePr>
        <p:xfrm>
          <a:off x="2627313" y="836613"/>
          <a:ext cx="39846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18" name="公式" r:id="rId5" imgW="1147445" imgH="140335" progId="Equation.3">
                  <p:embed/>
                </p:oleObj>
              </mc:Choice>
              <mc:Fallback>
                <p:oleObj name="公式" r:id="rId5" imgW="1147445" imgH="14033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836613"/>
                        <a:ext cx="398462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6" name="Object 6"/>
          <p:cNvGraphicFramePr>
            <a:graphicFrameLocks noChangeAspect="1"/>
          </p:cNvGraphicFramePr>
          <p:nvPr/>
        </p:nvGraphicFramePr>
        <p:xfrm>
          <a:off x="4313238" y="2841625"/>
          <a:ext cx="35877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19" name="公式" r:id="rId7" imgW="1024255" imgH="140335" progId="Equation.3">
                  <p:embed/>
                </p:oleObj>
              </mc:Choice>
              <mc:Fallback>
                <p:oleObj name="公式" r:id="rId7" imgW="1024255" imgH="14033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3238" y="2841625"/>
                        <a:ext cx="358775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27" name="Rectangle 7"/>
          <p:cNvSpPr>
            <a:spLocks noChangeArrowheads="1"/>
          </p:cNvSpPr>
          <p:nvPr/>
        </p:nvSpPr>
        <p:spPr bwMode="auto">
          <a:xfrm>
            <a:off x="755650" y="4095750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2400">
                <a:solidFill>
                  <a:srgbClr val="FF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）全响应：</a:t>
            </a:r>
            <a:endParaRPr kumimoji="1" lang="zh-CN" altLang="en-US" sz="2400">
              <a:solidFill>
                <a:srgbClr val="FF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61128" name="Object 8"/>
          <p:cNvGraphicFramePr>
            <a:graphicFrameLocks noChangeAspect="1"/>
          </p:cNvGraphicFramePr>
          <p:nvPr/>
        </p:nvGraphicFramePr>
        <p:xfrm>
          <a:off x="4222750" y="4919663"/>
          <a:ext cx="20574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20" name="公式" r:id="rId9" imgW="742950" imgH="133350" progId="Equation.3">
                  <p:embed/>
                </p:oleObj>
              </mc:Choice>
              <mc:Fallback>
                <p:oleObj name="公式" r:id="rId9" imgW="742950" imgH="13335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19663"/>
                        <a:ext cx="205740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9" name="Object 9"/>
          <p:cNvGraphicFramePr>
            <a:graphicFrameLocks noChangeAspect="1"/>
          </p:cNvGraphicFramePr>
          <p:nvPr/>
        </p:nvGraphicFramePr>
        <p:xfrm>
          <a:off x="6372225" y="4941888"/>
          <a:ext cx="22066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21" name="公式" r:id="rId11" imgW="770255" imgH="133350" progId="Equation.3">
                  <p:embed/>
                </p:oleObj>
              </mc:Choice>
              <mc:Fallback>
                <p:oleObj name="公式" r:id="rId11" imgW="770255" imgH="13335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941888"/>
                        <a:ext cx="22066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0" name="Object 10"/>
          <p:cNvGraphicFramePr>
            <a:graphicFrameLocks noChangeAspect="1"/>
          </p:cNvGraphicFramePr>
          <p:nvPr/>
        </p:nvGraphicFramePr>
        <p:xfrm>
          <a:off x="3043238" y="260350"/>
          <a:ext cx="38163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22" name="公式" r:id="rId13" imgW="1803400" imgH="215900" progId="Equation.3">
                  <p:embed/>
                </p:oleObj>
              </mc:Choice>
              <mc:Fallback>
                <p:oleObj name="公式" r:id="rId13" imgW="1803400" imgH="215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3238" y="260350"/>
                        <a:ext cx="38163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1" name="Object 11"/>
          <p:cNvGraphicFramePr>
            <a:graphicFrameLocks noChangeAspect="1"/>
          </p:cNvGraphicFramePr>
          <p:nvPr/>
        </p:nvGraphicFramePr>
        <p:xfrm>
          <a:off x="1042988" y="2060575"/>
          <a:ext cx="345598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23" name="公式" r:id="rId15" imgW="1147445" imgH="140335" progId="Equation.3">
                  <p:embed/>
                </p:oleObj>
              </mc:Choice>
              <mc:Fallback>
                <p:oleObj name="公式" r:id="rId15" imgW="1147445" imgH="14033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060575"/>
                        <a:ext cx="3455987" cy="527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2" name="Object 12"/>
          <p:cNvGraphicFramePr>
            <a:graphicFrameLocks noChangeAspect="1"/>
          </p:cNvGraphicFramePr>
          <p:nvPr/>
        </p:nvGraphicFramePr>
        <p:xfrm>
          <a:off x="1042988" y="1412875"/>
          <a:ext cx="19685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24" name="公式" r:id="rId17" imgW="633730" imgH="106045" progId="Equation.3">
                  <p:embed/>
                </p:oleObj>
              </mc:Choice>
              <mc:Fallback>
                <p:oleObj name="公式" r:id="rId17" imgW="633730" imgH="10604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412875"/>
                        <a:ext cx="1968500" cy="4222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3" name="Object 13"/>
          <p:cNvGraphicFramePr>
            <a:graphicFrameLocks noChangeAspect="1"/>
          </p:cNvGraphicFramePr>
          <p:nvPr/>
        </p:nvGraphicFramePr>
        <p:xfrm>
          <a:off x="4932363" y="2060575"/>
          <a:ext cx="27400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25" name="公式" r:id="rId19" imgW="900430" imgH="120015" progId="Equation.3">
                  <p:embed/>
                </p:oleObj>
              </mc:Choice>
              <mc:Fallback>
                <p:oleObj name="公式" r:id="rId19" imgW="900430" imgH="12001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060575"/>
                        <a:ext cx="2740025" cy="476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4" name="Object 14"/>
          <p:cNvGraphicFramePr>
            <a:graphicFrameLocks noChangeAspect="1"/>
          </p:cNvGraphicFramePr>
          <p:nvPr/>
        </p:nvGraphicFramePr>
        <p:xfrm>
          <a:off x="1187450" y="2924175"/>
          <a:ext cx="27400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26" name="公式" r:id="rId21" imgW="900430" imgH="120015" progId="Equation.3">
                  <p:embed/>
                </p:oleObj>
              </mc:Choice>
              <mc:Fallback>
                <p:oleObj name="公式" r:id="rId21" imgW="900430" imgH="12001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924175"/>
                        <a:ext cx="2740025" cy="476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874"/>
    </mc:Choice>
    <mc:Fallback>
      <p:transition spd="slow" advTm="1018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1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1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1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1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1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1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1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1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1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1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61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6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61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61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6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1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1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7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748CC80-EC0F-4F35-A4A6-5CE73C80EE95}" type="datetime1">
              <a:rPr lang="zh-CN" altLang="en-US" smtClean="0"/>
            </a:fld>
            <a:endParaRPr lang="zh-CN" altLang="en-US"/>
          </a:p>
        </p:txBody>
      </p:sp>
      <p:graphicFrame>
        <p:nvGraphicFramePr>
          <p:cNvPr id="263170" name="Object 2"/>
          <p:cNvGraphicFramePr>
            <a:graphicFrameLocks noChangeAspect="1"/>
          </p:cNvGraphicFramePr>
          <p:nvPr/>
        </p:nvGraphicFramePr>
        <p:xfrm>
          <a:off x="827088" y="1844675"/>
          <a:ext cx="79359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78" name="公式" r:id="rId1" imgW="4432300" imgH="228600" progId="Equation.3">
                  <p:embed/>
                </p:oleObj>
              </mc:Choice>
              <mc:Fallback>
                <p:oleObj name="公式" r:id="rId1" imgW="44323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844675"/>
                        <a:ext cx="79359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1" name="Object 3"/>
          <p:cNvGraphicFramePr>
            <a:graphicFrameLocks noChangeAspect="1"/>
          </p:cNvGraphicFramePr>
          <p:nvPr/>
        </p:nvGraphicFramePr>
        <p:xfrm>
          <a:off x="1360488" y="4779963"/>
          <a:ext cx="40370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79" name="公式" r:id="rId3" imgW="2997200" imgH="558800" progId="Equation.3">
                  <p:embed/>
                </p:oleObj>
              </mc:Choice>
              <mc:Fallback>
                <p:oleObj name="公式" r:id="rId3" imgW="2997200" imgH="558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488" y="4779963"/>
                        <a:ext cx="40370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2" name="Object 4"/>
          <p:cNvGraphicFramePr>
            <a:graphicFrameLocks noChangeAspect="1"/>
          </p:cNvGraphicFramePr>
          <p:nvPr/>
        </p:nvGraphicFramePr>
        <p:xfrm>
          <a:off x="1331913" y="1052513"/>
          <a:ext cx="53006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80" name="公式" r:id="rId5" imgW="2590800" imgH="215900" progId="Equation.3">
                  <p:embed/>
                </p:oleObj>
              </mc:Choice>
              <mc:Fallback>
                <p:oleObj name="公式" r:id="rId5" imgW="25908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052513"/>
                        <a:ext cx="530066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3" name="Object 5"/>
          <p:cNvGraphicFramePr>
            <a:graphicFrameLocks noChangeAspect="1"/>
          </p:cNvGraphicFramePr>
          <p:nvPr/>
        </p:nvGraphicFramePr>
        <p:xfrm>
          <a:off x="900113" y="2781300"/>
          <a:ext cx="76390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81" name="Document" r:id="rId7" imgW="5092700" imgH="533400" progId="Word.Document.8">
                  <p:embed/>
                </p:oleObj>
              </mc:Choice>
              <mc:Fallback>
                <p:oleObj name="Document" r:id="rId7" imgW="5092700" imgH="5334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781300"/>
                        <a:ext cx="763905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4" name="Object 6"/>
          <p:cNvGraphicFramePr>
            <a:graphicFrameLocks noChangeAspect="1"/>
          </p:cNvGraphicFramePr>
          <p:nvPr/>
        </p:nvGraphicFramePr>
        <p:xfrm>
          <a:off x="1042988" y="3644900"/>
          <a:ext cx="4027487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82" name="Equation" r:id="rId9" imgW="1722755" imgH="373380" progId="Equation.3">
                  <p:embed/>
                </p:oleObj>
              </mc:Choice>
              <mc:Fallback>
                <p:oleObj name="Equation" r:id="rId9" imgW="1722755" imgH="3733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644900"/>
                        <a:ext cx="4027487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5" name="Object 7"/>
          <p:cNvGraphicFramePr>
            <a:graphicFrameLocks noChangeAspect="1"/>
          </p:cNvGraphicFramePr>
          <p:nvPr/>
        </p:nvGraphicFramePr>
        <p:xfrm>
          <a:off x="1687513" y="5664200"/>
          <a:ext cx="60579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183" name="公式" r:id="rId11" imgW="1708785" imgH="133350" progId="Equation.3">
                  <p:embed/>
                </p:oleObj>
              </mc:Choice>
              <mc:Fallback>
                <p:oleObj name="公式" r:id="rId11" imgW="1708785" imgH="13335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5664200"/>
                        <a:ext cx="6057900" cy="6111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61" name="Rectangle 8"/>
          <p:cNvSpPr>
            <a:spLocks noChangeArrowheads="1"/>
          </p:cNvSpPr>
          <p:nvPr/>
        </p:nvSpPr>
        <p:spPr bwMode="auto">
          <a:xfrm>
            <a:off x="754063" y="249238"/>
            <a:ext cx="3421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差分方程</a:t>
            </a:r>
            <a:r>
              <a:rPr kumimoji="1" lang="en-US" altLang="zh-CN" sz="2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kumimoji="1"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变换法求全响应：</a:t>
            </a:r>
            <a:endParaRPr kumimoji="1" lang="zh-CN" altLang="en-US" sz="20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5391"/>
    </mc:Choice>
    <mc:Fallback>
      <p:transition spd="slow" advTm="953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6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71999CA-FE65-4C51-B24C-312ACA25C9CD}" type="datetime1">
              <a:rPr lang="zh-CN" altLang="en-US" smtClean="0"/>
            </a:fld>
            <a:endParaRPr lang="zh-CN" altLang="en-US"/>
          </a:p>
        </p:txBody>
      </p:sp>
      <p:sp>
        <p:nvSpPr>
          <p:cNvPr id="12800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38164" y="232432"/>
            <a:ext cx="3313112" cy="533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100" b="1" dirty="0">
                <a:solidFill>
                  <a:srgbClr val="FF0000"/>
                </a:solidFill>
              </a:rPr>
              <a:t>3   Z</a:t>
            </a:r>
            <a:r>
              <a:rPr lang="zh-CN" altLang="en-US" sz="2100" b="1" dirty="0">
                <a:solidFill>
                  <a:srgbClr val="FF0000"/>
                </a:solidFill>
              </a:rPr>
              <a:t>域系统函数</a:t>
            </a:r>
            <a:r>
              <a:rPr lang="en-US" altLang="zh-CN" sz="2100" b="1" dirty="0">
                <a:solidFill>
                  <a:srgbClr val="FF0000"/>
                </a:solidFill>
              </a:rPr>
              <a:t>H(z)</a:t>
            </a:r>
            <a:endParaRPr lang="en-US" altLang="zh-CN" sz="2100" b="1" dirty="0">
              <a:solidFill>
                <a:srgbClr val="FF0000"/>
              </a:solidFill>
            </a:endParaRPr>
          </a:p>
        </p:txBody>
      </p:sp>
      <p:sp>
        <p:nvSpPr>
          <p:cNvPr id="265219" name="Text Box 3"/>
          <p:cNvSpPr txBox="1">
            <a:spLocks noChangeArrowheads="1"/>
          </p:cNvSpPr>
          <p:nvPr/>
        </p:nvSpPr>
        <p:spPr bwMode="auto">
          <a:xfrm>
            <a:off x="727075" y="964105"/>
            <a:ext cx="1828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660066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(1)</a:t>
            </a:r>
            <a:r>
              <a:rPr kumimoji="1" lang="zh-CN" altLang="en-US" sz="2400" dirty="0">
                <a:solidFill>
                  <a:srgbClr val="660066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定义：</a:t>
            </a:r>
            <a:endParaRPr kumimoji="1" lang="zh-CN" altLang="en-US" sz="2400" dirty="0">
              <a:solidFill>
                <a:srgbClr val="660066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5220" name="Text Box 4"/>
          <p:cNvSpPr txBox="1">
            <a:spLocks noChangeArrowheads="1"/>
          </p:cNvSpPr>
          <p:nvPr/>
        </p:nvSpPr>
        <p:spPr bwMode="auto">
          <a:xfrm>
            <a:off x="900113" y="2636838"/>
            <a:ext cx="1655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40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意义：</a:t>
            </a:r>
            <a:endParaRPr kumimoji="1" lang="zh-CN" altLang="en-US" sz="240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21" name="Rectangle 5"/>
          <p:cNvSpPr>
            <a:spLocks noChangeArrowheads="1"/>
          </p:cNvSpPr>
          <p:nvPr/>
        </p:nvSpPr>
        <p:spPr bwMode="auto">
          <a:xfrm>
            <a:off x="1865858" y="3340982"/>
            <a:ext cx="7086600" cy="53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）系统</a:t>
            </a:r>
            <a:r>
              <a:rPr kumimoji="1"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kumimoji="1"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</a:rPr>
              <a:t>域数学模型，取决于系统自身结构和参数</a:t>
            </a:r>
            <a:r>
              <a:rPr kumimoji="1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kumimoji="1"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5222" name="Object 6"/>
              <p:cNvSpPr txBox="1"/>
              <p:nvPr/>
            </p:nvSpPr>
            <p:spPr bwMode="auto">
              <a:xfrm>
                <a:off x="1851298" y="2653207"/>
                <a:ext cx="2582862" cy="595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/>
                        </m:mr>
                      </m:m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↔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6522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1298" y="2653207"/>
                <a:ext cx="2582862" cy="595313"/>
              </a:xfrm>
              <a:prstGeom prst="rect">
                <a:avLst/>
              </a:prstGeom>
              <a:blipFill rotWithShape="1">
                <a:blip r:embed="rId1"/>
                <a:stretch>
                  <a:fillRect l="-11" t="-30" r="23" b="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7"/>
          <p:cNvGrpSpPr/>
          <p:nvPr/>
        </p:nvGrpSpPr>
        <p:grpSpPr bwMode="auto">
          <a:xfrm>
            <a:off x="2086194" y="1445117"/>
            <a:ext cx="5881688" cy="930275"/>
            <a:chOff x="1334" y="1004"/>
            <a:chExt cx="3705" cy="586"/>
          </a:xfrm>
        </p:grpSpPr>
        <p:sp>
          <p:nvSpPr>
            <p:cNvPr id="128014" name="Text Box 8"/>
            <p:cNvSpPr txBox="1">
              <a:spLocks noChangeArrowheads="1"/>
            </p:cNvSpPr>
            <p:nvPr/>
          </p:nvSpPr>
          <p:spPr bwMode="auto">
            <a:xfrm>
              <a:off x="2639" y="1034"/>
              <a:ext cx="240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>
                  <a:solidFill>
                    <a:srgbClr val="3366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ahoma" panose="020B0604030504040204" pitchFamily="34" charset="0"/>
                </a:rPr>
                <a:t>—</a:t>
              </a:r>
              <a:r>
                <a:rPr kumimoji="1" lang="en-US" altLang="zh-CN" sz="2000">
                  <a:solidFill>
                    <a:srgbClr val="336600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Tahoma" panose="020B0604030504040204" pitchFamily="34" charset="0"/>
                </a:rPr>
                <a:t> </a:t>
              </a:r>
              <a:r>
                <a:rPr kumimoji="1" lang="zh-CN" altLang="en-US" sz="200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Tahoma" panose="020B0604030504040204" pitchFamily="34" charset="0"/>
                </a:rPr>
                <a:t>零状态响应象函数</a:t>
              </a:r>
              <a:endParaRPr kumimoji="1" lang="zh-CN" altLang="en-US" sz="20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endParaRPr>
            </a:p>
          </p:txBody>
        </p:sp>
        <p:graphicFrame>
          <p:nvGraphicFramePr>
            <p:cNvPr id="128015" name="Object 9"/>
            <p:cNvGraphicFramePr>
              <a:graphicFrameLocks noChangeAspect="1"/>
            </p:cNvGraphicFramePr>
            <p:nvPr/>
          </p:nvGraphicFramePr>
          <p:xfrm>
            <a:off x="1334" y="1004"/>
            <a:ext cx="1260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56" name="公式" r:id="rId2" imgW="599440" imgH="256540" progId="Equation.3">
                    <p:embed/>
                  </p:oleObj>
                </mc:Choice>
                <mc:Fallback>
                  <p:oleObj name="公式" r:id="rId2" imgW="599440" imgH="2565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4" y="1004"/>
                          <a:ext cx="1260" cy="58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8016" name="Text Box 10"/>
            <p:cNvSpPr txBox="1">
              <a:spLocks noChangeArrowheads="1"/>
            </p:cNvSpPr>
            <p:nvPr/>
          </p:nvSpPr>
          <p:spPr bwMode="auto">
            <a:xfrm>
              <a:off x="2639" y="1322"/>
              <a:ext cx="240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dirty="0">
                  <a:solidFill>
                    <a:srgbClr val="3366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ahoma" panose="020B0604030504040204" pitchFamily="34" charset="0"/>
                </a:rPr>
                <a:t>—</a:t>
              </a:r>
              <a:r>
                <a:rPr kumimoji="1" lang="en-US" altLang="zh-CN" sz="2000" dirty="0">
                  <a:solidFill>
                    <a:srgbClr val="336600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Tahoma" panose="020B0604030504040204" pitchFamily="34" charset="0"/>
                </a:rPr>
                <a:t> </a:t>
              </a:r>
              <a:r>
                <a:rPr kumimoji="1" lang="zh-CN" altLang="en-US" sz="20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Tahoma" panose="020B0604030504040204" pitchFamily="34" charset="0"/>
                </a:rPr>
                <a:t>激励信号象函数</a:t>
              </a:r>
              <a:endParaRPr kumimoji="1" lang="zh-CN" altLang="en-US" sz="2000" dirty="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endParaRPr>
            </a:p>
          </p:txBody>
        </p:sp>
      </p:grpSp>
      <p:sp>
        <p:nvSpPr>
          <p:cNvPr id="265227" name="Text Box 11"/>
          <p:cNvSpPr txBox="1">
            <a:spLocks noChangeArrowheads="1"/>
          </p:cNvSpPr>
          <p:nvPr/>
        </p:nvSpPr>
        <p:spPr bwMode="auto">
          <a:xfrm>
            <a:off x="4709841" y="2598738"/>
            <a:ext cx="3959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4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系统单位序列响应的</a:t>
            </a:r>
            <a:r>
              <a:rPr kumimoji="1" lang="en-US" altLang="zh-CN" sz="24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kumimoji="1" lang="zh-CN" altLang="en-US" sz="2400" dirty="0">
                <a:solidFill>
                  <a:srgbClr val="99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变换</a:t>
            </a:r>
            <a:endParaRPr kumimoji="1" lang="zh-CN" altLang="en-US" sz="2400" dirty="0">
              <a:solidFill>
                <a:srgbClr val="99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28" name="Rectangle 12"/>
          <p:cNvSpPr>
            <a:spLocks noGrp="1" noChangeArrowheads="1"/>
          </p:cNvSpPr>
          <p:nvPr>
            <p:ph type="title" idx="4294967295"/>
          </p:nvPr>
        </p:nvSpPr>
        <p:spPr>
          <a:xfrm>
            <a:off x="850900" y="4344988"/>
            <a:ext cx="2743200" cy="381000"/>
          </a:xfrm>
          <a:solidFill>
            <a:schemeClr val="bg1"/>
          </a:solidFill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1900" b="1">
                <a:solidFill>
                  <a:srgbClr val="660066"/>
                </a:solidFill>
                <a:latin typeface="Tahoma" panose="020B0604030504040204" pitchFamily="34" charset="0"/>
              </a:rPr>
              <a:t>(2)H(z) </a:t>
            </a:r>
            <a:r>
              <a:rPr kumimoji="1" lang="zh-CN" altLang="en-US" sz="1900" b="1">
                <a:solidFill>
                  <a:srgbClr val="660066"/>
                </a:solidFill>
                <a:latin typeface="Tahoma" panose="020B0604030504040204" pitchFamily="34" charset="0"/>
              </a:rPr>
              <a:t>求法</a:t>
            </a:r>
            <a:endParaRPr kumimoji="1" lang="zh-CN" altLang="en-US" sz="1900" b="1">
              <a:solidFill>
                <a:srgbClr val="660066"/>
              </a:solidFill>
              <a:latin typeface="Tahoma" panose="020B0604030504040204" pitchFamily="34" charset="0"/>
            </a:endParaRPr>
          </a:p>
        </p:txBody>
      </p:sp>
      <p:grpSp>
        <p:nvGrpSpPr>
          <p:cNvPr id="3" name="Group 13"/>
          <p:cNvGrpSpPr/>
          <p:nvPr/>
        </p:nvGrpSpPr>
        <p:grpSpPr bwMode="auto">
          <a:xfrm>
            <a:off x="534988" y="5032378"/>
            <a:ext cx="8459788" cy="1143000"/>
            <a:chOff x="337" y="3170"/>
            <a:chExt cx="5329" cy="720"/>
          </a:xfrm>
        </p:grpSpPr>
        <p:sp>
          <p:nvSpPr>
            <p:cNvPr id="128012" name="Rectangle 14" descr="Rectangle: Click to edit Master text styles&#10;Second level&#10;Third level&#10;Fourth level&#10;Fifth level"/>
            <p:cNvSpPr>
              <a:spLocks noChangeArrowheads="1"/>
            </p:cNvSpPr>
            <p:nvPr/>
          </p:nvSpPr>
          <p:spPr bwMode="auto">
            <a:xfrm>
              <a:off x="337" y="3170"/>
              <a:ext cx="2208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Monotype Sorts"/>
                <a:buChar char=" "/>
              </a:pPr>
              <a:r>
                <a:rPr kumimoji="1" lang="en-US" altLang="zh-CN" sz="2400" dirty="0" err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i</a:t>
              </a:r>
              <a:r>
                <a:rPr kumimoji="1" lang="en-US" altLang="zh-CN" sz="2400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)</a:t>
              </a:r>
              <a:r>
                <a:rPr kumimoji="1" lang="en-US" altLang="zh-CN" sz="2400" dirty="0">
                  <a:solidFill>
                    <a:srgbClr val="023E05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h(k)</a:t>
              </a:r>
              <a:r>
                <a:rPr kumimoji="1" lang="en-US" altLang="zh-CN" sz="2400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kumimoji="1" lang="en-US" altLang="zh-CN" sz="2400" dirty="0">
                  <a:solidFill>
                    <a:srgbClr val="1604FA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H(z)</a:t>
              </a:r>
              <a:r>
                <a:rPr kumimoji="1" lang="en-US" altLang="zh-CN" sz="2400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endParaRPr kumimoji="1" lang="en-US" altLang="zh-CN" sz="2400" dirty="0">
                <a:solidFill>
                  <a:srgbClr val="05013F"/>
                </a:solidFill>
                <a:latin typeface="Tahoma" panose="020B0604030504040204" pitchFamily="34" charset="0"/>
                <a:ea typeface="楷体_GB2312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Monotype Sorts"/>
                <a:buChar char=" "/>
              </a:pPr>
              <a:r>
                <a:rPr kumimoji="1" lang="en-US" altLang="zh-CN" sz="2400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ii)</a:t>
              </a:r>
              <a:r>
                <a:rPr kumimoji="1" lang="en-US" altLang="zh-CN" sz="2400" dirty="0">
                  <a:solidFill>
                    <a:srgbClr val="1604FA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H(z)</a:t>
              </a:r>
              <a:r>
                <a:rPr kumimoji="1" lang="en-US" altLang="zh-CN" sz="2400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dirty="0">
                  <a:solidFill>
                    <a:srgbClr val="023E05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=H(S)</a:t>
              </a:r>
              <a:r>
                <a:rPr kumimoji="1" lang="en-US" altLang="zh-CN" sz="2400" dirty="0">
                  <a:solidFill>
                    <a:srgbClr val="023E05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Tahoma" panose="020B0604030504040204" pitchFamily="34" charset="0"/>
                </a:rPr>
                <a:t>|</a:t>
              </a:r>
              <a:r>
                <a:rPr kumimoji="1" lang="en-US" altLang="zh-CN" sz="2400" baseline="-25000" dirty="0">
                  <a:solidFill>
                    <a:srgbClr val="023E05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Tahoma" panose="020B0604030504040204" pitchFamily="34" charset="0"/>
                </a:rPr>
                <a:t>S</a:t>
              </a:r>
              <a:r>
                <a:rPr kumimoji="1" lang="en-US" altLang="zh-CN" sz="2400" baseline="-25000" dirty="0">
                  <a:solidFill>
                    <a:srgbClr val="023E05"/>
                  </a:solidFill>
                  <a:latin typeface="Tahoma" panose="020B0604030504040204" pitchFamily="34" charset="0"/>
                  <a:ea typeface="宋体" panose="02010600030101010101" pitchFamily="2" charset="-122"/>
                  <a:cs typeface="Tahoma" panose="020B0604030504040204" pitchFamily="34" charset="0"/>
                </a:rPr>
                <a:t>=z</a:t>
              </a:r>
              <a:endParaRPr kumimoji="1" lang="en-US" altLang="zh-CN" sz="2400" u="sng" baseline="-25000" dirty="0">
                <a:solidFill>
                  <a:srgbClr val="023E05"/>
                </a:solidFill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128013" name="Text Box 15"/>
            <p:cNvSpPr txBox="1">
              <a:spLocks noChangeArrowheads="1"/>
            </p:cNvSpPr>
            <p:nvPr/>
          </p:nvSpPr>
          <p:spPr bwMode="auto">
            <a:xfrm>
              <a:off x="2678" y="3193"/>
              <a:ext cx="2988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Monotype Sorts"/>
                <a:buChar char=" "/>
              </a:pPr>
              <a:r>
                <a:rPr kumimoji="1" lang="en-US" altLang="zh-CN" sz="2400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iii)</a:t>
              </a:r>
              <a:r>
                <a:rPr kumimoji="1" lang="zh-CN" altLang="en-US" sz="24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零状态下差分方程</a:t>
              </a:r>
              <a:r>
                <a:rPr kumimoji="1" lang="zh-CN" altLang="en-US" sz="2400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kumimoji="1" lang="en-US" altLang="zh-CN" sz="2400" dirty="0">
                  <a:solidFill>
                    <a:srgbClr val="1604FA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H(z) </a:t>
              </a:r>
              <a:endParaRPr kumimoji="1" lang="en-US" altLang="zh-CN" sz="2400" dirty="0">
                <a:solidFill>
                  <a:srgbClr val="1604FA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Monotype Sorts"/>
                <a:buChar char=" "/>
              </a:pPr>
              <a:r>
                <a:rPr kumimoji="1" lang="en-US" altLang="zh-CN" sz="2400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iv)</a:t>
              </a:r>
              <a:r>
                <a:rPr kumimoji="1" lang="zh-CN" altLang="en-US" sz="2400" dirty="0">
                  <a:solidFill>
                    <a:srgbClr val="023E05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模拟框图、信号流图</a:t>
              </a:r>
              <a:r>
                <a:rPr kumimoji="1" lang="zh-CN" altLang="en-US" sz="2400" dirty="0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  <a:sym typeface="Symbol" panose="05050102010706020507" pitchFamily="18" charset="2"/>
                </a:rPr>
                <a:t> </a:t>
              </a:r>
              <a:r>
                <a:rPr kumimoji="1" lang="en-US" altLang="zh-CN" sz="2400" dirty="0">
                  <a:solidFill>
                    <a:srgbClr val="1604FA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H(z)</a:t>
              </a:r>
              <a:endParaRPr kumimoji="1" lang="en-US" altLang="zh-CN" sz="2400" b="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8954"/>
    </mc:Choice>
    <mc:Fallback>
      <p:transition spd="slow" advTm="1789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6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5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5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0" animBg="1" autoUpdateAnimBg="0"/>
      <p:bldP spid="265220" grpId="0" autoUpdateAnimBg="0"/>
      <p:bldP spid="265221" grpId="0" autoUpdateAnimBg="0"/>
      <p:bldP spid="265227" grpId="0" autoUpdateAnimBg="0"/>
      <p:bldP spid="265228" grpId="0" animBg="1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C86E43E-32FA-48C1-BD3F-77375C922AAA}" type="datetime1">
              <a:rPr lang="zh-CN" altLang="en-US" smtClean="0"/>
            </a:fld>
            <a:endParaRPr lang="zh-CN" altLang="en-US"/>
          </a:p>
        </p:txBody>
      </p:sp>
      <p:graphicFrame>
        <p:nvGraphicFramePr>
          <p:cNvPr id="266242" name="Object 2"/>
          <p:cNvGraphicFramePr>
            <a:graphicFrameLocks noChangeAspect="1"/>
          </p:cNvGraphicFramePr>
          <p:nvPr/>
        </p:nvGraphicFramePr>
        <p:xfrm>
          <a:off x="4805363" y="1897063"/>
          <a:ext cx="20558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96" name="Equation" r:id="rId1" imgW="1091565" imgH="419100" progId="Equation.3">
                  <p:embed/>
                </p:oleObj>
              </mc:Choice>
              <mc:Fallback>
                <p:oleObj name="Equation" r:id="rId1" imgW="1091565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5363" y="1897063"/>
                        <a:ext cx="20558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28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569912" y="63500"/>
            <a:ext cx="8371872" cy="74612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660066"/>
                </a:solidFill>
              </a:rPr>
              <a:t>例</a:t>
            </a:r>
            <a:r>
              <a:rPr lang="en-US" altLang="zh-CN" sz="2400" b="1" dirty="0">
                <a:solidFill>
                  <a:srgbClr val="660066"/>
                </a:solidFill>
              </a:rPr>
              <a:t>1 </a:t>
            </a:r>
            <a:r>
              <a:rPr lang="zh-CN" altLang="en-US" sz="2400" b="1" dirty="0">
                <a:solidFill>
                  <a:srgbClr val="660066"/>
                </a:solidFill>
              </a:rPr>
              <a:t>求系统函数</a:t>
            </a:r>
            <a:r>
              <a:rPr lang="en-US" altLang="zh-CN" sz="2400" b="1" dirty="0">
                <a:solidFill>
                  <a:srgbClr val="660066"/>
                </a:solidFill>
              </a:rPr>
              <a:t>H(z) </a:t>
            </a:r>
            <a:r>
              <a:rPr lang="zh-CN" altLang="en-US" sz="2400" b="1" dirty="0">
                <a:solidFill>
                  <a:srgbClr val="660066"/>
                </a:solidFill>
              </a:rPr>
              <a:t>。已知某系统模型如下，求系统函数</a:t>
            </a:r>
            <a:endParaRPr lang="zh-CN" altLang="en-US" sz="2400" b="1" dirty="0">
              <a:solidFill>
                <a:srgbClr val="660066"/>
              </a:solidFill>
            </a:endParaRPr>
          </a:p>
        </p:txBody>
      </p:sp>
      <p:graphicFrame>
        <p:nvGraphicFramePr>
          <p:cNvPr id="266244" name="Object 4"/>
          <p:cNvGraphicFramePr>
            <a:graphicFrameLocks noChangeAspect="1"/>
          </p:cNvGraphicFramePr>
          <p:nvPr/>
        </p:nvGraphicFramePr>
        <p:xfrm>
          <a:off x="1836737" y="3268663"/>
          <a:ext cx="5470525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97" name="公式" r:id="rId3" imgW="2113280" imgH="243205" progId="Equation.3">
                  <p:embed/>
                </p:oleObj>
              </mc:Choice>
              <mc:Fallback>
                <p:oleObj name="公式" r:id="rId3" imgW="2113280" imgH="24320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7" y="3268663"/>
                        <a:ext cx="5470525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45" name="Rectangle 5"/>
          <p:cNvSpPr>
            <a:spLocks noChangeArrowheads="1"/>
          </p:cNvSpPr>
          <p:nvPr/>
        </p:nvSpPr>
        <p:spPr bwMode="auto">
          <a:xfrm>
            <a:off x="520700" y="3376038"/>
            <a:ext cx="982662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660066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dirty="0">
                <a:solidFill>
                  <a:srgbClr val="660066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endParaRPr lang="en-US" altLang="zh-CN" dirty="0">
              <a:solidFill>
                <a:srgbClr val="66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66246" name="Object 6"/>
          <p:cNvGraphicFramePr>
            <a:graphicFrameLocks noChangeAspect="1"/>
          </p:cNvGraphicFramePr>
          <p:nvPr/>
        </p:nvGraphicFramePr>
        <p:xfrm>
          <a:off x="1502728" y="4530408"/>
          <a:ext cx="2947987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98" name="Equation" r:id="rId5" imgW="1511300" imgH="762000" progId="Equation.3">
                  <p:embed/>
                </p:oleObj>
              </mc:Choice>
              <mc:Fallback>
                <p:oleObj name="Equation" r:id="rId5" imgW="1511300" imgH="762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2728" y="4530408"/>
                        <a:ext cx="2947987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47" name="Text Box 7"/>
          <p:cNvSpPr txBox="1">
            <a:spLocks noChangeArrowheads="1"/>
          </p:cNvSpPr>
          <p:nvPr/>
        </p:nvSpPr>
        <p:spPr bwMode="auto">
          <a:xfrm>
            <a:off x="755333" y="4073208"/>
            <a:ext cx="933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660066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  <a:endParaRPr kumimoji="1" lang="zh-CN" altLang="en-US" sz="2400" dirty="0">
              <a:solidFill>
                <a:srgbClr val="660066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66248" name="Object 8"/>
          <p:cNvGraphicFramePr>
            <a:graphicFrameLocks noChangeAspect="1"/>
          </p:cNvGraphicFramePr>
          <p:nvPr/>
        </p:nvGraphicFramePr>
        <p:xfrm>
          <a:off x="4598670" y="4495800"/>
          <a:ext cx="175895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199" name="Equation" r:id="rId7" imgW="901065" imgH="622300" progId="Equation.3">
                  <p:embed/>
                </p:oleObj>
              </mc:Choice>
              <mc:Fallback>
                <p:oleObj name="Equation" r:id="rId7" imgW="901065" imgH="622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8670" y="4495800"/>
                        <a:ext cx="1758950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9" name="Object 9"/>
          <p:cNvGraphicFramePr>
            <a:graphicFrameLocks noChangeAspect="1"/>
          </p:cNvGraphicFramePr>
          <p:nvPr/>
        </p:nvGraphicFramePr>
        <p:xfrm>
          <a:off x="1409700" y="1876425"/>
          <a:ext cx="30829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200" name="公式" r:id="rId9" imgW="1638300" imgH="419100" progId="Equation.3">
                  <p:embed/>
                </p:oleObj>
              </mc:Choice>
              <mc:Fallback>
                <p:oleObj name="公式" r:id="rId9" imgW="1638300" imgH="419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1876425"/>
                        <a:ext cx="30829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5" name="Rectangle 10"/>
          <p:cNvSpPr>
            <a:spLocks noChangeArrowheads="1"/>
          </p:cNvSpPr>
          <p:nvPr/>
        </p:nvSpPr>
        <p:spPr bwMode="auto">
          <a:xfrm>
            <a:off x="755650" y="1052513"/>
            <a:ext cx="7931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y(k)+4y(k-1)+y(k-2)-y(k-3)=5e(k)+10e(k-1)+9e(k-2)</a:t>
            </a:r>
            <a:endParaRPr lang="en-US" altLang="zh-CN">
              <a:solidFill>
                <a:srgbClr val="66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569912" y="2001838"/>
            <a:ext cx="933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660066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  <a:endParaRPr kumimoji="1" lang="zh-CN" altLang="en-US" sz="2400" dirty="0">
              <a:solidFill>
                <a:srgbClr val="660066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11"/>
    </p:custDataLst>
  </p:cSld>
  <p:clrMapOvr>
    <a:masterClrMapping/>
  </p:clrMapOvr>
  <p:transition advTm="174564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66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6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6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66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266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66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6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6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6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5" grpId="0" autoUpdateAnimBg="0"/>
      <p:bldP spid="266247" grpId="0" autoUpdateAnimBg="0"/>
      <p:bldP spid="12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B368C7-9D4F-4C78-A110-E651103ACF87}" type="datetime1">
              <a:rPr lang="zh-CN" altLang="en-US" smtClean="0"/>
            </a:fld>
            <a:endParaRPr lang="zh-CN" altLang="en-US"/>
          </a:p>
        </p:txBody>
      </p:sp>
      <p:sp>
        <p:nvSpPr>
          <p:cNvPr id="13005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505" y="489903"/>
            <a:ext cx="4522788" cy="300037"/>
          </a:xfrm>
        </p:spPr>
        <p:txBody>
          <a:bodyPr/>
          <a:lstStyle/>
          <a:p>
            <a:r>
              <a:rPr lang="en-US" altLang="zh-CN" sz="2400" b="1">
                <a:solidFill>
                  <a:srgbClr val="660066"/>
                </a:solidFill>
              </a:rPr>
              <a:t>(3)</a:t>
            </a:r>
            <a:r>
              <a:rPr lang="zh-CN" altLang="en-US" sz="2400" b="1">
                <a:solidFill>
                  <a:srgbClr val="660066"/>
                </a:solidFill>
              </a:rPr>
              <a:t>系统函数的零、极点分析</a:t>
            </a:r>
            <a:r>
              <a:rPr lang="en-US" altLang="zh-CN" sz="2400" b="1">
                <a:solidFill>
                  <a:srgbClr val="660066"/>
                </a:solidFill>
              </a:rPr>
              <a:t>**</a:t>
            </a:r>
            <a:endParaRPr lang="en-US" altLang="zh-CN" sz="2400" b="1">
              <a:solidFill>
                <a:srgbClr val="660066"/>
              </a:solidFill>
            </a:endParaRPr>
          </a:p>
        </p:txBody>
      </p:sp>
      <p:graphicFrame>
        <p:nvGraphicFramePr>
          <p:cNvPr id="130052" name="Object 3"/>
          <p:cNvGraphicFramePr>
            <a:graphicFrameLocks noChangeAspect="1"/>
          </p:cNvGraphicFramePr>
          <p:nvPr/>
        </p:nvGraphicFramePr>
        <p:xfrm>
          <a:off x="1331913" y="1628775"/>
          <a:ext cx="61229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281" name="Equation" r:id="rId1" imgW="3390900" imgH="457200" progId="Equation.3">
                  <p:embed/>
                </p:oleObj>
              </mc:Choice>
              <mc:Fallback>
                <p:oleObj name="Equation" r:id="rId1" imgW="339090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628775"/>
                        <a:ext cx="6122987" cy="914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3" name="Object 4"/>
          <p:cNvGraphicFramePr>
            <a:graphicFrameLocks noChangeAspect="1"/>
          </p:cNvGraphicFramePr>
          <p:nvPr/>
        </p:nvGraphicFramePr>
        <p:xfrm>
          <a:off x="1633538" y="2473325"/>
          <a:ext cx="2079625" cy="174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282" name="公式" r:id="rId3" imgW="804545" imgH="606425" progId="Equation.3">
                  <p:embed/>
                </p:oleObj>
              </mc:Choice>
              <mc:Fallback>
                <p:oleObj name="公式" r:id="rId3" imgW="804545" imgH="60642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538" y="2473325"/>
                        <a:ext cx="2079625" cy="174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9" name="Object 5"/>
          <p:cNvGraphicFramePr>
            <a:graphicFrameLocks noChangeAspect="1"/>
          </p:cNvGraphicFramePr>
          <p:nvPr/>
        </p:nvGraphicFramePr>
        <p:xfrm>
          <a:off x="3889375" y="2797175"/>
          <a:ext cx="818832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283" name="Document" r:id="rId5" imgW="3907790" imgH="167640" progId="Word.Document.8">
                  <p:embed/>
                </p:oleObj>
              </mc:Choice>
              <mc:Fallback>
                <p:oleObj name="Document" r:id="rId5" imgW="3907790" imgH="16764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375" y="2797175"/>
                        <a:ext cx="818832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70" name="Object 6"/>
          <p:cNvGraphicFramePr>
            <a:graphicFrameLocks noChangeAspect="1"/>
          </p:cNvGraphicFramePr>
          <p:nvPr/>
        </p:nvGraphicFramePr>
        <p:xfrm>
          <a:off x="3736975" y="3482975"/>
          <a:ext cx="822642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284" name="文档" r:id="rId7" imgW="3907790" imgH="167640" progId="Word.Document.8">
                  <p:embed/>
                </p:oleObj>
              </mc:Choice>
              <mc:Fallback>
                <p:oleObj name="文档" r:id="rId7" imgW="3907790" imgH="167640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6975" y="3482975"/>
                        <a:ext cx="8226425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71" name="Text Box 7"/>
          <p:cNvSpPr txBox="1">
            <a:spLocks noChangeArrowheads="1"/>
          </p:cNvSpPr>
          <p:nvPr/>
        </p:nvSpPr>
        <p:spPr bwMode="auto">
          <a:xfrm>
            <a:off x="611188" y="4149725"/>
            <a:ext cx="1027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kumimoji="1" lang="en-US" altLang="zh-CN" sz="240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>
                <a:solidFill>
                  <a:srgbClr val="66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kumimoji="1" lang="zh-CN" altLang="en-US" sz="2400">
              <a:solidFill>
                <a:srgbClr val="66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67272" name="Object 8"/>
          <p:cNvGraphicFramePr>
            <a:graphicFrameLocks noChangeAspect="1"/>
          </p:cNvGraphicFramePr>
          <p:nvPr/>
        </p:nvGraphicFramePr>
        <p:xfrm>
          <a:off x="1547813" y="4221163"/>
          <a:ext cx="3886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285" name="Equation" r:id="rId9" imgW="1917700" imgH="419100" progId="Equation.3">
                  <p:embed/>
                </p:oleObj>
              </mc:Choice>
              <mc:Fallback>
                <p:oleObj name="Equation" r:id="rId9" imgW="1917700" imgH="419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221163"/>
                        <a:ext cx="3886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73" name="Text Box 9"/>
          <p:cNvSpPr txBox="1">
            <a:spLocks noChangeArrowheads="1"/>
          </p:cNvSpPr>
          <p:nvPr/>
        </p:nvSpPr>
        <p:spPr bwMode="auto">
          <a:xfrm>
            <a:off x="611188" y="5734050"/>
            <a:ext cx="1008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极点：</a:t>
            </a:r>
            <a:endParaRPr kumimoji="1" lang="zh-CN" altLang="en-US" sz="2000">
              <a:solidFill>
                <a:srgbClr val="00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67274" name="Object 10"/>
          <p:cNvGraphicFramePr>
            <a:graphicFrameLocks noChangeAspect="1"/>
          </p:cNvGraphicFramePr>
          <p:nvPr/>
        </p:nvGraphicFramePr>
        <p:xfrm>
          <a:off x="1547813" y="6021388"/>
          <a:ext cx="4076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286" name="Equation" r:id="rId11" imgW="2387600" imgH="228600" progId="Equation.3">
                  <p:embed/>
                </p:oleObj>
              </mc:Choice>
              <mc:Fallback>
                <p:oleObj name="Equation" r:id="rId11" imgW="23876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6021388"/>
                        <a:ext cx="4076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75" name="Text Box 11"/>
          <p:cNvSpPr txBox="1">
            <a:spLocks noChangeArrowheads="1"/>
          </p:cNvSpPr>
          <p:nvPr/>
        </p:nvSpPr>
        <p:spPr bwMode="auto">
          <a:xfrm>
            <a:off x="539750" y="5013325"/>
            <a:ext cx="950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kumimoji="1" lang="zh-CN" altLang="en-US" sz="200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零点：</a:t>
            </a:r>
            <a:endParaRPr kumimoji="1" lang="zh-CN" altLang="en-US" sz="200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67276" name="Object 12"/>
          <p:cNvGraphicFramePr>
            <a:graphicFrameLocks noChangeAspect="1"/>
          </p:cNvGraphicFramePr>
          <p:nvPr/>
        </p:nvGraphicFramePr>
        <p:xfrm>
          <a:off x="1692275" y="5300663"/>
          <a:ext cx="35845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287" name="Equation" r:id="rId13" imgW="2044700" imgH="228600" progId="Equation.3">
                  <p:embed/>
                </p:oleObj>
              </mc:Choice>
              <mc:Fallback>
                <p:oleObj name="Equation" r:id="rId13" imgW="204470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300663"/>
                        <a:ext cx="35845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77" name="Text Box 13"/>
          <p:cNvSpPr txBox="1">
            <a:spLocks noChangeArrowheads="1"/>
          </p:cNvSpPr>
          <p:nvPr/>
        </p:nvSpPr>
        <p:spPr bwMode="auto">
          <a:xfrm>
            <a:off x="5867400" y="4221163"/>
            <a:ext cx="3048000" cy="190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24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极点决定系统的固有频率或自然频率。</a:t>
            </a:r>
            <a:endParaRPr kumimoji="1" lang="zh-CN" altLang="en-US" sz="20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zh-CN" altLang="en-US" sz="20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零、极点决定于系统时域特性。</a:t>
            </a:r>
            <a:endParaRPr kumimoji="1" lang="zh-CN" altLang="en-US" sz="200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7278" name="Rectangle 14"/>
          <p:cNvSpPr>
            <a:spLocks noChangeArrowheads="1"/>
          </p:cNvSpPr>
          <p:nvPr/>
        </p:nvSpPr>
        <p:spPr bwMode="auto">
          <a:xfrm>
            <a:off x="971550" y="908050"/>
            <a:ext cx="3886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 eaLnBrk="1" hangingPunct="1">
              <a:defRPr/>
            </a:pPr>
            <a:r>
              <a:rPr kumimoji="1" lang="en-US" altLang="zh-CN"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i)</a:t>
            </a:r>
            <a:r>
              <a:rPr kumimoji="1" lang="zh-CN" altLang="en-US"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系统函数的零点与极点</a:t>
            </a:r>
            <a:endParaRPr kumimoji="1" lang="zh-CN" altLang="en-US" sz="2400" u="sng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9426"/>
    </mc:Choice>
    <mc:Fallback>
      <p:transition spd="slow" advTm="1794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267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7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7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7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7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7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7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7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72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71" grpId="0" autoUpdateAnimBg="0"/>
      <p:bldP spid="267273" grpId="0" autoUpdateAnimBg="0"/>
      <p:bldP spid="267275" grpId="0" autoUpdateAnimBg="0"/>
      <p:bldP spid="267277" grpId="0" autoUpdateAnimBg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7042624-6927-48C5-B8BF-E95F367F769D}" type="datetime1">
              <a:rPr lang="zh-CN" altLang="en-US" smtClean="0"/>
            </a:fld>
            <a:endParaRPr lang="zh-CN" altLang="en-US"/>
          </a:p>
        </p:txBody>
      </p:sp>
      <p:graphicFrame>
        <p:nvGraphicFramePr>
          <p:cNvPr id="268290" name="Object 2"/>
          <p:cNvGraphicFramePr>
            <a:graphicFrameLocks noChangeAspect="1"/>
          </p:cNvGraphicFramePr>
          <p:nvPr/>
        </p:nvGraphicFramePr>
        <p:xfrm>
          <a:off x="5791200" y="0"/>
          <a:ext cx="26670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33" name="BMP 图象" r:id="rId1" imgW="2667000" imgH="3543300" progId="Paint.Picture">
                  <p:embed/>
                </p:oleObj>
              </mc:Choice>
              <mc:Fallback>
                <p:oleObj name="BMP 图象" r:id="rId1" imgW="2667000" imgH="3543300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0"/>
                        <a:ext cx="2667000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1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46113" y="363538"/>
            <a:ext cx="1397000" cy="298450"/>
          </a:xfrm>
          <a:solidFill>
            <a:srgbClr val="CCFFCC"/>
          </a:solidFill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r>
              <a:rPr lang="zh-CN" altLang="en-US" sz="1700" b="1">
                <a:solidFill>
                  <a:srgbClr val="660066"/>
                </a:solidFill>
              </a:rPr>
              <a:t>零极点图：</a:t>
            </a:r>
            <a:endParaRPr lang="zh-CN" altLang="en-US" sz="1700" b="1">
              <a:solidFill>
                <a:srgbClr val="660066"/>
              </a:solidFill>
            </a:endParaRPr>
          </a:p>
        </p:txBody>
      </p:sp>
      <p:graphicFrame>
        <p:nvGraphicFramePr>
          <p:cNvPr id="268292" name="Object 4"/>
          <p:cNvGraphicFramePr>
            <a:graphicFrameLocks noChangeAspect="1"/>
          </p:cNvGraphicFramePr>
          <p:nvPr/>
        </p:nvGraphicFramePr>
        <p:xfrm>
          <a:off x="1905000" y="1828800"/>
          <a:ext cx="35433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34" name="Equation" r:id="rId3" imgW="1917700" imgH="419100" progId="Equation.3">
                  <p:embed/>
                </p:oleObj>
              </mc:Choice>
              <mc:Fallback>
                <p:oleObj name="Equation" r:id="rId3" imgW="19177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828800"/>
                        <a:ext cx="35433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3" name="Object 5"/>
          <p:cNvGraphicFramePr>
            <a:graphicFrameLocks noChangeAspect="1"/>
          </p:cNvGraphicFramePr>
          <p:nvPr/>
        </p:nvGraphicFramePr>
        <p:xfrm>
          <a:off x="6680200" y="1676400"/>
          <a:ext cx="3794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35" name="VISIO" r:id="rId5" imgW="252095" imgH="353695" progId="Visio.Drawing.5">
                  <p:embed/>
                </p:oleObj>
              </mc:Choice>
              <mc:Fallback>
                <p:oleObj name="VISIO" r:id="rId5" imgW="252095" imgH="353695" progId="Visio.Drawing.5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200" y="1676400"/>
                        <a:ext cx="3794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4" name="Object 6"/>
          <p:cNvGraphicFramePr>
            <a:graphicFrameLocks noChangeAspect="1"/>
          </p:cNvGraphicFramePr>
          <p:nvPr/>
        </p:nvGraphicFramePr>
        <p:xfrm>
          <a:off x="7620000" y="1066800"/>
          <a:ext cx="91598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36" name="VISIO" r:id="rId7" imgW="610870" imgH="250190" progId="Visio.Drawing.5">
                  <p:embed/>
                </p:oleObj>
              </mc:Choice>
              <mc:Fallback>
                <p:oleObj name="VISIO" r:id="rId7" imgW="610870" imgH="250190" progId="Visio.Drawing.5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1066800"/>
                        <a:ext cx="915988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5" name="Object 7"/>
          <p:cNvGraphicFramePr>
            <a:graphicFrameLocks noChangeAspect="1"/>
          </p:cNvGraphicFramePr>
          <p:nvPr/>
        </p:nvGraphicFramePr>
        <p:xfrm>
          <a:off x="7620000" y="2057400"/>
          <a:ext cx="91598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37" name="VISIO" r:id="rId9" imgW="612140" imgH="252095" progId="Visio.Drawing.5">
                  <p:embed/>
                </p:oleObj>
              </mc:Choice>
              <mc:Fallback>
                <p:oleObj name="VISIO" r:id="rId9" imgW="612140" imgH="252095" progId="Visio.Drawing.5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2057400"/>
                        <a:ext cx="915988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6" name="Object 8"/>
          <p:cNvGraphicFramePr>
            <a:graphicFrameLocks noChangeAspect="1"/>
          </p:cNvGraphicFramePr>
          <p:nvPr/>
        </p:nvGraphicFramePr>
        <p:xfrm>
          <a:off x="6858000" y="2743200"/>
          <a:ext cx="969963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38" name="VISIO" r:id="rId11" imgW="648335" imgH="252095" progId="Visio.Drawing.5">
                  <p:embed/>
                </p:oleObj>
              </mc:Choice>
              <mc:Fallback>
                <p:oleObj name="VISIO" r:id="rId11" imgW="648335" imgH="252095" progId="Visio.Drawing.5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743200"/>
                        <a:ext cx="969963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7" name="Object 9"/>
          <p:cNvGraphicFramePr>
            <a:graphicFrameLocks noChangeAspect="1"/>
          </p:cNvGraphicFramePr>
          <p:nvPr/>
        </p:nvGraphicFramePr>
        <p:xfrm>
          <a:off x="6858000" y="533400"/>
          <a:ext cx="6461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39" name="VISIO" r:id="rId13" imgW="431165" imgH="250190" progId="Visio.Drawing.5">
                  <p:embed/>
                </p:oleObj>
              </mc:Choice>
              <mc:Fallback>
                <p:oleObj name="VISIO" r:id="rId13" imgW="431165" imgH="250190" progId="Visio.Drawing.5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533400"/>
                        <a:ext cx="646113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298" name="Object 10"/>
          <p:cNvGraphicFramePr>
            <a:graphicFrameLocks noChangeAspect="1"/>
          </p:cNvGraphicFramePr>
          <p:nvPr/>
        </p:nvGraphicFramePr>
        <p:xfrm>
          <a:off x="5943600" y="1676400"/>
          <a:ext cx="4318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40" name="VISIO" r:id="rId15" imgW="288290" imgH="382270" progId="Visio.Drawing.5">
                  <p:embed/>
                </p:oleObj>
              </mc:Choice>
              <mc:Fallback>
                <p:oleObj name="VISIO" r:id="rId15" imgW="288290" imgH="382270" progId="Visio.Drawing.5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676400"/>
                        <a:ext cx="4318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9" name="Text Box 11"/>
          <p:cNvSpPr txBox="1">
            <a:spLocks noChangeArrowheads="1"/>
          </p:cNvSpPr>
          <p:nvPr/>
        </p:nvSpPr>
        <p:spPr bwMode="auto">
          <a:xfrm>
            <a:off x="827088" y="1916113"/>
            <a:ext cx="796925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1" lang="zh-CN" altLang="en-US" sz="24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kumimoji="1"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kumimoji="1" lang="zh-CN" altLang="en-US" sz="240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8300" name="Text Box 12"/>
          <p:cNvSpPr txBox="1">
            <a:spLocks noChangeArrowheads="1"/>
          </p:cNvSpPr>
          <p:nvPr/>
        </p:nvSpPr>
        <p:spPr bwMode="auto">
          <a:xfrm>
            <a:off x="5638800" y="1295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kumimoji="1" lang="zh-CN" altLang="en-US" sz="2400">
              <a:solidFill>
                <a:srgbClr val="00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8301" name="Text Box 13"/>
          <p:cNvSpPr txBox="1">
            <a:spLocks noChangeArrowheads="1"/>
          </p:cNvSpPr>
          <p:nvPr/>
        </p:nvSpPr>
        <p:spPr bwMode="auto">
          <a:xfrm>
            <a:off x="684213" y="3068638"/>
            <a:ext cx="4029075" cy="293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sz="200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研究系统零极点意义：</a:t>
            </a:r>
            <a:endParaRPr kumimoji="1" lang="zh-CN" altLang="en-US" sz="200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000">
                <a:solidFill>
                  <a:srgbClr val="00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1.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可预测系统的</a:t>
            </a:r>
            <a:r>
              <a:rPr kumimoji="1" lang="zh-CN" altLang="en-US" sz="2400" u="sng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时域特性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zh-CN" altLang="en-US" sz="240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2. 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确定系统函数</a:t>
            </a:r>
            <a:r>
              <a:rPr kumimoji="1" lang="en-US" altLang="zh-CN" sz="2400" u="sng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H(z)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kumimoji="1" lang="en-US" altLang="zh-CN" sz="240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3.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描述系统的</a:t>
            </a:r>
            <a:r>
              <a:rPr kumimoji="1" lang="zh-CN" altLang="en-US" sz="2400" u="sng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频率特性；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1" lang="zh-CN" altLang="en-US" sz="240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4. 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说明系统</a:t>
            </a:r>
            <a:r>
              <a:rPr kumimoji="1" lang="zh-CN" altLang="en-US" sz="2400" u="sng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正弦稳态特性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zh-CN" altLang="en-US" sz="240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en-US" altLang="zh-CN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5.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研究系统的</a:t>
            </a:r>
            <a:r>
              <a:rPr kumimoji="1" lang="zh-CN" altLang="en-US" sz="2400" u="sng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稳定性</a:t>
            </a:r>
            <a:r>
              <a:rPr kumimoji="1" lang="zh-CN" altLang="en-US" sz="240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zh-CN" altLang="en-US" sz="240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68302" name="Object 14"/>
          <p:cNvGraphicFramePr>
            <a:graphicFrameLocks noChangeAspect="1"/>
          </p:cNvGraphicFramePr>
          <p:nvPr/>
        </p:nvGraphicFramePr>
        <p:xfrm>
          <a:off x="6353175" y="4981575"/>
          <a:ext cx="2790825" cy="187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41" name="位图图像" r:id="rId17" imgW="2790825" imgH="1876425" progId="Paint.Picture">
                  <p:embed/>
                </p:oleObj>
              </mc:Choice>
              <mc:Fallback>
                <p:oleObj name="位图图像" r:id="rId17" imgW="2790825" imgH="1876425" progId="Paint.Picture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3175" y="4981575"/>
                        <a:ext cx="2790825" cy="187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03" name="Text Box 15"/>
          <p:cNvSpPr txBox="1">
            <a:spLocks noChangeArrowheads="1"/>
          </p:cNvSpPr>
          <p:nvPr/>
        </p:nvSpPr>
        <p:spPr bwMode="auto">
          <a:xfrm>
            <a:off x="4572000" y="3357563"/>
            <a:ext cx="4572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练习：</a:t>
            </a:r>
            <a:r>
              <a:rPr kumimoji="1" lang="en-US" altLang="zh-CN" sz="2000">
                <a:latin typeface="楷体_GB2312" pitchFamily="49" charset="-122"/>
                <a:ea typeface="楷体_GB2312" pitchFamily="49" charset="-122"/>
              </a:rPr>
              <a:t>H(z)</a:t>
            </a:r>
            <a:r>
              <a:rPr kumimoji="1" lang="zh-CN" altLang="en-US" sz="2000">
                <a:latin typeface="楷体_GB2312" pitchFamily="49" charset="-122"/>
                <a:ea typeface="楷体_GB2312" pitchFamily="49" charset="-122"/>
              </a:rPr>
              <a:t>的零极点分布如图示，且</a:t>
            </a:r>
            <a:r>
              <a:rPr kumimoji="1" lang="en-US" altLang="zh-CN" sz="2000">
                <a:latin typeface="楷体_GB2312" pitchFamily="49" charset="-122"/>
                <a:ea typeface="楷体_GB2312" pitchFamily="49" charset="-122"/>
              </a:rPr>
              <a:t>H(0)=4</a:t>
            </a:r>
            <a:r>
              <a:rPr kumimoji="1" lang="zh-CN" altLang="en-US" sz="2000">
                <a:latin typeface="楷体_GB2312" pitchFamily="49" charset="-122"/>
                <a:ea typeface="楷体_GB2312" pitchFamily="49" charset="-122"/>
              </a:rPr>
              <a:t>，求</a:t>
            </a:r>
            <a:r>
              <a:rPr kumimoji="1" lang="en-US" altLang="zh-CN" sz="2000">
                <a:latin typeface="楷体_GB2312" pitchFamily="49" charset="-122"/>
                <a:ea typeface="楷体_GB2312" pitchFamily="49" charset="-122"/>
              </a:rPr>
              <a:t>H(z)</a:t>
            </a:r>
            <a:r>
              <a:rPr kumimoji="1" lang="zh-CN" altLang="en-US" sz="2000">
                <a:latin typeface="楷体_GB2312" pitchFamily="49" charset="-122"/>
                <a:ea typeface="楷体_GB2312" pitchFamily="49" charset="-122"/>
              </a:rPr>
              <a:t>。</a:t>
            </a:r>
            <a:endParaRPr kumimoji="1" lang="zh-CN" altLang="en-US" sz="20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8304" name="Text Box 16"/>
          <p:cNvSpPr txBox="1">
            <a:spLocks noChangeArrowheads="1"/>
          </p:cNvSpPr>
          <p:nvPr/>
        </p:nvSpPr>
        <p:spPr bwMode="auto">
          <a:xfrm>
            <a:off x="1143000" y="762000"/>
            <a:ext cx="4572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平面上，画出</a:t>
            </a:r>
            <a:r>
              <a:rPr kumimoji="1"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H(z)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的零极点图：</a:t>
            </a:r>
            <a:endParaRPr kumimoji="1" lang="zh-CN" altLang="en-US" sz="200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 eaLnBrk="1" hangingPunct="1">
              <a:spcBef>
                <a:spcPct val="50000"/>
              </a:spcBef>
            </a:pP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极点用</a:t>
            </a:r>
            <a:r>
              <a:rPr kumimoji="1"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表示，零点用</a:t>
            </a:r>
            <a:r>
              <a:rPr kumimoji="1" lang="el-GR" altLang="zh-CN" sz="2000"/>
              <a:t>ο</a:t>
            </a:r>
            <a:r>
              <a:rPr kumimoji="1"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表示。</a:t>
            </a:r>
            <a:endParaRPr kumimoji="1" lang="zh-CN" altLang="en-US" sz="2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68305" name="Object 17"/>
          <p:cNvGraphicFramePr>
            <a:graphicFrameLocks noChangeAspect="1"/>
          </p:cNvGraphicFramePr>
          <p:nvPr/>
        </p:nvGraphicFramePr>
        <p:xfrm>
          <a:off x="4643438" y="4149725"/>
          <a:ext cx="2716212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42" name="Equation" r:id="rId19" imgW="1160780" imgH="256540" progId="Equation.3">
                  <p:embed/>
                </p:oleObj>
              </mc:Choice>
              <mc:Fallback>
                <p:oleObj name="Equation" r:id="rId19" imgW="1160780" imgH="25654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149725"/>
                        <a:ext cx="2716212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6" name="Object 18"/>
          <p:cNvGraphicFramePr>
            <a:graphicFrameLocks noChangeAspect="1"/>
          </p:cNvGraphicFramePr>
          <p:nvPr/>
        </p:nvGraphicFramePr>
        <p:xfrm>
          <a:off x="4716463" y="5235575"/>
          <a:ext cx="7366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43" name="公式" r:id="rId21" imgW="290830" imgH="92710" progId="Equation.3">
                  <p:embed/>
                </p:oleObj>
              </mc:Choice>
              <mc:Fallback>
                <p:oleObj name="公式" r:id="rId21" imgW="290830" imgH="9271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5235575"/>
                        <a:ext cx="7366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8280"/>
    </mc:Choice>
    <mc:Fallback>
      <p:transition spd="slow" advTm="2782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8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68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68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8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8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8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8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8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8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683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683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83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83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83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83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68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68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68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68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683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683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68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68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1" grpId="0" animBg="1" autoUpdateAnimBg="0"/>
      <p:bldP spid="268299" grpId="0" autoUpdateAnimBg="0"/>
      <p:bldP spid="268300" grpId="0" autoUpdateAnimBg="0"/>
      <p:bldP spid="268301" grpId="0" autoUpdateAnimBg="0" build="p"/>
      <p:bldP spid="268303" grpId="0" autoUpdateAnimBg="0"/>
      <p:bldP spid="268304" grpId="0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EF3873-BB56-4E16-9EB0-1616FEA64626}" type="datetime1">
              <a:rPr lang="zh-CN" altLang="en-US" smtClean="0"/>
            </a:fld>
            <a:endParaRPr lang="zh-CN" altLang="en-US"/>
          </a:p>
        </p:txBody>
      </p:sp>
      <p:sp>
        <p:nvSpPr>
          <p:cNvPr id="13209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74675" y="304800"/>
            <a:ext cx="5981700" cy="298450"/>
          </a:xfrm>
        </p:spPr>
        <p:txBody>
          <a:bodyPr/>
          <a:lstStyle/>
          <a:p>
            <a:r>
              <a:rPr lang="en-US" altLang="zh-CN" sz="2400" b="1">
                <a:solidFill>
                  <a:srgbClr val="660066"/>
                </a:solidFill>
              </a:rPr>
              <a:t>ii)</a:t>
            </a:r>
            <a:r>
              <a:rPr lang="zh-CN" altLang="en-US" sz="2400" b="1">
                <a:solidFill>
                  <a:srgbClr val="660066"/>
                </a:solidFill>
              </a:rPr>
              <a:t>零点与极点分布与系统的时域特性</a:t>
            </a:r>
            <a:endParaRPr lang="zh-CN" altLang="en-US" sz="2400" b="1">
              <a:solidFill>
                <a:srgbClr val="660066"/>
              </a:solidFill>
            </a:endParaRPr>
          </a:p>
        </p:txBody>
      </p:sp>
      <p:sp>
        <p:nvSpPr>
          <p:cNvPr id="269315" name="Text Box 3"/>
          <p:cNvSpPr txBox="1">
            <a:spLocks noChangeArrowheads="1"/>
          </p:cNvSpPr>
          <p:nvPr/>
        </p:nvSpPr>
        <p:spPr bwMode="auto">
          <a:xfrm>
            <a:off x="395288" y="1989138"/>
            <a:ext cx="1944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单阶极点：</a:t>
            </a:r>
            <a:endParaRPr kumimoji="1" lang="zh-CN" altLang="en-US" sz="2400">
              <a:solidFill>
                <a:schemeClr val="accent2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69316" name="Object 4"/>
          <p:cNvGraphicFramePr>
            <a:graphicFrameLocks noChangeAspect="1"/>
          </p:cNvGraphicFramePr>
          <p:nvPr/>
        </p:nvGraphicFramePr>
        <p:xfrm>
          <a:off x="1725613" y="1831975"/>
          <a:ext cx="409575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95" name="公式" r:id="rId1" imgW="1638300" imgH="457200" progId="Equation.3">
                  <p:embed/>
                </p:oleObj>
              </mc:Choice>
              <mc:Fallback>
                <p:oleObj name="公式" r:id="rId1" imgW="16383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613" y="1831975"/>
                        <a:ext cx="409575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7" name="Object 5"/>
          <p:cNvGraphicFramePr>
            <a:graphicFrameLocks noChangeAspect="1"/>
          </p:cNvGraphicFramePr>
          <p:nvPr/>
        </p:nvGraphicFramePr>
        <p:xfrm>
          <a:off x="1331913" y="2708275"/>
          <a:ext cx="700722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96" name="公式" r:id="rId3" imgW="3340100" imgH="482600" progId="Equation.3">
                  <p:embed/>
                </p:oleObj>
              </mc:Choice>
              <mc:Fallback>
                <p:oleObj name="公式" r:id="rId3" imgW="33401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708275"/>
                        <a:ext cx="700722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18" name="Text Box 6"/>
          <p:cNvSpPr txBox="1">
            <a:spLocks noChangeArrowheads="1"/>
          </p:cNvSpPr>
          <p:nvPr/>
        </p:nvSpPr>
        <p:spPr bwMode="auto">
          <a:xfrm>
            <a:off x="539750" y="3716338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重极点：</a:t>
            </a:r>
            <a:endParaRPr kumimoji="1" lang="zh-CN" altLang="en-US" sz="2400">
              <a:solidFill>
                <a:schemeClr val="accent2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69319" name="Object 7"/>
          <p:cNvGraphicFramePr>
            <a:graphicFrameLocks noChangeAspect="1"/>
          </p:cNvGraphicFramePr>
          <p:nvPr/>
        </p:nvGraphicFramePr>
        <p:xfrm>
          <a:off x="684213" y="5589588"/>
          <a:ext cx="835342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97" name="公式" r:id="rId5" imgW="4114800" imgH="431800" progId="Equation.3">
                  <p:embed/>
                </p:oleObj>
              </mc:Choice>
              <mc:Fallback>
                <p:oleObj name="公式" r:id="rId5" imgW="41148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589588"/>
                        <a:ext cx="835342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20" name="Text Box 8"/>
          <p:cNvSpPr txBox="1">
            <a:spLocks noChangeArrowheads="1"/>
          </p:cNvSpPr>
          <p:nvPr/>
        </p:nvSpPr>
        <p:spPr bwMode="auto">
          <a:xfrm>
            <a:off x="1619250" y="3933825"/>
            <a:ext cx="592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</a:t>
            </a:r>
            <a:r>
              <a:rPr kumimoji="1" lang="en-US" altLang="zh-CN" sz="2400" baseline="-250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o</a:t>
            </a: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为</a:t>
            </a: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r</a:t>
            </a: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重极点，其余为单极点，则有</a:t>
            </a:r>
            <a:endParaRPr kumimoji="1" lang="zh-CN" altLang="en-US" sz="240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69321" name="Object 9"/>
          <p:cNvGraphicFramePr>
            <a:graphicFrameLocks noChangeAspect="1"/>
          </p:cNvGraphicFramePr>
          <p:nvPr/>
        </p:nvGraphicFramePr>
        <p:xfrm>
          <a:off x="1724025" y="4437063"/>
          <a:ext cx="6223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98" name="公式" r:id="rId7" imgW="2489200" imgH="444500" progId="Equation.3">
                  <p:embed/>
                </p:oleObj>
              </mc:Choice>
              <mc:Fallback>
                <p:oleObj name="公式" r:id="rId7" imgW="2489200" imgH="444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025" y="4437063"/>
                        <a:ext cx="62230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7" name="Object 10"/>
          <p:cNvGraphicFramePr>
            <a:graphicFrameLocks noChangeAspect="1"/>
          </p:cNvGraphicFramePr>
          <p:nvPr/>
        </p:nvGraphicFramePr>
        <p:xfrm>
          <a:off x="685800" y="838200"/>
          <a:ext cx="60769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99" name="Equation" r:id="rId9" imgW="3365500" imgH="457200" progId="Equation.3">
                  <p:embed/>
                </p:oleObj>
              </mc:Choice>
              <mc:Fallback>
                <p:oleObj name="Equation" r:id="rId9" imgW="336550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838200"/>
                        <a:ext cx="6076950" cy="914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8" name="Object 11"/>
          <p:cNvGraphicFramePr>
            <a:graphicFrameLocks noChangeAspect="1"/>
          </p:cNvGraphicFramePr>
          <p:nvPr/>
        </p:nvGraphicFramePr>
        <p:xfrm>
          <a:off x="6705600" y="457200"/>
          <a:ext cx="1727200" cy="165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300" name="Equation" r:id="rId11" imgW="654050" imgH="565150" progId="Equation.3">
                  <p:embed/>
                </p:oleObj>
              </mc:Choice>
              <mc:Fallback>
                <p:oleObj name="Equation" r:id="rId11" imgW="654050" imgH="56515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57200"/>
                        <a:ext cx="1727200" cy="165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8200"/>
    </mc:Choice>
    <mc:Fallback>
      <p:transition spd="slow" advTm="1982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9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9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9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9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5" grpId="0" autoUpdateAnimBg="0"/>
      <p:bldP spid="269318" grpId="0" autoUpdateAnimBg="0"/>
      <p:bldP spid="269320" grpId="0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EA5007C-C324-40BB-8344-369B72BA6709}" type="datetime1">
              <a:rPr lang="zh-CN" altLang="en-US" smtClean="0"/>
            </a:fld>
            <a:endParaRPr lang="zh-CN" altLang="en-US"/>
          </a:p>
        </p:txBody>
      </p:sp>
      <p:grpSp>
        <p:nvGrpSpPr>
          <p:cNvPr id="2" name="Group 2"/>
          <p:cNvGrpSpPr/>
          <p:nvPr/>
        </p:nvGrpSpPr>
        <p:grpSpPr bwMode="auto">
          <a:xfrm>
            <a:off x="562293" y="187008"/>
            <a:ext cx="8580437" cy="6472237"/>
            <a:chOff x="355" y="119"/>
            <a:chExt cx="5405" cy="4077"/>
          </a:xfrm>
        </p:grpSpPr>
        <p:sp>
          <p:nvSpPr>
            <p:cNvPr id="133134" name="AutoShape 3"/>
            <p:cNvSpPr>
              <a:spLocks noChangeAspect="1" noChangeArrowheads="1" noTextEdit="1"/>
            </p:cNvSpPr>
            <p:nvPr/>
          </p:nvSpPr>
          <p:spPr bwMode="auto">
            <a:xfrm>
              <a:off x="355" y="131"/>
              <a:ext cx="5405" cy="40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3135" name="Group 4"/>
            <p:cNvGrpSpPr/>
            <p:nvPr/>
          </p:nvGrpSpPr>
          <p:grpSpPr bwMode="auto">
            <a:xfrm>
              <a:off x="1144" y="590"/>
              <a:ext cx="3235" cy="2217"/>
              <a:chOff x="1144" y="518"/>
              <a:chExt cx="3235" cy="2338"/>
            </a:xfrm>
          </p:grpSpPr>
          <p:sp>
            <p:nvSpPr>
              <p:cNvPr id="133935" name="Line 6"/>
              <p:cNvSpPr>
                <a:spLocks noChangeShapeType="1"/>
              </p:cNvSpPr>
              <p:nvPr/>
            </p:nvSpPr>
            <p:spPr bwMode="auto">
              <a:xfrm flipV="1">
                <a:off x="1144" y="2148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36" name="Line 7"/>
              <p:cNvSpPr>
                <a:spLocks noChangeShapeType="1"/>
              </p:cNvSpPr>
              <p:nvPr/>
            </p:nvSpPr>
            <p:spPr bwMode="auto">
              <a:xfrm flipV="1">
                <a:off x="1145" y="2118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37" name="Line 8"/>
              <p:cNvSpPr>
                <a:spLocks noChangeShapeType="1"/>
              </p:cNvSpPr>
              <p:nvPr/>
            </p:nvSpPr>
            <p:spPr bwMode="auto">
              <a:xfrm flipV="1">
                <a:off x="1145" y="2088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38" name="Line 9"/>
              <p:cNvSpPr>
                <a:spLocks noChangeShapeType="1"/>
              </p:cNvSpPr>
              <p:nvPr/>
            </p:nvSpPr>
            <p:spPr bwMode="auto">
              <a:xfrm flipV="1">
                <a:off x="1146" y="2058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39" name="Line 10"/>
              <p:cNvSpPr>
                <a:spLocks noChangeShapeType="1"/>
              </p:cNvSpPr>
              <p:nvPr/>
            </p:nvSpPr>
            <p:spPr bwMode="auto">
              <a:xfrm flipV="1">
                <a:off x="1149" y="2029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40" name="Line 11"/>
              <p:cNvSpPr>
                <a:spLocks noChangeShapeType="1"/>
              </p:cNvSpPr>
              <p:nvPr/>
            </p:nvSpPr>
            <p:spPr bwMode="auto">
              <a:xfrm flipV="1">
                <a:off x="1151" y="1999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41" name="Line 12"/>
              <p:cNvSpPr>
                <a:spLocks noChangeShapeType="1"/>
              </p:cNvSpPr>
              <p:nvPr/>
            </p:nvSpPr>
            <p:spPr bwMode="auto">
              <a:xfrm flipV="1">
                <a:off x="1154" y="1969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42" name="Line 13"/>
              <p:cNvSpPr>
                <a:spLocks noChangeShapeType="1"/>
              </p:cNvSpPr>
              <p:nvPr/>
            </p:nvSpPr>
            <p:spPr bwMode="auto">
              <a:xfrm flipV="1">
                <a:off x="1159" y="1939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43" name="Line 14"/>
              <p:cNvSpPr>
                <a:spLocks noChangeShapeType="1"/>
              </p:cNvSpPr>
              <p:nvPr/>
            </p:nvSpPr>
            <p:spPr bwMode="auto">
              <a:xfrm flipV="1">
                <a:off x="1163" y="1909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44" name="Line 15"/>
              <p:cNvSpPr>
                <a:spLocks noChangeShapeType="1"/>
              </p:cNvSpPr>
              <p:nvPr/>
            </p:nvSpPr>
            <p:spPr bwMode="auto">
              <a:xfrm flipV="1">
                <a:off x="1166" y="1879"/>
                <a:ext cx="4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45" name="Line 16"/>
              <p:cNvSpPr>
                <a:spLocks noChangeShapeType="1"/>
              </p:cNvSpPr>
              <p:nvPr/>
            </p:nvSpPr>
            <p:spPr bwMode="auto">
              <a:xfrm flipV="1">
                <a:off x="1173" y="1850"/>
                <a:ext cx="2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46" name="Line 17"/>
              <p:cNvSpPr>
                <a:spLocks noChangeShapeType="1"/>
              </p:cNvSpPr>
              <p:nvPr/>
            </p:nvSpPr>
            <p:spPr bwMode="auto">
              <a:xfrm flipV="1">
                <a:off x="1178" y="1820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47" name="Line 18"/>
              <p:cNvSpPr>
                <a:spLocks noChangeShapeType="1"/>
              </p:cNvSpPr>
              <p:nvPr/>
            </p:nvSpPr>
            <p:spPr bwMode="auto">
              <a:xfrm flipV="1">
                <a:off x="1184" y="1790"/>
                <a:ext cx="4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48" name="Line 19"/>
              <p:cNvSpPr>
                <a:spLocks noChangeShapeType="1"/>
              </p:cNvSpPr>
              <p:nvPr/>
            </p:nvSpPr>
            <p:spPr bwMode="auto">
              <a:xfrm flipV="1">
                <a:off x="1191" y="1760"/>
                <a:ext cx="4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49" name="Line 20"/>
              <p:cNvSpPr>
                <a:spLocks noChangeShapeType="1"/>
              </p:cNvSpPr>
              <p:nvPr/>
            </p:nvSpPr>
            <p:spPr bwMode="auto">
              <a:xfrm flipV="1">
                <a:off x="1199" y="1730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50" name="Line 21"/>
              <p:cNvSpPr>
                <a:spLocks noChangeShapeType="1"/>
              </p:cNvSpPr>
              <p:nvPr/>
            </p:nvSpPr>
            <p:spPr bwMode="auto">
              <a:xfrm flipV="1">
                <a:off x="1206" y="1702"/>
                <a:ext cx="4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51" name="Line 22"/>
              <p:cNvSpPr>
                <a:spLocks noChangeShapeType="1"/>
              </p:cNvSpPr>
              <p:nvPr/>
            </p:nvSpPr>
            <p:spPr bwMode="auto">
              <a:xfrm flipV="1">
                <a:off x="1214" y="1673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52" name="Line 23"/>
              <p:cNvSpPr>
                <a:spLocks noChangeShapeType="1"/>
              </p:cNvSpPr>
              <p:nvPr/>
            </p:nvSpPr>
            <p:spPr bwMode="auto">
              <a:xfrm flipV="1">
                <a:off x="1222" y="1644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53" name="Line 24"/>
              <p:cNvSpPr>
                <a:spLocks noChangeShapeType="1"/>
              </p:cNvSpPr>
              <p:nvPr/>
            </p:nvSpPr>
            <p:spPr bwMode="auto">
              <a:xfrm flipV="1">
                <a:off x="1231" y="1617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54" name="Line 25"/>
              <p:cNvSpPr>
                <a:spLocks noChangeShapeType="1"/>
              </p:cNvSpPr>
              <p:nvPr/>
            </p:nvSpPr>
            <p:spPr bwMode="auto">
              <a:xfrm flipV="1">
                <a:off x="1241" y="1590"/>
                <a:ext cx="5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55" name="Line 26"/>
              <p:cNvSpPr>
                <a:spLocks noChangeShapeType="1"/>
              </p:cNvSpPr>
              <p:nvPr/>
            </p:nvSpPr>
            <p:spPr bwMode="auto">
              <a:xfrm flipV="1">
                <a:off x="1251" y="1562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56" name="Line 27"/>
              <p:cNvSpPr>
                <a:spLocks noChangeShapeType="1"/>
              </p:cNvSpPr>
              <p:nvPr/>
            </p:nvSpPr>
            <p:spPr bwMode="auto">
              <a:xfrm flipV="1">
                <a:off x="1262" y="1535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57" name="Line 28"/>
              <p:cNvSpPr>
                <a:spLocks noChangeShapeType="1"/>
              </p:cNvSpPr>
              <p:nvPr/>
            </p:nvSpPr>
            <p:spPr bwMode="auto">
              <a:xfrm flipV="1">
                <a:off x="1273" y="1508"/>
                <a:ext cx="5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58" name="Line 29"/>
              <p:cNvSpPr>
                <a:spLocks noChangeShapeType="1"/>
              </p:cNvSpPr>
              <p:nvPr/>
            </p:nvSpPr>
            <p:spPr bwMode="auto">
              <a:xfrm flipV="1">
                <a:off x="1285" y="1480"/>
                <a:ext cx="6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59" name="Line 30"/>
              <p:cNvSpPr>
                <a:spLocks noChangeShapeType="1"/>
              </p:cNvSpPr>
              <p:nvPr/>
            </p:nvSpPr>
            <p:spPr bwMode="auto">
              <a:xfrm flipV="1">
                <a:off x="1297" y="1453"/>
                <a:ext cx="6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60" name="Line 31"/>
              <p:cNvSpPr>
                <a:spLocks noChangeShapeType="1"/>
              </p:cNvSpPr>
              <p:nvPr/>
            </p:nvSpPr>
            <p:spPr bwMode="auto">
              <a:xfrm flipV="1">
                <a:off x="1310" y="1426"/>
                <a:ext cx="7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61" name="Line 32"/>
              <p:cNvSpPr>
                <a:spLocks noChangeShapeType="1"/>
              </p:cNvSpPr>
              <p:nvPr/>
            </p:nvSpPr>
            <p:spPr bwMode="auto">
              <a:xfrm flipV="1">
                <a:off x="1323" y="1398"/>
                <a:ext cx="6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62" name="Line 33"/>
              <p:cNvSpPr>
                <a:spLocks noChangeShapeType="1"/>
              </p:cNvSpPr>
              <p:nvPr/>
            </p:nvSpPr>
            <p:spPr bwMode="auto">
              <a:xfrm flipV="1">
                <a:off x="1337" y="1372"/>
                <a:ext cx="7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63" name="Line 34"/>
              <p:cNvSpPr>
                <a:spLocks noChangeShapeType="1"/>
              </p:cNvSpPr>
              <p:nvPr/>
            </p:nvSpPr>
            <p:spPr bwMode="auto">
              <a:xfrm flipV="1">
                <a:off x="1352" y="1345"/>
                <a:ext cx="7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64" name="Line 35"/>
              <p:cNvSpPr>
                <a:spLocks noChangeShapeType="1"/>
              </p:cNvSpPr>
              <p:nvPr/>
            </p:nvSpPr>
            <p:spPr bwMode="auto">
              <a:xfrm flipV="1">
                <a:off x="1367" y="1317"/>
                <a:ext cx="7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65" name="Line 36"/>
              <p:cNvSpPr>
                <a:spLocks noChangeShapeType="1"/>
              </p:cNvSpPr>
              <p:nvPr/>
            </p:nvSpPr>
            <p:spPr bwMode="auto">
              <a:xfrm flipV="1">
                <a:off x="1382" y="1292"/>
                <a:ext cx="7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66" name="Line 37"/>
              <p:cNvSpPr>
                <a:spLocks noChangeShapeType="1"/>
              </p:cNvSpPr>
              <p:nvPr/>
            </p:nvSpPr>
            <p:spPr bwMode="auto">
              <a:xfrm flipV="1">
                <a:off x="1398" y="1268"/>
                <a:ext cx="7" cy="1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67" name="Line 38"/>
              <p:cNvSpPr>
                <a:spLocks noChangeShapeType="1"/>
              </p:cNvSpPr>
              <p:nvPr/>
            </p:nvSpPr>
            <p:spPr bwMode="auto">
              <a:xfrm flipV="1">
                <a:off x="1413" y="1243"/>
                <a:ext cx="9" cy="1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68" name="Line 39"/>
              <p:cNvSpPr>
                <a:spLocks noChangeShapeType="1"/>
              </p:cNvSpPr>
              <p:nvPr/>
            </p:nvSpPr>
            <p:spPr bwMode="auto">
              <a:xfrm flipV="1">
                <a:off x="1430" y="1218"/>
                <a:ext cx="9" cy="1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69" name="Line 40"/>
              <p:cNvSpPr>
                <a:spLocks noChangeShapeType="1"/>
              </p:cNvSpPr>
              <p:nvPr/>
            </p:nvSpPr>
            <p:spPr bwMode="auto">
              <a:xfrm flipV="1">
                <a:off x="1448" y="1193"/>
                <a:ext cx="8" cy="1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70" name="Line 41"/>
              <p:cNvSpPr>
                <a:spLocks noChangeShapeType="1"/>
              </p:cNvSpPr>
              <p:nvPr/>
            </p:nvSpPr>
            <p:spPr bwMode="auto">
              <a:xfrm flipV="1">
                <a:off x="1465" y="1168"/>
                <a:ext cx="9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71" name="Line 42"/>
              <p:cNvSpPr>
                <a:spLocks noChangeShapeType="1"/>
              </p:cNvSpPr>
              <p:nvPr/>
            </p:nvSpPr>
            <p:spPr bwMode="auto">
              <a:xfrm flipV="1">
                <a:off x="1465" y="1168"/>
                <a:ext cx="9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72" name="Line 43"/>
              <p:cNvSpPr>
                <a:spLocks noChangeShapeType="1"/>
              </p:cNvSpPr>
              <p:nvPr/>
            </p:nvSpPr>
            <p:spPr bwMode="auto">
              <a:xfrm flipV="1">
                <a:off x="1483" y="1146"/>
                <a:ext cx="8" cy="1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73" name="Line 44"/>
              <p:cNvSpPr>
                <a:spLocks noChangeShapeType="1"/>
              </p:cNvSpPr>
              <p:nvPr/>
            </p:nvSpPr>
            <p:spPr bwMode="auto">
              <a:xfrm flipV="1">
                <a:off x="1501" y="1122"/>
                <a:ext cx="9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74" name="Line 45"/>
              <p:cNvSpPr>
                <a:spLocks noChangeShapeType="1"/>
              </p:cNvSpPr>
              <p:nvPr/>
            </p:nvSpPr>
            <p:spPr bwMode="auto">
              <a:xfrm flipV="1">
                <a:off x="1519" y="1100"/>
                <a:ext cx="10" cy="1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75" name="Line 46"/>
              <p:cNvSpPr>
                <a:spLocks noChangeShapeType="1"/>
              </p:cNvSpPr>
              <p:nvPr/>
            </p:nvSpPr>
            <p:spPr bwMode="auto">
              <a:xfrm flipV="1">
                <a:off x="1537" y="1077"/>
                <a:ext cx="10" cy="1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76" name="Line 47"/>
              <p:cNvSpPr>
                <a:spLocks noChangeShapeType="1"/>
              </p:cNvSpPr>
              <p:nvPr/>
            </p:nvSpPr>
            <p:spPr bwMode="auto">
              <a:xfrm flipV="1">
                <a:off x="1557" y="1055"/>
                <a:ext cx="10" cy="1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77" name="Line 48"/>
              <p:cNvSpPr>
                <a:spLocks noChangeShapeType="1"/>
              </p:cNvSpPr>
              <p:nvPr/>
            </p:nvSpPr>
            <p:spPr bwMode="auto">
              <a:xfrm flipV="1">
                <a:off x="1577" y="1033"/>
                <a:ext cx="9" cy="1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78" name="Line 49"/>
              <p:cNvSpPr>
                <a:spLocks noChangeShapeType="1"/>
              </p:cNvSpPr>
              <p:nvPr/>
            </p:nvSpPr>
            <p:spPr bwMode="auto">
              <a:xfrm flipV="1">
                <a:off x="1596" y="101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79" name="Line 50"/>
              <p:cNvSpPr>
                <a:spLocks noChangeShapeType="1"/>
              </p:cNvSpPr>
              <p:nvPr/>
            </p:nvSpPr>
            <p:spPr bwMode="auto">
              <a:xfrm flipV="1">
                <a:off x="1616" y="99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80" name="Line 51"/>
              <p:cNvSpPr>
                <a:spLocks noChangeShapeType="1"/>
              </p:cNvSpPr>
              <p:nvPr/>
            </p:nvSpPr>
            <p:spPr bwMode="auto">
              <a:xfrm flipV="1">
                <a:off x="1636" y="97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81" name="Line 52"/>
              <p:cNvSpPr>
                <a:spLocks noChangeShapeType="1"/>
              </p:cNvSpPr>
              <p:nvPr/>
            </p:nvSpPr>
            <p:spPr bwMode="auto">
              <a:xfrm flipV="1">
                <a:off x="1657" y="953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82" name="Line 53"/>
              <p:cNvSpPr>
                <a:spLocks noChangeShapeType="1"/>
              </p:cNvSpPr>
              <p:nvPr/>
            </p:nvSpPr>
            <p:spPr bwMode="auto">
              <a:xfrm flipV="1">
                <a:off x="1679" y="933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83" name="Line 54"/>
              <p:cNvSpPr>
                <a:spLocks noChangeShapeType="1"/>
              </p:cNvSpPr>
              <p:nvPr/>
            </p:nvSpPr>
            <p:spPr bwMode="auto">
              <a:xfrm flipV="1">
                <a:off x="1700" y="912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84" name="Line 55"/>
              <p:cNvSpPr>
                <a:spLocks noChangeShapeType="1"/>
              </p:cNvSpPr>
              <p:nvPr/>
            </p:nvSpPr>
            <p:spPr bwMode="auto">
              <a:xfrm flipV="1">
                <a:off x="1723" y="893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85" name="Line 56"/>
              <p:cNvSpPr>
                <a:spLocks noChangeShapeType="1"/>
              </p:cNvSpPr>
              <p:nvPr/>
            </p:nvSpPr>
            <p:spPr bwMode="auto">
              <a:xfrm flipV="1">
                <a:off x="1745" y="875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86" name="Line 57"/>
              <p:cNvSpPr>
                <a:spLocks noChangeShapeType="1"/>
              </p:cNvSpPr>
              <p:nvPr/>
            </p:nvSpPr>
            <p:spPr bwMode="auto">
              <a:xfrm flipV="1">
                <a:off x="1767" y="856"/>
                <a:ext cx="12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87" name="Line 58"/>
              <p:cNvSpPr>
                <a:spLocks noChangeShapeType="1"/>
              </p:cNvSpPr>
              <p:nvPr/>
            </p:nvSpPr>
            <p:spPr bwMode="auto">
              <a:xfrm flipV="1">
                <a:off x="1791" y="839"/>
                <a:ext cx="13" cy="8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88" name="Line 59"/>
              <p:cNvSpPr>
                <a:spLocks noChangeShapeType="1"/>
              </p:cNvSpPr>
              <p:nvPr/>
            </p:nvSpPr>
            <p:spPr bwMode="auto">
              <a:xfrm flipV="1">
                <a:off x="1816" y="821"/>
                <a:ext cx="11" cy="9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89" name="Line 60"/>
              <p:cNvSpPr>
                <a:spLocks noChangeShapeType="1"/>
              </p:cNvSpPr>
              <p:nvPr/>
            </p:nvSpPr>
            <p:spPr bwMode="auto">
              <a:xfrm flipV="1">
                <a:off x="1840" y="804"/>
                <a:ext cx="12" cy="8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90" name="Line 61"/>
              <p:cNvSpPr>
                <a:spLocks noChangeShapeType="1"/>
              </p:cNvSpPr>
              <p:nvPr/>
            </p:nvSpPr>
            <p:spPr bwMode="auto">
              <a:xfrm flipV="1">
                <a:off x="1865" y="786"/>
                <a:ext cx="12" cy="9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91" name="Line 62"/>
              <p:cNvSpPr>
                <a:spLocks noChangeShapeType="1"/>
              </p:cNvSpPr>
              <p:nvPr/>
            </p:nvSpPr>
            <p:spPr bwMode="auto">
              <a:xfrm flipV="1">
                <a:off x="1889" y="770"/>
                <a:ext cx="13" cy="9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92" name="Line 63"/>
              <p:cNvSpPr>
                <a:spLocks noChangeShapeType="1"/>
              </p:cNvSpPr>
              <p:nvPr/>
            </p:nvSpPr>
            <p:spPr bwMode="auto">
              <a:xfrm flipV="1">
                <a:off x="1914" y="755"/>
                <a:ext cx="13" cy="8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93" name="Line 64"/>
              <p:cNvSpPr>
                <a:spLocks noChangeShapeType="1"/>
              </p:cNvSpPr>
              <p:nvPr/>
            </p:nvSpPr>
            <p:spPr bwMode="auto">
              <a:xfrm flipV="1">
                <a:off x="1939" y="740"/>
                <a:ext cx="13" cy="8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94" name="Line 65"/>
              <p:cNvSpPr>
                <a:spLocks noChangeShapeType="1"/>
              </p:cNvSpPr>
              <p:nvPr/>
            </p:nvSpPr>
            <p:spPr bwMode="auto">
              <a:xfrm flipV="1">
                <a:off x="1964" y="725"/>
                <a:ext cx="13" cy="8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95" name="Line 66"/>
              <p:cNvSpPr>
                <a:spLocks noChangeShapeType="1"/>
              </p:cNvSpPr>
              <p:nvPr/>
            </p:nvSpPr>
            <p:spPr bwMode="auto">
              <a:xfrm flipV="1">
                <a:off x="1989" y="710"/>
                <a:ext cx="12" cy="8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96" name="Line 67"/>
              <p:cNvSpPr>
                <a:spLocks noChangeShapeType="1"/>
              </p:cNvSpPr>
              <p:nvPr/>
            </p:nvSpPr>
            <p:spPr bwMode="auto">
              <a:xfrm flipV="1">
                <a:off x="2015" y="697"/>
                <a:ext cx="13" cy="7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97" name="Line 68"/>
              <p:cNvSpPr>
                <a:spLocks noChangeShapeType="1"/>
              </p:cNvSpPr>
              <p:nvPr/>
            </p:nvSpPr>
            <p:spPr bwMode="auto">
              <a:xfrm flipV="1">
                <a:off x="2041" y="683"/>
                <a:ext cx="14" cy="8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98" name="Line 69"/>
              <p:cNvSpPr>
                <a:spLocks noChangeShapeType="1"/>
              </p:cNvSpPr>
              <p:nvPr/>
            </p:nvSpPr>
            <p:spPr bwMode="auto">
              <a:xfrm flipV="1">
                <a:off x="2069" y="669"/>
                <a:ext cx="13" cy="8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99" name="Line 70"/>
              <p:cNvSpPr>
                <a:spLocks noChangeShapeType="1"/>
              </p:cNvSpPr>
              <p:nvPr/>
            </p:nvSpPr>
            <p:spPr bwMode="auto">
              <a:xfrm flipV="1">
                <a:off x="2069" y="669"/>
                <a:ext cx="13" cy="8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00" name="Line 71"/>
              <p:cNvSpPr>
                <a:spLocks noChangeShapeType="1"/>
              </p:cNvSpPr>
              <p:nvPr/>
            </p:nvSpPr>
            <p:spPr bwMode="auto">
              <a:xfrm flipV="1">
                <a:off x="2096" y="657"/>
                <a:ext cx="14" cy="6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01" name="Line 72"/>
              <p:cNvSpPr>
                <a:spLocks noChangeShapeType="1"/>
              </p:cNvSpPr>
              <p:nvPr/>
            </p:nvSpPr>
            <p:spPr bwMode="auto">
              <a:xfrm flipV="1">
                <a:off x="2123" y="646"/>
                <a:ext cx="14" cy="6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02" name="Freeform 73"/>
              <p:cNvSpPr/>
              <p:nvPr/>
            </p:nvSpPr>
            <p:spPr bwMode="auto">
              <a:xfrm>
                <a:off x="2151" y="635"/>
                <a:ext cx="13" cy="5"/>
              </a:xfrm>
              <a:custGeom>
                <a:avLst/>
                <a:gdLst>
                  <a:gd name="T0" fmla="*/ 0 w 11"/>
                  <a:gd name="T1" fmla="*/ 20 h 4"/>
                  <a:gd name="T2" fmla="*/ 33 w 11"/>
                  <a:gd name="T3" fmla="*/ 0 h 4"/>
                  <a:gd name="T4" fmla="*/ 35 w 11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4"/>
                  <a:gd name="T11" fmla="*/ 11 w 11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4">
                    <a:moveTo>
                      <a:pt x="0" y="4"/>
                    </a:moveTo>
                    <a:lnTo>
                      <a:pt x="10" y="0"/>
                    </a:lnTo>
                    <a:lnTo>
                      <a:pt x="11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03" name="Line 74"/>
              <p:cNvSpPr>
                <a:spLocks noChangeShapeType="1"/>
              </p:cNvSpPr>
              <p:nvPr/>
            </p:nvSpPr>
            <p:spPr bwMode="auto">
              <a:xfrm flipV="1">
                <a:off x="2178" y="623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04" name="Line 75"/>
              <p:cNvSpPr>
                <a:spLocks noChangeShapeType="1"/>
              </p:cNvSpPr>
              <p:nvPr/>
            </p:nvSpPr>
            <p:spPr bwMode="auto">
              <a:xfrm flipV="1">
                <a:off x="2206" y="613"/>
                <a:ext cx="13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05" name="Freeform 76"/>
              <p:cNvSpPr/>
              <p:nvPr/>
            </p:nvSpPr>
            <p:spPr bwMode="auto">
              <a:xfrm>
                <a:off x="2233" y="604"/>
                <a:ext cx="14" cy="5"/>
              </a:xfrm>
              <a:custGeom>
                <a:avLst/>
                <a:gdLst>
                  <a:gd name="T0" fmla="*/ 0 w 11"/>
                  <a:gd name="T1" fmla="*/ 20 h 4"/>
                  <a:gd name="T2" fmla="*/ 59 w 11"/>
                  <a:gd name="T3" fmla="*/ 0 h 4"/>
                  <a:gd name="T4" fmla="*/ 60 w 11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4"/>
                  <a:gd name="T11" fmla="*/ 11 w 11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4">
                    <a:moveTo>
                      <a:pt x="0" y="4"/>
                    </a:moveTo>
                    <a:lnTo>
                      <a:pt x="10" y="0"/>
                    </a:lnTo>
                    <a:lnTo>
                      <a:pt x="11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06" name="Line 77"/>
              <p:cNvSpPr>
                <a:spLocks noChangeShapeType="1"/>
              </p:cNvSpPr>
              <p:nvPr/>
            </p:nvSpPr>
            <p:spPr bwMode="auto">
              <a:xfrm flipV="1">
                <a:off x="2260" y="595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07" name="Line 78"/>
              <p:cNvSpPr>
                <a:spLocks noChangeShapeType="1"/>
              </p:cNvSpPr>
              <p:nvPr/>
            </p:nvSpPr>
            <p:spPr bwMode="auto">
              <a:xfrm flipV="1">
                <a:off x="2289" y="585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08" name="Freeform 79"/>
              <p:cNvSpPr/>
              <p:nvPr/>
            </p:nvSpPr>
            <p:spPr bwMode="auto">
              <a:xfrm>
                <a:off x="2318" y="576"/>
                <a:ext cx="13" cy="5"/>
              </a:xfrm>
              <a:custGeom>
                <a:avLst/>
                <a:gdLst>
                  <a:gd name="T0" fmla="*/ 0 w 11"/>
                  <a:gd name="T1" fmla="*/ 20 h 4"/>
                  <a:gd name="T2" fmla="*/ 30 w 11"/>
                  <a:gd name="T3" fmla="*/ 1 h 4"/>
                  <a:gd name="T4" fmla="*/ 35 w 11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4"/>
                  <a:gd name="T11" fmla="*/ 11 w 11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4">
                    <a:moveTo>
                      <a:pt x="0" y="4"/>
                    </a:moveTo>
                    <a:lnTo>
                      <a:pt x="9" y="1"/>
                    </a:lnTo>
                    <a:lnTo>
                      <a:pt x="11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09" name="Line 80"/>
              <p:cNvSpPr>
                <a:spLocks noChangeShapeType="1"/>
              </p:cNvSpPr>
              <p:nvPr/>
            </p:nvSpPr>
            <p:spPr bwMode="auto">
              <a:xfrm flipV="1">
                <a:off x="2346" y="570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10" name="Line 81"/>
              <p:cNvSpPr>
                <a:spLocks noChangeShapeType="1"/>
              </p:cNvSpPr>
              <p:nvPr/>
            </p:nvSpPr>
            <p:spPr bwMode="auto">
              <a:xfrm flipV="1">
                <a:off x="2376" y="563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11" name="Freeform 82"/>
              <p:cNvSpPr/>
              <p:nvPr/>
            </p:nvSpPr>
            <p:spPr bwMode="auto">
              <a:xfrm>
                <a:off x="2406" y="555"/>
                <a:ext cx="15" cy="4"/>
              </a:xfrm>
              <a:custGeom>
                <a:avLst/>
                <a:gdLst>
                  <a:gd name="T0" fmla="*/ 0 w 12"/>
                  <a:gd name="T1" fmla="*/ 21 h 3"/>
                  <a:gd name="T2" fmla="*/ 31 w 12"/>
                  <a:gd name="T3" fmla="*/ 1 h 3"/>
                  <a:gd name="T4" fmla="*/ 60 w 12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3"/>
                  <a:gd name="T11" fmla="*/ 12 w 12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3">
                    <a:moveTo>
                      <a:pt x="0" y="3"/>
                    </a:moveTo>
                    <a:lnTo>
                      <a:pt x="6" y="1"/>
                    </a:lnTo>
                    <a:lnTo>
                      <a:pt x="12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12" name="Line 83"/>
              <p:cNvSpPr>
                <a:spLocks noChangeShapeType="1"/>
              </p:cNvSpPr>
              <p:nvPr/>
            </p:nvSpPr>
            <p:spPr bwMode="auto">
              <a:xfrm flipV="1">
                <a:off x="2436" y="549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13" name="Line 84"/>
              <p:cNvSpPr>
                <a:spLocks noChangeShapeType="1"/>
              </p:cNvSpPr>
              <p:nvPr/>
            </p:nvSpPr>
            <p:spPr bwMode="auto">
              <a:xfrm flipV="1">
                <a:off x="2466" y="544"/>
                <a:ext cx="15" cy="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14" name="Freeform 85"/>
              <p:cNvSpPr/>
              <p:nvPr/>
            </p:nvSpPr>
            <p:spPr bwMode="auto">
              <a:xfrm>
                <a:off x="2496" y="539"/>
                <a:ext cx="14" cy="2"/>
              </a:xfrm>
              <a:custGeom>
                <a:avLst/>
                <a:gdLst>
                  <a:gd name="T0" fmla="*/ 0 w 12"/>
                  <a:gd name="T1" fmla="*/ 2 h 2"/>
                  <a:gd name="T2" fmla="*/ 11 w 12"/>
                  <a:gd name="T3" fmla="*/ 1 h 2"/>
                  <a:gd name="T4" fmla="*/ 35 w 12"/>
                  <a:gd name="T5" fmla="*/ 0 h 2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2"/>
                  <a:gd name="T11" fmla="*/ 12 w 12"/>
                  <a:gd name="T12" fmla="*/ 2 h 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2">
                    <a:moveTo>
                      <a:pt x="0" y="2"/>
                    </a:moveTo>
                    <a:lnTo>
                      <a:pt x="3" y="1"/>
                    </a:lnTo>
                    <a:lnTo>
                      <a:pt x="12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15" name="Line 86"/>
              <p:cNvSpPr>
                <a:spLocks noChangeShapeType="1"/>
              </p:cNvSpPr>
              <p:nvPr/>
            </p:nvSpPr>
            <p:spPr bwMode="auto">
              <a:xfrm flipV="1">
                <a:off x="2525" y="534"/>
                <a:ext cx="15" cy="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16" name="Line 87"/>
              <p:cNvSpPr>
                <a:spLocks noChangeShapeType="1"/>
              </p:cNvSpPr>
              <p:nvPr/>
            </p:nvSpPr>
            <p:spPr bwMode="auto">
              <a:xfrm flipV="1">
                <a:off x="2555" y="530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17" name="Freeform 88"/>
              <p:cNvSpPr/>
              <p:nvPr/>
            </p:nvSpPr>
            <p:spPr bwMode="auto">
              <a:xfrm>
                <a:off x="2585" y="526"/>
                <a:ext cx="15" cy="2"/>
              </a:xfrm>
              <a:custGeom>
                <a:avLst/>
                <a:gdLst>
                  <a:gd name="T0" fmla="*/ 0 w 12"/>
                  <a:gd name="T1" fmla="*/ 128 h 1"/>
                  <a:gd name="T2" fmla="*/ 1 w 12"/>
                  <a:gd name="T3" fmla="*/ 128 h 1"/>
                  <a:gd name="T4" fmla="*/ 60 w 1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1"/>
                  <a:gd name="T11" fmla="*/ 12 w 1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1">
                    <a:moveTo>
                      <a:pt x="0" y="1"/>
                    </a:moveTo>
                    <a:lnTo>
                      <a:pt x="1" y="1"/>
                    </a:lnTo>
                    <a:lnTo>
                      <a:pt x="12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18" name="Line 89"/>
              <p:cNvSpPr>
                <a:spLocks noChangeShapeType="1"/>
              </p:cNvSpPr>
              <p:nvPr/>
            </p:nvSpPr>
            <p:spPr bwMode="auto">
              <a:xfrm flipV="1">
                <a:off x="2615" y="524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19" name="Line 90"/>
              <p:cNvSpPr>
                <a:spLocks noChangeShapeType="1"/>
              </p:cNvSpPr>
              <p:nvPr/>
            </p:nvSpPr>
            <p:spPr bwMode="auto">
              <a:xfrm flipV="1">
                <a:off x="2645" y="521"/>
                <a:ext cx="15" cy="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20" name="Line 91"/>
              <p:cNvSpPr>
                <a:spLocks noChangeShapeType="1"/>
              </p:cNvSpPr>
              <p:nvPr/>
            </p:nvSpPr>
            <p:spPr bwMode="auto">
              <a:xfrm>
                <a:off x="2675" y="520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21" name="Line 92"/>
              <p:cNvSpPr>
                <a:spLocks noChangeShapeType="1"/>
              </p:cNvSpPr>
              <p:nvPr/>
            </p:nvSpPr>
            <p:spPr bwMode="auto">
              <a:xfrm>
                <a:off x="2705" y="519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22" name="Line 93"/>
              <p:cNvSpPr>
                <a:spLocks noChangeShapeType="1"/>
              </p:cNvSpPr>
              <p:nvPr/>
            </p:nvSpPr>
            <p:spPr bwMode="auto">
              <a:xfrm flipV="1">
                <a:off x="2734" y="518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23" name="Line 94"/>
              <p:cNvSpPr>
                <a:spLocks noChangeShapeType="1"/>
              </p:cNvSpPr>
              <p:nvPr/>
            </p:nvSpPr>
            <p:spPr bwMode="auto">
              <a:xfrm>
                <a:off x="2764" y="518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24" name="Line 95"/>
              <p:cNvSpPr>
                <a:spLocks noChangeShapeType="1"/>
              </p:cNvSpPr>
              <p:nvPr/>
            </p:nvSpPr>
            <p:spPr bwMode="auto">
              <a:xfrm>
                <a:off x="2794" y="519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25" name="Line 96"/>
              <p:cNvSpPr>
                <a:spLocks noChangeShapeType="1"/>
              </p:cNvSpPr>
              <p:nvPr/>
            </p:nvSpPr>
            <p:spPr bwMode="auto">
              <a:xfrm>
                <a:off x="2824" y="519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26" name="Line 97"/>
              <p:cNvSpPr>
                <a:spLocks noChangeShapeType="1"/>
              </p:cNvSpPr>
              <p:nvPr/>
            </p:nvSpPr>
            <p:spPr bwMode="auto">
              <a:xfrm>
                <a:off x="2854" y="520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27" name="Line 98"/>
              <p:cNvSpPr>
                <a:spLocks noChangeShapeType="1"/>
              </p:cNvSpPr>
              <p:nvPr/>
            </p:nvSpPr>
            <p:spPr bwMode="auto">
              <a:xfrm>
                <a:off x="2884" y="523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28" name="Line 99"/>
              <p:cNvSpPr>
                <a:spLocks noChangeShapeType="1"/>
              </p:cNvSpPr>
              <p:nvPr/>
            </p:nvSpPr>
            <p:spPr bwMode="auto">
              <a:xfrm>
                <a:off x="2914" y="525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29" name="Line 100"/>
              <p:cNvSpPr>
                <a:spLocks noChangeShapeType="1"/>
              </p:cNvSpPr>
              <p:nvPr/>
            </p:nvSpPr>
            <p:spPr bwMode="auto">
              <a:xfrm>
                <a:off x="2944" y="529"/>
                <a:ext cx="14" cy="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30" name="Line 101"/>
              <p:cNvSpPr>
                <a:spLocks noChangeShapeType="1"/>
              </p:cNvSpPr>
              <p:nvPr/>
            </p:nvSpPr>
            <p:spPr bwMode="auto">
              <a:xfrm>
                <a:off x="2973" y="533"/>
                <a:ext cx="15" cy="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31" name="Line 102"/>
              <p:cNvSpPr>
                <a:spLocks noChangeShapeType="1"/>
              </p:cNvSpPr>
              <p:nvPr/>
            </p:nvSpPr>
            <p:spPr bwMode="auto">
              <a:xfrm>
                <a:off x="3003" y="538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32" name="Line 103"/>
              <p:cNvSpPr>
                <a:spLocks noChangeShapeType="1"/>
              </p:cNvSpPr>
              <p:nvPr/>
            </p:nvSpPr>
            <p:spPr bwMode="auto">
              <a:xfrm>
                <a:off x="3033" y="541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33" name="Line 104"/>
              <p:cNvSpPr>
                <a:spLocks noChangeShapeType="1"/>
              </p:cNvSpPr>
              <p:nvPr/>
            </p:nvSpPr>
            <p:spPr bwMode="auto">
              <a:xfrm>
                <a:off x="3063" y="548"/>
                <a:ext cx="15" cy="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34" name="Line 105"/>
              <p:cNvSpPr>
                <a:spLocks noChangeShapeType="1"/>
              </p:cNvSpPr>
              <p:nvPr/>
            </p:nvSpPr>
            <p:spPr bwMode="auto">
              <a:xfrm>
                <a:off x="3093" y="554"/>
                <a:ext cx="15" cy="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35" name="Line 106"/>
              <p:cNvSpPr>
                <a:spLocks noChangeShapeType="1"/>
              </p:cNvSpPr>
              <p:nvPr/>
            </p:nvSpPr>
            <p:spPr bwMode="auto">
              <a:xfrm>
                <a:off x="3123" y="560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36" name="Line 107"/>
              <p:cNvSpPr>
                <a:spLocks noChangeShapeType="1"/>
              </p:cNvSpPr>
              <p:nvPr/>
            </p:nvSpPr>
            <p:spPr bwMode="auto">
              <a:xfrm>
                <a:off x="3153" y="567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37" name="Freeform 108"/>
              <p:cNvSpPr/>
              <p:nvPr/>
            </p:nvSpPr>
            <p:spPr bwMode="auto">
              <a:xfrm>
                <a:off x="3182" y="575"/>
                <a:ext cx="15" cy="4"/>
              </a:xfrm>
              <a:custGeom>
                <a:avLst/>
                <a:gdLst>
                  <a:gd name="T0" fmla="*/ 0 w 12"/>
                  <a:gd name="T1" fmla="*/ 0 h 3"/>
                  <a:gd name="T2" fmla="*/ 45 w 12"/>
                  <a:gd name="T3" fmla="*/ 16 h 3"/>
                  <a:gd name="T4" fmla="*/ 60 w 12"/>
                  <a:gd name="T5" fmla="*/ 21 h 3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3"/>
                  <a:gd name="T11" fmla="*/ 12 w 12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3">
                    <a:moveTo>
                      <a:pt x="0" y="0"/>
                    </a:moveTo>
                    <a:lnTo>
                      <a:pt x="9" y="2"/>
                    </a:lnTo>
                    <a:lnTo>
                      <a:pt x="12" y="3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38" name="Line 109"/>
              <p:cNvSpPr>
                <a:spLocks noChangeShapeType="1"/>
              </p:cNvSpPr>
              <p:nvPr/>
            </p:nvSpPr>
            <p:spPr bwMode="auto">
              <a:xfrm>
                <a:off x="3211" y="584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39" name="Line 110"/>
              <p:cNvSpPr>
                <a:spLocks noChangeShapeType="1"/>
              </p:cNvSpPr>
              <p:nvPr/>
            </p:nvSpPr>
            <p:spPr bwMode="auto">
              <a:xfrm>
                <a:off x="3240" y="592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40" name="Freeform 111"/>
              <p:cNvSpPr/>
              <p:nvPr/>
            </p:nvSpPr>
            <p:spPr bwMode="auto">
              <a:xfrm>
                <a:off x="3268" y="601"/>
                <a:ext cx="14" cy="5"/>
              </a:xfrm>
              <a:custGeom>
                <a:avLst/>
                <a:gdLst>
                  <a:gd name="T0" fmla="*/ 0 w 11"/>
                  <a:gd name="T1" fmla="*/ 0 h 4"/>
                  <a:gd name="T2" fmla="*/ 37 w 11"/>
                  <a:gd name="T3" fmla="*/ 13 h 4"/>
                  <a:gd name="T4" fmla="*/ 60 w 11"/>
                  <a:gd name="T5" fmla="*/ 20 h 4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4"/>
                  <a:gd name="T11" fmla="*/ 11 w 11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4">
                    <a:moveTo>
                      <a:pt x="0" y="0"/>
                    </a:moveTo>
                    <a:lnTo>
                      <a:pt x="7" y="2"/>
                    </a:lnTo>
                    <a:lnTo>
                      <a:pt x="11" y="4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41" name="Line 112"/>
              <p:cNvSpPr>
                <a:spLocks noChangeShapeType="1"/>
              </p:cNvSpPr>
              <p:nvPr/>
            </p:nvSpPr>
            <p:spPr bwMode="auto">
              <a:xfrm>
                <a:off x="3296" y="611"/>
                <a:ext cx="13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42" name="Line 113"/>
              <p:cNvSpPr>
                <a:spLocks noChangeShapeType="1"/>
              </p:cNvSpPr>
              <p:nvPr/>
            </p:nvSpPr>
            <p:spPr bwMode="auto">
              <a:xfrm>
                <a:off x="3323" y="621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43" name="Freeform 114"/>
              <p:cNvSpPr/>
              <p:nvPr/>
            </p:nvSpPr>
            <p:spPr bwMode="auto">
              <a:xfrm>
                <a:off x="3350" y="631"/>
                <a:ext cx="14" cy="6"/>
              </a:xfrm>
              <a:custGeom>
                <a:avLst/>
                <a:gdLst>
                  <a:gd name="T0" fmla="*/ 0 w 11"/>
                  <a:gd name="T1" fmla="*/ 0 h 5"/>
                  <a:gd name="T2" fmla="*/ 37 w 11"/>
                  <a:gd name="T3" fmla="*/ 12 h 5"/>
                  <a:gd name="T4" fmla="*/ 60 w 11"/>
                  <a:gd name="T5" fmla="*/ 17 h 5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5"/>
                  <a:gd name="T11" fmla="*/ 11 w 11"/>
                  <a:gd name="T12" fmla="*/ 5 h 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5">
                    <a:moveTo>
                      <a:pt x="0" y="0"/>
                    </a:moveTo>
                    <a:lnTo>
                      <a:pt x="7" y="3"/>
                    </a:lnTo>
                    <a:lnTo>
                      <a:pt x="11" y="5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44" name="Line 115"/>
              <p:cNvSpPr>
                <a:spLocks noChangeShapeType="1"/>
              </p:cNvSpPr>
              <p:nvPr/>
            </p:nvSpPr>
            <p:spPr bwMode="auto">
              <a:xfrm>
                <a:off x="3378" y="643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45" name="Line 116"/>
              <p:cNvSpPr>
                <a:spLocks noChangeShapeType="1"/>
              </p:cNvSpPr>
              <p:nvPr/>
            </p:nvSpPr>
            <p:spPr bwMode="auto">
              <a:xfrm>
                <a:off x="3405" y="655"/>
                <a:ext cx="14" cy="6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46" name="Freeform 117"/>
              <p:cNvSpPr/>
              <p:nvPr/>
            </p:nvSpPr>
            <p:spPr bwMode="auto">
              <a:xfrm>
                <a:off x="3433" y="666"/>
                <a:ext cx="13" cy="6"/>
              </a:xfrm>
              <a:custGeom>
                <a:avLst/>
                <a:gdLst>
                  <a:gd name="T0" fmla="*/ 0 w 11"/>
                  <a:gd name="T1" fmla="*/ 0 h 5"/>
                  <a:gd name="T2" fmla="*/ 18 w 11"/>
                  <a:gd name="T3" fmla="*/ 12 h 5"/>
                  <a:gd name="T4" fmla="*/ 35 w 11"/>
                  <a:gd name="T5" fmla="*/ 17 h 5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5"/>
                  <a:gd name="T11" fmla="*/ 11 w 11"/>
                  <a:gd name="T12" fmla="*/ 5 h 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5">
                    <a:moveTo>
                      <a:pt x="0" y="0"/>
                    </a:moveTo>
                    <a:lnTo>
                      <a:pt x="6" y="3"/>
                    </a:lnTo>
                    <a:lnTo>
                      <a:pt x="11" y="5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47" name="Line 118"/>
              <p:cNvSpPr>
                <a:spLocks noChangeShapeType="1"/>
              </p:cNvSpPr>
              <p:nvPr/>
            </p:nvSpPr>
            <p:spPr bwMode="auto">
              <a:xfrm>
                <a:off x="3459" y="679"/>
                <a:ext cx="13" cy="7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48" name="Line 119"/>
              <p:cNvSpPr>
                <a:spLocks noChangeShapeType="1"/>
              </p:cNvSpPr>
              <p:nvPr/>
            </p:nvSpPr>
            <p:spPr bwMode="auto">
              <a:xfrm>
                <a:off x="3486" y="693"/>
                <a:ext cx="14" cy="6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49" name="Freeform 120"/>
              <p:cNvSpPr/>
              <p:nvPr/>
            </p:nvSpPr>
            <p:spPr bwMode="auto">
              <a:xfrm>
                <a:off x="3514" y="707"/>
                <a:ext cx="12" cy="7"/>
              </a:xfrm>
              <a:custGeom>
                <a:avLst/>
                <a:gdLst>
                  <a:gd name="T0" fmla="*/ 0 w 10"/>
                  <a:gd name="T1" fmla="*/ 0 h 6"/>
                  <a:gd name="T2" fmla="*/ 14 w 10"/>
                  <a:gd name="T3" fmla="*/ 2 h 6"/>
                  <a:gd name="T4" fmla="*/ 35 w 10"/>
                  <a:gd name="T5" fmla="*/ 18 h 6"/>
                  <a:gd name="T6" fmla="*/ 0 60000 65536"/>
                  <a:gd name="T7" fmla="*/ 0 60000 65536"/>
                  <a:gd name="T8" fmla="*/ 0 60000 65536"/>
                  <a:gd name="T9" fmla="*/ 0 w 10"/>
                  <a:gd name="T10" fmla="*/ 0 h 6"/>
                  <a:gd name="T11" fmla="*/ 10 w 10"/>
                  <a:gd name="T12" fmla="*/ 6 h 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" h="6">
                    <a:moveTo>
                      <a:pt x="0" y="0"/>
                    </a:moveTo>
                    <a:lnTo>
                      <a:pt x="4" y="2"/>
                    </a:lnTo>
                    <a:lnTo>
                      <a:pt x="10" y="6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50" name="Line 121"/>
              <p:cNvSpPr>
                <a:spLocks noChangeShapeType="1"/>
              </p:cNvSpPr>
              <p:nvPr/>
            </p:nvSpPr>
            <p:spPr bwMode="auto">
              <a:xfrm>
                <a:off x="3540" y="722"/>
                <a:ext cx="12" cy="7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51" name="Line 122"/>
              <p:cNvSpPr>
                <a:spLocks noChangeShapeType="1"/>
              </p:cNvSpPr>
              <p:nvPr/>
            </p:nvSpPr>
            <p:spPr bwMode="auto">
              <a:xfrm>
                <a:off x="3565" y="737"/>
                <a:ext cx="12" cy="7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52" name="Freeform 123"/>
              <p:cNvSpPr/>
              <p:nvPr/>
            </p:nvSpPr>
            <p:spPr bwMode="auto">
              <a:xfrm>
                <a:off x="3589" y="752"/>
                <a:ext cx="13" cy="7"/>
              </a:xfrm>
              <a:custGeom>
                <a:avLst/>
                <a:gdLst>
                  <a:gd name="T0" fmla="*/ 0 w 10"/>
                  <a:gd name="T1" fmla="*/ 0 h 6"/>
                  <a:gd name="T2" fmla="*/ 27 w 10"/>
                  <a:gd name="T3" fmla="*/ 2 h 6"/>
                  <a:gd name="T4" fmla="*/ 64 w 10"/>
                  <a:gd name="T5" fmla="*/ 18 h 6"/>
                  <a:gd name="T6" fmla="*/ 0 60000 65536"/>
                  <a:gd name="T7" fmla="*/ 0 60000 65536"/>
                  <a:gd name="T8" fmla="*/ 0 60000 65536"/>
                  <a:gd name="T9" fmla="*/ 0 w 10"/>
                  <a:gd name="T10" fmla="*/ 0 h 6"/>
                  <a:gd name="T11" fmla="*/ 10 w 10"/>
                  <a:gd name="T12" fmla="*/ 6 h 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" h="6">
                    <a:moveTo>
                      <a:pt x="0" y="0"/>
                    </a:moveTo>
                    <a:lnTo>
                      <a:pt x="4" y="2"/>
                    </a:lnTo>
                    <a:lnTo>
                      <a:pt x="10" y="6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53" name="Line 124"/>
              <p:cNvSpPr>
                <a:spLocks noChangeShapeType="1"/>
              </p:cNvSpPr>
              <p:nvPr/>
            </p:nvSpPr>
            <p:spPr bwMode="auto">
              <a:xfrm>
                <a:off x="3614" y="766"/>
                <a:ext cx="13" cy="9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54" name="Line 125"/>
              <p:cNvSpPr>
                <a:spLocks noChangeShapeType="1"/>
              </p:cNvSpPr>
              <p:nvPr/>
            </p:nvSpPr>
            <p:spPr bwMode="auto">
              <a:xfrm>
                <a:off x="3639" y="783"/>
                <a:ext cx="13" cy="7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55" name="Freeform 126"/>
              <p:cNvSpPr/>
              <p:nvPr/>
            </p:nvSpPr>
            <p:spPr bwMode="auto">
              <a:xfrm>
                <a:off x="3664" y="799"/>
                <a:ext cx="13" cy="7"/>
              </a:xfrm>
              <a:custGeom>
                <a:avLst/>
                <a:gdLst>
                  <a:gd name="T0" fmla="*/ 0 w 10"/>
                  <a:gd name="T1" fmla="*/ 0 h 6"/>
                  <a:gd name="T2" fmla="*/ 27 w 10"/>
                  <a:gd name="T3" fmla="*/ 2 h 6"/>
                  <a:gd name="T4" fmla="*/ 64 w 10"/>
                  <a:gd name="T5" fmla="*/ 18 h 6"/>
                  <a:gd name="T6" fmla="*/ 0 60000 65536"/>
                  <a:gd name="T7" fmla="*/ 0 60000 65536"/>
                  <a:gd name="T8" fmla="*/ 0 60000 65536"/>
                  <a:gd name="T9" fmla="*/ 0 w 10"/>
                  <a:gd name="T10" fmla="*/ 0 h 6"/>
                  <a:gd name="T11" fmla="*/ 10 w 10"/>
                  <a:gd name="T12" fmla="*/ 6 h 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" h="6">
                    <a:moveTo>
                      <a:pt x="0" y="0"/>
                    </a:moveTo>
                    <a:lnTo>
                      <a:pt x="4" y="2"/>
                    </a:lnTo>
                    <a:lnTo>
                      <a:pt x="10" y="6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56" name="Line 127"/>
              <p:cNvSpPr>
                <a:spLocks noChangeShapeType="1"/>
              </p:cNvSpPr>
              <p:nvPr/>
            </p:nvSpPr>
            <p:spPr bwMode="auto">
              <a:xfrm>
                <a:off x="3688" y="815"/>
                <a:ext cx="12" cy="9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57" name="Line 128"/>
              <p:cNvSpPr>
                <a:spLocks noChangeShapeType="1"/>
              </p:cNvSpPr>
              <p:nvPr/>
            </p:nvSpPr>
            <p:spPr bwMode="auto">
              <a:xfrm>
                <a:off x="3711" y="832"/>
                <a:ext cx="13" cy="9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58" name="Freeform 129"/>
              <p:cNvSpPr/>
              <p:nvPr/>
            </p:nvSpPr>
            <p:spPr bwMode="auto">
              <a:xfrm>
                <a:off x="3735" y="850"/>
                <a:ext cx="11" cy="8"/>
              </a:xfrm>
              <a:custGeom>
                <a:avLst/>
                <a:gdLst>
                  <a:gd name="T0" fmla="*/ 0 w 9"/>
                  <a:gd name="T1" fmla="*/ 0 h 7"/>
                  <a:gd name="T2" fmla="*/ 16 w 9"/>
                  <a:gd name="T3" fmla="*/ 3 h 7"/>
                  <a:gd name="T4" fmla="*/ 35 w 9"/>
                  <a:gd name="T5" fmla="*/ 17 h 7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7"/>
                  <a:gd name="T11" fmla="*/ 9 w 9"/>
                  <a:gd name="T12" fmla="*/ 7 h 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7">
                    <a:moveTo>
                      <a:pt x="0" y="0"/>
                    </a:moveTo>
                    <a:lnTo>
                      <a:pt x="4" y="3"/>
                    </a:lnTo>
                    <a:lnTo>
                      <a:pt x="9" y="7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59" name="Line 130"/>
              <p:cNvSpPr>
                <a:spLocks noChangeShapeType="1"/>
              </p:cNvSpPr>
              <p:nvPr/>
            </p:nvSpPr>
            <p:spPr bwMode="auto">
              <a:xfrm>
                <a:off x="3757" y="868"/>
                <a:ext cx="13" cy="9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60" name="Line 131"/>
              <p:cNvSpPr>
                <a:spLocks noChangeShapeType="1"/>
              </p:cNvSpPr>
              <p:nvPr/>
            </p:nvSpPr>
            <p:spPr bwMode="auto">
              <a:xfrm>
                <a:off x="3781" y="887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61" name="Freeform 132"/>
              <p:cNvSpPr/>
              <p:nvPr/>
            </p:nvSpPr>
            <p:spPr bwMode="auto">
              <a:xfrm>
                <a:off x="3805" y="906"/>
                <a:ext cx="11" cy="10"/>
              </a:xfrm>
              <a:custGeom>
                <a:avLst/>
                <a:gdLst>
                  <a:gd name="T0" fmla="*/ 0 w 9"/>
                  <a:gd name="T1" fmla="*/ 0 h 8"/>
                  <a:gd name="T2" fmla="*/ 13 w 9"/>
                  <a:gd name="T3" fmla="*/ 16 h 8"/>
                  <a:gd name="T4" fmla="*/ 35 w 9"/>
                  <a:gd name="T5" fmla="*/ 39 h 8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8"/>
                  <a:gd name="T11" fmla="*/ 9 w 9"/>
                  <a:gd name="T12" fmla="*/ 8 h 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8">
                    <a:moveTo>
                      <a:pt x="0" y="0"/>
                    </a:moveTo>
                    <a:lnTo>
                      <a:pt x="3" y="3"/>
                    </a:lnTo>
                    <a:lnTo>
                      <a:pt x="9" y="8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62" name="Line 133"/>
              <p:cNvSpPr>
                <a:spLocks noChangeShapeType="1"/>
              </p:cNvSpPr>
              <p:nvPr/>
            </p:nvSpPr>
            <p:spPr bwMode="auto">
              <a:xfrm>
                <a:off x="3827" y="926"/>
                <a:ext cx="10" cy="1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63" name="Line 134"/>
              <p:cNvSpPr>
                <a:spLocks noChangeShapeType="1"/>
              </p:cNvSpPr>
              <p:nvPr/>
            </p:nvSpPr>
            <p:spPr bwMode="auto">
              <a:xfrm>
                <a:off x="3848" y="947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64" name="Freeform 135"/>
              <p:cNvSpPr/>
              <p:nvPr/>
            </p:nvSpPr>
            <p:spPr bwMode="auto">
              <a:xfrm>
                <a:off x="3871" y="967"/>
                <a:ext cx="10" cy="10"/>
              </a:xfrm>
              <a:custGeom>
                <a:avLst/>
                <a:gdLst>
                  <a:gd name="T0" fmla="*/ 0 w 8"/>
                  <a:gd name="T1" fmla="*/ 0 h 8"/>
                  <a:gd name="T2" fmla="*/ 13 w 8"/>
                  <a:gd name="T3" fmla="*/ 13 h 8"/>
                  <a:gd name="T4" fmla="*/ 39 w 8"/>
                  <a:gd name="T5" fmla="*/ 39 h 8"/>
                  <a:gd name="T6" fmla="*/ 0 60000 65536"/>
                  <a:gd name="T7" fmla="*/ 0 60000 65536"/>
                  <a:gd name="T8" fmla="*/ 0 60000 65536"/>
                  <a:gd name="T9" fmla="*/ 0 w 8"/>
                  <a:gd name="T10" fmla="*/ 0 h 8"/>
                  <a:gd name="T11" fmla="*/ 8 w 8"/>
                  <a:gd name="T12" fmla="*/ 8 h 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" h="8">
                    <a:moveTo>
                      <a:pt x="0" y="0"/>
                    </a:moveTo>
                    <a:lnTo>
                      <a:pt x="2" y="2"/>
                    </a:lnTo>
                    <a:lnTo>
                      <a:pt x="8" y="8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65" name="Line 136"/>
              <p:cNvSpPr>
                <a:spLocks noChangeShapeType="1"/>
              </p:cNvSpPr>
              <p:nvPr/>
            </p:nvSpPr>
            <p:spPr bwMode="auto">
              <a:xfrm>
                <a:off x="3891" y="98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66" name="Line 137"/>
              <p:cNvSpPr>
                <a:spLocks noChangeShapeType="1"/>
              </p:cNvSpPr>
              <p:nvPr/>
            </p:nvSpPr>
            <p:spPr bwMode="auto">
              <a:xfrm>
                <a:off x="3911" y="1006"/>
                <a:ext cx="9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67" name="Freeform 138"/>
              <p:cNvSpPr/>
              <p:nvPr/>
            </p:nvSpPr>
            <p:spPr bwMode="auto">
              <a:xfrm>
                <a:off x="3930" y="1026"/>
                <a:ext cx="10" cy="12"/>
              </a:xfrm>
              <a:custGeom>
                <a:avLst/>
                <a:gdLst>
                  <a:gd name="T0" fmla="*/ 0 w 8"/>
                  <a:gd name="T1" fmla="*/ 0 h 9"/>
                  <a:gd name="T2" fmla="*/ 20 w 8"/>
                  <a:gd name="T3" fmla="*/ 28 h 9"/>
                  <a:gd name="T4" fmla="*/ 39 w 8"/>
                  <a:gd name="T5" fmla="*/ 65 h 9"/>
                  <a:gd name="T6" fmla="*/ 0 60000 65536"/>
                  <a:gd name="T7" fmla="*/ 0 60000 65536"/>
                  <a:gd name="T8" fmla="*/ 0 60000 65536"/>
                  <a:gd name="T9" fmla="*/ 0 w 8"/>
                  <a:gd name="T10" fmla="*/ 0 h 9"/>
                  <a:gd name="T11" fmla="*/ 8 w 8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" h="9">
                    <a:moveTo>
                      <a:pt x="0" y="0"/>
                    </a:moveTo>
                    <a:lnTo>
                      <a:pt x="4" y="4"/>
                    </a:lnTo>
                    <a:lnTo>
                      <a:pt x="8" y="9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68" name="Line 139"/>
              <p:cNvSpPr>
                <a:spLocks noChangeShapeType="1"/>
              </p:cNvSpPr>
              <p:nvPr/>
            </p:nvSpPr>
            <p:spPr bwMode="auto">
              <a:xfrm>
                <a:off x="3950" y="1049"/>
                <a:ext cx="10" cy="1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69" name="Line 140"/>
              <p:cNvSpPr>
                <a:spLocks noChangeShapeType="1"/>
              </p:cNvSpPr>
              <p:nvPr/>
            </p:nvSpPr>
            <p:spPr bwMode="auto">
              <a:xfrm>
                <a:off x="3970" y="1071"/>
                <a:ext cx="10" cy="1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70" name="Freeform 141"/>
              <p:cNvSpPr/>
              <p:nvPr/>
            </p:nvSpPr>
            <p:spPr bwMode="auto">
              <a:xfrm>
                <a:off x="3990" y="1093"/>
                <a:ext cx="9" cy="13"/>
              </a:xfrm>
              <a:custGeom>
                <a:avLst/>
                <a:gdLst>
                  <a:gd name="T0" fmla="*/ 0 w 7"/>
                  <a:gd name="T1" fmla="*/ 0 h 10"/>
                  <a:gd name="T2" fmla="*/ 17 w 7"/>
                  <a:gd name="T3" fmla="*/ 27 h 10"/>
                  <a:gd name="T4" fmla="*/ 40 w 7"/>
                  <a:gd name="T5" fmla="*/ 64 h 10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10"/>
                  <a:gd name="T11" fmla="*/ 7 w 7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10">
                    <a:moveTo>
                      <a:pt x="0" y="0"/>
                    </a:moveTo>
                    <a:lnTo>
                      <a:pt x="3" y="4"/>
                    </a:lnTo>
                    <a:lnTo>
                      <a:pt x="7" y="1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71" name="Line 142"/>
              <p:cNvSpPr>
                <a:spLocks noChangeShapeType="1"/>
              </p:cNvSpPr>
              <p:nvPr/>
            </p:nvSpPr>
            <p:spPr bwMode="auto">
              <a:xfrm>
                <a:off x="4009" y="1117"/>
                <a:ext cx="9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72" name="Line 143"/>
              <p:cNvSpPr>
                <a:spLocks noChangeShapeType="1"/>
              </p:cNvSpPr>
              <p:nvPr/>
            </p:nvSpPr>
            <p:spPr bwMode="auto">
              <a:xfrm>
                <a:off x="4027" y="1141"/>
                <a:ext cx="9" cy="1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73" name="Freeform 144"/>
              <p:cNvSpPr/>
              <p:nvPr/>
            </p:nvSpPr>
            <p:spPr bwMode="auto">
              <a:xfrm>
                <a:off x="4046" y="1164"/>
                <a:ext cx="9" cy="13"/>
              </a:xfrm>
              <a:custGeom>
                <a:avLst/>
                <a:gdLst>
                  <a:gd name="T0" fmla="*/ 0 w 7"/>
                  <a:gd name="T1" fmla="*/ 0 h 10"/>
                  <a:gd name="T2" fmla="*/ 13 w 7"/>
                  <a:gd name="T3" fmla="*/ 21 h 10"/>
                  <a:gd name="T4" fmla="*/ 40 w 7"/>
                  <a:gd name="T5" fmla="*/ 64 h 10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10"/>
                  <a:gd name="T11" fmla="*/ 7 w 7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10">
                    <a:moveTo>
                      <a:pt x="0" y="0"/>
                    </a:moveTo>
                    <a:lnTo>
                      <a:pt x="2" y="3"/>
                    </a:lnTo>
                    <a:lnTo>
                      <a:pt x="7" y="1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74" name="Line 145"/>
              <p:cNvSpPr>
                <a:spLocks noChangeShapeType="1"/>
              </p:cNvSpPr>
              <p:nvPr/>
            </p:nvSpPr>
            <p:spPr bwMode="auto">
              <a:xfrm>
                <a:off x="4064" y="1189"/>
                <a:ext cx="8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75" name="Line 146"/>
              <p:cNvSpPr>
                <a:spLocks noChangeShapeType="1"/>
              </p:cNvSpPr>
              <p:nvPr/>
            </p:nvSpPr>
            <p:spPr bwMode="auto">
              <a:xfrm>
                <a:off x="4081" y="1214"/>
                <a:ext cx="9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76" name="Freeform 147"/>
              <p:cNvSpPr/>
              <p:nvPr/>
            </p:nvSpPr>
            <p:spPr bwMode="auto">
              <a:xfrm>
                <a:off x="4098" y="1239"/>
                <a:ext cx="9" cy="12"/>
              </a:xfrm>
              <a:custGeom>
                <a:avLst/>
                <a:gdLst>
                  <a:gd name="T0" fmla="*/ 0 w 7"/>
                  <a:gd name="T1" fmla="*/ 0 h 10"/>
                  <a:gd name="T2" fmla="*/ 1 w 7"/>
                  <a:gd name="T3" fmla="*/ 1 h 10"/>
                  <a:gd name="T4" fmla="*/ 40 w 7"/>
                  <a:gd name="T5" fmla="*/ 35 h 10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10"/>
                  <a:gd name="T11" fmla="*/ 7 w 7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10">
                    <a:moveTo>
                      <a:pt x="0" y="0"/>
                    </a:moveTo>
                    <a:lnTo>
                      <a:pt x="1" y="1"/>
                    </a:lnTo>
                    <a:lnTo>
                      <a:pt x="7" y="1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77" name="Line 148"/>
              <p:cNvSpPr>
                <a:spLocks noChangeShapeType="1"/>
              </p:cNvSpPr>
              <p:nvPr/>
            </p:nvSpPr>
            <p:spPr bwMode="auto">
              <a:xfrm>
                <a:off x="4115" y="1264"/>
                <a:ext cx="7" cy="1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78" name="Line 149"/>
              <p:cNvSpPr>
                <a:spLocks noChangeShapeType="1"/>
              </p:cNvSpPr>
              <p:nvPr/>
            </p:nvSpPr>
            <p:spPr bwMode="auto">
              <a:xfrm>
                <a:off x="4131" y="1289"/>
                <a:ext cx="7" cy="1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79" name="Freeform 150"/>
              <p:cNvSpPr/>
              <p:nvPr/>
            </p:nvSpPr>
            <p:spPr bwMode="auto">
              <a:xfrm>
                <a:off x="4146" y="1314"/>
                <a:ext cx="7" cy="12"/>
              </a:xfrm>
              <a:custGeom>
                <a:avLst/>
                <a:gdLst>
                  <a:gd name="T0" fmla="*/ 0 w 6"/>
                  <a:gd name="T1" fmla="*/ 0 h 10"/>
                  <a:gd name="T2" fmla="*/ 1 w 6"/>
                  <a:gd name="T3" fmla="*/ 1 h 10"/>
                  <a:gd name="T4" fmla="*/ 18 w 6"/>
                  <a:gd name="T5" fmla="*/ 35 h 10"/>
                  <a:gd name="T6" fmla="*/ 0 60000 65536"/>
                  <a:gd name="T7" fmla="*/ 0 60000 65536"/>
                  <a:gd name="T8" fmla="*/ 0 60000 65536"/>
                  <a:gd name="T9" fmla="*/ 0 w 6"/>
                  <a:gd name="T10" fmla="*/ 0 h 10"/>
                  <a:gd name="T11" fmla="*/ 6 w 6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" h="10">
                    <a:moveTo>
                      <a:pt x="0" y="0"/>
                    </a:moveTo>
                    <a:lnTo>
                      <a:pt x="1" y="1"/>
                    </a:lnTo>
                    <a:lnTo>
                      <a:pt x="6" y="1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80" name="Line 151"/>
              <p:cNvSpPr>
                <a:spLocks noChangeShapeType="1"/>
              </p:cNvSpPr>
              <p:nvPr/>
            </p:nvSpPr>
            <p:spPr bwMode="auto">
              <a:xfrm>
                <a:off x="4161" y="1340"/>
                <a:ext cx="7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81" name="Line 152"/>
              <p:cNvSpPr>
                <a:spLocks noChangeShapeType="1"/>
              </p:cNvSpPr>
              <p:nvPr/>
            </p:nvSpPr>
            <p:spPr bwMode="auto">
              <a:xfrm>
                <a:off x="4176" y="1367"/>
                <a:ext cx="7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82" name="Line 153"/>
              <p:cNvSpPr>
                <a:spLocks noChangeShapeType="1"/>
              </p:cNvSpPr>
              <p:nvPr/>
            </p:nvSpPr>
            <p:spPr bwMode="auto">
              <a:xfrm>
                <a:off x="4191" y="1394"/>
                <a:ext cx="6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83" name="Line 154"/>
              <p:cNvSpPr>
                <a:spLocks noChangeShapeType="1"/>
              </p:cNvSpPr>
              <p:nvPr/>
            </p:nvSpPr>
            <p:spPr bwMode="auto">
              <a:xfrm>
                <a:off x="4204" y="1422"/>
                <a:ext cx="6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84" name="Line 155"/>
              <p:cNvSpPr>
                <a:spLocks noChangeShapeType="1"/>
              </p:cNvSpPr>
              <p:nvPr/>
            </p:nvSpPr>
            <p:spPr bwMode="auto">
              <a:xfrm>
                <a:off x="4217" y="1449"/>
                <a:ext cx="7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85" name="Line 156"/>
              <p:cNvSpPr>
                <a:spLocks noChangeShapeType="1"/>
              </p:cNvSpPr>
              <p:nvPr/>
            </p:nvSpPr>
            <p:spPr bwMode="auto">
              <a:xfrm>
                <a:off x="4230" y="1477"/>
                <a:ext cx="7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86" name="Line 157"/>
              <p:cNvSpPr>
                <a:spLocks noChangeShapeType="1"/>
              </p:cNvSpPr>
              <p:nvPr/>
            </p:nvSpPr>
            <p:spPr bwMode="auto">
              <a:xfrm>
                <a:off x="4243" y="1504"/>
                <a:ext cx="6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87" name="Line 158"/>
              <p:cNvSpPr>
                <a:spLocks noChangeShapeType="1"/>
              </p:cNvSpPr>
              <p:nvPr/>
            </p:nvSpPr>
            <p:spPr bwMode="auto">
              <a:xfrm>
                <a:off x="4254" y="1531"/>
                <a:ext cx="6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88" name="Line 159"/>
              <p:cNvSpPr>
                <a:spLocks noChangeShapeType="1"/>
              </p:cNvSpPr>
              <p:nvPr/>
            </p:nvSpPr>
            <p:spPr bwMode="auto">
              <a:xfrm>
                <a:off x="4265" y="1559"/>
                <a:ext cx="5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89" name="Line 160"/>
              <p:cNvSpPr>
                <a:spLocks noChangeShapeType="1"/>
              </p:cNvSpPr>
              <p:nvPr/>
            </p:nvSpPr>
            <p:spPr bwMode="auto">
              <a:xfrm>
                <a:off x="4275" y="1586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90" name="Line 161"/>
              <p:cNvSpPr>
                <a:spLocks noChangeShapeType="1"/>
              </p:cNvSpPr>
              <p:nvPr/>
            </p:nvSpPr>
            <p:spPr bwMode="auto">
              <a:xfrm>
                <a:off x="4285" y="1613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91" name="Line 162"/>
              <p:cNvSpPr>
                <a:spLocks noChangeShapeType="1"/>
              </p:cNvSpPr>
              <p:nvPr/>
            </p:nvSpPr>
            <p:spPr bwMode="auto">
              <a:xfrm>
                <a:off x="4295" y="1641"/>
                <a:ext cx="4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92" name="Line 163"/>
              <p:cNvSpPr>
                <a:spLocks noChangeShapeType="1"/>
              </p:cNvSpPr>
              <p:nvPr/>
            </p:nvSpPr>
            <p:spPr bwMode="auto">
              <a:xfrm>
                <a:off x="4303" y="1669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93" name="Line 164"/>
              <p:cNvSpPr>
                <a:spLocks noChangeShapeType="1"/>
              </p:cNvSpPr>
              <p:nvPr/>
            </p:nvSpPr>
            <p:spPr bwMode="auto">
              <a:xfrm>
                <a:off x="4311" y="1698"/>
                <a:ext cx="4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94" name="Line 165"/>
              <p:cNvSpPr>
                <a:spLocks noChangeShapeType="1"/>
              </p:cNvSpPr>
              <p:nvPr/>
            </p:nvSpPr>
            <p:spPr bwMode="auto">
              <a:xfrm>
                <a:off x="4320" y="1725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95" name="Line 166"/>
              <p:cNvSpPr>
                <a:spLocks noChangeShapeType="1"/>
              </p:cNvSpPr>
              <p:nvPr/>
            </p:nvSpPr>
            <p:spPr bwMode="auto">
              <a:xfrm>
                <a:off x="4326" y="1755"/>
                <a:ext cx="4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96" name="Line 167"/>
              <p:cNvSpPr>
                <a:spLocks noChangeShapeType="1"/>
              </p:cNvSpPr>
              <p:nvPr/>
            </p:nvSpPr>
            <p:spPr bwMode="auto">
              <a:xfrm>
                <a:off x="4334" y="1785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97" name="Line 168"/>
              <p:cNvSpPr>
                <a:spLocks noChangeShapeType="1"/>
              </p:cNvSpPr>
              <p:nvPr/>
            </p:nvSpPr>
            <p:spPr bwMode="auto">
              <a:xfrm>
                <a:off x="4341" y="1815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98" name="Line 169"/>
              <p:cNvSpPr>
                <a:spLocks noChangeShapeType="1"/>
              </p:cNvSpPr>
              <p:nvPr/>
            </p:nvSpPr>
            <p:spPr bwMode="auto">
              <a:xfrm>
                <a:off x="4347" y="1845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99" name="Line 170"/>
              <p:cNvSpPr>
                <a:spLocks noChangeShapeType="1"/>
              </p:cNvSpPr>
              <p:nvPr/>
            </p:nvSpPr>
            <p:spPr bwMode="auto">
              <a:xfrm>
                <a:off x="4352" y="1874"/>
                <a:ext cx="4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00" name="Line 171"/>
              <p:cNvSpPr>
                <a:spLocks noChangeShapeType="1"/>
              </p:cNvSpPr>
              <p:nvPr/>
            </p:nvSpPr>
            <p:spPr bwMode="auto">
              <a:xfrm>
                <a:off x="4359" y="1904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01" name="Line 172"/>
              <p:cNvSpPr>
                <a:spLocks noChangeShapeType="1"/>
              </p:cNvSpPr>
              <p:nvPr/>
            </p:nvSpPr>
            <p:spPr bwMode="auto">
              <a:xfrm>
                <a:off x="4362" y="1934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02" name="Line 173"/>
              <p:cNvSpPr>
                <a:spLocks noChangeShapeType="1"/>
              </p:cNvSpPr>
              <p:nvPr/>
            </p:nvSpPr>
            <p:spPr bwMode="auto">
              <a:xfrm>
                <a:off x="4366" y="1964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03" name="Line 174"/>
              <p:cNvSpPr>
                <a:spLocks noChangeShapeType="1"/>
              </p:cNvSpPr>
              <p:nvPr/>
            </p:nvSpPr>
            <p:spPr bwMode="auto">
              <a:xfrm>
                <a:off x="4370" y="1994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04" name="Line 175"/>
              <p:cNvSpPr>
                <a:spLocks noChangeShapeType="1"/>
              </p:cNvSpPr>
              <p:nvPr/>
            </p:nvSpPr>
            <p:spPr bwMode="auto">
              <a:xfrm>
                <a:off x="4372" y="2024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05" name="Line 176"/>
              <p:cNvSpPr>
                <a:spLocks noChangeShapeType="1"/>
              </p:cNvSpPr>
              <p:nvPr/>
            </p:nvSpPr>
            <p:spPr bwMode="auto">
              <a:xfrm>
                <a:off x="4375" y="2054"/>
                <a:ext cx="1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06" name="Line 177"/>
              <p:cNvSpPr>
                <a:spLocks noChangeShapeType="1"/>
              </p:cNvSpPr>
              <p:nvPr/>
            </p:nvSpPr>
            <p:spPr bwMode="auto">
              <a:xfrm>
                <a:off x="4376" y="2083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07" name="Line 178"/>
              <p:cNvSpPr>
                <a:spLocks noChangeShapeType="1"/>
              </p:cNvSpPr>
              <p:nvPr/>
            </p:nvSpPr>
            <p:spPr bwMode="auto">
              <a:xfrm>
                <a:off x="4377" y="2113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08" name="Line 179"/>
              <p:cNvSpPr>
                <a:spLocks noChangeShapeType="1"/>
              </p:cNvSpPr>
              <p:nvPr/>
            </p:nvSpPr>
            <p:spPr bwMode="auto">
              <a:xfrm>
                <a:off x="4378" y="2143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09" name="Line 180"/>
              <p:cNvSpPr>
                <a:spLocks noChangeShapeType="1"/>
              </p:cNvSpPr>
              <p:nvPr/>
            </p:nvSpPr>
            <p:spPr bwMode="auto">
              <a:xfrm flipH="1">
                <a:off x="4377" y="2173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10" name="Line 181"/>
              <p:cNvSpPr>
                <a:spLocks noChangeShapeType="1"/>
              </p:cNvSpPr>
              <p:nvPr/>
            </p:nvSpPr>
            <p:spPr bwMode="auto">
              <a:xfrm>
                <a:off x="4377" y="2203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11" name="Line 182"/>
              <p:cNvSpPr>
                <a:spLocks noChangeShapeType="1"/>
              </p:cNvSpPr>
              <p:nvPr/>
            </p:nvSpPr>
            <p:spPr bwMode="auto">
              <a:xfrm>
                <a:off x="4376" y="2233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12" name="Line 183"/>
              <p:cNvSpPr>
                <a:spLocks noChangeShapeType="1"/>
              </p:cNvSpPr>
              <p:nvPr/>
            </p:nvSpPr>
            <p:spPr bwMode="auto">
              <a:xfrm flipH="1">
                <a:off x="4373" y="2262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13" name="Line 184"/>
              <p:cNvSpPr>
                <a:spLocks noChangeShapeType="1"/>
              </p:cNvSpPr>
              <p:nvPr/>
            </p:nvSpPr>
            <p:spPr bwMode="auto">
              <a:xfrm flipH="1">
                <a:off x="4371" y="2292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14" name="Line 185"/>
              <p:cNvSpPr>
                <a:spLocks noChangeShapeType="1"/>
              </p:cNvSpPr>
              <p:nvPr/>
            </p:nvSpPr>
            <p:spPr bwMode="auto">
              <a:xfrm flipH="1">
                <a:off x="4368" y="2322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15" name="Line 186"/>
              <p:cNvSpPr>
                <a:spLocks noChangeShapeType="1"/>
              </p:cNvSpPr>
              <p:nvPr/>
            </p:nvSpPr>
            <p:spPr bwMode="auto">
              <a:xfrm flipH="1">
                <a:off x="4365" y="2352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16" name="Line 187"/>
              <p:cNvSpPr>
                <a:spLocks noChangeShapeType="1"/>
              </p:cNvSpPr>
              <p:nvPr/>
            </p:nvSpPr>
            <p:spPr bwMode="auto">
              <a:xfrm flipH="1">
                <a:off x="4361" y="2382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17" name="Line 188"/>
              <p:cNvSpPr>
                <a:spLocks noChangeShapeType="1"/>
              </p:cNvSpPr>
              <p:nvPr/>
            </p:nvSpPr>
            <p:spPr bwMode="auto">
              <a:xfrm flipH="1">
                <a:off x="4357" y="2412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18" name="Line 189"/>
              <p:cNvSpPr>
                <a:spLocks noChangeShapeType="1"/>
              </p:cNvSpPr>
              <p:nvPr/>
            </p:nvSpPr>
            <p:spPr bwMode="auto">
              <a:xfrm flipH="1">
                <a:off x="4352" y="2441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19" name="Line 190"/>
              <p:cNvSpPr>
                <a:spLocks noChangeShapeType="1"/>
              </p:cNvSpPr>
              <p:nvPr/>
            </p:nvSpPr>
            <p:spPr bwMode="auto">
              <a:xfrm flipH="1">
                <a:off x="4346" y="2471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20" name="Line 191"/>
              <p:cNvSpPr>
                <a:spLocks noChangeShapeType="1"/>
              </p:cNvSpPr>
              <p:nvPr/>
            </p:nvSpPr>
            <p:spPr bwMode="auto">
              <a:xfrm flipH="1">
                <a:off x="4340" y="2501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21" name="Line 192"/>
              <p:cNvSpPr>
                <a:spLocks noChangeShapeType="1"/>
              </p:cNvSpPr>
              <p:nvPr/>
            </p:nvSpPr>
            <p:spPr bwMode="auto">
              <a:xfrm flipH="1">
                <a:off x="4340" y="2501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22" name="Line 193"/>
              <p:cNvSpPr>
                <a:spLocks noChangeShapeType="1"/>
              </p:cNvSpPr>
              <p:nvPr/>
            </p:nvSpPr>
            <p:spPr bwMode="auto">
              <a:xfrm flipH="1">
                <a:off x="4332" y="2531"/>
                <a:ext cx="4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23" name="Line 194"/>
              <p:cNvSpPr>
                <a:spLocks noChangeShapeType="1"/>
              </p:cNvSpPr>
              <p:nvPr/>
            </p:nvSpPr>
            <p:spPr bwMode="auto">
              <a:xfrm flipH="1">
                <a:off x="4325" y="2561"/>
                <a:ext cx="4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24" name="Freeform 195"/>
              <p:cNvSpPr/>
              <p:nvPr/>
            </p:nvSpPr>
            <p:spPr bwMode="auto">
              <a:xfrm>
                <a:off x="4317" y="2591"/>
                <a:ext cx="4" cy="15"/>
              </a:xfrm>
              <a:custGeom>
                <a:avLst/>
                <a:gdLst>
                  <a:gd name="T0" fmla="*/ 21 w 3"/>
                  <a:gd name="T1" fmla="*/ 0 h 12"/>
                  <a:gd name="T2" fmla="*/ 1 w 3"/>
                  <a:gd name="T3" fmla="*/ 49 h 12"/>
                  <a:gd name="T4" fmla="*/ 0 w 3"/>
                  <a:gd name="T5" fmla="*/ 60 h 12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12"/>
                  <a:gd name="T11" fmla="*/ 3 w 3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12">
                    <a:moveTo>
                      <a:pt x="3" y="0"/>
                    </a:moveTo>
                    <a:lnTo>
                      <a:pt x="1" y="10"/>
                    </a:lnTo>
                    <a:lnTo>
                      <a:pt x="0" y="12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25" name="Line 196"/>
              <p:cNvSpPr>
                <a:spLocks noChangeShapeType="1"/>
              </p:cNvSpPr>
              <p:nvPr/>
            </p:nvSpPr>
            <p:spPr bwMode="auto">
              <a:xfrm flipH="1">
                <a:off x="4310" y="2621"/>
                <a:ext cx="4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26" name="Line 197"/>
              <p:cNvSpPr>
                <a:spLocks noChangeShapeType="1"/>
              </p:cNvSpPr>
              <p:nvPr/>
            </p:nvSpPr>
            <p:spPr bwMode="auto">
              <a:xfrm flipH="1">
                <a:off x="4301" y="2648"/>
                <a:ext cx="4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27" name="Freeform 198"/>
              <p:cNvSpPr/>
              <p:nvPr/>
            </p:nvSpPr>
            <p:spPr bwMode="auto">
              <a:xfrm>
                <a:off x="4293" y="2677"/>
                <a:ext cx="5" cy="13"/>
              </a:xfrm>
              <a:custGeom>
                <a:avLst/>
                <a:gdLst>
                  <a:gd name="T0" fmla="*/ 20 w 4"/>
                  <a:gd name="T1" fmla="*/ 0 h 11"/>
                  <a:gd name="T2" fmla="*/ 1 w 4"/>
                  <a:gd name="T3" fmla="*/ 30 h 11"/>
                  <a:gd name="T4" fmla="*/ 0 w 4"/>
                  <a:gd name="T5" fmla="*/ 35 h 11"/>
                  <a:gd name="T6" fmla="*/ 0 60000 65536"/>
                  <a:gd name="T7" fmla="*/ 0 60000 65536"/>
                  <a:gd name="T8" fmla="*/ 0 60000 65536"/>
                  <a:gd name="T9" fmla="*/ 0 w 4"/>
                  <a:gd name="T10" fmla="*/ 0 h 11"/>
                  <a:gd name="T11" fmla="*/ 4 w 4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" h="11">
                    <a:moveTo>
                      <a:pt x="4" y="0"/>
                    </a:moveTo>
                    <a:lnTo>
                      <a:pt x="1" y="9"/>
                    </a:lnTo>
                    <a:lnTo>
                      <a:pt x="0" y="11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28" name="Line 199"/>
              <p:cNvSpPr>
                <a:spLocks noChangeShapeType="1"/>
              </p:cNvSpPr>
              <p:nvPr/>
            </p:nvSpPr>
            <p:spPr bwMode="auto">
              <a:xfrm flipH="1">
                <a:off x="4283" y="2704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29" name="Line 200"/>
              <p:cNvSpPr>
                <a:spLocks noChangeShapeType="1"/>
              </p:cNvSpPr>
              <p:nvPr/>
            </p:nvSpPr>
            <p:spPr bwMode="auto">
              <a:xfrm flipH="1">
                <a:off x="4274" y="2731"/>
                <a:ext cx="4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30" name="Freeform 201"/>
              <p:cNvSpPr/>
              <p:nvPr/>
            </p:nvSpPr>
            <p:spPr bwMode="auto">
              <a:xfrm>
                <a:off x="4263" y="2760"/>
                <a:ext cx="5" cy="14"/>
              </a:xfrm>
              <a:custGeom>
                <a:avLst/>
                <a:gdLst>
                  <a:gd name="T0" fmla="*/ 20 w 4"/>
                  <a:gd name="T1" fmla="*/ 0 h 11"/>
                  <a:gd name="T2" fmla="*/ 1 w 4"/>
                  <a:gd name="T3" fmla="*/ 59 h 11"/>
                  <a:gd name="T4" fmla="*/ 0 w 4"/>
                  <a:gd name="T5" fmla="*/ 60 h 11"/>
                  <a:gd name="T6" fmla="*/ 0 60000 65536"/>
                  <a:gd name="T7" fmla="*/ 0 60000 65536"/>
                  <a:gd name="T8" fmla="*/ 0 60000 65536"/>
                  <a:gd name="T9" fmla="*/ 0 w 4"/>
                  <a:gd name="T10" fmla="*/ 0 h 11"/>
                  <a:gd name="T11" fmla="*/ 4 w 4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" h="11">
                    <a:moveTo>
                      <a:pt x="4" y="0"/>
                    </a:moveTo>
                    <a:lnTo>
                      <a:pt x="1" y="10"/>
                    </a:lnTo>
                    <a:lnTo>
                      <a:pt x="0" y="11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31" name="Line 202"/>
              <p:cNvSpPr>
                <a:spLocks noChangeShapeType="1"/>
              </p:cNvSpPr>
              <p:nvPr/>
            </p:nvSpPr>
            <p:spPr bwMode="auto">
              <a:xfrm flipH="1">
                <a:off x="4252" y="2787"/>
                <a:ext cx="6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32" name="Line 203"/>
              <p:cNvSpPr>
                <a:spLocks noChangeShapeType="1"/>
              </p:cNvSpPr>
              <p:nvPr/>
            </p:nvSpPr>
            <p:spPr bwMode="auto">
              <a:xfrm flipH="1">
                <a:off x="4240" y="2815"/>
                <a:ext cx="5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33" name="Freeform 204"/>
              <p:cNvSpPr/>
              <p:nvPr/>
            </p:nvSpPr>
            <p:spPr bwMode="auto">
              <a:xfrm>
                <a:off x="4228" y="2842"/>
                <a:ext cx="6" cy="14"/>
              </a:xfrm>
              <a:custGeom>
                <a:avLst/>
                <a:gdLst>
                  <a:gd name="T0" fmla="*/ 17 w 5"/>
                  <a:gd name="T1" fmla="*/ 0 h 11"/>
                  <a:gd name="T2" fmla="*/ 1 w 5"/>
                  <a:gd name="T3" fmla="*/ 47 h 11"/>
                  <a:gd name="T4" fmla="*/ 0 w 5"/>
                  <a:gd name="T5" fmla="*/ 60 h 11"/>
                  <a:gd name="T6" fmla="*/ 0 60000 65536"/>
                  <a:gd name="T7" fmla="*/ 0 60000 65536"/>
                  <a:gd name="T8" fmla="*/ 0 60000 65536"/>
                  <a:gd name="T9" fmla="*/ 0 w 5"/>
                  <a:gd name="T10" fmla="*/ 0 h 11"/>
                  <a:gd name="T11" fmla="*/ 5 w 5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" h="11">
                    <a:moveTo>
                      <a:pt x="5" y="0"/>
                    </a:moveTo>
                    <a:lnTo>
                      <a:pt x="1" y="9"/>
                    </a:lnTo>
                    <a:lnTo>
                      <a:pt x="0" y="11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136" name="Group 205"/>
            <p:cNvGrpSpPr/>
            <p:nvPr/>
          </p:nvGrpSpPr>
          <p:grpSpPr bwMode="auto">
            <a:xfrm>
              <a:off x="1144" y="1217"/>
              <a:ext cx="3078" cy="2494"/>
              <a:chOff x="1144" y="1179"/>
              <a:chExt cx="3078" cy="2630"/>
            </a:xfrm>
          </p:grpSpPr>
          <p:sp>
            <p:nvSpPr>
              <p:cNvPr id="133734" name="Line 206"/>
              <p:cNvSpPr>
                <a:spLocks noChangeShapeType="1"/>
              </p:cNvSpPr>
              <p:nvPr/>
            </p:nvSpPr>
            <p:spPr bwMode="auto">
              <a:xfrm flipH="1">
                <a:off x="4214" y="2869"/>
                <a:ext cx="8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35" name="Line 207"/>
              <p:cNvSpPr>
                <a:spLocks noChangeShapeType="1"/>
              </p:cNvSpPr>
              <p:nvPr/>
            </p:nvSpPr>
            <p:spPr bwMode="auto">
              <a:xfrm flipH="1">
                <a:off x="4202" y="2897"/>
                <a:ext cx="6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36" name="Freeform 208"/>
              <p:cNvSpPr/>
              <p:nvPr/>
            </p:nvSpPr>
            <p:spPr bwMode="auto">
              <a:xfrm>
                <a:off x="4188" y="2924"/>
                <a:ext cx="6" cy="14"/>
              </a:xfrm>
              <a:custGeom>
                <a:avLst/>
                <a:gdLst>
                  <a:gd name="T0" fmla="*/ 17 w 5"/>
                  <a:gd name="T1" fmla="*/ 0 h 11"/>
                  <a:gd name="T2" fmla="*/ 1 w 5"/>
                  <a:gd name="T3" fmla="*/ 46 h 11"/>
                  <a:gd name="T4" fmla="*/ 0 w 5"/>
                  <a:gd name="T5" fmla="*/ 60 h 11"/>
                  <a:gd name="T6" fmla="*/ 0 60000 65536"/>
                  <a:gd name="T7" fmla="*/ 0 60000 65536"/>
                  <a:gd name="T8" fmla="*/ 0 60000 65536"/>
                  <a:gd name="T9" fmla="*/ 0 w 5"/>
                  <a:gd name="T10" fmla="*/ 0 h 11"/>
                  <a:gd name="T11" fmla="*/ 5 w 5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" h="11">
                    <a:moveTo>
                      <a:pt x="5" y="0"/>
                    </a:moveTo>
                    <a:lnTo>
                      <a:pt x="1" y="8"/>
                    </a:lnTo>
                    <a:lnTo>
                      <a:pt x="0" y="11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37" name="Line 209"/>
              <p:cNvSpPr>
                <a:spLocks noChangeShapeType="1"/>
              </p:cNvSpPr>
              <p:nvPr/>
            </p:nvSpPr>
            <p:spPr bwMode="auto">
              <a:xfrm flipH="1">
                <a:off x="4173" y="2950"/>
                <a:ext cx="8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38" name="Line 210"/>
              <p:cNvSpPr>
                <a:spLocks noChangeShapeType="1"/>
              </p:cNvSpPr>
              <p:nvPr/>
            </p:nvSpPr>
            <p:spPr bwMode="auto">
              <a:xfrm flipH="1">
                <a:off x="4159" y="2976"/>
                <a:ext cx="8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39" name="Freeform 211"/>
              <p:cNvSpPr/>
              <p:nvPr/>
            </p:nvSpPr>
            <p:spPr bwMode="auto">
              <a:xfrm>
                <a:off x="4144" y="3001"/>
                <a:ext cx="8" cy="14"/>
              </a:xfrm>
              <a:custGeom>
                <a:avLst/>
                <a:gdLst>
                  <a:gd name="T0" fmla="*/ 48 w 6"/>
                  <a:gd name="T1" fmla="*/ 0 h 11"/>
                  <a:gd name="T2" fmla="*/ 16 w 6"/>
                  <a:gd name="T3" fmla="*/ 46 h 11"/>
                  <a:gd name="T4" fmla="*/ 0 w 6"/>
                  <a:gd name="T5" fmla="*/ 60 h 11"/>
                  <a:gd name="T6" fmla="*/ 0 60000 65536"/>
                  <a:gd name="T7" fmla="*/ 0 60000 65536"/>
                  <a:gd name="T8" fmla="*/ 0 60000 65536"/>
                  <a:gd name="T9" fmla="*/ 0 w 6"/>
                  <a:gd name="T10" fmla="*/ 0 h 11"/>
                  <a:gd name="T11" fmla="*/ 6 w 6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" h="11">
                    <a:moveTo>
                      <a:pt x="6" y="0"/>
                    </a:moveTo>
                    <a:lnTo>
                      <a:pt x="2" y="8"/>
                    </a:lnTo>
                    <a:lnTo>
                      <a:pt x="0" y="11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40" name="Line 212"/>
              <p:cNvSpPr>
                <a:spLocks noChangeShapeType="1"/>
              </p:cNvSpPr>
              <p:nvPr/>
            </p:nvSpPr>
            <p:spPr bwMode="auto">
              <a:xfrm flipH="1">
                <a:off x="4128" y="3027"/>
                <a:ext cx="9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41" name="Line 213"/>
              <p:cNvSpPr>
                <a:spLocks noChangeShapeType="1"/>
              </p:cNvSpPr>
              <p:nvPr/>
            </p:nvSpPr>
            <p:spPr bwMode="auto">
              <a:xfrm flipH="1">
                <a:off x="4113" y="3052"/>
                <a:ext cx="8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42" name="Freeform 214"/>
              <p:cNvSpPr/>
              <p:nvPr/>
            </p:nvSpPr>
            <p:spPr bwMode="auto">
              <a:xfrm>
                <a:off x="4097" y="3077"/>
                <a:ext cx="8" cy="12"/>
              </a:xfrm>
              <a:custGeom>
                <a:avLst/>
                <a:gdLst>
                  <a:gd name="T0" fmla="*/ 48 w 6"/>
                  <a:gd name="T1" fmla="*/ 0 h 10"/>
                  <a:gd name="T2" fmla="*/ 16 w 6"/>
                  <a:gd name="T3" fmla="*/ 24 h 10"/>
                  <a:gd name="T4" fmla="*/ 0 w 6"/>
                  <a:gd name="T5" fmla="*/ 35 h 10"/>
                  <a:gd name="T6" fmla="*/ 0 60000 65536"/>
                  <a:gd name="T7" fmla="*/ 0 60000 65536"/>
                  <a:gd name="T8" fmla="*/ 0 60000 65536"/>
                  <a:gd name="T9" fmla="*/ 0 w 6"/>
                  <a:gd name="T10" fmla="*/ 0 h 10"/>
                  <a:gd name="T11" fmla="*/ 6 w 6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" h="10">
                    <a:moveTo>
                      <a:pt x="6" y="0"/>
                    </a:moveTo>
                    <a:lnTo>
                      <a:pt x="2" y="7"/>
                    </a:lnTo>
                    <a:lnTo>
                      <a:pt x="0" y="1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43" name="Line 215"/>
              <p:cNvSpPr>
                <a:spLocks noChangeShapeType="1"/>
              </p:cNvSpPr>
              <p:nvPr/>
            </p:nvSpPr>
            <p:spPr bwMode="auto">
              <a:xfrm flipH="1">
                <a:off x="4080" y="3102"/>
                <a:ext cx="8" cy="1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44" name="Line 216"/>
              <p:cNvSpPr>
                <a:spLocks noChangeShapeType="1"/>
              </p:cNvSpPr>
              <p:nvPr/>
            </p:nvSpPr>
            <p:spPr bwMode="auto">
              <a:xfrm flipH="1">
                <a:off x="4062" y="3127"/>
                <a:ext cx="9" cy="1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45" name="Freeform 217"/>
              <p:cNvSpPr/>
              <p:nvPr/>
            </p:nvSpPr>
            <p:spPr bwMode="auto">
              <a:xfrm>
                <a:off x="4045" y="3152"/>
                <a:ext cx="9" cy="12"/>
              </a:xfrm>
              <a:custGeom>
                <a:avLst/>
                <a:gdLst>
                  <a:gd name="T0" fmla="*/ 40 w 7"/>
                  <a:gd name="T1" fmla="*/ 0 h 10"/>
                  <a:gd name="T2" fmla="*/ 17 w 7"/>
                  <a:gd name="T3" fmla="*/ 20 h 10"/>
                  <a:gd name="T4" fmla="*/ 0 w 7"/>
                  <a:gd name="T5" fmla="*/ 35 h 10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10"/>
                  <a:gd name="T11" fmla="*/ 7 w 7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10">
                    <a:moveTo>
                      <a:pt x="7" y="0"/>
                    </a:moveTo>
                    <a:lnTo>
                      <a:pt x="3" y="6"/>
                    </a:lnTo>
                    <a:lnTo>
                      <a:pt x="0" y="1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46" name="Line 218"/>
              <p:cNvSpPr>
                <a:spLocks noChangeShapeType="1"/>
              </p:cNvSpPr>
              <p:nvPr/>
            </p:nvSpPr>
            <p:spPr bwMode="auto">
              <a:xfrm flipH="1">
                <a:off x="4026" y="3175"/>
                <a:ext cx="9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47" name="Line 219"/>
              <p:cNvSpPr>
                <a:spLocks noChangeShapeType="1"/>
              </p:cNvSpPr>
              <p:nvPr/>
            </p:nvSpPr>
            <p:spPr bwMode="auto">
              <a:xfrm flipH="1">
                <a:off x="4008" y="3199"/>
                <a:ext cx="8" cy="1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48" name="Freeform 220"/>
              <p:cNvSpPr/>
              <p:nvPr/>
            </p:nvSpPr>
            <p:spPr bwMode="auto">
              <a:xfrm>
                <a:off x="3988" y="3222"/>
                <a:ext cx="10" cy="12"/>
              </a:xfrm>
              <a:custGeom>
                <a:avLst/>
                <a:gdLst>
                  <a:gd name="T0" fmla="*/ 39 w 8"/>
                  <a:gd name="T1" fmla="*/ 0 h 9"/>
                  <a:gd name="T2" fmla="*/ 25 w 8"/>
                  <a:gd name="T3" fmla="*/ 28 h 9"/>
                  <a:gd name="T4" fmla="*/ 0 w 8"/>
                  <a:gd name="T5" fmla="*/ 65 h 9"/>
                  <a:gd name="T6" fmla="*/ 0 60000 65536"/>
                  <a:gd name="T7" fmla="*/ 0 60000 65536"/>
                  <a:gd name="T8" fmla="*/ 0 60000 65536"/>
                  <a:gd name="T9" fmla="*/ 0 w 8"/>
                  <a:gd name="T10" fmla="*/ 0 h 9"/>
                  <a:gd name="T11" fmla="*/ 8 w 8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" h="9">
                    <a:moveTo>
                      <a:pt x="8" y="0"/>
                    </a:moveTo>
                    <a:lnTo>
                      <a:pt x="5" y="4"/>
                    </a:lnTo>
                    <a:lnTo>
                      <a:pt x="0" y="9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49" name="Line 221"/>
              <p:cNvSpPr>
                <a:spLocks noChangeShapeType="1"/>
              </p:cNvSpPr>
              <p:nvPr/>
            </p:nvSpPr>
            <p:spPr bwMode="auto">
              <a:xfrm flipH="1">
                <a:off x="3969" y="3245"/>
                <a:ext cx="9" cy="1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50" name="Line 222"/>
              <p:cNvSpPr>
                <a:spLocks noChangeShapeType="1"/>
              </p:cNvSpPr>
              <p:nvPr/>
            </p:nvSpPr>
            <p:spPr bwMode="auto">
              <a:xfrm flipH="1">
                <a:off x="3949" y="3267"/>
                <a:ext cx="10" cy="1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51" name="Freeform 223"/>
              <p:cNvSpPr/>
              <p:nvPr/>
            </p:nvSpPr>
            <p:spPr bwMode="auto">
              <a:xfrm>
                <a:off x="3929" y="3290"/>
                <a:ext cx="10" cy="11"/>
              </a:xfrm>
              <a:custGeom>
                <a:avLst/>
                <a:gdLst>
                  <a:gd name="T0" fmla="*/ 39 w 8"/>
                  <a:gd name="T1" fmla="*/ 0 h 9"/>
                  <a:gd name="T2" fmla="*/ 25 w 8"/>
                  <a:gd name="T3" fmla="*/ 16 h 9"/>
                  <a:gd name="T4" fmla="*/ 0 w 8"/>
                  <a:gd name="T5" fmla="*/ 35 h 9"/>
                  <a:gd name="T6" fmla="*/ 0 60000 65536"/>
                  <a:gd name="T7" fmla="*/ 0 60000 65536"/>
                  <a:gd name="T8" fmla="*/ 0 60000 65536"/>
                  <a:gd name="T9" fmla="*/ 0 w 8"/>
                  <a:gd name="T10" fmla="*/ 0 h 9"/>
                  <a:gd name="T11" fmla="*/ 8 w 8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" h="9">
                    <a:moveTo>
                      <a:pt x="8" y="0"/>
                    </a:moveTo>
                    <a:lnTo>
                      <a:pt x="5" y="4"/>
                    </a:lnTo>
                    <a:lnTo>
                      <a:pt x="0" y="9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52" name="Line 224"/>
              <p:cNvSpPr>
                <a:spLocks noChangeShapeType="1"/>
              </p:cNvSpPr>
              <p:nvPr/>
            </p:nvSpPr>
            <p:spPr bwMode="auto">
              <a:xfrm flipH="1">
                <a:off x="3909" y="3311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53" name="Line 225"/>
              <p:cNvSpPr>
                <a:spLocks noChangeShapeType="1"/>
              </p:cNvSpPr>
              <p:nvPr/>
            </p:nvSpPr>
            <p:spPr bwMode="auto">
              <a:xfrm flipH="1">
                <a:off x="3889" y="3331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54" name="Freeform 226"/>
              <p:cNvSpPr/>
              <p:nvPr/>
            </p:nvSpPr>
            <p:spPr bwMode="auto">
              <a:xfrm>
                <a:off x="3868" y="3351"/>
                <a:ext cx="11" cy="9"/>
              </a:xfrm>
              <a:custGeom>
                <a:avLst/>
                <a:gdLst>
                  <a:gd name="T0" fmla="*/ 35 w 9"/>
                  <a:gd name="T1" fmla="*/ 0 h 8"/>
                  <a:gd name="T2" fmla="*/ 16 w 9"/>
                  <a:gd name="T3" fmla="*/ 12 h 8"/>
                  <a:gd name="T4" fmla="*/ 0 w 9"/>
                  <a:gd name="T5" fmla="*/ 18 h 8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8"/>
                  <a:gd name="T11" fmla="*/ 9 w 9"/>
                  <a:gd name="T12" fmla="*/ 8 h 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8">
                    <a:moveTo>
                      <a:pt x="9" y="0"/>
                    </a:moveTo>
                    <a:lnTo>
                      <a:pt x="4" y="5"/>
                    </a:lnTo>
                    <a:lnTo>
                      <a:pt x="0" y="8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55" name="Line 227"/>
              <p:cNvSpPr>
                <a:spLocks noChangeShapeType="1"/>
              </p:cNvSpPr>
              <p:nvPr/>
            </p:nvSpPr>
            <p:spPr bwMode="auto">
              <a:xfrm flipH="1">
                <a:off x="3847" y="3372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56" name="Line 228"/>
              <p:cNvSpPr>
                <a:spLocks noChangeShapeType="1"/>
              </p:cNvSpPr>
              <p:nvPr/>
            </p:nvSpPr>
            <p:spPr bwMode="auto">
              <a:xfrm flipH="1">
                <a:off x="3825" y="3392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57" name="Freeform 229"/>
              <p:cNvSpPr/>
              <p:nvPr/>
            </p:nvSpPr>
            <p:spPr bwMode="auto">
              <a:xfrm>
                <a:off x="3802" y="3411"/>
                <a:ext cx="11" cy="10"/>
              </a:xfrm>
              <a:custGeom>
                <a:avLst/>
                <a:gdLst>
                  <a:gd name="T0" fmla="*/ 35 w 9"/>
                  <a:gd name="T1" fmla="*/ 0 h 8"/>
                  <a:gd name="T2" fmla="*/ 20 w 9"/>
                  <a:gd name="T3" fmla="*/ 20 h 8"/>
                  <a:gd name="T4" fmla="*/ 0 w 9"/>
                  <a:gd name="T5" fmla="*/ 39 h 8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8"/>
                  <a:gd name="T11" fmla="*/ 9 w 9"/>
                  <a:gd name="T12" fmla="*/ 8 h 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8">
                    <a:moveTo>
                      <a:pt x="9" y="0"/>
                    </a:moveTo>
                    <a:lnTo>
                      <a:pt x="5" y="4"/>
                    </a:lnTo>
                    <a:lnTo>
                      <a:pt x="0" y="8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58" name="Line 230"/>
              <p:cNvSpPr>
                <a:spLocks noChangeShapeType="1"/>
              </p:cNvSpPr>
              <p:nvPr/>
            </p:nvSpPr>
            <p:spPr bwMode="auto">
              <a:xfrm flipH="1">
                <a:off x="3779" y="3431"/>
                <a:ext cx="12" cy="9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59" name="Line 231"/>
              <p:cNvSpPr>
                <a:spLocks noChangeShapeType="1"/>
              </p:cNvSpPr>
              <p:nvPr/>
            </p:nvSpPr>
            <p:spPr bwMode="auto">
              <a:xfrm flipH="1">
                <a:off x="3756" y="3450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60" name="Freeform 232"/>
              <p:cNvSpPr/>
              <p:nvPr/>
            </p:nvSpPr>
            <p:spPr bwMode="auto">
              <a:xfrm>
                <a:off x="3733" y="3469"/>
                <a:ext cx="11" cy="10"/>
              </a:xfrm>
              <a:custGeom>
                <a:avLst/>
                <a:gdLst>
                  <a:gd name="T0" fmla="*/ 35 w 9"/>
                  <a:gd name="T1" fmla="*/ 0 h 8"/>
                  <a:gd name="T2" fmla="*/ 24 w 9"/>
                  <a:gd name="T3" fmla="*/ 16 h 8"/>
                  <a:gd name="T4" fmla="*/ 0 w 9"/>
                  <a:gd name="T5" fmla="*/ 39 h 8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8"/>
                  <a:gd name="T11" fmla="*/ 9 w 9"/>
                  <a:gd name="T12" fmla="*/ 8 h 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8">
                    <a:moveTo>
                      <a:pt x="9" y="0"/>
                    </a:moveTo>
                    <a:lnTo>
                      <a:pt x="6" y="3"/>
                    </a:lnTo>
                    <a:lnTo>
                      <a:pt x="0" y="8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61" name="Line 233"/>
              <p:cNvSpPr>
                <a:spLocks noChangeShapeType="1"/>
              </p:cNvSpPr>
              <p:nvPr/>
            </p:nvSpPr>
            <p:spPr bwMode="auto">
              <a:xfrm flipH="1">
                <a:off x="3708" y="3487"/>
                <a:ext cx="12" cy="9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62" name="Line 234"/>
              <p:cNvSpPr>
                <a:spLocks noChangeShapeType="1"/>
              </p:cNvSpPr>
              <p:nvPr/>
            </p:nvSpPr>
            <p:spPr bwMode="auto">
              <a:xfrm flipH="1">
                <a:off x="3684" y="3505"/>
                <a:ext cx="11" cy="8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63" name="Freeform 235"/>
              <p:cNvSpPr/>
              <p:nvPr/>
            </p:nvSpPr>
            <p:spPr bwMode="auto">
              <a:xfrm>
                <a:off x="3659" y="3522"/>
                <a:ext cx="13" cy="9"/>
              </a:xfrm>
              <a:custGeom>
                <a:avLst/>
                <a:gdLst>
                  <a:gd name="T0" fmla="*/ 64 w 10"/>
                  <a:gd name="T1" fmla="*/ 0 h 7"/>
                  <a:gd name="T2" fmla="*/ 49 w 10"/>
                  <a:gd name="T3" fmla="*/ 13 h 7"/>
                  <a:gd name="T4" fmla="*/ 0 w 10"/>
                  <a:gd name="T5" fmla="*/ 40 h 7"/>
                  <a:gd name="T6" fmla="*/ 0 60000 65536"/>
                  <a:gd name="T7" fmla="*/ 0 60000 65536"/>
                  <a:gd name="T8" fmla="*/ 0 60000 65536"/>
                  <a:gd name="T9" fmla="*/ 0 w 10"/>
                  <a:gd name="T10" fmla="*/ 0 h 7"/>
                  <a:gd name="T11" fmla="*/ 10 w 10"/>
                  <a:gd name="T12" fmla="*/ 7 h 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" h="7">
                    <a:moveTo>
                      <a:pt x="10" y="0"/>
                    </a:moveTo>
                    <a:lnTo>
                      <a:pt x="8" y="2"/>
                    </a:lnTo>
                    <a:lnTo>
                      <a:pt x="0" y="7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64" name="Line 236"/>
              <p:cNvSpPr>
                <a:spLocks noChangeShapeType="1"/>
              </p:cNvSpPr>
              <p:nvPr/>
            </p:nvSpPr>
            <p:spPr bwMode="auto">
              <a:xfrm flipH="1">
                <a:off x="3634" y="3540"/>
                <a:ext cx="13" cy="7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65" name="Line 237"/>
              <p:cNvSpPr>
                <a:spLocks noChangeShapeType="1"/>
              </p:cNvSpPr>
              <p:nvPr/>
            </p:nvSpPr>
            <p:spPr bwMode="auto">
              <a:xfrm flipH="1">
                <a:off x="3609" y="3556"/>
                <a:ext cx="13" cy="7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66" name="Freeform 238"/>
              <p:cNvSpPr/>
              <p:nvPr/>
            </p:nvSpPr>
            <p:spPr bwMode="auto">
              <a:xfrm>
                <a:off x="3584" y="3572"/>
                <a:ext cx="13" cy="7"/>
              </a:xfrm>
              <a:custGeom>
                <a:avLst/>
                <a:gdLst>
                  <a:gd name="T0" fmla="*/ 64 w 10"/>
                  <a:gd name="T1" fmla="*/ 0 h 6"/>
                  <a:gd name="T2" fmla="*/ 49 w 10"/>
                  <a:gd name="T3" fmla="*/ 1 h 6"/>
                  <a:gd name="T4" fmla="*/ 0 w 10"/>
                  <a:gd name="T5" fmla="*/ 18 h 6"/>
                  <a:gd name="T6" fmla="*/ 0 60000 65536"/>
                  <a:gd name="T7" fmla="*/ 0 60000 65536"/>
                  <a:gd name="T8" fmla="*/ 0 60000 65536"/>
                  <a:gd name="T9" fmla="*/ 0 w 10"/>
                  <a:gd name="T10" fmla="*/ 0 h 6"/>
                  <a:gd name="T11" fmla="*/ 10 w 10"/>
                  <a:gd name="T12" fmla="*/ 6 h 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" h="6">
                    <a:moveTo>
                      <a:pt x="10" y="0"/>
                    </a:moveTo>
                    <a:lnTo>
                      <a:pt x="8" y="1"/>
                    </a:lnTo>
                    <a:lnTo>
                      <a:pt x="0" y="6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67" name="Line 239"/>
              <p:cNvSpPr>
                <a:spLocks noChangeShapeType="1"/>
              </p:cNvSpPr>
              <p:nvPr/>
            </p:nvSpPr>
            <p:spPr bwMode="auto">
              <a:xfrm flipH="1">
                <a:off x="3558" y="3587"/>
                <a:ext cx="13" cy="7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68" name="Line 240"/>
              <p:cNvSpPr>
                <a:spLocks noChangeShapeType="1"/>
              </p:cNvSpPr>
              <p:nvPr/>
            </p:nvSpPr>
            <p:spPr bwMode="auto">
              <a:xfrm flipH="1">
                <a:off x="3532" y="3602"/>
                <a:ext cx="13" cy="7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69" name="Line 241"/>
              <p:cNvSpPr>
                <a:spLocks noChangeShapeType="1"/>
              </p:cNvSpPr>
              <p:nvPr/>
            </p:nvSpPr>
            <p:spPr bwMode="auto">
              <a:xfrm flipH="1">
                <a:off x="3505" y="3617"/>
                <a:ext cx="14" cy="6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70" name="Line 242"/>
              <p:cNvSpPr>
                <a:spLocks noChangeShapeType="1"/>
              </p:cNvSpPr>
              <p:nvPr/>
            </p:nvSpPr>
            <p:spPr bwMode="auto">
              <a:xfrm flipH="1">
                <a:off x="3479" y="3630"/>
                <a:ext cx="13" cy="7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71" name="Line 243"/>
              <p:cNvSpPr>
                <a:spLocks noChangeShapeType="1"/>
              </p:cNvSpPr>
              <p:nvPr/>
            </p:nvSpPr>
            <p:spPr bwMode="auto">
              <a:xfrm flipH="1">
                <a:off x="3451" y="3644"/>
                <a:ext cx="14" cy="6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72" name="Line 244"/>
              <p:cNvSpPr>
                <a:spLocks noChangeShapeType="1"/>
              </p:cNvSpPr>
              <p:nvPr/>
            </p:nvSpPr>
            <p:spPr bwMode="auto">
              <a:xfrm flipH="1">
                <a:off x="3424" y="3658"/>
                <a:ext cx="14" cy="6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73" name="Line 245"/>
              <p:cNvSpPr>
                <a:spLocks noChangeShapeType="1"/>
              </p:cNvSpPr>
              <p:nvPr/>
            </p:nvSpPr>
            <p:spPr bwMode="auto">
              <a:xfrm flipH="1">
                <a:off x="3397" y="3669"/>
                <a:ext cx="13" cy="6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74" name="Line 246"/>
              <p:cNvSpPr>
                <a:spLocks noChangeShapeType="1"/>
              </p:cNvSpPr>
              <p:nvPr/>
            </p:nvSpPr>
            <p:spPr bwMode="auto">
              <a:xfrm flipH="1">
                <a:off x="3369" y="3681"/>
                <a:ext cx="14" cy="7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75" name="Line 247"/>
              <p:cNvSpPr>
                <a:spLocks noChangeShapeType="1"/>
              </p:cNvSpPr>
              <p:nvPr/>
            </p:nvSpPr>
            <p:spPr bwMode="auto">
              <a:xfrm flipH="1">
                <a:off x="3342" y="3692"/>
                <a:ext cx="13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76" name="Line 248"/>
              <p:cNvSpPr>
                <a:spLocks noChangeShapeType="1"/>
              </p:cNvSpPr>
              <p:nvPr/>
            </p:nvSpPr>
            <p:spPr bwMode="auto">
              <a:xfrm flipH="1">
                <a:off x="3314" y="3704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77" name="Line 249"/>
              <p:cNvSpPr>
                <a:spLocks noChangeShapeType="1"/>
              </p:cNvSpPr>
              <p:nvPr/>
            </p:nvSpPr>
            <p:spPr bwMode="auto">
              <a:xfrm flipH="1">
                <a:off x="3287" y="3714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78" name="Line 250"/>
              <p:cNvSpPr>
                <a:spLocks noChangeShapeType="1"/>
              </p:cNvSpPr>
              <p:nvPr/>
            </p:nvSpPr>
            <p:spPr bwMode="auto">
              <a:xfrm flipH="1">
                <a:off x="3260" y="3724"/>
                <a:ext cx="13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79" name="Line 251"/>
              <p:cNvSpPr>
                <a:spLocks noChangeShapeType="1"/>
              </p:cNvSpPr>
              <p:nvPr/>
            </p:nvSpPr>
            <p:spPr bwMode="auto">
              <a:xfrm flipH="1">
                <a:off x="3231" y="3732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80" name="Line 252"/>
              <p:cNvSpPr>
                <a:spLocks noChangeShapeType="1"/>
              </p:cNvSpPr>
              <p:nvPr/>
            </p:nvSpPr>
            <p:spPr bwMode="auto">
              <a:xfrm flipH="1">
                <a:off x="3202" y="3741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81" name="Line 253"/>
              <p:cNvSpPr>
                <a:spLocks noChangeShapeType="1"/>
              </p:cNvSpPr>
              <p:nvPr/>
            </p:nvSpPr>
            <p:spPr bwMode="auto">
              <a:xfrm flipH="1">
                <a:off x="3173" y="3750"/>
                <a:ext cx="14" cy="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82" name="Line 254"/>
              <p:cNvSpPr>
                <a:spLocks noChangeShapeType="1"/>
              </p:cNvSpPr>
              <p:nvPr/>
            </p:nvSpPr>
            <p:spPr bwMode="auto">
              <a:xfrm flipH="1">
                <a:off x="3143" y="3757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83" name="Line 255"/>
              <p:cNvSpPr>
                <a:spLocks noChangeShapeType="1"/>
              </p:cNvSpPr>
              <p:nvPr/>
            </p:nvSpPr>
            <p:spPr bwMode="auto">
              <a:xfrm flipH="1">
                <a:off x="3113" y="3765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84" name="Line 256"/>
              <p:cNvSpPr>
                <a:spLocks noChangeShapeType="1"/>
              </p:cNvSpPr>
              <p:nvPr/>
            </p:nvSpPr>
            <p:spPr bwMode="auto">
              <a:xfrm flipH="1">
                <a:off x="3083" y="3772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85" name="Line 257"/>
              <p:cNvSpPr>
                <a:spLocks noChangeShapeType="1"/>
              </p:cNvSpPr>
              <p:nvPr/>
            </p:nvSpPr>
            <p:spPr bwMode="auto">
              <a:xfrm flipH="1">
                <a:off x="3053" y="3777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86" name="Line 258"/>
              <p:cNvSpPr>
                <a:spLocks noChangeShapeType="1"/>
              </p:cNvSpPr>
              <p:nvPr/>
            </p:nvSpPr>
            <p:spPr bwMode="auto">
              <a:xfrm flipH="1">
                <a:off x="3023" y="3783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87" name="Line 259"/>
              <p:cNvSpPr>
                <a:spLocks noChangeShapeType="1"/>
              </p:cNvSpPr>
              <p:nvPr/>
            </p:nvSpPr>
            <p:spPr bwMode="auto">
              <a:xfrm flipH="1">
                <a:off x="3023" y="3783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88" name="Line 260"/>
              <p:cNvSpPr>
                <a:spLocks noChangeShapeType="1"/>
              </p:cNvSpPr>
              <p:nvPr/>
            </p:nvSpPr>
            <p:spPr bwMode="auto">
              <a:xfrm flipH="1">
                <a:off x="2993" y="3788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89" name="Line 261"/>
              <p:cNvSpPr>
                <a:spLocks noChangeShapeType="1"/>
              </p:cNvSpPr>
              <p:nvPr/>
            </p:nvSpPr>
            <p:spPr bwMode="auto">
              <a:xfrm flipH="1">
                <a:off x="2963" y="3792"/>
                <a:ext cx="15" cy="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90" name="Freeform 262"/>
              <p:cNvSpPr/>
              <p:nvPr/>
            </p:nvSpPr>
            <p:spPr bwMode="auto">
              <a:xfrm>
                <a:off x="2934" y="3797"/>
                <a:ext cx="15" cy="1"/>
              </a:xfrm>
              <a:custGeom>
                <a:avLst/>
                <a:gdLst>
                  <a:gd name="T0" fmla="*/ 60 w 12"/>
                  <a:gd name="T1" fmla="*/ 0 h 1"/>
                  <a:gd name="T2" fmla="*/ 13 w 12"/>
                  <a:gd name="T3" fmla="*/ 1 h 1"/>
                  <a:gd name="T4" fmla="*/ 0 w 12"/>
                  <a:gd name="T5" fmla="*/ 1 h 1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1"/>
                  <a:gd name="T11" fmla="*/ 12 w 1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1">
                    <a:moveTo>
                      <a:pt x="12" y="0"/>
                    </a:moveTo>
                    <a:lnTo>
                      <a:pt x="2" y="1"/>
                    </a:lnTo>
                    <a:lnTo>
                      <a:pt x="0" y="1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91" name="Line 263"/>
              <p:cNvSpPr>
                <a:spLocks noChangeShapeType="1"/>
              </p:cNvSpPr>
              <p:nvPr/>
            </p:nvSpPr>
            <p:spPr bwMode="auto">
              <a:xfrm flipH="1">
                <a:off x="2904" y="3799"/>
                <a:ext cx="15" cy="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92" name="Line 264"/>
              <p:cNvSpPr>
                <a:spLocks noChangeShapeType="1"/>
              </p:cNvSpPr>
              <p:nvPr/>
            </p:nvSpPr>
            <p:spPr bwMode="auto">
              <a:xfrm flipH="1">
                <a:off x="2874" y="3802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93" name="Freeform 265"/>
              <p:cNvSpPr/>
              <p:nvPr/>
            </p:nvSpPr>
            <p:spPr bwMode="auto">
              <a:xfrm>
                <a:off x="2844" y="3804"/>
                <a:ext cx="15" cy="2"/>
              </a:xfrm>
              <a:custGeom>
                <a:avLst/>
                <a:gdLst>
                  <a:gd name="T0" fmla="*/ 60 w 12"/>
                  <a:gd name="T1" fmla="*/ 0 h 1"/>
                  <a:gd name="T2" fmla="*/ 20 w 12"/>
                  <a:gd name="T3" fmla="*/ 128 h 1"/>
                  <a:gd name="T4" fmla="*/ 0 w 12"/>
                  <a:gd name="T5" fmla="*/ 128 h 1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1"/>
                  <a:gd name="T11" fmla="*/ 12 w 1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1">
                    <a:moveTo>
                      <a:pt x="12" y="0"/>
                    </a:moveTo>
                    <a:lnTo>
                      <a:pt x="4" y="1"/>
                    </a:lnTo>
                    <a:lnTo>
                      <a:pt x="0" y="1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94" name="Line 266"/>
              <p:cNvSpPr>
                <a:spLocks noChangeShapeType="1"/>
              </p:cNvSpPr>
              <p:nvPr/>
            </p:nvSpPr>
            <p:spPr bwMode="auto">
              <a:xfrm flipH="1">
                <a:off x="2814" y="3806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95" name="Line 267"/>
              <p:cNvSpPr>
                <a:spLocks noChangeShapeType="1"/>
              </p:cNvSpPr>
              <p:nvPr/>
            </p:nvSpPr>
            <p:spPr bwMode="auto">
              <a:xfrm flipH="1">
                <a:off x="2784" y="3807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96" name="Freeform 268"/>
              <p:cNvSpPr/>
              <p:nvPr/>
            </p:nvSpPr>
            <p:spPr bwMode="auto">
              <a:xfrm>
                <a:off x="2754" y="3808"/>
                <a:ext cx="15" cy="1"/>
              </a:xfrm>
              <a:custGeom>
                <a:avLst/>
                <a:gdLst>
                  <a:gd name="T0" fmla="*/ 60 w 12"/>
                  <a:gd name="T1" fmla="*/ 0 h 1"/>
                  <a:gd name="T2" fmla="*/ 31 w 12"/>
                  <a:gd name="T3" fmla="*/ 0 h 1"/>
                  <a:gd name="T4" fmla="*/ 0 w 1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1"/>
                  <a:gd name="T11" fmla="*/ 12 w 1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1">
                    <a:moveTo>
                      <a:pt x="12" y="0"/>
                    </a:moveTo>
                    <a:lnTo>
                      <a:pt x="6" y="0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97" name="Line 269"/>
              <p:cNvSpPr>
                <a:spLocks noChangeShapeType="1"/>
              </p:cNvSpPr>
              <p:nvPr/>
            </p:nvSpPr>
            <p:spPr bwMode="auto">
              <a:xfrm flipH="1">
                <a:off x="2725" y="3807"/>
                <a:ext cx="14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98" name="Line 270"/>
              <p:cNvSpPr>
                <a:spLocks noChangeShapeType="1"/>
              </p:cNvSpPr>
              <p:nvPr/>
            </p:nvSpPr>
            <p:spPr bwMode="auto">
              <a:xfrm flipH="1" flipV="1">
                <a:off x="2695" y="3806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99" name="Freeform 271"/>
              <p:cNvSpPr/>
              <p:nvPr/>
            </p:nvSpPr>
            <p:spPr bwMode="auto">
              <a:xfrm>
                <a:off x="2665" y="3804"/>
                <a:ext cx="15" cy="2"/>
              </a:xfrm>
              <a:custGeom>
                <a:avLst/>
                <a:gdLst>
                  <a:gd name="T0" fmla="*/ 60 w 12"/>
                  <a:gd name="T1" fmla="*/ 128 h 1"/>
                  <a:gd name="T2" fmla="*/ 36 w 12"/>
                  <a:gd name="T3" fmla="*/ 128 h 1"/>
                  <a:gd name="T4" fmla="*/ 0 w 1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1"/>
                  <a:gd name="T11" fmla="*/ 12 w 1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1">
                    <a:moveTo>
                      <a:pt x="12" y="1"/>
                    </a:moveTo>
                    <a:lnTo>
                      <a:pt x="7" y="1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00" name="Line 272"/>
              <p:cNvSpPr>
                <a:spLocks noChangeShapeType="1"/>
              </p:cNvSpPr>
              <p:nvPr/>
            </p:nvSpPr>
            <p:spPr bwMode="auto">
              <a:xfrm flipH="1" flipV="1">
                <a:off x="2635" y="3802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01" name="Line 273"/>
              <p:cNvSpPr>
                <a:spLocks noChangeShapeType="1"/>
              </p:cNvSpPr>
              <p:nvPr/>
            </p:nvSpPr>
            <p:spPr bwMode="auto">
              <a:xfrm flipH="1" flipV="1">
                <a:off x="2605" y="3799"/>
                <a:ext cx="15" cy="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02" name="Freeform 274"/>
              <p:cNvSpPr/>
              <p:nvPr/>
            </p:nvSpPr>
            <p:spPr bwMode="auto">
              <a:xfrm>
                <a:off x="2575" y="3797"/>
                <a:ext cx="15" cy="1"/>
              </a:xfrm>
              <a:custGeom>
                <a:avLst/>
                <a:gdLst>
                  <a:gd name="T0" fmla="*/ 60 w 12"/>
                  <a:gd name="T1" fmla="*/ 1 h 1"/>
                  <a:gd name="T2" fmla="*/ 45 w 12"/>
                  <a:gd name="T3" fmla="*/ 1 h 1"/>
                  <a:gd name="T4" fmla="*/ 0 w 1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1"/>
                  <a:gd name="T11" fmla="*/ 12 w 1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1">
                    <a:moveTo>
                      <a:pt x="12" y="1"/>
                    </a:moveTo>
                    <a:lnTo>
                      <a:pt x="9" y="1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03" name="Line 275"/>
              <p:cNvSpPr>
                <a:spLocks noChangeShapeType="1"/>
              </p:cNvSpPr>
              <p:nvPr/>
            </p:nvSpPr>
            <p:spPr bwMode="auto">
              <a:xfrm flipH="1" flipV="1">
                <a:off x="2545" y="3792"/>
                <a:ext cx="15" cy="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04" name="Line 276"/>
              <p:cNvSpPr>
                <a:spLocks noChangeShapeType="1"/>
              </p:cNvSpPr>
              <p:nvPr/>
            </p:nvSpPr>
            <p:spPr bwMode="auto">
              <a:xfrm flipH="1" flipV="1">
                <a:off x="2515" y="3788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05" name="Freeform 277"/>
              <p:cNvSpPr/>
              <p:nvPr/>
            </p:nvSpPr>
            <p:spPr bwMode="auto">
              <a:xfrm>
                <a:off x="2486" y="3783"/>
                <a:ext cx="15" cy="3"/>
              </a:xfrm>
              <a:custGeom>
                <a:avLst/>
                <a:gdLst>
                  <a:gd name="T0" fmla="*/ 60 w 12"/>
                  <a:gd name="T1" fmla="*/ 41 h 2"/>
                  <a:gd name="T2" fmla="*/ 56 w 12"/>
                  <a:gd name="T3" fmla="*/ 41 h 2"/>
                  <a:gd name="T4" fmla="*/ 0 w 12"/>
                  <a:gd name="T5" fmla="*/ 0 h 2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2"/>
                  <a:gd name="T11" fmla="*/ 12 w 12"/>
                  <a:gd name="T12" fmla="*/ 2 h 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2">
                    <a:moveTo>
                      <a:pt x="12" y="2"/>
                    </a:moveTo>
                    <a:lnTo>
                      <a:pt x="11" y="2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06" name="Line 278"/>
              <p:cNvSpPr>
                <a:spLocks noChangeShapeType="1"/>
              </p:cNvSpPr>
              <p:nvPr/>
            </p:nvSpPr>
            <p:spPr bwMode="auto">
              <a:xfrm flipH="1" flipV="1">
                <a:off x="2456" y="3777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07" name="Line 279"/>
              <p:cNvSpPr>
                <a:spLocks noChangeShapeType="1"/>
              </p:cNvSpPr>
              <p:nvPr/>
            </p:nvSpPr>
            <p:spPr bwMode="auto">
              <a:xfrm flipH="1" flipV="1">
                <a:off x="2426" y="3772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08" name="Line 280"/>
              <p:cNvSpPr>
                <a:spLocks noChangeShapeType="1"/>
              </p:cNvSpPr>
              <p:nvPr/>
            </p:nvSpPr>
            <p:spPr bwMode="auto">
              <a:xfrm flipH="1" flipV="1">
                <a:off x="2396" y="3766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09" name="Line 281"/>
              <p:cNvSpPr>
                <a:spLocks noChangeShapeType="1"/>
              </p:cNvSpPr>
              <p:nvPr/>
            </p:nvSpPr>
            <p:spPr bwMode="auto">
              <a:xfrm flipH="1" flipV="1">
                <a:off x="2366" y="3758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10" name="Line 282"/>
              <p:cNvSpPr>
                <a:spLocks noChangeShapeType="1"/>
              </p:cNvSpPr>
              <p:nvPr/>
            </p:nvSpPr>
            <p:spPr bwMode="auto">
              <a:xfrm flipH="1" flipV="1">
                <a:off x="2336" y="3751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11" name="Line 283"/>
              <p:cNvSpPr>
                <a:spLocks noChangeShapeType="1"/>
              </p:cNvSpPr>
              <p:nvPr/>
            </p:nvSpPr>
            <p:spPr bwMode="auto">
              <a:xfrm flipH="1" flipV="1">
                <a:off x="2308" y="3742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12" name="Line 284"/>
              <p:cNvSpPr>
                <a:spLocks noChangeShapeType="1"/>
              </p:cNvSpPr>
              <p:nvPr/>
            </p:nvSpPr>
            <p:spPr bwMode="auto">
              <a:xfrm flipH="1" flipV="1">
                <a:off x="2279" y="3734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13" name="Line 285"/>
              <p:cNvSpPr>
                <a:spLocks noChangeShapeType="1"/>
              </p:cNvSpPr>
              <p:nvPr/>
            </p:nvSpPr>
            <p:spPr bwMode="auto">
              <a:xfrm flipH="1" flipV="1">
                <a:off x="2252" y="3724"/>
                <a:ext cx="13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14" name="Line 286"/>
              <p:cNvSpPr>
                <a:spLocks noChangeShapeType="1"/>
              </p:cNvSpPr>
              <p:nvPr/>
            </p:nvSpPr>
            <p:spPr bwMode="auto">
              <a:xfrm flipH="1" flipV="1">
                <a:off x="2224" y="3715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15" name="Line 287"/>
              <p:cNvSpPr>
                <a:spLocks noChangeShapeType="1"/>
              </p:cNvSpPr>
              <p:nvPr/>
            </p:nvSpPr>
            <p:spPr bwMode="auto">
              <a:xfrm flipH="1" flipV="1">
                <a:off x="2197" y="3704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16" name="Line 288"/>
              <p:cNvSpPr>
                <a:spLocks noChangeShapeType="1"/>
              </p:cNvSpPr>
              <p:nvPr/>
            </p:nvSpPr>
            <p:spPr bwMode="auto">
              <a:xfrm flipH="1" flipV="1">
                <a:off x="2169" y="3694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17" name="Line 289"/>
              <p:cNvSpPr>
                <a:spLocks noChangeShapeType="1"/>
              </p:cNvSpPr>
              <p:nvPr/>
            </p:nvSpPr>
            <p:spPr bwMode="auto">
              <a:xfrm flipH="1" flipV="1">
                <a:off x="2142" y="3683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18" name="Line 290"/>
              <p:cNvSpPr>
                <a:spLocks noChangeShapeType="1"/>
              </p:cNvSpPr>
              <p:nvPr/>
            </p:nvSpPr>
            <p:spPr bwMode="auto">
              <a:xfrm flipH="1" flipV="1">
                <a:off x="2115" y="3670"/>
                <a:ext cx="13" cy="6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19" name="Line 291"/>
              <p:cNvSpPr>
                <a:spLocks noChangeShapeType="1"/>
              </p:cNvSpPr>
              <p:nvPr/>
            </p:nvSpPr>
            <p:spPr bwMode="auto">
              <a:xfrm flipH="1" flipV="1">
                <a:off x="2087" y="3659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20" name="Line 292"/>
              <p:cNvSpPr>
                <a:spLocks noChangeShapeType="1"/>
              </p:cNvSpPr>
              <p:nvPr/>
            </p:nvSpPr>
            <p:spPr bwMode="auto">
              <a:xfrm flipH="1" flipV="1">
                <a:off x="2061" y="3645"/>
                <a:ext cx="13" cy="8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21" name="Line 293"/>
              <p:cNvSpPr>
                <a:spLocks noChangeShapeType="1"/>
              </p:cNvSpPr>
              <p:nvPr/>
            </p:nvSpPr>
            <p:spPr bwMode="auto">
              <a:xfrm flipH="1" flipV="1">
                <a:off x="2034" y="3632"/>
                <a:ext cx="14" cy="7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22" name="Line 294"/>
              <p:cNvSpPr>
                <a:spLocks noChangeShapeType="1"/>
              </p:cNvSpPr>
              <p:nvPr/>
            </p:nvSpPr>
            <p:spPr bwMode="auto">
              <a:xfrm flipH="1" flipV="1">
                <a:off x="2006" y="3618"/>
                <a:ext cx="14" cy="7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23" name="Line 295"/>
              <p:cNvSpPr>
                <a:spLocks noChangeShapeType="1"/>
              </p:cNvSpPr>
              <p:nvPr/>
            </p:nvSpPr>
            <p:spPr bwMode="auto">
              <a:xfrm flipH="1" flipV="1">
                <a:off x="1980" y="3603"/>
                <a:ext cx="14" cy="7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24" name="Line 296"/>
              <p:cNvSpPr>
                <a:spLocks noChangeShapeType="1"/>
              </p:cNvSpPr>
              <p:nvPr/>
            </p:nvSpPr>
            <p:spPr bwMode="auto">
              <a:xfrm flipH="1" flipV="1">
                <a:off x="1954" y="3588"/>
                <a:ext cx="14" cy="8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25" name="Line 297"/>
              <p:cNvSpPr>
                <a:spLocks noChangeShapeType="1"/>
              </p:cNvSpPr>
              <p:nvPr/>
            </p:nvSpPr>
            <p:spPr bwMode="auto">
              <a:xfrm flipH="1" flipV="1">
                <a:off x="1928" y="3573"/>
                <a:ext cx="14" cy="8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26" name="Line 298"/>
              <p:cNvSpPr>
                <a:spLocks noChangeShapeType="1"/>
              </p:cNvSpPr>
              <p:nvPr/>
            </p:nvSpPr>
            <p:spPr bwMode="auto">
              <a:xfrm flipH="1" flipV="1">
                <a:off x="1928" y="3573"/>
                <a:ext cx="14" cy="8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27" name="Line 299"/>
              <p:cNvSpPr>
                <a:spLocks noChangeShapeType="1"/>
              </p:cNvSpPr>
              <p:nvPr/>
            </p:nvSpPr>
            <p:spPr bwMode="auto">
              <a:xfrm flipH="1" flipV="1">
                <a:off x="1903" y="3557"/>
                <a:ext cx="13" cy="7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28" name="Line 300"/>
              <p:cNvSpPr>
                <a:spLocks noChangeShapeType="1"/>
              </p:cNvSpPr>
              <p:nvPr/>
            </p:nvSpPr>
            <p:spPr bwMode="auto">
              <a:xfrm flipH="1" flipV="1">
                <a:off x="1878" y="3541"/>
                <a:ext cx="13" cy="7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29" name="Freeform 301"/>
              <p:cNvSpPr/>
              <p:nvPr/>
            </p:nvSpPr>
            <p:spPr bwMode="auto">
              <a:xfrm>
                <a:off x="1853" y="3523"/>
                <a:ext cx="13" cy="9"/>
              </a:xfrm>
              <a:custGeom>
                <a:avLst/>
                <a:gdLst>
                  <a:gd name="T0" fmla="*/ 64 w 10"/>
                  <a:gd name="T1" fmla="*/ 40 h 7"/>
                  <a:gd name="T2" fmla="*/ 1 w 10"/>
                  <a:gd name="T3" fmla="*/ 1 h 7"/>
                  <a:gd name="T4" fmla="*/ 0 w 10"/>
                  <a:gd name="T5" fmla="*/ 0 h 7"/>
                  <a:gd name="T6" fmla="*/ 0 60000 65536"/>
                  <a:gd name="T7" fmla="*/ 0 60000 65536"/>
                  <a:gd name="T8" fmla="*/ 0 60000 65536"/>
                  <a:gd name="T9" fmla="*/ 0 w 10"/>
                  <a:gd name="T10" fmla="*/ 0 h 7"/>
                  <a:gd name="T11" fmla="*/ 10 w 10"/>
                  <a:gd name="T12" fmla="*/ 7 h 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" h="7">
                    <a:moveTo>
                      <a:pt x="10" y="7"/>
                    </a:moveTo>
                    <a:lnTo>
                      <a:pt x="1" y="1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30" name="Line 302"/>
              <p:cNvSpPr>
                <a:spLocks noChangeShapeType="1"/>
              </p:cNvSpPr>
              <p:nvPr/>
            </p:nvSpPr>
            <p:spPr bwMode="auto">
              <a:xfrm flipH="1" flipV="1">
                <a:off x="1828" y="3506"/>
                <a:ext cx="13" cy="9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31" name="Line 303"/>
              <p:cNvSpPr>
                <a:spLocks noChangeShapeType="1"/>
              </p:cNvSpPr>
              <p:nvPr/>
            </p:nvSpPr>
            <p:spPr bwMode="auto">
              <a:xfrm flipH="1" flipV="1">
                <a:off x="1804" y="3489"/>
                <a:ext cx="12" cy="8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32" name="Freeform 304"/>
              <p:cNvSpPr/>
              <p:nvPr/>
            </p:nvSpPr>
            <p:spPr bwMode="auto">
              <a:xfrm>
                <a:off x="1780" y="3471"/>
                <a:ext cx="12" cy="9"/>
              </a:xfrm>
              <a:custGeom>
                <a:avLst/>
                <a:gdLst>
                  <a:gd name="T0" fmla="*/ 35 w 10"/>
                  <a:gd name="T1" fmla="*/ 40 h 7"/>
                  <a:gd name="T2" fmla="*/ 2 w 10"/>
                  <a:gd name="T3" fmla="*/ 1 h 7"/>
                  <a:gd name="T4" fmla="*/ 0 w 10"/>
                  <a:gd name="T5" fmla="*/ 0 h 7"/>
                  <a:gd name="T6" fmla="*/ 0 60000 65536"/>
                  <a:gd name="T7" fmla="*/ 0 60000 65536"/>
                  <a:gd name="T8" fmla="*/ 0 60000 65536"/>
                  <a:gd name="T9" fmla="*/ 0 w 10"/>
                  <a:gd name="T10" fmla="*/ 0 h 7"/>
                  <a:gd name="T11" fmla="*/ 10 w 10"/>
                  <a:gd name="T12" fmla="*/ 7 h 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" h="7">
                    <a:moveTo>
                      <a:pt x="10" y="7"/>
                    </a:moveTo>
                    <a:lnTo>
                      <a:pt x="2" y="1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33" name="Line 305"/>
              <p:cNvSpPr>
                <a:spLocks noChangeShapeType="1"/>
              </p:cNvSpPr>
              <p:nvPr/>
            </p:nvSpPr>
            <p:spPr bwMode="auto">
              <a:xfrm flipH="1" flipV="1">
                <a:off x="1758" y="3451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34" name="Line 306"/>
              <p:cNvSpPr>
                <a:spLocks noChangeShapeType="1"/>
              </p:cNvSpPr>
              <p:nvPr/>
            </p:nvSpPr>
            <p:spPr bwMode="auto">
              <a:xfrm flipH="1" flipV="1">
                <a:off x="1735" y="3433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35" name="Freeform 307"/>
              <p:cNvSpPr/>
              <p:nvPr/>
            </p:nvSpPr>
            <p:spPr bwMode="auto">
              <a:xfrm>
                <a:off x="1713" y="3414"/>
                <a:ext cx="11" cy="10"/>
              </a:xfrm>
              <a:custGeom>
                <a:avLst/>
                <a:gdLst>
                  <a:gd name="T0" fmla="*/ 35 w 9"/>
                  <a:gd name="T1" fmla="*/ 39 h 8"/>
                  <a:gd name="T2" fmla="*/ 2 w 9"/>
                  <a:gd name="T3" fmla="*/ 13 h 8"/>
                  <a:gd name="T4" fmla="*/ 0 w 9"/>
                  <a:gd name="T5" fmla="*/ 0 h 8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8"/>
                  <a:gd name="T11" fmla="*/ 9 w 9"/>
                  <a:gd name="T12" fmla="*/ 8 h 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8">
                    <a:moveTo>
                      <a:pt x="9" y="8"/>
                    </a:moveTo>
                    <a:lnTo>
                      <a:pt x="2" y="2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36" name="Line 308"/>
              <p:cNvSpPr>
                <a:spLocks noChangeShapeType="1"/>
              </p:cNvSpPr>
              <p:nvPr/>
            </p:nvSpPr>
            <p:spPr bwMode="auto">
              <a:xfrm flipH="1" flipV="1">
                <a:off x="1690" y="3394"/>
                <a:ext cx="12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37" name="Line 309"/>
              <p:cNvSpPr>
                <a:spLocks noChangeShapeType="1"/>
              </p:cNvSpPr>
              <p:nvPr/>
            </p:nvSpPr>
            <p:spPr bwMode="auto">
              <a:xfrm flipH="1" flipV="1">
                <a:off x="1668" y="3374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38" name="Freeform 310"/>
              <p:cNvSpPr/>
              <p:nvPr/>
            </p:nvSpPr>
            <p:spPr bwMode="auto">
              <a:xfrm>
                <a:off x="1647" y="3354"/>
                <a:ext cx="10" cy="10"/>
              </a:xfrm>
              <a:custGeom>
                <a:avLst/>
                <a:gdLst>
                  <a:gd name="T0" fmla="*/ 39 w 8"/>
                  <a:gd name="T1" fmla="*/ 39 h 8"/>
                  <a:gd name="T2" fmla="*/ 13 w 8"/>
                  <a:gd name="T3" fmla="*/ 13 h 8"/>
                  <a:gd name="T4" fmla="*/ 0 w 8"/>
                  <a:gd name="T5" fmla="*/ 0 h 8"/>
                  <a:gd name="T6" fmla="*/ 0 60000 65536"/>
                  <a:gd name="T7" fmla="*/ 0 60000 65536"/>
                  <a:gd name="T8" fmla="*/ 0 60000 65536"/>
                  <a:gd name="T9" fmla="*/ 0 w 8"/>
                  <a:gd name="T10" fmla="*/ 0 h 8"/>
                  <a:gd name="T11" fmla="*/ 8 w 8"/>
                  <a:gd name="T12" fmla="*/ 8 h 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" h="8">
                    <a:moveTo>
                      <a:pt x="8" y="8"/>
                    </a:moveTo>
                    <a:lnTo>
                      <a:pt x="2" y="2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39" name="Line 311"/>
              <p:cNvSpPr>
                <a:spLocks noChangeShapeType="1"/>
              </p:cNvSpPr>
              <p:nvPr/>
            </p:nvSpPr>
            <p:spPr bwMode="auto">
              <a:xfrm flipH="1" flipV="1">
                <a:off x="1627" y="333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40" name="Line 312"/>
              <p:cNvSpPr>
                <a:spLocks noChangeShapeType="1"/>
              </p:cNvSpPr>
              <p:nvPr/>
            </p:nvSpPr>
            <p:spPr bwMode="auto">
              <a:xfrm flipH="1" flipV="1">
                <a:off x="1607" y="331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41" name="Freeform 313"/>
              <p:cNvSpPr/>
              <p:nvPr/>
            </p:nvSpPr>
            <p:spPr bwMode="auto">
              <a:xfrm>
                <a:off x="1587" y="3293"/>
                <a:ext cx="10" cy="12"/>
              </a:xfrm>
              <a:custGeom>
                <a:avLst/>
                <a:gdLst>
                  <a:gd name="T0" fmla="*/ 39 w 8"/>
                  <a:gd name="T1" fmla="*/ 65 h 9"/>
                  <a:gd name="T2" fmla="*/ 0 w 8"/>
                  <a:gd name="T3" fmla="*/ 1 h 9"/>
                  <a:gd name="T4" fmla="*/ 0 w 8"/>
                  <a:gd name="T5" fmla="*/ 0 h 9"/>
                  <a:gd name="T6" fmla="*/ 0 60000 65536"/>
                  <a:gd name="T7" fmla="*/ 0 60000 65536"/>
                  <a:gd name="T8" fmla="*/ 0 60000 65536"/>
                  <a:gd name="T9" fmla="*/ 0 w 8"/>
                  <a:gd name="T10" fmla="*/ 0 h 9"/>
                  <a:gd name="T11" fmla="*/ 8 w 8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" h="9">
                    <a:moveTo>
                      <a:pt x="8" y="9"/>
                    </a:moveTo>
                    <a:lnTo>
                      <a:pt x="0" y="1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42" name="Line 314"/>
              <p:cNvSpPr>
                <a:spLocks noChangeShapeType="1"/>
              </p:cNvSpPr>
              <p:nvPr/>
            </p:nvSpPr>
            <p:spPr bwMode="auto">
              <a:xfrm flipH="1" flipV="1">
                <a:off x="1567" y="3271"/>
                <a:ext cx="10" cy="1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43" name="Line 315"/>
              <p:cNvSpPr>
                <a:spLocks noChangeShapeType="1"/>
              </p:cNvSpPr>
              <p:nvPr/>
            </p:nvSpPr>
            <p:spPr bwMode="auto">
              <a:xfrm flipH="1" flipV="1">
                <a:off x="1547" y="3249"/>
                <a:ext cx="10" cy="1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44" name="Freeform 316"/>
              <p:cNvSpPr/>
              <p:nvPr/>
            </p:nvSpPr>
            <p:spPr bwMode="auto">
              <a:xfrm>
                <a:off x="1527" y="3226"/>
                <a:ext cx="10" cy="11"/>
              </a:xfrm>
              <a:custGeom>
                <a:avLst/>
                <a:gdLst>
                  <a:gd name="T0" fmla="*/ 39 w 8"/>
                  <a:gd name="T1" fmla="*/ 35 h 9"/>
                  <a:gd name="T2" fmla="*/ 1 w 8"/>
                  <a:gd name="T3" fmla="*/ 1 h 9"/>
                  <a:gd name="T4" fmla="*/ 0 w 8"/>
                  <a:gd name="T5" fmla="*/ 0 h 9"/>
                  <a:gd name="T6" fmla="*/ 0 60000 65536"/>
                  <a:gd name="T7" fmla="*/ 0 60000 65536"/>
                  <a:gd name="T8" fmla="*/ 0 60000 65536"/>
                  <a:gd name="T9" fmla="*/ 0 w 8"/>
                  <a:gd name="T10" fmla="*/ 0 h 9"/>
                  <a:gd name="T11" fmla="*/ 8 w 8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" h="9">
                    <a:moveTo>
                      <a:pt x="8" y="9"/>
                    </a:moveTo>
                    <a:lnTo>
                      <a:pt x="1" y="1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45" name="Line 317"/>
              <p:cNvSpPr>
                <a:spLocks noChangeShapeType="1"/>
              </p:cNvSpPr>
              <p:nvPr/>
            </p:nvSpPr>
            <p:spPr bwMode="auto">
              <a:xfrm flipH="1" flipV="1">
                <a:off x="1510" y="3204"/>
                <a:ext cx="9" cy="11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46" name="Line 318"/>
              <p:cNvSpPr>
                <a:spLocks noChangeShapeType="1"/>
              </p:cNvSpPr>
              <p:nvPr/>
            </p:nvSpPr>
            <p:spPr bwMode="auto">
              <a:xfrm flipH="1" flipV="1">
                <a:off x="1491" y="3180"/>
                <a:ext cx="9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47" name="Freeform 319"/>
              <p:cNvSpPr/>
              <p:nvPr/>
            </p:nvSpPr>
            <p:spPr bwMode="auto">
              <a:xfrm>
                <a:off x="1473" y="3157"/>
                <a:ext cx="8" cy="12"/>
              </a:xfrm>
              <a:custGeom>
                <a:avLst/>
                <a:gdLst>
                  <a:gd name="T0" fmla="*/ 17 w 7"/>
                  <a:gd name="T1" fmla="*/ 35 h 10"/>
                  <a:gd name="T2" fmla="*/ 1 w 7"/>
                  <a:gd name="T3" fmla="*/ 2 h 10"/>
                  <a:gd name="T4" fmla="*/ 0 w 7"/>
                  <a:gd name="T5" fmla="*/ 0 h 10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10"/>
                  <a:gd name="T11" fmla="*/ 7 w 7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10">
                    <a:moveTo>
                      <a:pt x="7" y="10"/>
                    </a:moveTo>
                    <a:lnTo>
                      <a:pt x="1" y="2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48" name="Line 320"/>
              <p:cNvSpPr>
                <a:spLocks noChangeShapeType="1"/>
              </p:cNvSpPr>
              <p:nvPr/>
            </p:nvSpPr>
            <p:spPr bwMode="auto">
              <a:xfrm flipH="1" flipV="1">
                <a:off x="1455" y="3132"/>
                <a:ext cx="9" cy="1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49" name="Line 321"/>
              <p:cNvSpPr>
                <a:spLocks noChangeShapeType="1"/>
              </p:cNvSpPr>
              <p:nvPr/>
            </p:nvSpPr>
            <p:spPr bwMode="auto">
              <a:xfrm flipH="1" flipV="1">
                <a:off x="1438" y="3107"/>
                <a:ext cx="8" cy="1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50" name="Freeform 322"/>
              <p:cNvSpPr/>
              <p:nvPr/>
            </p:nvSpPr>
            <p:spPr bwMode="auto">
              <a:xfrm>
                <a:off x="1420" y="3082"/>
                <a:ext cx="9" cy="12"/>
              </a:xfrm>
              <a:custGeom>
                <a:avLst/>
                <a:gdLst>
                  <a:gd name="T0" fmla="*/ 40 w 7"/>
                  <a:gd name="T1" fmla="*/ 35 h 10"/>
                  <a:gd name="T2" fmla="*/ 13 w 7"/>
                  <a:gd name="T3" fmla="*/ 12 h 10"/>
                  <a:gd name="T4" fmla="*/ 0 w 7"/>
                  <a:gd name="T5" fmla="*/ 0 h 10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10"/>
                  <a:gd name="T11" fmla="*/ 7 w 7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10">
                    <a:moveTo>
                      <a:pt x="7" y="10"/>
                    </a:moveTo>
                    <a:lnTo>
                      <a:pt x="2" y="3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51" name="Line 323"/>
              <p:cNvSpPr>
                <a:spLocks noChangeShapeType="1"/>
              </p:cNvSpPr>
              <p:nvPr/>
            </p:nvSpPr>
            <p:spPr bwMode="auto">
              <a:xfrm flipH="1" flipV="1">
                <a:off x="1404" y="3057"/>
                <a:ext cx="9" cy="12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52" name="Line 324"/>
              <p:cNvSpPr>
                <a:spLocks noChangeShapeType="1"/>
              </p:cNvSpPr>
              <p:nvPr/>
            </p:nvSpPr>
            <p:spPr bwMode="auto">
              <a:xfrm flipH="1" flipV="1">
                <a:off x="1389" y="3032"/>
                <a:ext cx="8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53" name="Freeform 325"/>
              <p:cNvSpPr/>
              <p:nvPr/>
            </p:nvSpPr>
            <p:spPr bwMode="auto">
              <a:xfrm>
                <a:off x="1373" y="3007"/>
                <a:ext cx="7" cy="13"/>
              </a:xfrm>
              <a:custGeom>
                <a:avLst/>
                <a:gdLst>
                  <a:gd name="T0" fmla="*/ 18 w 6"/>
                  <a:gd name="T1" fmla="*/ 64 h 10"/>
                  <a:gd name="T2" fmla="*/ 2 w 6"/>
                  <a:gd name="T3" fmla="*/ 21 h 10"/>
                  <a:gd name="T4" fmla="*/ 0 w 6"/>
                  <a:gd name="T5" fmla="*/ 0 h 10"/>
                  <a:gd name="T6" fmla="*/ 0 60000 65536"/>
                  <a:gd name="T7" fmla="*/ 0 60000 65536"/>
                  <a:gd name="T8" fmla="*/ 0 60000 65536"/>
                  <a:gd name="T9" fmla="*/ 0 w 6"/>
                  <a:gd name="T10" fmla="*/ 0 h 10"/>
                  <a:gd name="T11" fmla="*/ 6 w 6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" h="10">
                    <a:moveTo>
                      <a:pt x="6" y="10"/>
                    </a:moveTo>
                    <a:lnTo>
                      <a:pt x="2" y="3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54" name="Line 326"/>
              <p:cNvSpPr>
                <a:spLocks noChangeShapeType="1"/>
              </p:cNvSpPr>
              <p:nvPr/>
            </p:nvSpPr>
            <p:spPr bwMode="auto">
              <a:xfrm flipH="1" flipV="1">
                <a:off x="1359" y="2981"/>
                <a:ext cx="8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55" name="Line 327"/>
              <p:cNvSpPr>
                <a:spLocks noChangeShapeType="1"/>
              </p:cNvSpPr>
              <p:nvPr/>
            </p:nvSpPr>
            <p:spPr bwMode="auto">
              <a:xfrm flipH="1" flipV="1">
                <a:off x="1346" y="2955"/>
                <a:ext cx="6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56" name="Freeform 328"/>
              <p:cNvSpPr/>
              <p:nvPr/>
            </p:nvSpPr>
            <p:spPr bwMode="auto">
              <a:xfrm>
                <a:off x="1331" y="2929"/>
                <a:ext cx="7" cy="14"/>
              </a:xfrm>
              <a:custGeom>
                <a:avLst/>
                <a:gdLst>
                  <a:gd name="T0" fmla="*/ 18 w 6"/>
                  <a:gd name="T1" fmla="*/ 60 h 11"/>
                  <a:gd name="T2" fmla="*/ 2 w 6"/>
                  <a:gd name="T3" fmla="*/ 22 h 11"/>
                  <a:gd name="T4" fmla="*/ 0 w 6"/>
                  <a:gd name="T5" fmla="*/ 0 h 11"/>
                  <a:gd name="T6" fmla="*/ 0 60000 65536"/>
                  <a:gd name="T7" fmla="*/ 0 60000 65536"/>
                  <a:gd name="T8" fmla="*/ 0 60000 65536"/>
                  <a:gd name="T9" fmla="*/ 0 w 6"/>
                  <a:gd name="T10" fmla="*/ 0 h 11"/>
                  <a:gd name="T11" fmla="*/ 6 w 6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" h="11">
                    <a:moveTo>
                      <a:pt x="6" y="11"/>
                    </a:moveTo>
                    <a:lnTo>
                      <a:pt x="2" y="4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57" name="Line 329"/>
              <p:cNvSpPr>
                <a:spLocks noChangeShapeType="1"/>
              </p:cNvSpPr>
              <p:nvPr/>
            </p:nvSpPr>
            <p:spPr bwMode="auto">
              <a:xfrm flipH="1" flipV="1">
                <a:off x="1317" y="2902"/>
                <a:ext cx="7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58" name="Line 330"/>
              <p:cNvSpPr>
                <a:spLocks noChangeShapeType="1"/>
              </p:cNvSpPr>
              <p:nvPr/>
            </p:nvSpPr>
            <p:spPr bwMode="auto">
              <a:xfrm flipH="1" flipV="1">
                <a:off x="1305" y="2874"/>
                <a:ext cx="6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59" name="Freeform 331"/>
              <p:cNvSpPr/>
              <p:nvPr/>
            </p:nvSpPr>
            <p:spPr bwMode="auto">
              <a:xfrm>
                <a:off x="1291" y="2847"/>
                <a:ext cx="6" cy="14"/>
              </a:xfrm>
              <a:custGeom>
                <a:avLst/>
                <a:gdLst>
                  <a:gd name="T0" fmla="*/ 17 w 5"/>
                  <a:gd name="T1" fmla="*/ 60 h 11"/>
                  <a:gd name="T2" fmla="*/ 2 w 5"/>
                  <a:gd name="T3" fmla="*/ 28 h 11"/>
                  <a:gd name="T4" fmla="*/ 0 w 5"/>
                  <a:gd name="T5" fmla="*/ 0 h 11"/>
                  <a:gd name="T6" fmla="*/ 0 60000 65536"/>
                  <a:gd name="T7" fmla="*/ 0 60000 65536"/>
                  <a:gd name="T8" fmla="*/ 0 60000 65536"/>
                  <a:gd name="T9" fmla="*/ 0 w 5"/>
                  <a:gd name="T10" fmla="*/ 0 h 11"/>
                  <a:gd name="T11" fmla="*/ 5 w 5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" h="11">
                    <a:moveTo>
                      <a:pt x="5" y="11"/>
                    </a:moveTo>
                    <a:lnTo>
                      <a:pt x="2" y="5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60" name="Line 332"/>
              <p:cNvSpPr>
                <a:spLocks noChangeShapeType="1"/>
              </p:cNvSpPr>
              <p:nvPr/>
            </p:nvSpPr>
            <p:spPr bwMode="auto">
              <a:xfrm flipH="1" flipV="1">
                <a:off x="1280" y="2820"/>
                <a:ext cx="5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61" name="Line 333"/>
              <p:cNvSpPr>
                <a:spLocks noChangeShapeType="1"/>
              </p:cNvSpPr>
              <p:nvPr/>
            </p:nvSpPr>
            <p:spPr bwMode="auto">
              <a:xfrm flipH="1" flipV="1">
                <a:off x="1268" y="2792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62" name="Freeform 334"/>
              <p:cNvSpPr/>
              <p:nvPr/>
            </p:nvSpPr>
            <p:spPr bwMode="auto">
              <a:xfrm>
                <a:off x="1257" y="2765"/>
                <a:ext cx="5" cy="13"/>
              </a:xfrm>
              <a:custGeom>
                <a:avLst/>
                <a:gdLst>
                  <a:gd name="T0" fmla="*/ 20 w 4"/>
                  <a:gd name="T1" fmla="*/ 35 h 11"/>
                  <a:gd name="T2" fmla="*/ 13 w 4"/>
                  <a:gd name="T3" fmla="*/ 18 h 11"/>
                  <a:gd name="T4" fmla="*/ 0 w 4"/>
                  <a:gd name="T5" fmla="*/ 0 h 11"/>
                  <a:gd name="T6" fmla="*/ 0 60000 65536"/>
                  <a:gd name="T7" fmla="*/ 0 60000 65536"/>
                  <a:gd name="T8" fmla="*/ 0 60000 65536"/>
                  <a:gd name="T9" fmla="*/ 0 w 4"/>
                  <a:gd name="T10" fmla="*/ 0 h 11"/>
                  <a:gd name="T11" fmla="*/ 4 w 4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" h="11">
                    <a:moveTo>
                      <a:pt x="4" y="11"/>
                    </a:moveTo>
                    <a:lnTo>
                      <a:pt x="2" y="6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63" name="Line 335"/>
              <p:cNvSpPr>
                <a:spLocks noChangeShapeType="1"/>
              </p:cNvSpPr>
              <p:nvPr/>
            </p:nvSpPr>
            <p:spPr bwMode="auto">
              <a:xfrm flipH="1" flipV="1">
                <a:off x="1247" y="2737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64" name="Line 336"/>
              <p:cNvSpPr>
                <a:spLocks noChangeShapeType="1"/>
              </p:cNvSpPr>
              <p:nvPr/>
            </p:nvSpPr>
            <p:spPr bwMode="auto">
              <a:xfrm flipH="1" flipV="1">
                <a:off x="1237" y="2710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65" name="Freeform 337"/>
              <p:cNvSpPr/>
              <p:nvPr/>
            </p:nvSpPr>
            <p:spPr bwMode="auto">
              <a:xfrm>
                <a:off x="1227" y="2683"/>
                <a:ext cx="5" cy="13"/>
              </a:xfrm>
              <a:custGeom>
                <a:avLst/>
                <a:gdLst>
                  <a:gd name="T0" fmla="*/ 20 w 4"/>
                  <a:gd name="T1" fmla="*/ 35 h 11"/>
                  <a:gd name="T2" fmla="*/ 1 w 4"/>
                  <a:gd name="T3" fmla="*/ 13 h 11"/>
                  <a:gd name="T4" fmla="*/ 0 w 4"/>
                  <a:gd name="T5" fmla="*/ 0 h 11"/>
                  <a:gd name="T6" fmla="*/ 0 60000 65536"/>
                  <a:gd name="T7" fmla="*/ 0 60000 65536"/>
                  <a:gd name="T8" fmla="*/ 0 60000 65536"/>
                  <a:gd name="T9" fmla="*/ 0 w 4"/>
                  <a:gd name="T10" fmla="*/ 0 h 11"/>
                  <a:gd name="T11" fmla="*/ 4 w 4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" h="11">
                    <a:moveTo>
                      <a:pt x="4" y="11"/>
                    </a:moveTo>
                    <a:lnTo>
                      <a:pt x="1" y="4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66" name="Line 338"/>
              <p:cNvSpPr>
                <a:spLocks noChangeShapeType="1"/>
              </p:cNvSpPr>
              <p:nvPr/>
            </p:nvSpPr>
            <p:spPr bwMode="auto">
              <a:xfrm flipH="1" flipV="1">
                <a:off x="1219" y="2654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67" name="Line 339"/>
              <p:cNvSpPr>
                <a:spLocks noChangeShapeType="1"/>
              </p:cNvSpPr>
              <p:nvPr/>
            </p:nvSpPr>
            <p:spPr bwMode="auto">
              <a:xfrm flipH="1" flipV="1">
                <a:off x="1210" y="2626"/>
                <a:ext cx="5" cy="13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68" name="Freeform 340"/>
              <p:cNvSpPr/>
              <p:nvPr/>
            </p:nvSpPr>
            <p:spPr bwMode="auto">
              <a:xfrm>
                <a:off x="1202" y="2596"/>
                <a:ext cx="4" cy="15"/>
              </a:xfrm>
              <a:custGeom>
                <a:avLst/>
                <a:gdLst>
                  <a:gd name="T0" fmla="*/ 21 w 3"/>
                  <a:gd name="T1" fmla="*/ 60 h 12"/>
                  <a:gd name="T2" fmla="*/ 1 w 3"/>
                  <a:gd name="T3" fmla="*/ 31 h 12"/>
                  <a:gd name="T4" fmla="*/ 0 w 3"/>
                  <a:gd name="T5" fmla="*/ 0 h 12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12"/>
                  <a:gd name="T11" fmla="*/ 3 w 3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12">
                    <a:moveTo>
                      <a:pt x="3" y="12"/>
                    </a:moveTo>
                    <a:lnTo>
                      <a:pt x="1" y="6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69" name="Line 341"/>
              <p:cNvSpPr>
                <a:spLocks noChangeShapeType="1"/>
              </p:cNvSpPr>
              <p:nvPr/>
            </p:nvSpPr>
            <p:spPr bwMode="auto">
              <a:xfrm flipH="1" flipV="1">
                <a:off x="1195" y="2566"/>
                <a:ext cx="4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70" name="Line 342"/>
              <p:cNvSpPr>
                <a:spLocks noChangeShapeType="1"/>
              </p:cNvSpPr>
              <p:nvPr/>
            </p:nvSpPr>
            <p:spPr bwMode="auto">
              <a:xfrm flipH="1" flipV="1">
                <a:off x="1188" y="2536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71" name="Freeform 343"/>
              <p:cNvSpPr/>
              <p:nvPr/>
            </p:nvSpPr>
            <p:spPr bwMode="auto">
              <a:xfrm>
                <a:off x="1181" y="2506"/>
                <a:ext cx="3" cy="15"/>
              </a:xfrm>
              <a:custGeom>
                <a:avLst/>
                <a:gdLst>
                  <a:gd name="T0" fmla="*/ 41 w 2"/>
                  <a:gd name="T1" fmla="*/ 60 h 12"/>
                  <a:gd name="T2" fmla="*/ 27 w 2"/>
                  <a:gd name="T3" fmla="*/ 39 h 12"/>
                  <a:gd name="T4" fmla="*/ 0 w 2"/>
                  <a:gd name="T5" fmla="*/ 0 h 1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2"/>
                  <a:gd name="T11" fmla="*/ 2 w 2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2">
                    <a:moveTo>
                      <a:pt x="2" y="12"/>
                    </a:moveTo>
                    <a:lnTo>
                      <a:pt x="1" y="8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72" name="Line 344"/>
              <p:cNvSpPr>
                <a:spLocks noChangeShapeType="1"/>
              </p:cNvSpPr>
              <p:nvPr/>
            </p:nvSpPr>
            <p:spPr bwMode="auto">
              <a:xfrm flipH="1" flipV="1">
                <a:off x="1175" y="2476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73" name="Line 345"/>
              <p:cNvSpPr>
                <a:spLocks noChangeShapeType="1"/>
              </p:cNvSpPr>
              <p:nvPr/>
            </p:nvSpPr>
            <p:spPr bwMode="auto">
              <a:xfrm flipH="1" flipV="1">
                <a:off x="1170" y="2446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74" name="Freeform 346"/>
              <p:cNvSpPr/>
              <p:nvPr/>
            </p:nvSpPr>
            <p:spPr bwMode="auto">
              <a:xfrm>
                <a:off x="1165" y="2417"/>
                <a:ext cx="1" cy="15"/>
              </a:xfrm>
              <a:custGeom>
                <a:avLst/>
                <a:gdLst>
                  <a:gd name="T0" fmla="*/ 1 w 1"/>
                  <a:gd name="T1" fmla="*/ 60 h 12"/>
                  <a:gd name="T2" fmla="*/ 1 w 1"/>
                  <a:gd name="T3" fmla="*/ 49 h 12"/>
                  <a:gd name="T4" fmla="*/ 0 w 1"/>
                  <a:gd name="T5" fmla="*/ 0 h 1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2"/>
                  <a:gd name="T11" fmla="*/ 1 w 1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2">
                    <a:moveTo>
                      <a:pt x="1" y="12"/>
                    </a:moveTo>
                    <a:lnTo>
                      <a:pt x="1" y="10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75" name="Line 347"/>
              <p:cNvSpPr>
                <a:spLocks noChangeShapeType="1"/>
              </p:cNvSpPr>
              <p:nvPr/>
            </p:nvSpPr>
            <p:spPr bwMode="auto">
              <a:xfrm flipH="1" flipV="1">
                <a:off x="1160" y="2387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76" name="Line 348"/>
              <p:cNvSpPr>
                <a:spLocks noChangeShapeType="1"/>
              </p:cNvSpPr>
              <p:nvPr/>
            </p:nvSpPr>
            <p:spPr bwMode="auto">
              <a:xfrm flipH="1" flipV="1">
                <a:off x="1156" y="2357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77" name="Freeform 349"/>
              <p:cNvSpPr/>
              <p:nvPr/>
            </p:nvSpPr>
            <p:spPr bwMode="auto">
              <a:xfrm>
                <a:off x="1153" y="2327"/>
                <a:ext cx="1" cy="15"/>
              </a:xfrm>
              <a:custGeom>
                <a:avLst/>
                <a:gdLst>
                  <a:gd name="T0" fmla="*/ 1 w 1"/>
                  <a:gd name="T1" fmla="*/ 60 h 12"/>
                  <a:gd name="T2" fmla="*/ 1 w 1"/>
                  <a:gd name="T3" fmla="*/ 56 h 12"/>
                  <a:gd name="T4" fmla="*/ 0 w 1"/>
                  <a:gd name="T5" fmla="*/ 0 h 1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2"/>
                  <a:gd name="T11" fmla="*/ 1 w 1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2">
                    <a:moveTo>
                      <a:pt x="1" y="12"/>
                    </a:moveTo>
                    <a:lnTo>
                      <a:pt x="1" y="11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78" name="Line 350"/>
              <p:cNvSpPr>
                <a:spLocks noChangeShapeType="1"/>
              </p:cNvSpPr>
              <p:nvPr/>
            </p:nvSpPr>
            <p:spPr bwMode="auto">
              <a:xfrm flipH="1" flipV="1">
                <a:off x="1150" y="2297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79" name="Line 351"/>
              <p:cNvSpPr>
                <a:spLocks noChangeShapeType="1"/>
              </p:cNvSpPr>
              <p:nvPr/>
            </p:nvSpPr>
            <p:spPr bwMode="auto">
              <a:xfrm flipH="1" flipV="1">
                <a:off x="1148" y="2267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80" name="Line 352"/>
              <p:cNvSpPr>
                <a:spLocks noChangeShapeType="1"/>
              </p:cNvSpPr>
              <p:nvPr/>
            </p:nvSpPr>
            <p:spPr bwMode="auto">
              <a:xfrm flipV="1">
                <a:off x="1146" y="2238"/>
                <a:ext cx="1" cy="14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81" name="Line 353"/>
              <p:cNvSpPr>
                <a:spLocks noChangeShapeType="1"/>
              </p:cNvSpPr>
              <p:nvPr/>
            </p:nvSpPr>
            <p:spPr bwMode="auto">
              <a:xfrm flipV="1">
                <a:off x="1145" y="2208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82" name="Line 354"/>
              <p:cNvSpPr>
                <a:spLocks noChangeShapeType="1"/>
              </p:cNvSpPr>
              <p:nvPr/>
            </p:nvSpPr>
            <p:spPr bwMode="auto">
              <a:xfrm flipH="1" flipV="1">
                <a:off x="1144" y="2178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84" name="Line 356"/>
              <p:cNvSpPr>
                <a:spLocks noChangeShapeType="1"/>
              </p:cNvSpPr>
              <p:nvPr/>
            </p:nvSpPr>
            <p:spPr bwMode="auto">
              <a:xfrm flipV="1">
                <a:off x="1733" y="2178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85" name="Line 357"/>
              <p:cNvSpPr>
                <a:spLocks noChangeShapeType="1"/>
              </p:cNvSpPr>
              <p:nvPr/>
            </p:nvSpPr>
            <p:spPr bwMode="auto">
              <a:xfrm flipV="1">
                <a:off x="1734" y="2148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86" name="Freeform 358"/>
              <p:cNvSpPr/>
              <p:nvPr/>
            </p:nvSpPr>
            <p:spPr bwMode="auto">
              <a:xfrm>
                <a:off x="1735" y="2118"/>
                <a:ext cx="1" cy="15"/>
              </a:xfrm>
              <a:custGeom>
                <a:avLst/>
                <a:gdLst>
                  <a:gd name="T0" fmla="*/ 0 w 1"/>
                  <a:gd name="T1" fmla="*/ 60 h 12"/>
                  <a:gd name="T2" fmla="*/ 0 w 1"/>
                  <a:gd name="T3" fmla="*/ 16 h 12"/>
                  <a:gd name="T4" fmla="*/ 0 w 1"/>
                  <a:gd name="T5" fmla="*/ 0 h 1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2"/>
                  <a:gd name="T11" fmla="*/ 1 w 1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2">
                    <a:moveTo>
                      <a:pt x="0" y="12"/>
                    </a:move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87" name="Line 359"/>
              <p:cNvSpPr>
                <a:spLocks noChangeShapeType="1"/>
              </p:cNvSpPr>
              <p:nvPr/>
            </p:nvSpPr>
            <p:spPr bwMode="auto">
              <a:xfrm flipV="1">
                <a:off x="1738" y="2088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88" name="Line 360"/>
              <p:cNvSpPr>
                <a:spLocks noChangeShapeType="1"/>
              </p:cNvSpPr>
              <p:nvPr/>
            </p:nvSpPr>
            <p:spPr bwMode="auto">
              <a:xfrm flipV="1">
                <a:off x="1740" y="2058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89" name="Line 361"/>
              <p:cNvSpPr>
                <a:spLocks noChangeShapeType="1"/>
              </p:cNvSpPr>
              <p:nvPr/>
            </p:nvSpPr>
            <p:spPr bwMode="auto">
              <a:xfrm flipV="1">
                <a:off x="1744" y="2029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90" name="Line 362"/>
              <p:cNvSpPr>
                <a:spLocks noChangeShapeType="1"/>
              </p:cNvSpPr>
              <p:nvPr/>
            </p:nvSpPr>
            <p:spPr bwMode="auto">
              <a:xfrm flipV="1">
                <a:off x="1749" y="1999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91" name="Freeform 363"/>
              <p:cNvSpPr/>
              <p:nvPr/>
            </p:nvSpPr>
            <p:spPr bwMode="auto">
              <a:xfrm>
                <a:off x="1754" y="1969"/>
                <a:ext cx="4" cy="15"/>
              </a:xfrm>
              <a:custGeom>
                <a:avLst/>
                <a:gdLst>
                  <a:gd name="T0" fmla="*/ 0 w 3"/>
                  <a:gd name="T1" fmla="*/ 60 h 12"/>
                  <a:gd name="T2" fmla="*/ 0 w 3"/>
                  <a:gd name="T3" fmla="*/ 56 h 12"/>
                  <a:gd name="T4" fmla="*/ 21 w 3"/>
                  <a:gd name="T5" fmla="*/ 0 h 12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12"/>
                  <a:gd name="T11" fmla="*/ 3 w 3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12">
                    <a:moveTo>
                      <a:pt x="0" y="12"/>
                    </a:moveTo>
                    <a:lnTo>
                      <a:pt x="0" y="11"/>
                    </a:lnTo>
                    <a:lnTo>
                      <a:pt x="3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92" name="Line 364"/>
              <p:cNvSpPr>
                <a:spLocks noChangeShapeType="1"/>
              </p:cNvSpPr>
              <p:nvPr/>
            </p:nvSpPr>
            <p:spPr bwMode="auto">
              <a:xfrm flipV="1">
                <a:off x="1760" y="1939"/>
                <a:ext cx="4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93" name="Freeform 365"/>
              <p:cNvSpPr/>
              <p:nvPr/>
            </p:nvSpPr>
            <p:spPr bwMode="auto">
              <a:xfrm>
                <a:off x="1767" y="1911"/>
                <a:ext cx="4" cy="13"/>
              </a:xfrm>
              <a:custGeom>
                <a:avLst/>
                <a:gdLst>
                  <a:gd name="T0" fmla="*/ 0 w 3"/>
                  <a:gd name="T1" fmla="*/ 35 h 11"/>
                  <a:gd name="T2" fmla="*/ 16 w 3"/>
                  <a:gd name="T3" fmla="*/ 13 h 11"/>
                  <a:gd name="T4" fmla="*/ 21 w 3"/>
                  <a:gd name="T5" fmla="*/ 0 h 11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11"/>
                  <a:gd name="T11" fmla="*/ 3 w 3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11">
                    <a:moveTo>
                      <a:pt x="0" y="11"/>
                    </a:moveTo>
                    <a:lnTo>
                      <a:pt x="2" y="4"/>
                    </a:lnTo>
                    <a:lnTo>
                      <a:pt x="3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94" name="Line 366"/>
              <p:cNvSpPr>
                <a:spLocks noChangeShapeType="1"/>
              </p:cNvSpPr>
              <p:nvPr/>
            </p:nvSpPr>
            <p:spPr bwMode="auto">
              <a:xfrm flipV="1">
                <a:off x="1776" y="1883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95" name="Line 367"/>
              <p:cNvSpPr>
                <a:spLocks noChangeShapeType="1"/>
              </p:cNvSpPr>
              <p:nvPr/>
            </p:nvSpPr>
            <p:spPr bwMode="auto">
              <a:xfrm flipV="1">
                <a:off x="1785" y="1856"/>
                <a:ext cx="5" cy="1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96" name="Line 368"/>
              <p:cNvSpPr>
                <a:spLocks noChangeShapeType="1"/>
              </p:cNvSpPr>
              <p:nvPr/>
            </p:nvSpPr>
            <p:spPr bwMode="auto">
              <a:xfrm flipV="1">
                <a:off x="1795" y="1828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97" name="Line 369"/>
              <p:cNvSpPr>
                <a:spLocks noChangeShapeType="1"/>
              </p:cNvSpPr>
              <p:nvPr/>
            </p:nvSpPr>
            <p:spPr bwMode="auto">
              <a:xfrm flipV="1">
                <a:off x="1805" y="1801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98" name="Freeform 370"/>
              <p:cNvSpPr/>
              <p:nvPr/>
            </p:nvSpPr>
            <p:spPr bwMode="auto">
              <a:xfrm>
                <a:off x="1816" y="1774"/>
                <a:ext cx="5" cy="13"/>
              </a:xfrm>
              <a:custGeom>
                <a:avLst/>
                <a:gdLst>
                  <a:gd name="T0" fmla="*/ 0 w 4"/>
                  <a:gd name="T1" fmla="*/ 35 h 11"/>
                  <a:gd name="T2" fmla="*/ 1 w 4"/>
                  <a:gd name="T3" fmla="*/ 21 h 11"/>
                  <a:gd name="T4" fmla="*/ 20 w 4"/>
                  <a:gd name="T5" fmla="*/ 0 h 11"/>
                  <a:gd name="T6" fmla="*/ 0 60000 65536"/>
                  <a:gd name="T7" fmla="*/ 0 60000 65536"/>
                  <a:gd name="T8" fmla="*/ 0 60000 65536"/>
                  <a:gd name="T9" fmla="*/ 0 w 4"/>
                  <a:gd name="T10" fmla="*/ 0 h 11"/>
                  <a:gd name="T11" fmla="*/ 4 w 4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" h="11">
                    <a:moveTo>
                      <a:pt x="0" y="11"/>
                    </a:moveTo>
                    <a:lnTo>
                      <a:pt x="1" y="7"/>
                    </a:lnTo>
                    <a:lnTo>
                      <a:pt x="4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99" name="Line 371"/>
              <p:cNvSpPr>
                <a:spLocks noChangeShapeType="1"/>
              </p:cNvSpPr>
              <p:nvPr/>
            </p:nvSpPr>
            <p:spPr bwMode="auto">
              <a:xfrm flipV="1">
                <a:off x="1828" y="1746"/>
                <a:ext cx="7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00" name="Line 372"/>
              <p:cNvSpPr>
                <a:spLocks noChangeShapeType="1"/>
              </p:cNvSpPr>
              <p:nvPr/>
            </p:nvSpPr>
            <p:spPr bwMode="auto">
              <a:xfrm flipV="1">
                <a:off x="1841" y="1719"/>
                <a:ext cx="7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01" name="Line 373"/>
              <p:cNvSpPr>
                <a:spLocks noChangeShapeType="1"/>
              </p:cNvSpPr>
              <p:nvPr/>
            </p:nvSpPr>
            <p:spPr bwMode="auto">
              <a:xfrm flipV="1">
                <a:off x="1841" y="1719"/>
                <a:ext cx="7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02" name="Line 374"/>
              <p:cNvSpPr>
                <a:spLocks noChangeShapeType="1"/>
              </p:cNvSpPr>
              <p:nvPr/>
            </p:nvSpPr>
            <p:spPr bwMode="auto">
              <a:xfrm flipV="1">
                <a:off x="1856" y="1693"/>
                <a:ext cx="7" cy="1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03" name="Line 375"/>
              <p:cNvSpPr>
                <a:spLocks noChangeShapeType="1"/>
              </p:cNvSpPr>
              <p:nvPr/>
            </p:nvSpPr>
            <p:spPr bwMode="auto">
              <a:xfrm flipV="1">
                <a:off x="1870" y="1667"/>
                <a:ext cx="7" cy="1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04" name="Line 376"/>
              <p:cNvSpPr>
                <a:spLocks noChangeShapeType="1"/>
              </p:cNvSpPr>
              <p:nvPr/>
            </p:nvSpPr>
            <p:spPr bwMode="auto">
              <a:xfrm flipV="1">
                <a:off x="1884" y="1642"/>
                <a:ext cx="9" cy="1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05" name="Line 377"/>
              <p:cNvSpPr>
                <a:spLocks noChangeShapeType="1"/>
              </p:cNvSpPr>
              <p:nvPr/>
            </p:nvSpPr>
            <p:spPr bwMode="auto">
              <a:xfrm flipV="1">
                <a:off x="1901" y="1617"/>
                <a:ext cx="8" cy="1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06" name="Freeform 378"/>
              <p:cNvSpPr/>
              <p:nvPr/>
            </p:nvSpPr>
            <p:spPr bwMode="auto">
              <a:xfrm>
                <a:off x="1917" y="1592"/>
                <a:ext cx="9" cy="13"/>
              </a:xfrm>
              <a:custGeom>
                <a:avLst/>
                <a:gdLst>
                  <a:gd name="T0" fmla="*/ 0 w 7"/>
                  <a:gd name="T1" fmla="*/ 64 h 10"/>
                  <a:gd name="T2" fmla="*/ 17 w 7"/>
                  <a:gd name="T3" fmla="*/ 38 h 10"/>
                  <a:gd name="T4" fmla="*/ 40 w 7"/>
                  <a:gd name="T5" fmla="*/ 0 h 10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10"/>
                  <a:gd name="T11" fmla="*/ 7 w 7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10">
                    <a:moveTo>
                      <a:pt x="0" y="10"/>
                    </a:moveTo>
                    <a:lnTo>
                      <a:pt x="3" y="6"/>
                    </a:lnTo>
                    <a:lnTo>
                      <a:pt x="7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07" name="Line 379"/>
              <p:cNvSpPr>
                <a:spLocks noChangeShapeType="1"/>
              </p:cNvSpPr>
              <p:nvPr/>
            </p:nvSpPr>
            <p:spPr bwMode="auto">
              <a:xfrm flipV="1">
                <a:off x="1936" y="1569"/>
                <a:ext cx="8" cy="1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08" name="Line 380"/>
              <p:cNvSpPr>
                <a:spLocks noChangeShapeType="1"/>
              </p:cNvSpPr>
              <p:nvPr/>
            </p:nvSpPr>
            <p:spPr bwMode="auto">
              <a:xfrm flipV="1">
                <a:off x="1953" y="1545"/>
                <a:ext cx="10" cy="1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09" name="Line 381"/>
              <p:cNvSpPr>
                <a:spLocks noChangeShapeType="1"/>
              </p:cNvSpPr>
              <p:nvPr/>
            </p:nvSpPr>
            <p:spPr bwMode="auto">
              <a:xfrm flipV="1">
                <a:off x="1972" y="1523"/>
                <a:ext cx="10" cy="1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10" name="Line 382"/>
              <p:cNvSpPr>
                <a:spLocks noChangeShapeType="1"/>
              </p:cNvSpPr>
              <p:nvPr/>
            </p:nvSpPr>
            <p:spPr bwMode="auto">
              <a:xfrm flipV="1">
                <a:off x="1992" y="1500"/>
                <a:ext cx="8" cy="1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11" name="Line 383"/>
              <p:cNvSpPr>
                <a:spLocks noChangeShapeType="1"/>
              </p:cNvSpPr>
              <p:nvPr/>
            </p:nvSpPr>
            <p:spPr bwMode="auto">
              <a:xfrm flipV="1">
                <a:off x="2010" y="147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12" name="Line 384"/>
              <p:cNvSpPr>
                <a:spLocks noChangeShapeType="1"/>
              </p:cNvSpPr>
              <p:nvPr/>
            </p:nvSpPr>
            <p:spPr bwMode="auto">
              <a:xfrm flipV="1">
                <a:off x="2030" y="145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13" name="Freeform 385"/>
              <p:cNvSpPr/>
              <p:nvPr/>
            </p:nvSpPr>
            <p:spPr bwMode="auto">
              <a:xfrm>
                <a:off x="2050" y="1439"/>
                <a:ext cx="11" cy="10"/>
              </a:xfrm>
              <a:custGeom>
                <a:avLst/>
                <a:gdLst>
                  <a:gd name="T0" fmla="*/ 0 w 9"/>
                  <a:gd name="T1" fmla="*/ 39 h 8"/>
                  <a:gd name="T2" fmla="*/ 29 w 9"/>
                  <a:gd name="T3" fmla="*/ 1 h 8"/>
                  <a:gd name="T4" fmla="*/ 35 w 9"/>
                  <a:gd name="T5" fmla="*/ 0 h 8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8"/>
                  <a:gd name="T11" fmla="*/ 9 w 9"/>
                  <a:gd name="T12" fmla="*/ 8 h 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8">
                    <a:moveTo>
                      <a:pt x="0" y="8"/>
                    </a:moveTo>
                    <a:lnTo>
                      <a:pt x="7" y="1"/>
                    </a:lnTo>
                    <a:lnTo>
                      <a:pt x="9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14" name="Line 386"/>
              <p:cNvSpPr>
                <a:spLocks noChangeShapeType="1"/>
              </p:cNvSpPr>
              <p:nvPr/>
            </p:nvSpPr>
            <p:spPr bwMode="auto">
              <a:xfrm flipV="1">
                <a:off x="2072" y="1419"/>
                <a:ext cx="12" cy="10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15" name="Line 387"/>
              <p:cNvSpPr>
                <a:spLocks noChangeShapeType="1"/>
              </p:cNvSpPr>
              <p:nvPr/>
            </p:nvSpPr>
            <p:spPr bwMode="auto">
              <a:xfrm flipV="1">
                <a:off x="2095" y="1399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16" name="Line 388"/>
              <p:cNvSpPr>
                <a:spLocks noChangeShapeType="1"/>
              </p:cNvSpPr>
              <p:nvPr/>
            </p:nvSpPr>
            <p:spPr bwMode="auto">
              <a:xfrm flipV="1">
                <a:off x="2117" y="1382"/>
                <a:ext cx="13" cy="9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18" name="Freeform 390"/>
              <p:cNvSpPr/>
              <p:nvPr/>
            </p:nvSpPr>
            <p:spPr bwMode="auto">
              <a:xfrm>
                <a:off x="2166" y="1346"/>
                <a:ext cx="12" cy="9"/>
              </a:xfrm>
              <a:custGeom>
                <a:avLst/>
                <a:gdLst>
                  <a:gd name="T0" fmla="*/ 0 w 10"/>
                  <a:gd name="T1" fmla="*/ 40 h 7"/>
                  <a:gd name="T2" fmla="*/ 2 w 10"/>
                  <a:gd name="T3" fmla="*/ 28 h 7"/>
                  <a:gd name="T4" fmla="*/ 35 w 10"/>
                  <a:gd name="T5" fmla="*/ 0 h 7"/>
                  <a:gd name="T6" fmla="*/ 0 60000 65536"/>
                  <a:gd name="T7" fmla="*/ 0 60000 65536"/>
                  <a:gd name="T8" fmla="*/ 0 60000 65536"/>
                  <a:gd name="T9" fmla="*/ 0 w 10"/>
                  <a:gd name="T10" fmla="*/ 0 h 7"/>
                  <a:gd name="T11" fmla="*/ 10 w 10"/>
                  <a:gd name="T12" fmla="*/ 7 h 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" h="7">
                    <a:moveTo>
                      <a:pt x="0" y="7"/>
                    </a:moveTo>
                    <a:lnTo>
                      <a:pt x="2" y="5"/>
                    </a:lnTo>
                    <a:lnTo>
                      <a:pt x="10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19" name="Line 391"/>
              <p:cNvSpPr>
                <a:spLocks noChangeShapeType="1"/>
              </p:cNvSpPr>
              <p:nvPr/>
            </p:nvSpPr>
            <p:spPr bwMode="auto">
              <a:xfrm flipV="1">
                <a:off x="2191" y="1329"/>
                <a:ext cx="12" cy="8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20" name="Freeform 392"/>
              <p:cNvSpPr/>
              <p:nvPr/>
            </p:nvSpPr>
            <p:spPr bwMode="auto">
              <a:xfrm>
                <a:off x="2216" y="1312"/>
                <a:ext cx="12" cy="9"/>
              </a:xfrm>
              <a:custGeom>
                <a:avLst/>
                <a:gdLst>
                  <a:gd name="T0" fmla="*/ 0 w 10"/>
                  <a:gd name="T1" fmla="*/ 40 h 7"/>
                  <a:gd name="T2" fmla="*/ 34 w 10"/>
                  <a:gd name="T3" fmla="*/ 1 h 7"/>
                  <a:gd name="T4" fmla="*/ 35 w 10"/>
                  <a:gd name="T5" fmla="*/ 0 h 7"/>
                  <a:gd name="T6" fmla="*/ 0 60000 65536"/>
                  <a:gd name="T7" fmla="*/ 0 60000 65536"/>
                  <a:gd name="T8" fmla="*/ 0 60000 65536"/>
                  <a:gd name="T9" fmla="*/ 0 w 10"/>
                  <a:gd name="T10" fmla="*/ 0 h 7"/>
                  <a:gd name="T11" fmla="*/ 10 w 10"/>
                  <a:gd name="T12" fmla="*/ 7 h 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" h="7">
                    <a:moveTo>
                      <a:pt x="0" y="7"/>
                    </a:moveTo>
                    <a:lnTo>
                      <a:pt x="9" y="1"/>
                    </a:lnTo>
                    <a:lnTo>
                      <a:pt x="10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21" name="Line 393"/>
              <p:cNvSpPr>
                <a:spLocks noChangeShapeType="1"/>
              </p:cNvSpPr>
              <p:nvPr/>
            </p:nvSpPr>
            <p:spPr bwMode="auto">
              <a:xfrm flipV="1">
                <a:off x="2242" y="1299"/>
                <a:ext cx="12" cy="7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22" name="Line 394"/>
              <p:cNvSpPr>
                <a:spLocks noChangeShapeType="1"/>
              </p:cNvSpPr>
              <p:nvPr/>
            </p:nvSpPr>
            <p:spPr bwMode="auto">
              <a:xfrm flipV="1">
                <a:off x="2267" y="1284"/>
                <a:ext cx="13" cy="7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23" name="Line 395"/>
              <p:cNvSpPr>
                <a:spLocks noChangeShapeType="1"/>
              </p:cNvSpPr>
              <p:nvPr/>
            </p:nvSpPr>
            <p:spPr bwMode="auto">
              <a:xfrm flipV="1">
                <a:off x="2294" y="1270"/>
                <a:ext cx="14" cy="8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25" name="Freeform 397"/>
              <p:cNvSpPr/>
              <p:nvPr/>
            </p:nvSpPr>
            <p:spPr bwMode="auto">
              <a:xfrm>
                <a:off x="2349" y="1245"/>
                <a:ext cx="13" cy="5"/>
              </a:xfrm>
              <a:custGeom>
                <a:avLst/>
                <a:gdLst>
                  <a:gd name="T0" fmla="*/ 0 w 11"/>
                  <a:gd name="T1" fmla="*/ 20 h 4"/>
                  <a:gd name="T2" fmla="*/ 2 w 11"/>
                  <a:gd name="T3" fmla="*/ 16 h 4"/>
                  <a:gd name="T4" fmla="*/ 35 w 11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4"/>
                  <a:gd name="T11" fmla="*/ 11 w 11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4">
                    <a:moveTo>
                      <a:pt x="0" y="4"/>
                    </a:moveTo>
                    <a:lnTo>
                      <a:pt x="2" y="3"/>
                    </a:lnTo>
                    <a:lnTo>
                      <a:pt x="11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27" name="Line 399"/>
              <p:cNvSpPr>
                <a:spLocks noChangeShapeType="1"/>
              </p:cNvSpPr>
              <p:nvPr/>
            </p:nvSpPr>
            <p:spPr bwMode="auto">
              <a:xfrm flipV="1">
                <a:off x="2403" y="1224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29" name="Line 401"/>
              <p:cNvSpPr>
                <a:spLocks noChangeShapeType="1"/>
              </p:cNvSpPr>
              <p:nvPr/>
            </p:nvSpPr>
            <p:spPr bwMode="auto">
              <a:xfrm flipV="1">
                <a:off x="2459" y="1207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30" name="Line 402"/>
              <p:cNvSpPr>
                <a:spLocks noChangeShapeType="1"/>
              </p:cNvSpPr>
              <p:nvPr/>
            </p:nvSpPr>
            <p:spPr bwMode="auto">
              <a:xfrm flipV="1">
                <a:off x="2488" y="1198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31" name="Line 403"/>
              <p:cNvSpPr>
                <a:spLocks noChangeShapeType="1"/>
              </p:cNvSpPr>
              <p:nvPr/>
            </p:nvSpPr>
            <p:spPr bwMode="auto">
              <a:xfrm flipV="1">
                <a:off x="2518" y="1190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32" name="Freeform 404"/>
              <p:cNvSpPr/>
              <p:nvPr/>
            </p:nvSpPr>
            <p:spPr bwMode="auto">
              <a:xfrm>
                <a:off x="2548" y="1184"/>
                <a:ext cx="15" cy="3"/>
              </a:xfrm>
              <a:custGeom>
                <a:avLst/>
                <a:gdLst>
                  <a:gd name="T0" fmla="*/ 0 w 12"/>
                  <a:gd name="T1" fmla="*/ 41 h 2"/>
                  <a:gd name="T2" fmla="*/ 16 w 12"/>
                  <a:gd name="T3" fmla="*/ 27 h 2"/>
                  <a:gd name="T4" fmla="*/ 60 w 12"/>
                  <a:gd name="T5" fmla="*/ 0 h 2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2"/>
                  <a:gd name="T11" fmla="*/ 12 w 12"/>
                  <a:gd name="T12" fmla="*/ 2 h 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2">
                    <a:moveTo>
                      <a:pt x="0" y="2"/>
                    </a:moveTo>
                    <a:lnTo>
                      <a:pt x="3" y="1"/>
                    </a:lnTo>
                    <a:lnTo>
                      <a:pt x="12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33" name="Line 405"/>
              <p:cNvSpPr>
                <a:spLocks noChangeShapeType="1"/>
              </p:cNvSpPr>
              <p:nvPr/>
            </p:nvSpPr>
            <p:spPr bwMode="auto">
              <a:xfrm flipV="1">
                <a:off x="2578" y="1179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137" name="Group 406"/>
            <p:cNvGrpSpPr/>
            <p:nvPr/>
          </p:nvGrpSpPr>
          <p:grpSpPr bwMode="auto">
            <a:xfrm>
              <a:off x="410" y="119"/>
              <a:ext cx="5299" cy="4009"/>
              <a:chOff x="410" y="21"/>
              <a:chExt cx="5299" cy="4227"/>
            </a:xfrm>
          </p:grpSpPr>
          <p:sp>
            <p:nvSpPr>
              <p:cNvPr id="133534" name="Freeform 407"/>
              <p:cNvSpPr/>
              <p:nvPr/>
            </p:nvSpPr>
            <p:spPr bwMode="auto">
              <a:xfrm>
                <a:off x="2608" y="1174"/>
                <a:ext cx="14" cy="3"/>
              </a:xfrm>
              <a:custGeom>
                <a:avLst/>
                <a:gdLst>
                  <a:gd name="T0" fmla="*/ 0 w 12"/>
                  <a:gd name="T1" fmla="*/ 41 h 2"/>
                  <a:gd name="T2" fmla="*/ 34 w 12"/>
                  <a:gd name="T3" fmla="*/ 0 h 2"/>
                  <a:gd name="T4" fmla="*/ 35 w 12"/>
                  <a:gd name="T5" fmla="*/ 0 h 2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2"/>
                  <a:gd name="T11" fmla="*/ 12 w 12"/>
                  <a:gd name="T12" fmla="*/ 2 h 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2">
                    <a:moveTo>
                      <a:pt x="0" y="2"/>
                    </a:moveTo>
                    <a:lnTo>
                      <a:pt x="11" y="0"/>
                    </a:lnTo>
                    <a:lnTo>
                      <a:pt x="12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35" name="Line 408"/>
              <p:cNvSpPr>
                <a:spLocks noChangeShapeType="1"/>
              </p:cNvSpPr>
              <p:nvPr/>
            </p:nvSpPr>
            <p:spPr bwMode="auto">
              <a:xfrm flipV="1">
                <a:off x="2637" y="1171"/>
                <a:ext cx="15" cy="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36" name="Line 409"/>
              <p:cNvSpPr>
                <a:spLocks noChangeShapeType="1"/>
              </p:cNvSpPr>
              <p:nvPr/>
            </p:nvSpPr>
            <p:spPr bwMode="auto">
              <a:xfrm flipV="1">
                <a:off x="2667" y="1168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37" name="Line 410"/>
              <p:cNvSpPr>
                <a:spLocks noChangeShapeType="1"/>
              </p:cNvSpPr>
              <p:nvPr/>
            </p:nvSpPr>
            <p:spPr bwMode="auto">
              <a:xfrm flipV="1">
                <a:off x="2697" y="1166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38" name="Line 411"/>
              <p:cNvSpPr>
                <a:spLocks noChangeShapeType="1"/>
              </p:cNvSpPr>
              <p:nvPr/>
            </p:nvSpPr>
            <p:spPr bwMode="auto">
              <a:xfrm>
                <a:off x="2727" y="1166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39" name="Freeform 412"/>
              <p:cNvSpPr/>
              <p:nvPr/>
            </p:nvSpPr>
            <p:spPr bwMode="auto">
              <a:xfrm>
                <a:off x="2757" y="1164"/>
                <a:ext cx="15" cy="1"/>
              </a:xfrm>
              <a:custGeom>
                <a:avLst/>
                <a:gdLst>
                  <a:gd name="T0" fmla="*/ 0 w 12"/>
                  <a:gd name="T1" fmla="*/ 0 h 1"/>
                  <a:gd name="T2" fmla="*/ 20 w 12"/>
                  <a:gd name="T3" fmla="*/ 0 h 1"/>
                  <a:gd name="T4" fmla="*/ 60 w 1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1"/>
                  <a:gd name="T11" fmla="*/ 12 w 1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1">
                    <a:moveTo>
                      <a:pt x="0" y="0"/>
                    </a:moveTo>
                    <a:lnTo>
                      <a:pt x="4" y="0"/>
                    </a:lnTo>
                    <a:lnTo>
                      <a:pt x="12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40" name="Line 413"/>
              <p:cNvSpPr>
                <a:spLocks noChangeShapeType="1"/>
              </p:cNvSpPr>
              <p:nvPr/>
            </p:nvSpPr>
            <p:spPr bwMode="auto">
              <a:xfrm>
                <a:off x="2787" y="1166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41" name="Line 414"/>
              <p:cNvSpPr>
                <a:spLocks noChangeShapeType="1"/>
              </p:cNvSpPr>
              <p:nvPr/>
            </p:nvSpPr>
            <p:spPr bwMode="auto">
              <a:xfrm>
                <a:off x="2817" y="1167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42" name="Line 415"/>
              <p:cNvSpPr>
                <a:spLocks noChangeShapeType="1"/>
              </p:cNvSpPr>
              <p:nvPr/>
            </p:nvSpPr>
            <p:spPr bwMode="auto">
              <a:xfrm>
                <a:off x="2846" y="1168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43" name="Line 416"/>
              <p:cNvSpPr>
                <a:spLocks noChangeShapeType="1"/>
              </p:cNvSpPr>
              <p:nvPr/>
            </p:nvSpPr>
            <p:spPr bwMode="auto">
              <a:xfrm>
                <a:off x="2876" y="1172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44" name="Line 417"/>
              <p:cNvSpPr>
                <a:spLocks noChangeShapeType="1"/>
              </p:cNvSpPr>
              <p:nvPr/>
            </p:nvSpPr>
            <p:spPr bwMode="auto">
              <a:xfrm>
                <a:off x="2906" y="1176"/>
                <a:ext cx="15" cy="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45" name="Line 418"/>
              <p:cNvSpPr>
                <a:spLocks noChangeShapeType="1"/>
              </p:cNvSpPr>
              <p:nvPr/>
            </p:nvSpPr>
            <p:spPr bwMode="auto">
              <a:xfrm>
                <a:off x="2936" y="1179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46" name="Freeform 419"/>
              <p:cNvSpPr/>
              <p:nvPr/>
            </p:nvSpPr>
            <p:spPr bwMode="auto">
              <a:xfrm>
                <a:off x="2966" y="1184"/>
                <a:ext cx="15" cy="4"/>
              </a:xfrm>
              <a:custGeom>
                <a:avLst/>
                <a:gdLst>
                  <a:gd name="T0" fmla="*/ 0 w 12"/>
                  <a:gd name="T1" fmla="*/ 0 h 3"/>
                  <a:gd name="T2" fmla="*/ 20 w 12"/>
                  <a:gd name="T3" fmla="*/ 1 h 3"/>
                  <a:gd name="T4" fmla="*/ 60 w 12"/>
                  <a:gd name="T5" fmla="*/ 21 h 3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3"/>
                  <a:gd name="T11" fmla="*/ 12 w 12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3">
                    <a:moveTo>
                      <a:pt x="0" y="0"/>
                    </a:moveTo>
                    <a:lnTo>
                      <a:pt x="4" y="1"/>
                    </a:lnTo>
                    <a:lnTo>
                      <a:pt x="12" y="3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47" name="Line 420"/>
              <p:cNvSpPr>
                <a:spLocks noChangeShapeType="1"/>
              </p:cNvSpPr>
              <p:nvPr/>
            </p:nvSpPr>
            <p:spPr bwMode="auto">
              <a:xfrm>
                <a:off x="2996" y="1192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48" name="Freeform 421"/>
              <p:cNvSpPr/>
              <p:nvPr/>
            </p:nvSpPr>
            <p:spPr bwMode="auto">
              <a:xfrm>
                <a:off x="3026" y="1199"/>
                <a:ext cx="15" cy="4"/>
              </a:xfrm>
              <a:custGeom>
                <a:avLst/>
                <a:gdLst>
                  <a:gd name="T0" fmla="*/ 0 w 12"/>
                  <a:gd name="T1" fmla="*/ 0 h 3"/>
                  <a:gd name="T2" fmla="*/ 56 w 12"/>
                  <a:gd name="T3" fmla="*/ 21 h 3"/>
                  <a:gd name="T4" fmla="*/ 60 w 12"/>
                  <a:gd name="T5" fmla="*/ 21 h 3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3"/>
                  <a:gd name="T11" fmla="*/ 12 w 12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3">
                    <a:moveTo>
                      <a:pt x="0" y="0"/>
                    </a:moveTo>
                    <a:lnTo>
                      <a:pt x="11" y="3"/>
                    </a:lnTo>
                    <a:lnTo>
                      <a:pt x="12" y="3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49" name="Line 422"/>
              <p:cNvSpPr>
                <a:spLocks noChangeShapeType="1"/>
              </p:cNvSpPr>
              <p:nvPr/>
            </p:nvSpPr>
            <p:spPr bwMode="auto">
              <a:xfrm>
                <a:off x="3054" y="1208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50" name="Line 423"/>
              <p:cNvSpPr>
                <a:spLocks noChangeShapeType="1"/>
              </p:cNvSpPr>
              <p:nvPr/>
            </p:nvSpPr>
            <p:spPr bwMode="auto">
              <a:xfrm>
                <a:off x="3083" y="1217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51" name="Line 424"/>
              <p:cNvSpPr>
                <a:spLocks noChangeShapeType="1"/>
              </p:cNvSpPr>
              <p:nvPr/>
            </p:nvSpPr>
            <p:spPr bwMode="auto">
              <a:xfrm>
                <a:off x="3110" y="1227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52" name="Line 425"/>
              <p:cNvSpPr>
                <a:spLocks noChangeShapeType="1"/>
              </p:cNvSpPr>
              <p:nvPr/>
            </p:nvSpPr>
            <p:spPr bwMode="auto">
              <a:xfrm>
                <a:off x="3138" y="1237"/>
                <a:ext cx="13" cy="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53" name="Freeform 426"/>
              <p:cNvSpPr/>
              <p:nvPr/>
            </p:nvSpPr>
            <p:spPr bwMode="auto">
              <a:xfrm>
                <a:off x="3165" y="1246"/>
                <a:ext cx="14" cy="7"/>
              </a:xfrm>
              <a:custGeom>
                <a:avLst/>
                <a:gdLst>
                  <a:gd name="T0" fmla="*/ 0 w 11"/>
                  <a:gd name="T1" fmla="*/ 0 h 5"/>
                  <a:gd name="T2" fmla="*/ 28 w 11"/>
                  <a:gd name="T3" fmla="*/ 21 h 5"/>
                  <a:gd name="T4" fmla="*/ 60 w 11"/>
                  <a:gd name="T5" fmla="*/ 55 h 5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5"/>
                  <a:gd name="T11" fmla="*/ 11 w 11"/>
                  <a:gd name="T12" fmla="*/ 5 h 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5">
                    <a:moveTo>
                      <a:pt x="0" y="0"/>
                    </a:moveTo>
                    <a:lnTo>
                      <a:pt x="5" y="2"/>
                    </a:lnTo>
                    <a:lnTo>
                      <a:pt x="11" y="5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54" name="Line 427"/>
              <p:cNvSpPr>
                <a:spLocks noChangeShapeType="1"/>
              </p:cNvSpPr>
              <p:nvPr/>
            </p:nvSpPr>
            <p:spPr bwMode="auto">
              <a:xfrm>
                <a:off x="3192" y="1259"/>
                <a:ext cx="14" cy="7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55" name="Line 428"/>
              <p:cNvSpPr>
                <a:spLocks noChangeShapeType="1"/>
              </p:cNvSpPr>
              <p:nvPr/>
            </p:nvSpPr>
            <p:spPr bwMode="auto">
              <a:xfrm>
                <a:off x="3220" y="1273"/>
                <a:ext cx="14" cy="6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56" name="Line 429"/>
              <p:cNvSpPr>
                <a:spLocks noChangeShapeType="1"/>
              </p:cNvSpPr>
              <p:nvPr/>
            </p:nvSpPr>
            <p:spPr bwMode="auto">
              <a:xfrm>
                <a:off x="3246" y="1286"/>
                <a:ext cx="14" cy="8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57" name="Line 430"/>
              <p:cNvSpPr>
                <a:spLocks noChangeShapeType="1"/>
              </p:cNvSpPr>
              <p:nvPr/>
            </p:nvSpPr>
            <p:spPr bwMode="auto">
              <a:xfrm>
                <a:off x="3273" y="1301"/>
                <a:ext cx="13" cy="8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58" name="Line 431"/>
              <p:cNvSpPr>
                <a:spLocks noChangeShapeType="1"/>
              </p:cNvSpPr>
              <p:nvPr/>
            </p:nvSpPr>
            <p:spPr bwMode="auto">
              <a:xfrm>
                <a:off x="3299" y="1316"/>
                <a:ext cx="13" cy="9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59" name="Line 432"/>
              <p:cNvSpPr>
                <a:spLocks noChangeShapeType="1"/>
              </p:cNvSpPr>
              <p:nvPr/>
            </p:nvSpPr>
            <p:spPr bwMode="auto">
              <a:xfrm>
                <a:off x="3324" y="1332"/>
                <a:ext cx="13" cy="9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60" name="Freeform 433"/>
              <p:cNvSpPr/>
              <p:nvPr/>
            </p:nvSpPr>
            <p:spPr bwMode="auto">
              <a:xfrm>
                <a:off x="3349" y="1348"/>
                <a:ext cx="13" cy="9"/>
              </a:xfrm>
              <a:custGeom>
                <a:avLst/>
                <a:gdLst>
                  <a:gd name="T0" fmla="*/ 0 w 10"/>
                  <a:gd name="T1" fmla="*/ 0 h 7"/>
                  <a:gd name="T2" fmla="*/ 27 w 10"/>
                  <a:gd name="T3" fmla="*/ 17 h 7"/>
                  <a:gd name="T4" fmla="*/ 64 w 10"/>
                  <a:gd name="T5" fmla="*/ 40 h 7"/>
                  <a:gd name="T6" fmla="*/ 0 60000 65536"/>
                  <a:gd name="T7" fmla="*/ 0 60000 65536"/>
                  <a:gd name="T8" fmla="*/ 0 60000 65536"/>
                  <a:gd name="T9" fmla="*/ 0 w 10"/>
                  <a:gd name="T10" fmla="*/ 0 h 7"/>
                  <a:gd name="T11" fmla="*/ 10 w 10"/>
                  <a:gd name="T12" fmla="*/ 7 h 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" h="7">
                    <a:moveTo>
                      <a:pt x="0" y="0"/>
                    </a:moveTo>
                    <a:lnTo>
                      <a:pt x="4" y="3"/>
                    </a:lnTo>
                    <a:lnTo>
                      <a:pt x="10" y="7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61" name="Line 434"/>
              <p:cNvSpPr>
                <a:spLocks noChangeShapeType="1"/>
              </p:cNvSpPr>
              <p:nvPr/>
            </p:nvSpPr>
            <p:spPr bwMode="auto">
              <a:xfrm>
                <a:off x="3373" y="1367"/>
                <a:ext cx="12" cy="9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62" name="Line 435"/>
              <p:cNvSpPr>
                <a:spLocks noChangeShapeType="1"/>
              </p:cNvSpPr>
              <p:nvPr/>
            </p:nvSpPr>
            <p:spPr bwMode="auto">
              <a:xfrm>
                <a:off x="3398" y="1384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63" name="Line 436"/>
              <p:cNvSpPr>
                <a:spLocks noChangeShapeType="1"/>
              </p:cNvSpPr>
              <p:nvPr/>
            </p:nvSpPr>
            <p:spPr bwMode="auto">
              <a:xfrm>
                <a:off x="3420" y="1403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64" name="Line 437"/>
              <p:cNvSpPr>
                <a:spLocks noChangeShapeType="1"/>
              </p:cNvSpPr>
              <p:nvPr/>
            </p:nvSpPr>
            <p:spPr bwMode="auto">
              <a:xfrm>
                <a:off x="3443" y="1423"/>
                <a:ext cx="11" cy="9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65" name="Line 438"/>
              <p:cNvSpPr>
                <a:spLocks noChangeShapeType="1"/>
              </p:cNvSpPr>
              <p:nvPr/>
            </p:nvSpPr>
            <p:spPr bwMode="auto">
              <a:xfrm>
                <a:off x="3465" y="144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66" name="Line 439"/>
              <p:cNvSpPr>
                <a:spLocks noChangeShapeType="1"/>
              </p:cNvSpPr>
              <p:nvPr/>
            </p:nvSpPr>
            <p:spPr bwMode="auto">
              <a:xfrm>
                <a:off x="3485" y="146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67" name="Freeform 440"/>
              <p:cNvSpPr/>
              <p:nvPr/>
            </p:nvSpPr>
            <p:spPr bwMode="auto">
              <a:xfrm>
                <a:off x="3505" y="1481"/>
                <a:ext cx="10" cy="12"/>
              </a:xfrm>
              <a:custGeom>
                <a:avLst/>
                <a:gdLst>
                  <a:gd name="T0" fmla="*/ 0 w 8"/>
                  <a:gd name="T1" fmla="*/ 0 h 9"/>
                  <a:gd name="T2" fmla="*/ 36 w 8"/>
                  <a:gd name="T3" fmla="*/ 49 h 9"/>
                  <a:gd name="T4" fmla="*/ 39 w 8"/>
                  <a:gd name="T5" fmla="*/ 65 h 9"/>
                  <a:gd name="T6" fmla="*/ 0 60000 65536"/>
                  <a:gd name="T7" fmla="*/ 0 60000 65536"/>
                  <a:gd name="T8" fmla="*/ 0 60000 65536"/>
                  <a:gd name="T9" fmla="*/ 0 w 8"/>
                  <a:gd name="T10" fmla="*/ 0 h 9"/>
                  <a:gd name="T11" fmla="*/ 8 w 8"/>
                  <a:gd name="T12" fmla="*/ 9 h 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" h="9">
                    <a:moveTo>
                      <a:pt x="0" y="0"/>
                    </a:moveTo>
                    <a:lnTo>
                      <a:pt x="7" y="7"/>
                    </a:lnTo>
                    <a:lnTo>
                      <a:pt x="8" y="9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68" name="Line 441"/>
              <p:cNvSpPr>
                <a:spLocks noChangeShapeType="1"/>
              </p:cNvSpPr>
              <p:nvPr/>
            </p:nvSpPr>
            <p:spPr bwMode="auto">
              <a:xfrm>
                <a:off x="3525" y="1504"/>
                <a:ext cx="10" cy="1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69" name="Line 442"/>
              <p:cNvSpPr>
                <a:spLocks noChangeShapeType="1"/>
              </p:cNvSpPr>
              <p:nvPr/>
            </p:nvSpPr>
            <p:spPr bwMode="auto">
              <a:xfrm>
                <a:off x="3545" y="1526"/>
                <a:ext cx="10" cy="1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70" name="Line 443"/>
              <p:cNvSpPr>
                <a:spLocks noChangeShapeType="1"/>
              </p:cNvSpPr>
              <p:nvPr/>
            </p:nvSpPr>
            <p:spPr bwMode="auto">
              <a:xfrm>
                <a:off x="3563" y="1549"/>
                <a:ext cx="9" cy="1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71" name="Line 444"/>
              <p:cNvSpPr>
                <a:spLocks noChangeShapeType="1"/>
              </p:cNvSpPr>
              <p:nvPr/>
            </p:nvSpPr>
            <p:spPr bwMode="auto">
              <a:xfrm>
                <a:off x="3582" y="1572"/>
                <a:ext cx="9" cy="1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72" name="Freeform 445"/>
              <p:cNvSpPr/>
              <p:nvPr/>
            </p:nvSpPr>
            <p:spPr bwMode="auto">
              <a:xfrm>
                <a:off x="3599" y="1597"/>
                <a:ext cx="9" cy="13"/>
              </a:xfrm>
              <a:custGeom>
                <a:avLst/>
                <a:gdLst>
                  <a:gd name="T0" fmla="*/ 0 w 7"/>
                  <a:gd name="T1" fmla="*/ 0 h 10"/>
                  <a:gd name="T2" fmla="*/ 13 w 7"/>
                  <a:gd name="T3" fmla="*/ 16 h 10"/>
                  <a:gd name="T4" fmla="*/ 40 w 7"/>
                  <a:gd name="T5" fmla="*/ 64 h 10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10"/>
                  <a:gd name="T11" fmla="*/ 7 w 7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10">
                    <a:moveTo>
                      <a:pt x="0" y="0"/>
                    </a:moveTo>
                    <a:lnTo>
                      <a:pt x="2" y="2"/>
                    </a:lnTo>
                    <a:lnTo>
                      <a:pt x="7" y="1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73" name="Line 446"/>
              <p:cNvSpPr>
                <a:spLocks noChangeShapeType="1"/>
              </p:cNvSpPr>
              <p:nvPr/>
            </p:nvSpPr>
            <p:spPr bwMode="auto">
              <a:xfrm>
                <a:off x="3617" y="1622"/>
                <a:ext cx="9" cy="1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74" name="Freeform 447"/>
              <p:cNvSpPr/>
              <p:nvPr/>
            </p:nvSpPr>
            <p:spPr bwMode="auto">
              <a:xfrm>
                <a:off x="3633" y="1647"/>
                <a:ext cx="9" cy="12"/>
              </a:xfrm>
              <a:custGeom>
                <a:avLst/>
                <a:gdLst>
                  <a:gd name="T0" fmla="*/ 0 w 7"/>
                  <a:gd name="T1" fmla="*/ 0 h 10"/>
                  <a:gd name="T2" fmla="*/ 36 w 7"/>
                  <a:gd name="T3" fmla="*/ 34 h 10"/>
                  <a:gd name="T4" fmla="*/ 40 w 7"/>
                  <a:gd name="T5" fmla="*/ 35 h 10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10"/>
                  <a:gd name="T11" fmla="*/ 7 w 7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10">
                    <a:moveTo>
                      <a:pt x="0" y="0"/>
                    </a:moveTo>
                    <a:lnTo>
                      <a:pt x="6" y="9"/>
                    </a:lnTo>
                    <a:lnTo>
                      <a:pt x="7" y="1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75" name="Line 448"/>
              <p:cNvSpPr>
                <a:spLocks noChangeShapeType="1"/>
              </p:cNvSpPr>
              <p:nvPr/>
            </p:nvSpPr>
            <p:spPr bwMode="auto">
              <a:xfrm>
                <a:off x="3649" y="1673"/>
                <a:ext cx="8" cy="1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76" name="Line 449"/>
              <p:cNvSpPr>
                <a:spLocks noChangeShapeType="1"/>
              </p:cNvSpPr>
              <p:nvPr/>
            </p:nvSpPr>
            <p:spPr bwMode="auto">
              <a:xfrm>
                <a:off x="3664" y="1699"/>
                <a:ext cx="8" cy="1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77" name="Line 450"/>
              <p:cNvSpPr>
                <a:spLocks noChangeShapeType="1"/>
              </p:cNvSpPr>
              <p:nvPr/>
            </p:nvSpPr>
            <p:spPr bwMode="auto">
              <a:xfrm>
                <a:off x="3678" y="1725"/>
                <a:ext cx="6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78" name="Line 451"/>
              <p:cNvSpPr>
                <a:spLocks noChangeShapeType="1"/>
              </p:cNvSpPr>
              <p:nvPr/>
            </p:nvSpPr>
            <p:spPr bwMode="auto">
              <a:xfrm>
                <a:off x="3691" y="1753"/>
                <a:ext cx="7" cy="1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79" name="Freeform 452"/>
              <p:cNvSpPr/>
              <p:nvPr/>
            </p:nvSpPr>
            <p:spPr bwMode="auto">
              <a:xfrm>
                <a:off x="3704" y="1780"/>
                <a:ext cx="6" cy="14"/>
              </a:xfrm>
              <a:custGeom>
                <a:avLst/>
                <a:gdLst>
                  <a:gd name="T0" fmla="*/ 0 w 5"/>
                  <a:gd name="T1" fmla="*/ 0 h 11"/>
                  <a:gd name="T2" fmla="*/ 1 w 5"/>
                  <a:gd name="T3" fmla="*/ 13 h 11"/>
                  <a:gd name="T4" fmla="*/ 17 w 5"/>
                  <a:gd name="T5" fmla="*/ 60 h 11"/>
                  <a:gd name="T6" fmla="*/ 0 60000 65536"/>
                  <a:gd name="T7" fmla="*/ 0 60000 65536"/>
                  <a:gd name="T8" fmla="*/ 0 60000 65536"/>
                  <a:gd name="T9" fmla="*/ 0 w 5"/>
                  <a:gd name="T10" fmla="*/ 0 h 11"/>
                  <a:gd name="T11" fmla="*/ 5 w 5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" h="11">
                    <a:moveTo>
                      <a:pt x="0" y="0"/>
                    </a:moveTo>
                    <a:lnTo>
                      <a:pt x="1" y="2"/>
                    </a:lnTo>
                    <a:lnTo>
                      <a:pt x="5" y="11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80" name="Line 453"/>
              <p:cNvSpPr>
                <a:spLocks noChangeShapeType="1"/>
              </p:cNvSpPr>
              <p:nvPr/>
            </p:nvSpPr>
            <p:spPr bwMode="auto">
              <a:xfrm>
                <a:off x="3715" y="1807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81" name="Line 454"/>
              <p:cNvSpPr>
                <a:spLocks noChangeShapeType="1"/>
              </p:cNvSpPr>
              <p:nvPr/>
            </p:nvSpPr>
            <p:spPr bwMode="auto">
              <a:xfrm>
                <a:off x="3726" y="1835"/>
                <a:ext cx="5" cy="1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82" name="Line 455"/>
              <p:cNvSpPr>
                <a:spLocks noChangeShapeType="1"/>
              </p:cNvSpPr>
              <p:nvPr/>
            </p:nvSpPr>
            <p:spPr bwMode="auto">
              <a:xfrm>
                <a:off x="3736" y="1862"/>
                <a:ext cx="4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83" name="Line 456"/>
              <p:cNvSpPr>
                <a:spLocks noChangeShapeType="1"/>
              </p:cNvSpPr>
              <p:nvPr/>
            </p:nvSpPr>
            <p:spPr bwMode="auto">
              <a:xfrm>
                <a:off x="3745" y="1891"/>
                <a:ext cx="4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84" name="Line 457"/>
              <p:cNvSpPr>
                <a:spLocks noChangeShapeType="1"/>
              </p:cNvSpPr>
              <p:nvPr/>
            </p:nvSpPr>
            <p:spPr bwMode="auto">
              <a:xfrm>
                <a:off x="3754" y="1919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85" name="Line 458"/>
              <p:cNvSpPr>
                <a:spLocks noChangeShapeType="1"/>
              </p:cNvSpPr>
              <p:nvPr/>
            </p:nvSpPr>
            <p:spPr bwMode="auto">
              <a:xfrm>
                <a:off x="3760" y="1949"/>
                <a:ext cx="4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86" name="Freeform 459"/>
              <p:cNvSpPr/>
              <p:nvPr/>
            </p:nvSpPr>
            <p:spPr bwMode="auto">
              <a:xfrm>
                <a:off x="3767" y="1979"/>
                <a:ext cx="4" cy="15"/>
              </a:xfrm>
              <a:custGeom>
                <a:avLst/>
                <a:gdLst>
                  <a:gd name="T0" fmla="*/ 0 w 3"/>
                  <a:gd name="T1" fmla="*/ 0 h 12"/>
                  <a:gd name="T2" fmla="*/ 1 w 3"/>
                  <a:gd name="T3" fmla="*/ 16 h 12"/>
                  <a:gd name="T4" fmla="*/ 21 w 3"/>
                  <a:gd name="T5" fmla="*/ 60 h 12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12"/>
                  <a:gd name="T11" fmla="*/ 3 w 3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12">
                    <a:moveTo>
                      <a:pt x="0" y="0"/>
                    </a:moveTo>
                    <a:lnTo>
                      <a:pt x="1" y="3"/>
                    </a:lnTo>
                    <a:lnTo>
                      <a:pt x="3" y="12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87" name="Line 460"/>
              <p:cNvSpPr>
                <a:spLocks noChangeShapeType="1"/>
              </p:cNvSpPr>
              <p:nvPr/>
            </p:nvSpPr>
            <p:spPr bwMode="auto">
              <a:xfrm>
                <a:off x="3774" y="2009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88" name="Freeform 461"/>
              <p:cNvSpPr/>
              <p:nvPr/>
            </p:nvSpPr>
            <p:spPr bwMode="auto">
              <a:xfrm>
                <a:off x="3779" y="2039"/>
                <a:ext cx="2" cy="15"/>
              </a:xfrm>
              <a:custGeom>
                <a:avLst/>
                <a:gdLst>
                  <a:gd name="T0" fmla="*/ 0 w 2"/>
                  <a:gd name="T1" fmla="*/ 0 h 12"/>
                  <a:gd name="T2" fmla="*/ 2 w 2"/>
                  <a:gd name="T3" fmla="*/ 56 h 12"/>
                  <a:gd name="T4" fmla="*/ 2 w 2"/>
                  <a:gd name="T5" fmla="*/ 60 h 1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2"/>
                  <a:gd name="T11" fmla="*/ 2 w 2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2">
                    <a:moveTo>
                      <a:pt x="0" y="0"/>
                    </a:moveTo>
                    <a:lnTo>
                      <a:pt x="2" y="11"/>
                    </a:lnTo>
                    <a:lnTo>
                      <a:pt x="2" y="12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89" name="Line 462"/>
              <p:cNvSpPr>
                <a:spLocks noChangeShapeType="1"/>
              </p:cNvSpPr>
              <p:nvPr/>
            </p:nvSpPr>
            <p:spPr bwMode="auto">
              <a:xfrm>
                <a:off x="3782" y="2068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90" name="Line 463"/>
              <p:cNvSpPr>
                <a:spLocks noChangeShapeType="1"/>
              </p:cNvSpPr>
              <p:nvPr/>
            </p:nvSpPr>
            <p:spPr bwMode="auto">
              <a:xfrm>
                <a:off x="3785" y="2098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91" name="Line 464"/>
              <p:cNvSpPr>
                <a:spLocks noChangeShapeType="1"/>
              </p:cNvSpPr>
              <p:nvPr/>
            </p:nvSpPr>
            <p:spPr bwMode="auto">
              <a:xfrm>
                <a:off x="3787" y="2128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92" name="Line 465"/>
              <p:cNvSpPr>
                <a:spLocks noChangeShapeType="1"/>
              </p:cNvSpPr>
              <p:nvPr/>
            </p:nvSpPr>
            <p:spPr bwMode="auto">
              <a:xfrm>
                <a:off x="3789" y="2158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93" name="Freeform 466"/>
              <p:cNvSpPr/>
              <p:nvPr/>
            </p:nvSpPr>
            <p:spPr bwMode="auto">
              <a:xfrm>
                <a:off x="3790" y="2188"/>
                <a:ext cx="1" cy="15"/>
              </a:xfrm>
              <a:custGeom>
                <a:avLst/>
                <a:gdLst>
                  <a:gd name="T0" fmla="*/ 0 w 1"/>
                  <a:gd name="T1" fmla="*/ 0 h 12"/>
                  <a:gd name="T2" fmla="*/ 0 w 1"/>
                  <a:gd name="T3" fmla="*/ 20 h 12"/>
                  <a:gd name="T4" fmla="*/ 0 w 1"/>
                  <a:gd name="T5" fmla="*/ 60 h 1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2"/>
                  <a:gd name="T11" fmla="*/ 1 w 1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2">
                    <a:moveTo>
                      <a:pt x="0" y="0"/>
                    </a:moveTo>
                    <a:lnTo>
                      <a:pt x="0" y="4"/>
                    </a:lnTo>
                    <a:lnTo>
                      <a:pt x="0" y="12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94" name="Line 467"/>
              <p:cNvSpPr>
                <a:spLocks noChangeShapeType="1"/>
              </p:cNvSpPr>
              <p:nvPr/>
            </p:nvSpPr>
            <p:spPr bwMode="auto">
              <a:xfrm>
                <a:off x="3789" y="2218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95" name="Line 468"/>
              <p:cNvSpPr>
                <a:spLocks noChangeShapeType="1"/>
              </p:cNvSpPr>
              <p:nvPr/>
            </p:nvSpPr>
            <p:spPr bwMode="auto">
              <a:xfrm>
                <a:off x="3787" y="2248"/>
                <a:ext cx="1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96" name="Line 469"/>
              <p:cNvSpPr>
                <a:spLocks noChangeShapeType="1"/>
              </p:cNvSpPr>
              <p:nvPr/>
            </p:nvSpPr>
            <p:spPr bwMode="auto">
              <a:xfrm flipH="1">
                <a:off x="3785" y="2277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97" name="Line 470"/>
              <p:cNvSpPr>
                <a:spLocks noChangeShapeType="1"/>
              </p:cNvSpPr>
              <p:nvPr/>
            </p:nvSpPr>
            <p:spPr bwMode="auto">
              <a:xfrm flipH="1">
                <a:off x="3782" y="2307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98" name="Line 471"/>
              <p:cNvSpPr>
                <a:spLocks noChangeShapeType="1"/>
              </p:cNvSpPr>
              <p:nvPr/>
            </p:nvSpPr>
            <p:spPr bwMode="auto">
              <a:xfrm flipH="1">
                <a:off x="3777" y="2337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99" name="Line 472"/>
              <p:cNvSpPr>
                <a:spLocks noChangeShapeType="1"/>
              </p:cNvSpPr>
              <p:nvPr/>
            </p:nvSpPr>
            <p:spPr bwMode="auto">
              <a:xfrm flipH="1">
                <a:off x="3772" y="2367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0" name="Freeform 473"/>
              <p:cNvSpPr/>
              <p:nvPr/>
            </p:nvSpPr>
            <p:spPr bwMode="auto">
              <a:xfrm>
                <a:off x="3766" y="2397"/>
                <a:ext cx="4" cy="15"/>
              </a:xfrm>
              <a:custGeom>
                <a:avLst/>
                <a:gdLst>
                  <a:gd name="T0" fmla="*/ 21 w 3"/>
                  <a:gd name="T1" fmla="*/ 0 h 12"/>
                  <a:gd name="T2" fmla="*/ 16 w 3"/>
                  <a:gd name="T3" fmla="*/ 20 h 12"/>
                  <a:gd name="T4" fmla="*/ 0 w 3"/>
                  <a:gd name="T5" fmla="*/ 60 h 12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12"/>
                  <a:gd name="T11" fmla="*/ 3 w 3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12">
                    <a:moveTo>
                      <a:pt x="3" y="0"/>
                    </a:moveTo>
                    <a:lnTo>
                      <a:pt x="2" y="4"/>
                    </a:lnTo>
                    <a:lnTo>
                      <a:pt x="0" y="12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1" name="Line 474"/>
              <p:cNvSpPr>
                <a:spLocks noChangeShapeType="1"/>
              </p:cNvSpPr>
              <p:nvPr/>
            </p:nvSpPr>
            <p:spPr bwMode="auto">
              <a:xfrm flipH="1">
                <a:off x="3759" y="2427"/>
                <a:ext cx="3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2" name="Freeform 475"/>
              <p:cNvSpPr/>
              <p:nvPr/>
            </p:nvSpPr>
            <p:spPr bwMode="auto">
              <a:xfrm>
                <a:off x="3752" y="2456"/>
                <a:ext cx="4" cy="15"/>
              </a:xfrm>
              <a:custGeom>
                <a:avLst/>
                <a:gdLst>
                  <a:gd name="T0" fmla="*/ 21 w 3"/>
                  <a:gd name="T1" fmla="*/ 0 h 12"/>
                  <a:gd name="T2" fmla="*/ 0 w 3"/>
                  <a:gd name="T3" fmla="*/ 56 h 12"/>
                  <a:gd name="T4" fmla="*/ 0 w 3"/>
                  <a:gd name="T5" fmla="*/ 60 h 12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12"/>
                  <a:gd name="T11" fmla="*/ 3 w 3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12">
                    <a:moveTo>
                      <a:pt x="3" y="0"/>
                    </a:moveTo>
                    <a:lnTo>
                      <a:pt x="0" y="11"/>
                    </a:lnTo>
                    <a:lnTo>
                      <a:pt x="0" y="12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3" name="Line 476"/>
              <p:cNvSpPr>
                <a:spLocks noChangeShapeType="1"/>
              </p:cNvSpPr>
              <p:nvPr/>
            </p:nvSpPr>
            <p:spPr bwMode="auto">
              <a:xfrm flipH="1">
                <a:off x="3744" y="2485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4" name="Line 477"/>
              <p:cNvSpPr>
                <a:spLocks noChangeShapeType="1"/>
              </p:cNvSpPr>
              <p:nvPr/>
            </p:nvSpPr>
            <p:spPr bwMode="auto">
              <a:xfrm flipH="1">
                <a:off x="3734" y="2514"/>
                <a:ext cx="5" cy="1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5" name="Line 478"/>
              <p:cNvSpPr>
                <a:spLocks noChangeShapeType="1"/>
              </p:cNvSpPr>
              <p:nvPr/>
            </p:nvSpPr>
            <p:spPr bwMode="auto">
              <a:xfrm flipH="1">
                <a:off x="3724" y="2541"/>
                <a:ext cx="6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6" name="Line 479"/>
              <p:cNvSpPr>
                <a:spLocks noChangeShapeType="1"/>
              </p:cNvSpPr>
              <p:nvPr/>
            </p:nvSpPr>
            <p:spPr bwMode="auto">
              <a:xfrm flipH="1">
                <a:off x="3713" y="2568"/>
                <a:ext cx="6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7" name="Freeform 480"/>
              <p:cNvSpPr/>
              <p:nvPr/>
            </p:nvSpPr>
            <p:spPr bwMode="auto">
              <a:xfrm>
                <a:off x="3701" y="2596"/>
                <a:ext cx="7" cy="13"/>
              </a:xfrm>
              <a:custGeom>
                <a:avLst/>
                <a:gdLst>
                  <a:gd name="T0" fmla="*/ 55 w 5"/>
                  <a:gd name="T1" fmla="*/ 0 h 11"/>
                  <a:gd name="T2" fmla="*/ 29 w 5"/>
                  <a:gd name="T3" fmla="*/ 15 h 11"/>
                  <a:gd name="T4" fmla="*/ 0 w 5"/>
                  <a:gd name="T5" fmla="*/ 35 h 11"/>
                  <a:gd name="T6" fmla="*/ 0 60000 65536"/>
                  <a:gd name="T7" fmla="*/ 0 60000 65536"/>
                  <a:gd name="T8" fmla="*/ 0 60000 65536"/>
                  <a:gd name="T9" fmla="*/ 0 w 5"/>
                  <a:gd name="T10" fmla="*/ 0 h 11"/>
                  <a:gd name="T11" fmla="*/ 5 w 5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" h="11">
                    <a:moveTo>
                      <a:pt x="5" y="0"/>
                    </a:moveTo>
                    <a:lnTo>
                      <a:pt x="3" y="5"/>
                    </a:lnTo>
                    <a:lnTo>
                      <a:pt x="0" y="11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8" name="Line 481"/>
              <p:cNvSpPr>
                <a:spLocks noChangeShapeType="1"/>
              </p:cNvSpPr>
              <p:nvPr/>
            </p:nvSpPr>
            <p:spPr bwMode="auto">
              <a:xfrm flipH="1">
                <a:off x="3689" y="2623"/>
                <a:ext cx="6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9" name="Line 482"/>
              <p:cNvSpPr>
                <a:spLocks noChangeShapeType="1"/>
              </p:cNvSpPr>
              <p:nvPr/>
            </p:nvSpPr>
            <p:spPr bwMode="auto">
              <a:xfrm flipH="1">
                <a:off x="3677" y="2650"/>
                <a:ext cx="6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10" name="Line 483"/>
              <p:cNvSpPr>
                <a:spLocks noChangeShapeType="1"/>
              </p:cNvSpPr>
              <p:nvPr/>
            </p:nvSpPr>
            <p:spPr bwMode="auto">
              <a:xfrm flipH="1">
                <a:off x="3662" y="2677"/>
                <a:ext cx="7" cy="1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11" name="Line 484"/>
              <p:cNvSpPr>
                <a:spLocks noChangeShapeType="1"/>
              </p:cNvSpPr>
              <p:nvPr/>
            </p:nvSpPr>
            <p:spPr bwMode="auto">
              <a:xfrm flipH="1">
                <a:off x="3647" y="2701"/>
                <a:ext cx="7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12" name="Line 485"/>
              <p:cNvSpPr>
                <a:spLocks noChangeShapeType="1"/>
              </p:cNvSpPr>
              <p:nvPr/>
            </p:nvSpPr>
            <p:spPr bwMode="auto">
              <a:xfrm flipH="1">
                <a:off x="3632" y="2728"/>
                <a:ext cx="7" cy="1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13" name="Line 486"/>
              <p:cNvSpPr>
                <a:spLocks noChangeShapeType="1"/>
              </p:cNvSpPr>
              <p:nvPr/>
            </p:nvSpPr>
            <p:spPr bwMode="auto">
              <a:xfrm flipH="1">
                <a:off x="3614" y="2752"/>
                <a:ext cx="9" cy="1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14" name="Freeform 487"/>
              <p:cNvSpPr/>
              <p:nvPr/>
            </p:nvSpPr>
            <p:spPr bwMode="auto">
              <a:xfrm>
                <a:off x="3598" y="2777"/>
                <a:ext cx="9" cy="13"/>
              </a:xfrm>
              <a:custGeom>
                <a:avLst/>
                <a:gdLst>
                  <a:gd name="T0" fmla="*/ 40 w 7"/>
                  <a:gd name="T1" fmla="*/ 0 h 10"/>
                  <a:gd name="T2" fmla="*/ 17 w 7"/>
                  <a:gd name="T3" fmla="*/ 38 h 10"/>
                  <a:gd name="T4" fmla="*/ 0 w 7"/>
                  <a:gd name="T5" fmla="*/ 64 h 10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10"/>
                  <a:gd name="T11" fmla="*/ 7 w 7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10">
                    <a:moveTo>
                      <a:pt x="7" y="0"/>
                    </a:moveTo>
                    <a:lnTo>
                      <a:pt x="3" y="6"/>
                    </a:lnTo>
                    <a:lnTo>
                      <a:pt x="0" y="1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15" name="Line 488"/>
              <p:cNvSpPr>
                <a:spLocks noChangeShapeType="1"/>
              </p:cNvSpPr>
              <p:nvPr/>
            </p:nvSpPr>
            <p:spPr bwMode="auto">
              <a:xfrm flipH="1">
                <a:off x="3579" y="2802"/>
                <a:ext cx="10" cy="1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16" name="Line 489"/>
              <p:cNvSpPr>
                <a:spLocks noChangeShapeType="1"/>
              </p:cNvSpPr>
              <p:nvPr/>
            </p:nvSpPr>
            <p:spPr bwMode="auto">
              <a:xfrm flipH="1">
                <a:off x="3562" y="2826"/>
                <a:ext cx="9" cy="1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17" name="Line 490"/>
              <p:cNvSpPr>
                <a:spLocks noChangeShapeType="1"/>
              </p:cNvSpPr>
              <p:nvPr/>
            </p:nvSpPr>
            <p:spPr bwMode="auto">
              <a:xfrm flipH="1">
                <a:off x="3542" y="2849"/>
                <a:ext cx="10" cy="1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18" name="Line 491"/>
              <p:cNvSpPr>
                <a:spLocks noChangeShapeType="1"/>
              </p:cNvSpPr>
              <p:nvPr/>
            </p:nvSpPr>
            <p:spPr bwMode="auto">
              <a:xfrm flipH="1">
                <a:off x="3522" y="2872"/>
                <a:ext cx="10" cy="1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19" name="Line 492"/>
              <p:cNvSpPr>
                <a:spLocks noChangeShapeType="1"/>
              </p:cNvSpPr>
              <p:nvPr/>
            </p:nvSpPr>
            <p:spPr bwMode="auto">
              <a:xfrm flipH="1">
                <a:off x="3504" y="289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20" name="Line 493"/>
              <p:cNvSpPr>
                <a:spLocks noChangeShapeType="1"/>
              </p:cNvSpPr>
              <p:nvPr/>
            </p:nvSpPr>
            <p:spPr bwMode="auto">
              <a:xfrm flipH="1">
                <a:off x="3484" y="291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21" name="Freeform 494"/>
              <p:cNvSpPr/>
              <p:nvPr/>
            </p:nvSpPr>
            <p:spPr bwMode="auto">
              <a:xfrm>
                <a:off x="3462" y="2934"/>
                <a:ext cx="12" cy="10"/>
              </a:xfrm>
              <a:custGeom>
                <a:avLst/>
                <a:gdLst>
                  <a:gd name="T0" fmla="*/ 65 w 9"/>
                  <a:gd name="T1" fmla="*/ 0 h 8"/>
                  <a:gd name="T2" fmla="*/ 1 w 9"/>
                  <a:gd name="T3" fmla="*/ 39 h 8"/>
                  <a:gd name="T4" fmla="*/ 0 w 9"/>
                  <a:gd name="T5" fmla="*/ 39 h 8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8"/>
                  <a:gd name="T11" fmla="*/ 9 w 9"/>
                  <a:gd name="T12" fmla="*/ 8 h 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8">
                    <a:moveTo>
                      <a:pt x="9" y="0"/>
                    </a:moveTo>
                    <a:lnTo>
                      <a:pt x="1" y="8"/>
                    </a:lnTo>
                    <a:lnTo>
                      <a:pt x="0" y="8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22" name="Line 495"/>
              <p:cNvSpPr>
                <a:spLocks noChangeShapeType="1"/>
              </p:cNvSpPr>
              <p:nvPr/>
            </p:nvSpPr>
            <p:spPr bwMode="auto">
              <a:xfrm flipH="1">
                <a:off x="3440" y="2954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23" name="Line 496"/>
              <p:cNvSpPr>
                <a:spLocks noChangeShapeType="1"/>
              </p:cNvSpPr>
              <p:nvPr/>
            </p:nvSpPr>
            <p:spPr bwMode="auto">
              <a:xfrm flipH="1">
                <a:off x="3418" y="2974"/>
                <a:ext cx="11" cy="10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24" name="Line 497"/>
              <p:cNvSpPr>
                <a:spLocks noChangeShapeType="1"/>
              </p:cNvSpPr>
              <p:nvPr/>
            </p:nvSpPr>
            <p:spPr bwMode="auto">
              <a:xfrm flipH="1">
                <a:off x="3394" y="2994"/>
                <a:ext cx="12" cy="8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25" name="Line 498"/>
              <p:cNvSpPr>
                <a:spLocks noChangeShapeType="1"/>
              </p:cNvSpPr>
              <p:nvPr/>
            </p:nvSpPr>
            <p:spPr bwMode="auto">
              <a:xfrm flipH="1">
                <a:off x="3370" y="3011"/>
                <a:ext cx="12" cy="9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26" name="Freeform 499"/>
              <p:cNvSpPr/>
              <p:nvPr/>
            </p:nvSpPr>
            <p:spPr bwMode="auto">
              <a:xfrm>
                <a:off x="3347" y="3028"/>
                <a:ext cx="12" cy="9"/>
              </a:xfrm>
              <a:custGeom>
                <a:avLst/>
                <a:gdLst>
                  <a:gd name="T0" fmla="*/ 35 w 10"/>
                  <a:gd name="T1" fmla="*/ 0 h 7"/>
                  <a:gd name="T2" fmla="*/ 20 w 10"/>
                  <a:gd name="T3" fmla="*/ 17 h 7"/>
                  <a:gd name="T4" fmla="*/ 0 w 10"/>
                  <a:gd name="T5" fmla="*/ 40 h 7"/>
                  <a:gd name="T6" fmla="*/ 0 60000 65536"/>
                  <a:gd name="T7" fmla="*/ 0 60000 65536"/>
                  <a:gd name="T8" fmla="*/ 0 60000 65536"/>
                  <a:gd name="T9" fmla="*/ 0 w 10"/>
                  <a:gd name="T10" fmla="*/ 0 h 7"/>
                  <a:gd name="T11" fmla="*/ 10 w 10"/>
                  <a:gd name="T12" fmla="*/ 7 h 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" h="7">
                    <a:moveTo>
                      <a:pt x="10" y="0"/>
                    </a:moveTo>
                    <a:lnTo>
                      <a:pt x="6" y="3"/>
                    </a:lnTo>
                    <a:lnTo>
                      <a:pt x="0" y="7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27" name="Line 500"/>
              <p:cNvSpPr>
                <a:spLocks noChangeShapeType="1"/>
              </p:cNvSpPr>
              <p:nvPr/>
            </p:nvSpPr>
            <p:spPr bwMode="auto">
              <a:xfrm flipH="1">
                <a:off x="3322" y="3046"/>
                <a:ext cx="12" cy="7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28" name="Line 501"/>
              <p:cNvSpPr>
                <a:spLocks noChangeShapeType="1"/>
              </p:cNvSpPr>
              <p:nvPr/>
            </p:nvSpPr>
            <p:spPr bwMode="auto">
              <a:xfrm flipH="1">
                <a:off x="3297" y="3062"/>
                <a:ext cx="12" cy="7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29" name="Line 502"/>
              <p:cNvSpPr>
                <a:spLocks noChangeShapeType="1"/>
              </p:cNvSpPr>
              <p:nvPr/>
            </p:nvSpPr>
            <p:spPr bwMode="auto">
              <a:xfrm flipH="1">
                <a:off x="3272" y="3077"/>
                <a:ext cx="13" cy="7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30" name="Line 503"/>
              <p:cNvSpPr>
                <a:spLocks noChangeShapeType="1"/>
              </p:cNvSpPr>
              <p:nvPr/>
            </p:nvSpPr>
            <p:spPr bwMode="auto">
              <a:xfrm flipH="1">
                <a:off x="3246" y="3092"/>
                <a:ext cx="14" cy="7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31" name="Line 504"/>
              <p:cNvSpPr>
                <a:spLocks noChangeShapeType="1"/>
              </p:cNvSpPr>
              <p:nvPr/>
            </p:nvSpPr>
            <p:spPr bwMode="auto">
              <a:xfrm flipH="1">
                <a:off x="3219" y="3107"/>
                <a:ext cx="13" cy="6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33" name="Freeform 506"/>
              <p:cNvSpPr/>
              <p:nvPr/>
            </p:nvSpPr>
            <p:spPr bwMode="auto">
              <a:xfrm>
                <a:off x="3164" y="3132"/>
                <a:ext cx="14" cy="6"/>
              </a:xfrm>
              <a:custGeom>
                <a:avLst/>
                <a:gdLst>
                  <a:gd name="T0" fmla="*/ 60 w 11"/>
                  <a:gd name="T1" fmla="*/ 0 h 5"/>
                  <a:gd name="T2" fmla="*/ 36 w 11"/>
                  <a:gd name="T3" fmla="*/ 12 h 5"/>
                  <a:gd name="T4" fmla="*/ 0 w 11"/>
                  <a:gd name="T5" fmla="*/ 17 h 5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5"/>
                  <a:gd name="T11" fmla="*/ 11 w 11"/>
                  <a:gd name="T12" fmla="*/ 5 h 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5">
                    <a:moveTo>
                      <a:pt x="11" y="0"/>
                    </a:moveTo>
                    <a:lnTo>
                      <a:pt x="6" y="3"/>
                    </a:lnTo>
                    <a:lnTo>
                      <a:pt x="0" y="5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36" name="Line 509"/>
              <p:cNvSpPr>
                <a:spLocks noChangeShapeType="1"/>
              </p:cNvSpPr>
              <p:nvPr/>
            </p:nvSpPr>
            <p:spPr bwMode="auto">
              <a:xfrm flipH="1">
                <a:off x="3080" y="3165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37" name="Line 510"/>
              <p:cNvSpPr>
                <a:spLocks noChangeShapeType="1"/>
              </p:cNvSpPr>
              <p:nvPr/>
            </p:nvSpPr>
            <p:spPr bwMode="auto">
              <a:xfrm flipH="1">
                <a:off x="3053" y="3174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39" name="Line 512"/>
              <p:cNvSpPr>
                <a:spLocks noChangeShapeType="1"/>
              </p:cNvSpPr>
              <p:nvPr/>
            </p:nvSpPr>
            <p:spPr bwMode="auto">
              <a:xfrm flipH="1">
                <a:off x="2993" y="3190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40" name="Freeform 513"/>
              <p:cNvSpPr/>
              <p:nvPr/>
            </p:nvSpPr>
            <p:spPr bwMode="auto">
              <a:xfrm>
                <a:off x="2963" y="3198"/>
                <a:ext cx="15" cy="2"/>
              </a:xfrm>
              <a:custGeom>
                <a:avLst/>
                <a:gdLst>
                  <a:gd name="T0" fmla="*/ 60 w 12"/>
                  <a:gd name="T1" fmla="*/ 0 h 2"/>
                  <a:gd name="T2" fmla="*/ 31 w 12"/>
                  <a:gd name="T3" fmla="*/ 1 h 2"/>
                  <a:gd name="T4" fmla="*/ 0 w 12"/>
                  <a:gd name="T5" fmla="*/ 2 h 2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2"/>
                  <a:gd name="T11" fmla="*/ 12 w 12"/>
                  <a:gd name="T12" fmla="*/ 2 h 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2">
                    <a:moveTo>
                      <a:pt x="12" y="0"/>
                    </a:moveTo>
                    <a:lnTo>
                      <a:pt x="6" y="1"/>
                    </a:lnTo>
                    <a:lnTo>
                      <a:pt x="0" y="2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41" name="Line 514"/>
              <p:cNvSpPr>
                <a:spLocks noChangeShapeType="1"/>
              </p:cNvSpPr>
              <p:nvPr/>
            </p:nvSpPr>
            <p:spPr bwMode="auto">
              <a:xfrm flipH="1">
                <a:off x="2934" y="3203"/>
                <a:ext cx="15" cy="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42" name="Line 515"/>
              <p:cNvSpPr>
                <a:spLocks noChangeShapeType="1"/>
              </p:cNvSpPr>
              <p:nvPr/>
            </p:nvSpPr>
            <p:spPr bwMode="auto">
              <a:xfrm flipH="1">
                <a:off x="2904" y="3208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43" name="Line 516"/>
              <p:cNvSpPr>
                <a:spLocks noChangeShapeType="1"/>
              </p:cNvSpPr>
              <p:nvPr/>
            </p:nvSpPr>
            <p:spPr bwMode="auto">
              <a:xfrm flipH="1">
                <a:off x="2874" y="3212"/>
                <a:ext cx="15" cy="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44" name="Line 517"/>
              <p:cNvSpPr>
                <a:spLocks noChangeShapeType="1"/>
              </p:cNvSpPr>
              <p:nvPr/>
            </p:nvSpPr>
            <p:spPr bwMode="auto">
              <a:xfrm flipH="1">
                <a:off x="2844" y="3216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45" name="Line 518"/>
              <p:cNvSpPr>
                <a:spLocks noChangeShapeType="1"/>
              </p:cNvSpPr>
              <p:nvPr/>
            </p:nvSpPr>
            <p:spPr bwMode="auto">
              <a:xfrm flipH="1">
                <a:off x="2814" y="3219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46" name="Line 519"/>
              <p:cNvSpPr>
                <a:spLocks noChangeShapeType="1"/>
              </p:cNvSpPr>
              <p:nvPr/>
            </p:nvSpPr>
            <p:spPr bwMode="auto">
              <a:xfrm flipH="1">
                <a:off x="2784" y="3219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47" name="Freeform 520"/>
              <p:cNvSpPr/>
              <p:nvPr/>
            </p:nvSpPr>
            <p:spPr bwMode="auto">
              <a:xfrm>
                <a:off x="2754" y="3220"/>
                <a:ext cx="15" cy="1"/>
              </a:xfrm>
              <a:custGeom>
                <a:avLst/>
                <a:gdLst>
                  <a:gd name="T0" fmla="*/ 60 w 12"/>
                  <a:gd name="T1" fmla="*/ 0 h 1"/>
                  <a:gd name="T2" fmla="*/ 31 w 12"/>
                  <a:gd name="T3" fmla="*/ 0 h 1"/>
                  <a:gd name="T4" fmla="*/ 0 w 1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1"/>
                  <a:gd name="T11" fmla="*/ 12 w 1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1">
                    <a:moveTo>
                      <a:pt x="12" y="0"/>
                    </a:moveTo>
                    <a:lnTo>
                      <a:pt x="6" y="0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48" name="Line 521"/>
              <p:cNvSpPr>
                <a:spLocks noChangeShapeType="1"/>
              </p:cNvSpPr>
              <p:nvPr/>
            </p:nvSpPr>
            <p:spPr bwMode="auto">
              <a:xfrm flipH="1" flipV="1">
                <a:off x="2725" y="3219"/>
                <a:ext cx="14" cy="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49" name="Line 522"/>
              <p:cNvSpPr>
                <a:spLocks noChangeShapeType="1"/>
              </p:cNvSpPr>
              <p:nvPr/>
            </p:nvSpPr>
            <p:spPr bwMode="auto">
              <a:xfrm flipH="1">
                <a:off x="2695" y="3219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50" name="Line 523"/>
              <p:cNvSpPr>
                <a:spLocks noChangeShapeType="1"/>
              </p:cNvSpPr>
              <p:nvPr/>
            </p:nvSpPr>
            <p:spPr bwMode="auto">
              <a:xfrm flipH="1" flipV="1">
                <a:off x="2665" y="3216"/>
                <a:ext cx="15" cy="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51" name="Line 524"/>
              <p:cNvSpPr>
                <a:spLocks noChangeShapeType="1"/>
              </p:cNvSpPr>
              <p:nvPr/>
            </p:nvSpPr>
            <p:spPr bwMode="auto">
              <a:xfrm flipH="1" flipV="1">
                <a:off x="2635" y="3212"/>
                <a:ext cx="15" cy="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52" name="Line 525"/>
              <p:cNvSpPr>
                <a:spLocks noChangeShapeType="1"/>
              </p:cNvSpPr>
              <p:nvPr/>
            </p:nvSpPr>
            <p:spPr bwMode="auto">
              <a:xfrm flipH="1" flipV="1">
                <a:off x="2605" y="3209"/>
                <a:ext cx="15" cy="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53" name="Line 526"/>
              <p:cNvSpPr>
                <a:spLocks noChangeShapeType="1"/>
              </p:cNvSpPr>
              <p:nvPr/>
            </p:nvSpPr>
            <p:spPr bwMode="auto">
              <a:xfrm flipH="1" flipV="1">
                <a:off x="2575" y="3203"/>
                <a:ext cx="15" cy="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54" name="Freeform 527"/>
              <p:cNvSpPr/>
              <p:nvPr/>
            </p:nvSpPr>
            <p:spPr bwMode="auto">
              <a:xfrm>
                <a:off x="2545" y="3198"/>
                <a:ext cx="15" cy="2"/>
              </a:xfrm>
              <a:custGeom>
                <a:avLst/>
                <a:gdLst>
                  <a:gd name="T0" fmla="*/ 60 w 12"/>
                  <a:gd name="T1" fmla="*/ 2 h 2"/>
                  <a:gd name="T2" fmla="*/ 25 w 12"/>
                  <a:gd name="T3" fmla="*/ 1 h 2"/>
                  <a:gd name="T4" fmla="*/ 0 w 12"/>
                  <a:gd name="T5" fmla="*/ 0 h 2"/>
                  <a:gd name="T6" fmla="*/ 0 60000 65536"/>
                  <a:gd name="T7" fmla="*/ 0 60000 65536"/>
                  <a:gd name="T8" fmla="*/ 0 60000 65536"/>
                  <a:gd name="T9" fmla="*/ 0 w 12"/>
                  <a:gd name="T10" fmla="*/ 0 h 2"/>
                  <a:gd name="T11" fmla="*/ 12 w 12"/>
                  <a:gd name="T12" fmla="*/ 2 h 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" h="2">
                    <a:moveTo>
                      <a:pt x="12" y="2"/>
                    </a:moveTo>
                    <a:lnTo>
                      <a:pt x="5" y="1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55" name="Line 528"/>
              <p:cNvSpPr>
                <a:spLocks noChangeShapeType="1"/>
              </p:cNvSpPr>
              <p:nvPr/>
            </p:nvSpPr>
            <p:spPr bwMode="auto">
              <a:xfrm flipH="1" flipV="1">
                <a:off x="2515" y="3190"/>
                <a:ext cx="15" cy="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57" name="Line 530"/>
              <p:cNvSpPr>
                <a:spLocks noChangeShapeType="1"/>
              </p:cNvSpPr>
              <p:nvPr/>
            </p:nvSpPr>
            <p:spPr bwMode="auto">
              <a:xfrm flipH="1" flipV="1">
                <a:off x="2458" y="3174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58" name="Line 531"/>
              <p:cNvSpPr>
                <a:spLocks noChangeShapeType="1"/>
              </p:cNvSpPr>
              <p:nvPr/>
            </p:nvSpPr>
            <p:spPr bwMode="auto">
              <a:xfrm flipH="1" flipV="1">
                <a:off x="2430" y="3165"/>
                <a:ext cx="13" cy="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59" name="Line 532"/>
              <p:cNvSpPr>
                <a:spLocks noChangeShapeType="1"/>
              </p:cNvSpPr>
              <p:nvPr/>
            </p:nvSpPr>
            <p:spPr bwMode="auto">
              <a:xfrm flipH="1" flipV="1">
                <a:off x="2402" y="3155"/>
                <a:ext cx="14" cy="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60" name="Line 533"/>
              <p:cNvSpPr>
                <a:spLocks noChangeShapeType="1"/>
              </p:cNvSpPr>
              <p:nvPr/>
            </p:nvSpPr>
            <p:spPr bwMode="auto">
              <a:xfrm flipH="1" flipV="1">
                <a:off x="2375" y="3144"/>
                <a:ext cx="14" cy="6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61" name="Freeform 534"/>
              <p:cNvSpPr/>
              <p:nvPr/>
            </p:nvSpPr>
            <p:spPr bwMode="auto">
              <a:xfrm>
                <a:off x="2347" y="3134"/>
                <a:ext cx="14" cy="5"/>
              </a:xfrm>
              <a:custGeom>
                <a:avLst/>
                <a:gdLst>
                  <a:gd name="T0" fmla="*/ 60 w 11"/>
                  <a:gd name="T1" fmla="*/ 20 h 4"/>
                  <a:gd name="T2" fmla="*/ 17 w 11"/>
                  <a:gd name="T3" fmla="*/ 1 h 4"/>
                  <a:gd name="T4" fmla="*/ 0 w 11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4"/>
                  <a:gd name="T11" fmla="*/ 11 w 11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4">
                    <a:moveTo>
                      <a:pt x="11" y="4"/>
                    </a:moveTo>
                    <a:lnTo>
                      <a:pt x="3" y="1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62" name="Line 535"/>
              <p:cNvSpPr>
                <a:spLocks noChangeShapeType="1"/>
              </p:cNvSpPr>
              <p:nvPr/>
            </p:nvSpPr>
            <p:spPr bwMode="auto">
              <a:xfrm flipH="1" flipV="1">
                <a:off x="2320" y="3120"/>
                <a:ext cx="14" cy="8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63" name="Line 536"/>
              <p:cNvSpPr>
                <a:spLocks noChangeShapeType="1"/>
              </p:cNvSpPr>
              <p:nvPr/>
            </p:nvSpPr>
            <p:spPr bwMode="auto">
              <a:xfrm flipH="1" flipV="1">
                <a:off x="2293" y="3108"/>
                <a:ext cx="13" cy="6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64" name="Line 537"/>
              <p:cNvSpPr>
                <a:spLocks noChangeShapeType="1"/>
              </p:cNvSpPr>
              <p:nvPr/>
            </p:nvSpPr>
            <p:spPr bwMode="auto">
              <a:xfrm flipH="1" flipV="1">
                <a:off x="2267" y="3093"/>
                <a:ext cx="12" cy="8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65" name="Line 538"/>
              <p:cNvSpPr>
                <a:spLocks noChangeShapeType="1"/>
              </p:cNvSpPr>
              <p:nvPr/>
            </p:nvSpPr>
            <p:spPr bwMode="auto">
              <a:xfrm flipH="1" flipV="1">
                <a:off x="2240" y="3078"/>
                <a:ext cx="13" cy="8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66" name="Line 539"/>
              <p:cNvSpPr>
                <a:spLocks noChangeShapeType="1"/>
              </p:cNvSpPr>
              <p:nvPr/>
            </p:nvSpPr>
            <p:spPr bwMode="auto">
              <a:xfrm flipH="1" flipV="1">
                <a:off x="2214" y="3062"/>
                <a:ext cx="13" cy="9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67" name="Line 540"/>
              <p:cNvSpPr>
                <a:spLocks noChangeShapeType="1"/>
              </p:cNvSpPr>
              <p:nvPr/>
            </p:nvSpPr>
            <p:spPr bwMode="auto">
              <a:xfrm flipH="1" flipV="1">
                <a:off x="2189" y="3046"/>
                <a:ext cx="13" cy="9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68" name="Freeform 541"/>
              <p:cNvSpPr/>
              <p:nvPr/>
            </p:nvSpPr>
            <p:spPr bwMode="auto">
              <a:xfrm>
                <a:off x="2164" y="3030"/>
                <a:ext cx="13" cy="8"/>
              </a:xfrm>
              <a:custGeom>
                <a:avLst/>
                <a:gdLst>
                  <a:gd name="T0" fmla="*/ 64 w 10"/>
                  <a:gd name="T1" fmla="*/ 17 h 7"/>
                  <a:gd name="T2" fmla="*/ 21 w 10"/>
                  <a:gd name="T3" fmla="*/ 2 h 7"/>
                  <a:gd name="T4" fmla="*/ 0 w 10"/>
                  <a:gd name="T5" fmla="*/ 0 h 7"/>
                  <a:gd name="T6" fmla="*/ 0 60000 65536"/>
                  <a:gd name="T7" fmla="*/ 0 60000 65536"/>
                  <a:gd name="T8" fmla="*/ 0 60000 65536"/>
                  <a:gd name="T9" fmla="*/ 0 w 10"/>
                  <a:gd name="T10" fmla="*/ 0 h 7"/>
                  <a:gd name="T11" fmla="*/ 10 w 10"/>
                  <a:gd name="T12" fmla="*/ 7 h 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" h="7">
                    <a:moveTo>
                      <a:pt x="10" y="7"/>
                    </a:moveTo>
                    <a:lnTo>
                      <a:pt x="3" y="2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69" name="Line 542"/>
              <p:cNvSpPr>
                <a:spLocks noChangeShapeType="1"/>
              </p:cNvSpPr>
              <p:nvPr/>
            </p:nvSpPr>
            <p:spPr bwMode="auto">
              <a:xfrm flipH="1" flipV="1">
                <a:off x="2141" y="3012"/>
                <a:ext cx="12" cy="9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70" name="Line 543"/>
              <p:cNvSpPr>
                <a:spLocks noChangeShapeType="1"/>
              </p:cNvSpPr>
              <p:nvPr/>
            </p:nvSpPr>
            <p:spPr bwMode="auto">
              <a:xfrm flipH="1" flipV="1">
                <a:off x="2117" y="2994"/>
                <a:ext cx="13" cy="8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71" name="Line 544"/>
              <p:cNvSpPr>
                <a:spLocks noChangeShapeType="1"/>
              </p:cNvSpPr>
              <p:nvPr/>
            </p:nvSpPr>
            <p:spPr bwMode="auto">
              <a:xfrm flipH="1" flipV="1">
                <a:off x="2095" y="2975"/>
                <a:ext cx="11" cy="9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72" name="Line 545"/>
              <p:cNvSpPr>
                <a:spLocks noChangeShapeType="1"/>
              </p:cNvSpPr>
              <p:nvPr/>
            </p:nvSpPr>
            <p:spPr bwMode="auto">
              <a:xfrm flipH="1" flipV="1">
                <a:off x="2072" y="2955"/>
                <a:ext cx="12" cy="10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73" name="Freeform 546"/>
              <p:cNvSpPr/>
              <p:nvPr/>
            </p:nvSpPr>
            <p:spPr bwMode="auto">
              <a:xfrm>
                <a:off x="2050" y="2935"/>
                <a:ext cx="11" cy="10"/>
              </a:xfrm>
              <a:custGeom>
                <a:avLst/>
                <a:gdLst>
                  <a:gd name="T0" fmla="*/ 35 w 9"/>
                  <a:gd name="T1" fmla="*/ 39 h 8"/>
                  <a:gd name="T2" fmla="*/ 29 w 9"/>
                  <a:gd name="T3" fmla="*/ 36 h 8"/>
                  <a:gd name="T4" fmla="*/ 0 w 9"/>
                  <a:gd name="T5" fmla="*/ 0 h 8"/>
                  <a:gd name="T6" fmla="*/ 0 60000 65536"/>
                  <a:gd name="T7" fmla="*/ 0 60000 65536"/>
                  <a:gd name="T8" fmla="*/ 0 60000 65536"/>
                  <a:gd name="T9" fmla="*/ 0 w 9"/>
                  <a:gd name="T10" fmla="*/ 0 h 8"/>
                  <a:gd name="T11" fmla="*/ 9 w 9"/>
                  <a:gd name="T12" fmla="*/ 8 h 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" h="8">
                    <a:moveTo>
                      <a:pt x="9" y="8"/>
                    </a:moveTo>
                    <a:lnTo>
                      <a:pt x="7" y="7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74" name="Line 547"/>
              <p:cNvSpPr>
                <a:spLocks noChangeShapeType="1"/>
              </p:cNvSpPr>
              <p:nvPr/>
            </p:nvSpPr>
            <p:spPr bwMode="auto">
              <a:xfrm flipH="1" flipV="1">
                <a:off x="2030" y="291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75" name="Line 548"/>
              <p:cNvSpPr>
                <a:spLocks noChangeShapeType="1"/>
              </p:cNvSpPr>
              <p:nvPr/>
            </p:nvSpPr>
            <p:spPr bwMode="auto">
              <a:xfrm flipH="1" flipV="1">
                <a:off x="2010" y="289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76" name="Line 549"/>
              <p:cNvSpPr>
                <a:spLocks noChangeShapeType="1"/>
              </p:cNvSpPr>
              <p:nvPr/>
            </p:nvSpPr>
            <p:spPr bwMode="auto">
              <a:xfrm flipH="1" flipV="1">
                <a:off x="1990" y="2873"/>
                <a:ext cx="10" cy="1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77" name="Line 550"/>
              <p:cNvSpPr>
                <a:spLocks noChangeShapeType="1"/>
              </p:cNvSpPr>
              <p:nvPr/>
            </p:nvSpPr>
            <p:spPr bwMode="auto">
              <a:xfrm flipH="1" flipV="1">
                <a:off x="1972" y="2851"/>
                <a:ext cx="8" cy="11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78" name="Line 551"/>
              <p:cNvSpPr>
                <a:spLocks noChangeShapeType="1"/>
              </p:cNvSpPr>
              <p:nvPr/>
            </p:nvSpPr>
            <p:spPr bwMode="auto">
              <a:xfrm flipH="1" flipV="1">
                <a:off x="1953" y="2827"/>
                <a:ext cx="9" cy="1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79" name="Line 552"/>
              <p:cNvSpPr>
                <a:spLocks noChangeShapeType="1"/>
              </p:cNvSpPr>
              <p:nvPr/>
            </p:nvSpPr>
            <p:spPr bwMode="auto">
              <a:xfrm flipH="1" flipV="1">
                <a:off x="1936" y="2803"/>
                <a:ext cx="8" cy="1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80" name="Freeform 553"/>
              <p:cNvSpPr/>
              <p:nvPr/>
            </p:nvSpPr>
            <p:spPr bwMode="auto">
              <a:xfrm>
                <a:off x="1917" y="2780"/>
                <a:ext cx="9" cy="12"/>
              </a:xfrm>
              <a:custGeom>
                <a:avLst/>
                <a:gdLst>
                  <a:gd name="T0" fmla="*/ 40 w 7"/>
                  <a:gd name="T1" fmla="*/ 35 h 10"/>
                  <a:gd name="T2" fmla="*/ 17 w 7"/>
                  <a:gd name="T3" fmla="*/ 14 h 10"/>
                  <a:gd name="T4" fmla="*/ 0 w 7"/>
                  <a:gd name="T5" fmla="*/ 0 h 10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10"/>
                  <a:gd name="T11" fmla="*/ 7 w 7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10">
                    <a:moveTo>
                      <a:pt x="7" y="10"/>
                    </a:moveTo>
                    <a:lnTo>
                      <a:pt x="3" y="4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81" name="Line 554"/>
              <p:cNvSpPr>
                <a:spLocks noChangeShapeType="1"/>
              </p:cNvSpPr>
              <p:nvPr/>
            </p:nvSpPr>
            <p:spPr bwMode="auto">
              <a:xfrm flipH="1" flipV="1">
                <a:off x="1901" y="2755"/>
                <a:ext cx="8" cy="1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82" name="Line 555"/>
              <p:cNvSpPr>
                <a:spLocks noChangeShapeType="1"/>
              </p:cNvSpPr>
              <p:nvPr/>
            </p:nvSpPr>
            <p:spPr bwMode="auto">
              <a:xfrm flipH="1" flipV="1">
                <a:off x="1884" y="2730"/>
                <a:ext cx="9" cy="12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83" name="Line 556"/>
              <p:cNvSpPr>
                <a:spLocks noChangeShapeType="1"/>
              </p:cNvSpPr>
              <p:nvPr/>
            </p:nvSpPr>
            <p:spPr bwMode="auto">
              <a:xfrm flipH="1" flipV="1">
                <a:off x="1870" y="2704"/>
                <a:ext cx="7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84" name="Line 557"/>
              <p:cNvSpPr>
                <a:spLocks noChangeShapeType="1"/>
              </p:cNvSpPr>
              <p:nvPr/>
            </p:nvSpPr>
            <p:spPr bwMode="auto">
              <a:xfrm flipH="1" flipV="1">
                <a:off x="1855" y="2677"/>
                <a:ext cx="7" cy="1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85" name="Line 558"/>
              <p:cNvSpPr>
                <a:spLocks noChangeShapeType="1"/>
              </p:cNvSpPr>
              <p:nvPr/>
            </p:nvSpPr>
            <p:spPr bwMode="auto">
              <a:xfrm flipH="1" flipV="1">
                <a:off x="1841" y="2649"/>
                <a:ext cx="6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86" name="Line 559"/>
              <p:cNvSpPr>
                <a:spLocks noChangeShapeType="1"/>
              </p:cNvSpPr>
              <p:nvPr/>
            </p:nvSpPr>
            <p:spPr bwMode="auto">
              <a:xfrm flipH="1" flipV="1">
                <a:off x="1827" y="2622"/>
                <a:ext cx="6" cy="1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87" name="Freeform 560"/>
              <p:cNvSpPr/>
              <p:nvPr/>
            </p:nvSpPr>
            <p:spPr bwMode="auto">
              <a:xfrm>
                <a:off x="1815" y="2594"/>
                <a:ext cx="6" cy="14"/>
              </a:xfrm>
              <a:custGeom>
                <a:avLst/>
                <a:gdLst>
                  <a:gd name="T0" fmla="*/ 17 w 5"/>
                  <a:gd name="T1" fmla="*/ 60 h 11"/>
                  <a:gd name="T2" fmla="*/ 2 w 5"/>
                  <a:gd name="T3" fmla="*/ 36 h 11"/>
                  <a:gd name="T4" fmla="*/ 0 w 5"/>
                  <a:gd name="T5" fmla="*/ 0 h 11"/>
                  <a:gd name="T6" fmla="*/ 0 60000 65536"/>
                  <a:gd name="T7" fmla="*/ 0 60000 65536"/>
                  <a:gd name="T8" fmla="*/ 0 60000 65536"/>
                  <a:gd name="T9" fmla="*/ 0 w 5"/>
                  <a:gd name="T10" fmla="*/ 0 h 11"/>
                  <a:gd name="T11" fmla="*/ 5 w 5"/>
                  <a:gd name="T12" fmla="*/ 11 h 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" h="11">
                    <a:moveTo>
                      <a:pt x="5" y="11"/>
                    </a:moveTo>
                    <a:lnTo>
                      <a:pt x="2" y="6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88" name="Line 561"/>
              <p:cNvSpPr>
                <a:spLocks noChangeShapeType="1"/>
              </p:cNvSpPr>
              <p:nvPr/>
            </p:nvSpPr>
            <p:spPr bwMode="auto">
              <a:xfrm flipH="1" flipV="1">
                <a:off x="1804" y="2567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89" name="Line 562"/>
              <p:cNvSpPr>
                <a:spLocks noChangeShapeType="1"/>
              </p:cNvSpPr>
              <p:nvPr/>
            </p:nvSpPr>
            <p:spPr bwMode="auto">
              <a:xfrm flipH="1" flipV="1">
                <a:off x="1794" y="2540"/>
                <a:ext cx="5" cy="13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90" name="Line 563"/>
              <p:cNvSpPr>
                <a:spLocks noChangeShapeType="1"/>
              </p:cNvSpPr>
              <p:nvPr/>
            </p:nvSpPr>
            <p:spPr bwMode="auto">
              <a:xfrm flipH="1" flipV="1">
                <a:off x="1784" y="2512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91" name="Line 564"/>
              <p:cNvSpPr>
                <a:spLocks noChangeShapeType="1"/>
              </p:cNvSpPr>
              <p:nvPr/>
            </p:nvSpPr>
            <p:spPr bwMode="auto">
              <a:xfrm flipH="1" flipV="1">
                <a:off x="1775" y="2485"/>
                <a:ext cx="5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92" name="Freeform 565"/>
              <p:cNvSpPr/>
              <p:nvPr/>
            </p:nvSpPr>
            <p:spPr bwMode="auto">
              <a:xfrm>
                <a:off x="1766" y="2456"/>
                <a:ext cx="4" cy="15"/>
              </a:xfrm>
              <a:custGeom>
                <a:avLst/>
                <a:gdLst>
                  <a:gd name="T0" fmla="*/ 21 w 3"/>
                  <a:gd name="T1" fmla="*/ 60 h 12"/>
                  <a:gd name="T2" fmla="*/ 21 w 3"/>
                  <a:gd name="T3" fmla="*/ 56 h 12"/>
                  <a:gd name="T4" fmla="*/ 0 w 3"/>
                  <a:gd name="T5" fmla="*/ 0 h 12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12"/>
                  <a:gd name="T11" fmla="*/ 3 w 3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12">
                    <a:moveTo>
                      <a:pt x="3" y="12"/>
                    </a:moveTo>
                    <a:lnTo>
                      <a:pt x="3" y="11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93" name="Line 566"/>
              <p:cNvSpPr>
                <a:spLocks noChangeShapeType="1"/>
              </p:cNvSpPr>
              <p:nvPr/>
            </p:nvSpPr>
            <p:spPr bwMode="auto">
              <a:xfrm flipH="1" flipV="1">
                <a:off x="1760" y="2427"/>
                <a:ext cx="4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94" name="Freeform 567"/>
              <p:cNvSpPr/>
              <p:nvPr/>
            </p:nvSpPr>
            <p:spPr bwMode="auto">
              <a:xfrm>
                <a:off x="1753" y="2397"/>
                <a:ext cx="3" cy="15"/>
              </a:xfrm>
              <a:custGeom>
                <a:avLst/>
                <a:gdLst>
                  <a:gd name="T0" fmla="*/ 3 w 3"/>
                  <a:gd name="T1" fmla="*/ 60 h 12"/>
                  <a:gd name="T2" fmla="*/ 1 w 3"/>
                  <a:gd name="T3" fmla="*/ 20 h 12"/>
                  <a:gd name="T4" fmla="*/ 0 w 3"/>
                  <a:gd name="T5" fmla="*/ 0 h 12"/>
                  <a:gd name="T6" fmla="*/ 0 60000 65536"/>
                  <a:gd name="T7" fmla="*/ 0 60000 65536"/>
                  <a:gd name="T8" fmla="*/ 0 60000 65536"/>
                  <a:gd name="T9" fmla="*/ 0 w 3"/>
                  <a:gd name="T10" fmla="*/ 0 h 12"/>
                  <a:gd name="T11" fmla="*/ 3 w 3"/>
                  <a:gd name="T12" fmla="*/ 12 h 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" h="12">
                    <a:moveTo>
                      <a:pt x="3" y="12"/>
                    </a:moveTo>
                    <a:lnTo>
                      <a:pt x="1" y="4"/>
                    </a:lnTo>
                    <a:lnTo>
                      <a:pt x="0" y="0"/>
                    </a:lnTo>
                  </a:path>
                </a:pathLst>
              </a:cu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95" name="Line 568"/>
              <p:cNvSpPr>
                <a:spLocks noChangeShapeType="1"/>
              </p:cNvSpPr>
              <p:nvPr/>
            </p:nvSpPr>
            <p:spPr bwMode="auto">
              <a:xfrm flipH="1" flipV="1">
                <a:off x="1749" y="2367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96" name="Line 569"/>
              <p:cNvSpPr>
                <a:spLocks noChangeShapeType="1"/>
              </p:cNvSpPr>
              <p:nvPr/>
            </p:nvSpPr>
            <p:spPr bwMode="auto">
              <a:xfrm flipH="1" flipV="1">
                <a:off x="1744" y="2337"/>
                <a:ext cx="2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97" name="Line 570"/>
              <p:cNvSpPr>
                <a:spLocks noChangeShapeType="1"/>
              </p:cNvSpPr>
              <p:nvPr/>
            </p:nvSpPr>
            <p:spPr bwMode="auto">
              <a:xfrm flipH="1" flipV="1">
                <a:off x="1740" y="2307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98" name="Line 571"/>
              <p:cNvSpPr>
                <a:spLocks noChangeShapeType="1"/>
              </p:cNvSpPr>
              <p:nvPr/>
            </p:nvSpPr>
            <p:spPr bwMode="auto">
              <a:xfrm flipH="1" flipV="1">
                <a:off x="1736" y="2277"/>
                <a:ext cx="3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99" name="Line 572"/>
              <p:cNvSpPr>
                <a:spLocks noChangeShapeType="1"/>
              </p:cNvSpPr>
              <p:nvPr/>
            </p:nvSpPr>
            <p:spPr bwMode="auto">
              <a:xfrm flipV="1">
                <a:off x="1735" y="2248"/>
                <a:ext cx="1" cy="14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00" name="Line 573"/>
              <p:cNvSpPr>
                <a:spLocks noChangeShapeType="1"/>
              </p:cNvSpPr>
              <p:nvPr/>
            </p:nvSpPr>
            <p:spPr bwMode="auto">
              <a:xfrm flipV="1">
                <a:off x="1734" y="2218"/>
                <a:ext cx="1" cy="15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01" name="Line 574"/>
              <p:cNvSpPr>
                <a:spLocks noChangeShapeType="1"/>
              </p:cNvSpPr>
              <p:nvPr/>
            </p:nvSpPr>
            <p:spPr bwMode="auto">
              <a:xfrm flipV="1">
                <a:off x="1733" y="2193"/>
                <a:ext cx="1" cy="10"/>
              </a:xfrm>
              <a:prstGeom prst="line">
                <a:avLst/>
              </a:prstGeom>
              <a:noFill/>
              <a:ln w="11113">
                <a:solidFill>
                  <a:srgbClr val="80008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02" name="Line 575"/>
              <p:cNvSpPr>
                <a:spLocks noChangeShapeType="1"/>
              </p:cNvSpPr>
              <p:nvPr/>
            </p:nvSpPr>
            <p:spPr bwMode="auto">
              <a:xfrm>
                <a:off x="410" y="2193"/>
                <a:ext cx="4744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03" name="Freeform 576"/>
              <p:cNvSpPr/>
              <p:nvPr/>
            </p:nvSpPr>
            <p:spPr bwMode="auto">
              <a:xfrm>
                <a:off x="5144" y="2154"/>
                <a:ext cx="116" cy="77"/>
              </a:xfrm>
              <a:custGeom>
                <a:avLst/>
                <a:gdLst>
                  <a:gd name="T0" fmla="*/ 0 w 116"/>
                  <a:gd name="T1" fmla="*/ 0 h 77"/>
                  <a:gd name="T2" fmla="*/ 116 w 116"/>
                  <a:gd name="T3" fmla="*/ 39 h 77"/>
                  <a:gd name="T4" fmla="*/ 0 w 116"/>
                  <a:gd name="T5" fmla="*/ 77 h 77"/>
                  <a:gd name="T6" fmla="*/ 0 w 116"/>
                  <a:gd name="T7" fmla="*/ 0 h 7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6"/>
                  <a:gd name="T13" fmla="*/ 0 h 77"/>
                  <a:gd name="T14" fmla="*/ 116 w 116"/>
                  <a:gd name="T15" fmla="*/ 77 h 7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6" h="77">
                    <a:moveTo>
                      <a:pt x="0" y="0"/>
                    </a:moveTo>
                    <a:lnTo>
                      <a:pt x="116" y="39"/>
                    </a:lnTo>
                    <a:lnTo>
                      <a:pt x="0" y="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04" name="Line 577"/>
              <p:cNvSpPr>
                <a:spLocks noChangeShapeType="1"/>
              </p:cNvSpPr>
              <p:nvPr/>
            </p:nvSpPr>
            <p:spPr bwMode="auto">
              <a:xfrm flipV="1">
                <a:off x="2762" y="388"/>
                <a:ext cx="1" cy="38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05" name="Freeform 578"/>
              <p:cNvSpPr/>
              <p:nvPr/>
            </p:nvSpPr>
            <p:spPr bwMode="auto">
              <a:xfrm>
                <a:off x="2723" y="283"/>
                <a:ext cx="77" cy="115"/>
              </a:xfrm>
              <a:custGeom>
                <a:avLst/>
                <a:gdLst>
                  <a:gd name="T0" fmla="*/ 0 w 77"/>
                  <a:gd name="T1" fmla="*/ 115 h 115"/>
                  <a:gd name="T2" fmla="*/ 39 w 77"/>
                  <a:gd name="T3" fmla="*/ 0 h 115"/>
                  <a:gd name="T4" fmla="*/ 77 w 77"/>
                  <a:gd name="T5" fmla="*/ 115 h 115"/>
                  <a:gd name="T6" fmla="*/ 0 w 77"/>
                  <a:gd name="T7" fmla="*/ 115 h 1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7"/>
                  <a:gd name="T13" fmla="*/ 0 h 115"/>
                  <a:gd name="T14" fmla="*/ 77 w 77"/>
                  <a:gd name="T15" fmla="*/ 115 h 1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7" h="115">
                    <a:moveTo>
                      <a:pt x="0" y="115"/>
                    </a:moveTo>
                    <a:lnTo>
                      <a:pt x="39" y="0"/>
                    </a:lnTo>
                    <a:lnTo>
                      <a:pt x="77" y="115"/>
                    </a:lnTo>
                    <a:lnTo>
                      <a:pt x="0" y="1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06" name="Rectangle 579"/>
              <p:cNvSpPr>
                <a:spLocks noChangeArrowheads="1"/>
              </p:cNvSpPr>
              <p:nvPr/>
            </p:nvSpPr>
            <p:spPr bwMode="auto">
              <a:xfrm>
                <a:off x="2619" y="2179"/>
                <a:ext cx="12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2100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endParaRPr kumimoji="1"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707" name="Rectangle 580"/>
              <p:cNvSpPr>
                <a:spLocks noChangeArrowheads="1"/>
              </p:cNvSpPr>
              <p:nvPr/>
            </p:nvSpPr>
            <p:spPr bwMode="auto">
              <a:xfrm>
                <a:off x="5644" y="2092"/>
                <a:ext cx="6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2100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z</a:t>
                </a:r>
                <a:endParaRPr kumimoji="1"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708" name="Rectangle 581"/>
              <p:cNvSpPr>
                <a:spLocks noChangeArrowheads="1"/>
              </p:cNvSpPr>
              <p:nvPr/>
            </p:nvSpPr>
            <p:spPr bwMode="auto">
              <a:xfrm>
                <a:off x="5426" y="2089"/>
                <a:ext cx="19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21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Re</a:t>
                </a:r>
                <a:endParaRPr kumimoji="1"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709" name="Rectangle 582"/>
              <p:cNvSpPr>
                <a:spLocks noChangeArrowheads="1"/>
              </p:cNvSpPr>
              <p:nvPr/>
            </p:nvSpPr>
            <p:spPr bwMode="auto">
              <a:xfrm>
                <a:off x="2894" y="24"/>
                <a:ext cx="6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2100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z</a:t>
                </a:r>
                <a:endParaRPr kumimoji="1"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710" name="Rectangle 583"/>
              <p:cNvSpPr>
                <a:spLocks noChangeArrowheads="1"/>
              </p:cNvSpPr>
              <p:nvPr/>
            </p:nvSpPr>
            <p:spPr bwMode="auto">
              <a:xfrm>
                <a:off x="2591" y="24"/>
                <a:ext cx="47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2100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j</a:t>
                </a:r>
                <a:endParaRPr kumimoji="1"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711" name="Rectangle 584"/>
              <p:cNvSpPr>
                <a:spLocks noChangeArrowheads="1"/>
              </p:cNvSpPr>
              <p:nvPr/>
            </p:nvSpPr>
            <p:spPr bwMode="auto">
              <a:xfrm>
                <a:off x="2662" y="21"/>
                <a:ext cx="20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r>
                  <a:rPr kumimoji="1" lang="en-US" altLang="zh-CN" sz="21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Im</a:t>
                </a:r>
                <a:endParaRPr kumimoji="1" lang="en-US" altLang="zh-CN" sz="240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712" name="Line 585"/>
              <p:cNvSpPr>
                <a:spLocks noChangeShapeType="1"/>
              </p:cNvSpPr>
              <p:nvPr/>
            </p:nvSpPr>
            <p:spPr bwMode="auto">
              <a:xfrm flipV="1">
                <a:off x="850" y="409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13" name="Line 586"/>
              <p:cNvSpPr>
                <a:spLocks noChangeShapeType="1"/>
              </p:cNvSpPr>
              <p:nvPr/>
            </p:nvSpPr>
            <p:spPr bwMode="auto">
              <a:xfrm flipV="1">
                <a:off x="870" y="407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14" name="Line 587"/>
              <p:cNvSpPr>
                <a:spLocks noChangeShapeType="1"/>
              </p:cNvSpPr>
              <p:nvPr/>
            </p:nvSpPr>
            <p:spPr bwMode="auto">
              <a:xfrm flipV="1">
                <a:off x="890" y="405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15" name="Line 588"/>
              <p:cNvSpPr>
                <a:spLocks noChangeShapeType="1"/>
              </p:cNvSpPr>
              <p:nvPr/>
            </p:nvSpPr>
            <p:spPr bwMode="auto">
              <a:xfrm flipV="1">
                <a:off x="910" y="403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16" name="Line 589"/>
              <p:cNvSpPr>
                <a:spLocks noChangeShapeType="1"/>
              </p:cNvSpPr>
              <p:nvPr/>
            </p:nvSpPr>
            <p:spPr bwMode="auto">
              <a:xfrm flipV="1">
                <a:off x="930" y="401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17" name="Line 590"/>
              <p:cNvSpPr>
                <a:spLocks noChangeShapeType="1"/>
              </p:cNvSpPr>
              <p:nvPr/>
            </p:nvSpPr>
            <p:spPr bwMode="auto">
              <a:xfrm flipV="1">
                <a:off x="950" y="399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18" name="Line 591"/>
              <p:cNvSpPr>
                <a:spLocks noChangeShapeType="1"/>
              </p:cNvSpPr>
              <p:nvPr/>
            </p:nvSpPr>
            <p:spPr bwMode="auto">
              <a:xfrm flipV="1">
                <a:off x="970" y="397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19" name="Line 592"/>
              <p:cNvSpPr>
                <a:spLocks noChangeShapeType="1"/>
              </p:cNvSpPr>
              <p:nvPr/>
            </p:nvSpPr>
            <p:spPr bwMode="auto">
              <a:xfrm flipV="1">
                <a:off x="990" y="395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20" name="Line 593"/>
              <p:cNvSpPr>
                <a:spLocks noChangeShapeType="1"/>
              </p:cNvSpPr>
              <p:nvPr/>
            </p:nvSpPr>
            <p:spPr bwMode="auto">
              <a:xfrm flipV="1">
                <a:off x="1010" y="3933"/>
                <a:ext cx="10" cy="9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21" name="Line 594"/>
              <p:cNvSpPr>
                <a:spLocks noChangeShapeType="1"/>
              </p:cNvSpPr>
              <p:nvPr/>
            </p:nvSpPr>
            <p:spPr bwMode="auto">
              <a:xfrm flipV="1">
                <a:off x="1030" y="3913"/>
                <a:ext cx="9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22" name="Line 595"/>
              <p:cNvSpPr>
                <a:spLocks noChangeShapeType="1"/>
              </p:cNvSpPr>
              <p:nvPr/>
            </p:nvSpPr>
            <p:spPr bwMode="auto">
              <a:xfrm flipV="1">
                <a:off x="1049" y="389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23" name="Line 596"/>
              <p:cNvSpPr>
                <a:spLocks noChangeShapeType="1"/>
              </p:cNvSpPr>
              <p:nvPr/>
            </p:nvSpPr>
            <p:spPr bwMode="auto">
              <a:xfrm flipV="1">
                <a:off x="1069" y="387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24" name="Line 597"/>
              <p:cNvSpPr>
                <a:spLocks noChangeShapeType="1"/>
              </p:cNvSpPr>
              <p:nvPr/>
            </p:nvSpPr>
            <p:spPr bwMode="auto">
              <a:xfrm flipV="1">
                <a:off x="1089" y="385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25" name="Line 598"/>
              <p:cNvSpPr>
                <a:spLocks noChangeShapeType="1"/>
              </p:cNvSpPr>
              <p:nvPr/>
            </p:nvSpPr>
            <p:spPr bwMode="auto">
              <a:xfrm flipV="1">
                <a:off x="1109" y="383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26" name="Line 599"/>
              <p:cNvSpPr>
                <a:spLocks noChangeShapeType="1"/>
              </p:cNvSpPr>
              <p:nvPr/>
            </p:nvSpPr>
            <p:spPr bwMode="auto">
              <a:xfrm flipV="1">
                <a:off x="1129" y="381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27" name="Line 600"/>
              <p:cNvSpPr>
                <a:spLocks noChangeShapeType="1"/>
              </p:cNvSpPr>
              <p:nvPr/>
            </p:nvSpPr>
            <p:spPr bwMode="auto">
              <a:xfrm flipV="1">
                <a:off x="1149" y="379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28" name="Line 601"/>
              <p:cNvSpPr>
                <a:spLocks noChangeShapeType="1"/>
              </p:cNvSpPr>
              <p:nvPr/>
            </p:nvSpPr>
            <p:spPr bwMode="auto">
              <a:xfrm flipV="1">
                <a:off x="1169" y="377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29" name="Line 602"/>
              <p:cNvSpPr>
                <a:spLocks noChangeShapeType="1"/>
              </p:cNvSpPr>
              <p:nvPr/>
            </p:nvSpPr>
            <p:spPr bwMode="auto">
              <a:xfrm flipV="1">
                <a:off x="1189" y="375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30" name="Line 603"/>
              <p:cNvSpPr>
                <a:spLocks noChangeShapeType="1"/>
              </p:cNvSpPr>
              <p:nvPr/>
            </p:nvSpPr>
            <p:spPr bwMode="auto">
              <a:xfrm flipV="1">
                <a:off x="1209" y="3734"/>
                <a:ext cx="10" cy="9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31" name="Line 604"/>
              <p:cNvSpPr>
                <a:spLocks noChangeShapeType="1"/>
              </p:cNvSpPr>
              <p:nvPr/>
            </p:nvSpPr>
            <p:spPr bwMode="auto">
              <a:xfrm flipV="1">
                <a:off x="1229" y="371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32" name="Line 605"/>
              <p:cNvSpPr>
                <a:spLocks noChangeShapeType="1"/>
              </p:cNvSpPr>
              <p:nvPr/>
            </p:nvSpPr>
            <p:spPr bwMode="auto">
              <a:xfrm flipV="1">
                <a:off x="1249" y="369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33" name="Line 606"/>
              <p:cNvSpPr>
                <a:spLocks noChangeShapeType="1"/>
              </p:cNvSpPr>
              <p:nvPr/>
            </p:nvSpPr>
            <p:spPr bwMode="auto">
              <a:xfrm flipV="1">
                <a:off x="1268" y="367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3138" name="Group 607"/>
            <p:cNvGrpSpPr/>
            <p:nvPr/>
          </p:nvGrpSpPr>
          <p:grpSpPr bwMode="auto">
            <a:xfrm>
              <a:off x="997" y="506"/>
              <a:ext cx="3527" cy="3068"/>
              <a:chOff x="997" y="429"/>
              <a:chExt cx="3527" cy="3235"/>
            </a:xfrm>
          </p:grpSpPr>
          <p:sp>
            <p:nvSpPr>
              <p:cNvPr id="133334" name="Line 608"/>
              <p:cNvSpPr>
                <a:spLocks noChangeShapeType="1"/>
              </p:cNvSpPr>
              <p:nvPr/>
            </p:nvSpPr>
            <p:spPr bwMode="auto">
              <a:xfrm flipV="1">
                <a:off x="1288" y="365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35" name="Line 609"/>
              <p:cNvSpPr>
                <a:spLocks noChangeShapeType="1"/>
              </p:cNvSpPr>
              <p:nvPr/>
            </p:nvSpPr>
            <p:spPr bwMode="auto">
              <a:xfrm flipV="1">
                <a:off x="1308" y="363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36" name="Line 610"/>
              <p:cNvSpPr>
                <a:spLocks noChangeShapeType="1"/>
              </p:cNvSpPr>
              <p:nvPr/>
            </p:nvSpPr>
            <p:spPr bwMode="auto">
              <a:xfrm flipV="1">
                <a:off x="1328" y="361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37" name="Line 611"/>
              <p:cNvSpPr>
                <a:spLocks noChangeShapeType="1"/>
              </p:cNvSpPr>
              <p:nvPr/>
            </p:nvSpPr>
            <p:spPr bwMode="auto">
              <a:xfrm flipV="1">
                <a:off x="1348" y="359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38" name="Line 612"/>
              <p:cNvSpPr>
                <a:spLocks noChangeShapeType="1"/>
              </p:cNvSpPr>
              <p:nvPr/>
            </p:nvSpPr>
            <p:spPr bwMode="auto">
              <a:xfrm flipV="1">
                <a:off x="1368" y="357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39" name="Line 613"/>
              <p:cNvSpPr>
                <a:spLocks noChangeShapeType="1"/>
              </p:cNvSpPr>
              <p:nvPr/>
            </p:nvSpPr>
            <p:spPr bwMode="auto">
              <a:xfrm flipV="1">
                <a:off x="1388" y="355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40" name="Line 614"/>
              <p:cNvSpPr>
                <a:spLocks noChangeShapeType="1"/>
              </p:cNvSpPr>
              <p:nvPr/>
            </p:nvSpPr>
            <p:spPr bwMode="auto">
              <a:xfrm flipV="1">
                <a:off x="1408" y="353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41" name="Line 615"/>
              <p:cNvSpPr>
                <a:spLocks noChangeShapeType="1"/>
              </p:cNvSpPr>
              <p:nvPr/>
            </p:nvSpPr>
            <p:spPr bwMode="auto">
              <a:xfrm flipV="1">
                <a:off x="1428" y="351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42" name="Line 616"/>
              <p:cNvSpPr>
                <a:spLocks noChangeShapeType="1"/>
              </p:cNvSpPr>
              <p:nvPr/>
            </p:nvSpPr>
            <p:spPr bwMode="auto">
              <a:xfrm flipV="1">
                <a:off x="1448" y="349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43" name="Line 617"/>
              <p:cNvSpPr>
                <a:spLocks noChangeShapeType="1"/>
              </p:cNvSpPr>
              <p:nvPr/>
            </p:nvSpPr>
            <p:spPr bwMode="auto">
              <a:xfrm flipV="1">
                <a:off x="1468" y="347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44" name="Line 618"/>
              <p:cNvSpPr>
                <a:spLocks noChangeShapeType="1"/>
              </p:cNvSpPr>
              <p:nvPr/>
            </p:nvSpPr>
            <p:spPr bwMode="auto">
              <a:xfrm flipV="1">
                <a:off x="1487" y="345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45" name="Line 619"/>
              <p:cNvSpPr>
                <a:spLocks noChangeShapeType="1"/>
              </p:cNvSpPr>
              <p:nvPr/>
            </p:nvSpPr>
            <p:spPr bwMode="auto">
              <a:xfrm flipV="1">
                <a:off x="1507" y="343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46" name="Line 620"/>
              <p:cNvSpPr>
                <a:spLocks noChangeShapeType="1"/>
              </p:cNvSpPr>
              <p:nvPr/>
            </p:nvSpPr>
            <p:spPr bwMode="auto">
              <a:xfrm flipV="1">
                <a:off x="1527" y="341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47" name="Line 621"/>
              <p:cNvSpPr>
                <a:spLocks noChangeShapeType="1"/>
              </p:cNvSpPr>
              <p:nvPr/>
            </p:nvSpPr>
            <p:spPr bwMode="auto">
              <a:xfrm flipV="1">
                <a:off x="1547" y="339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48" name="Line 622"/>
              <p:cNvSpPr>
                <a:spLocks noChangeShapeType="1"/>
              </p:cNvSpPr>
              <p:nvPr/>
            </p:nvSpPr>
            <p:spPr bwMode="auto">
              <a:xfrm flipV="1">
                <a:off x="1567" y="337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49" name="Line 623"/>
              <p:cNvSpPr>
                <a:spLocks noChangeShapeType="1"/>
              </p:cNvSpPr>
              <p:nvPr/>
            </p:nvSpPr>
            <p:spPr bwMode="auto">
              <a:xfrm flipV="1">
                <a:off x="1587" y="335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50" name="Line 624"/>
              <p:cNvSpPr>
                <a:spLocks noChangeShapeType="1"/>
              </p:cNvSpPr>
              <p:nvPr/>
            </p:nvSpPr>
            <p:spPr bwMode="auto">
              <a:xfrm flipV="1">
                <a:off x="1607" y="333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51" name="Line 625"/>
              <p:cNvSpPr>
                <a:spLocks noChangeShapeType="1"/>
              </p:cNvSpPr>
              <p:nvPr/>
            </p:nvSpPr>
            <p:spPr bwMode="auto">
              <a:xfrm flipV="1">
                <a:off x="1627" y="331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52" name="Line 626"/>
              <p:cNvSpPr>
                <a:spLocks noChangeShapeType="1"/>
              </p:cNvSpPr>
              <p:nvPr/>
            </p:nvSpPr>
            <p:spPr bwMode="auto">
              <a:xfrm flipV="1">
                <a:off x="1647" y="329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53" name="Line 627"/>
              <p:cNvSpPr>
                <a:spLocks noChangeShapeType="1"/>
              </p:cNvSpPr>
              <p:nvPr/>
            </p:nvSpPr>
            <p:spPr bwMode="auto">
              <a:xfrm flipV="1">
                <a:off x="1667" y="327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54" name="Line 628"/>
              <p:cNvSpPr>
                <a:spLocks noChangeShapeType="1"/>
              </p:cNvSpPr>
              <p:nvPr/>
            </p:nvSpPr>
            <p:spPr bwMode="auto">
              <a:xfrm flipV="1">
                <a:off x="1687" y="325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55" name="Line 629"/>
              <p:cNvSpPr>
                <a:spLocks noChangeShapeType="1"/>
              </p:cNvSpPr>
              <p:nvPr/>
            </p:nvSpPr>
            <p:spPr bwMode="auto">
              <a:xfrm flipV="1">
                <a:off x="1707" y="3236"/>
                <a:ext cx="9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56" name="Line 630"/>
              <p:cNvSpPr>
                <a:spLocks noChangeShapeType="1"/>
              </p:cNvSpPr>
              <p:nvPr/>
            </p:nvSpPr>
            <p:spPr bwMode="auto">
              <a:xfrm flipV="1">
                <a:off x="1726" y="321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57" name="Line 631"/>
              <p:cNvSpPr>
                <a:spLocks noChangeShapeType="1"/>
              </p:cNvSpPr>
              <p:nvPr/>
            </p:nvSpPr>
            <p:spPr bwMode="auto">
              <a:xfrm flipV="1">
                <a:off x="1746" y="319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58" name="Line 632"/>
              <p:cNvSpPr>
                <a:spLocks noChangeShapeType="1"/>
              </p:cNvSpPr>
              <p:nvPr/>
            </p:nvSpPr>
            <p:spPr bwMode="auto">
              <a:xfrm flipV="1">
                <a:off x="1766" y="317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59" name="Line 633"/>
              <p:cNvSpPr>
                <a:spLocks noChangeShapeType="1"/>
              </p:cNvSpPr>
              <p:nvPr/>
            </p:nvSpPr>
            <p:spPr bwMode="auto">
              <a:xfrm flipV="1">
                <a:off x="1786" y="3157"/>
                <a:ext cx="10" cy="9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60" name="Line 634"/>
              <p:cNvSpPr>
                <a:spLocks noChangeShapeType="1"/>
              </p:cNvSpPr>
              <p:nvPr/>
            </p:nvSpPr>
            <p:spPr bwMode="auto">
              <a:xfrm flipV="1">
                <a:off x="1806" y="313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61" name="Line 635"/>
              <p:cNvSpPr>
                <a:spLocks noChangeShapeType="1"/>
              </p:cNvSpPr>
              <p:nvPr/>
            </p:nvSpPr>
            <p:spPr bwMode="auto">
              <a:xfrm flipV="1">
                <a:off x="1826" y="311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62" name="Line 636"/>
              <p:cNvSpPr>
                <a:spLocks noChangeShapeType="1"/>
              </p:cNvSpPr>
              <p:nvPr/>
            </p:nvSpPr>
            <p:spPr bwMode="auto">
              <a:xfrm flipV="1">
                <a:off x="1846" y="309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63" name="Line 637"/>
              <p:cNvSpPr>
                <a:spLocks noChangeShapeType="1"/>
              </p:cNvSpPr>
              <p:nvPr/>
            </p:nvSpPr>
            <p:spPr bwMode="auto">
              <a:xfrm flipV="1">
                <a:off x="1866" y="307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64" name="Line 638"/>
              <p:cNvSpPr>
                <a:spLocks noChangeShapeType="1"/>
              </p:cNvSpPr>
              <p:nvPr/>
            </p:nvSpPr>
            <p:spPr bwMode="auto">
              <a:xfrm flipV="1">
                <a:off x="1886" y="305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65" name="Line 639"/>
              <p:cNvSpPr>
                <a:spLocks noChangeShapeType="1"/>
              </p:cNvSpPr>
              <p:nvPr/>
            </p:nvSpPr>
            <p:spPr bwMode="auto">
              <a:xfrm flipV="1">
                <a:off x="1906" y="303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66" name="Line 640"/>
              <p:cNvSpPr>
                <a:spLocks noChangeShapeType="1"/>
              </p:cNvSpPr>
              <p:nvPr/>
            </p:nvSpPr>
            <p:spPr bwMode="auto">
              <a:xfrm flipV="1">
                <a:off x="1926" y="301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67" name="Line 641"/>
              <p:cNvSpPr>
                <a:spLocks noChangeShapeType="1"/>
              </p:cNvSpPr>
              <p:nvPr/>
            </p:nvSpPr>
            <p:spPr bwMode="auto">
              <a:xfrm flipV="1">
                <a:off x="1945" y="299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68" name="Line 642"/>
              <p:cNvSpPr>
                <a:spLocks noChangeShapeType="1"/>
              </p:cNvSpPr>
              <p:nvPr/>
            </p:nvSpPr>
            <p:spPr bwMode="auto">
              <a:xfrm flipV="1">
                <a:off x="1965" y="297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69" name="Line 643"/>
              <p:cNvSpPr>
                <a:spLocks noChangeShapeType="1"/>
              </p:cNvSpPr>
              <p:nvPr/>
            </p:nvSpPr>
            <p:spPr bwMode="auto">
              <a:xfrm flipV="1">
                <a:off x="1985" y="295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70" name="Line 644"/>
              <p:cNvSpPr>
                <a:spLocks noChangeShapeType="1"/>
              </p:cNvSpPr>
              <p:nvPr/>
            </p:nvSpPr>
            <p:spPr bwMode="auto">
              <a:xfrm flipV="1">
                <a:off x="2005" y="293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71" name="Line 645"/>
              <p:cNvSpPr>
                <a:spLocks noChangeShapeType="1"/>
              </p:cNvSpPr>
              <p:nvPr/>
            </p:nvSpPr>
            <p:spPr bwMode="auto">
              <a:xfrm flipV="1">
                <a:off x="2025" y="291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72" name="Line 646"/>
              <p:cNvSpPr>
                <a:spLocks noChangeShapeType="1"/>
              </p:cNvSpPr>
              <p:nvPr/>
            </p:nvSpPr>
            <p:spPr bwMode="auto">
              <a:xfrm flipV="1">
                <a:off x="2045" y="289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73" name="Line 647"/>
              <p:cNvSpPr>
                <a:spLocks noChangeShapeType="1"/>
              </p:cNvSpPr>
              <p:nvPr/>
            </p:nvSpPr>
            <p:spPr bwMode="auto">
              <a:xfrm flipV="1">
                <a:off x="2065" y="287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74" name="Line 648"/>
              <p:cNvSpPr>
                <a:spLocks noChangeShapeType="1"/>
              </p:cNvSpPr>
              <p:nvPr/>
            </p:nvSpPr>
            <p:spPr bwMode="auto">
              <a:xfrm flipV="1">
                <a:off x="2085" y="285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75" name="Line 649"/>
              <p:cNvSpPr>
                <a:spLocks noChangeShapeType="1"/>
              </p:cNvSpPr>
              <p:nvPr/>
            </p:nvSpPr>
            <p:spPr bwMode="auto">
              <a:xfrm flipV="1">
                <a:off x="2105" y="283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76" name="Line 650"/>
              <p:cNvSpPr>
                <a:spLocks noChangeShapeType="1"/>
              </p:cNvSpPr>
              <p:nvPr/>
            </p:nvSpPr>
            <p:spPr bwMode="auto">
              <a:xfrm flipV="1">
                <a:off x="2125" y="281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77" name="Line 651"/>
              <p:cNvSpPr>
                <a:spLocks noChangeShapeType="1"/>
              </p:cNvSpPr>
              <p:nvPr/>
            </p:nvSpPr>
            <p:spPr bwMode="auto">
              <a:xfrm flipV="1">
                <a:off x="2145" y="279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78" name="Line 652"/>
              <p:cNvSpPr>
                <a:spLocks noChangeShapeType="1"/>
              </p:cNvSpPr>
              <p:nvPr/>
            </p:nvSpPr>
            <p:spPr bwMode="auto">
              <a:xfrm flipV="1">
                <a:off x="2164" y="277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79" name="Line 653"/>
              <p:cNvSpPr>
                <a:spLocks noChangeShapeType="1"/>
              </p:cNvSpPr>
              <p:nvPr/>
            </p:nvSpPr>
            <p:spPr bwMode="auto">
              <a:xfrm flipV="1">
                <a:off x="2184" y="275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80" name="Line 654"/>
              <p:cNvSpPr>
                <a:spLocks noChangeShapeType="1"/>
              </p:cNvSpPr>
              <p:nvPr/>
            </p:nvSpPr>
            <p:spPr bwMode="auto">
              <a:xfrm flipV="1">
                <a:off x="2204" y="273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81" name="Line 655"/>
              <p:cNvSpPr>
                <a:spLocks noChangeShapeType="1"/>
              </p:cNvSpPr>
              <p:nvPr/>
            </p:nvSpPr>
            <p:spPr bwMode="auto">
              <a:xfrm flipV="1">
                <a:off x="2224" y="271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82" name="Line 656"/>
              <p:cNvSpPr>
                <a:spLocks noChangeShapeType="1"/>
              </p:cNvSpPr>
              <p:nvPr/>
            </p:nvSpPr>
            <p:spPr bwMode="auto">
              <a:xfrm flipV="1">
                <a:off x="2244" y="269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83" name="Line 657"/>
              <p:cNvSpPr>
                <a:spLocks noChangeShapeType="1"/>
              </p:cNvSpPr>
              <p:nvPr/>
            </p:nvSpPr>
            <p:spPr bwMode="auto">
              <a:xfrm flipV="1">
                <a:off x="2264" y="267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84" name="Line 658"/>
              <p:cNvSpPr>
                <a:spLocks noChangeShapeType="1"/>
              </p:cNvSpPr>
              <p:nvPr/>
            </p:nvSpPr>
            <p:spPr bwMode="auto">
              <a:xfrm flipV="1">
                <a:off x="2284" y="265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85" name="Line 659"/>
              <p:cNvSpPr>
                <a:spLocks noChangeShapeType="1"/>
              </p:cNvSpPr>
              <p:nvPr/>
            </p:nvSpPr>
            <p:spPr bwMode="auto">
              <a:xfrm flipV="1">
                <a:off x="2304" y="263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86" name="Line 660"/>
              <p:cNvSpPr>
                <a:spLocks noChangeShapeType="1"/>
              </p:cNvSpPr>
              <p:nvPr/>
            </p:nvSpPr>
            <p:spPr bwMode="auto">
              <a:xfrm flipV="1">
                <a:off x="2324" y="261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87" name="Line 661"/>
              <p:cNvSpPr>
                <a:spLocks noChangeShapeType="1"/>
              </p:cNvSpPr>
              <p:nvPr/>
            </p:nvSpPr>
            <p:spPr bwMode="auto">
              <a:xfrm flipV="1">
                <a:off x="2344" y="259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88" name="Line 662"/>
              <p:cNvSpPr>
                <a:spLocks noChangeShapeType="1"/>
              </p:cNvSpPr>
              <p:nvPr/>
            </p:nvSpPr>
            <p:spPr bwMode="auto">
              <a:xfrm flipV="1">
                <a:off x="2364" y="2580"/>
                <a:ext cx="10" cy="9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89" name="Line 663"/>
              <p:cNvSpPr>
                <a:spLocks noChangeShapeType="1"/>
              </p:cNvSpPr>
              <p:nvPr/>
            </p:nvSpPr>
            <p:spPr bwMode="auto">
              <a:xfrm flipV="1">
                <a:off x="2384" y="2560"/>
                <a:ext cx="9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90" name="Line 664"/>
              <p:cNvSpPr>
                <a:spLocks noChangeShapeType="1"/>
              </p:cNvSpPr>
              <p:nvPr/>
            </p:nvSpPr>
            <p:spPr bwMode="auto">
              <a:xfrm flipV="1">
                <a:off x="2403" y="2540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91" name="Line 665"/>
              <p:cNvSpPr>
                <a:spLocks noChangeShapeType="1"/>
              </p:cNvSpPr>
              <p:nvPr/>
            </p:nvSpPr>
            <p:spPr bwMode="auto">
              <a:xfrm flipV="1">
                <a:off x="2423" y="2520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92" name="Line 666"/>
              <p:cNvSpPr>
                <a:spLocks noChangeShapeType="1"/>
              </p:cNvSpPr>
              <p:nvPr/>
            </p:nvSpPr>
            <p:spPr bwMode="auto">
              <a:xfrm flipV="1">
                <a:off x="2443" y="2500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93" name="Line 667"/>
              <p:cNvSpPr>
                <a:spLocks noChangeShapeType="1"/>
              </p:cNvSpPr>
              <p:nvPr/>
            </p:nvSpPr>
            <p:spPr bwMode="auto">
              <a:xfrm flipV="1">
                <a:off x="2463" y="2480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94" name="Line 668"/>
              <p:cNvSpPr>
                <a:spLocks noChangeShapeType="1"/>
              </p:cNvSpPr>
              <p:nvPr/>
            </p:nvSpPr>
            <p:spPr bwMode="auto">
              <a:xfrm flipV="1">
                <a:off x="2483" y="2460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95" name="Line 669"/>
              <p:cNvSpPr>
                <a:spLocks noChangeShapeType="1"/>
              </p:cNvSpPr>
              <p:nvPr/>
            </p:nvSpPr>
            <p:spPr bwMode="auto">
              <a:xfrm flipV="1">
                <a:off x="2503" y="2440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96" name="Line 670"/>
              <p:cNvSpPr>
                <a:spLocks noChangeShapeType="1"/>
              </p:cNvSpPr>
              <p:nvPr/>
            </p:nvSpPr>
            <p:spPr bwMode="auto">
              <a:xfrm flipV="1">
                <a:off x="2523" y="2420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97" name="Line 671"/>
              <p:cNvSpPr>
                <a:spLocks noChangeShapeType="1"/>
              </p:cNvSpPr>
              <p:nvPr/>
            </p:nvSpPr>
            <p:spPr bwMode="auto">
              <a:xfrm flipV="1">
                <a:off x="2543" y="2400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98" name="Line 672"/>
              <p:cNvSpPr>
                <a:spLocks noChangeShapeType="1"/>
              </p:cNvSpPr>
              <p:nvPr/>
            </p:nvSpPr>
            <p:spPr bwMode="auto">
              <a:xfrm flipV="1">
                <a:off x="2563" y="2381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99" name="Line 673"/>
              <p:cNvSpPr>
                <a:spLocks noChangeShapeType="1"/>
              </p:cNvSpPr>
              <p:nvPr/>
            </p:nvSpPr>
            <p:spPr bwMode="auto">
              <a:xfrm flipV="1">
                <a:off x="2583" y="2361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00" name="Line 674"/>
              <p:cNvSpPr>
                <a:spLocks noChangeShapeType="1"/>
              </p:cNvSpPr>
              <p:nvPr/>
            </p:nvSpPr>
            <p:spPr bwMode="auto">
              <a:xfrm flipV="1">
                <a:off x="2603" y="2341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01" name="Line 675"/>
              <p:cNvSpPr>
                <a:spLocks noChangeShapeType="1"/>
              </p:cNvSpPr>
              <p:nvPr/>
            </p:nvSpPr>
            <p:spPr bwMode="auto">
              <a:xfrm flipV="1">
                <a:off x="2622" y="2321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02" name="Line 676"/>
              <p:cNvSpPr>
                <a:spLocks noChangeShapeType="1"/>
              </p:cNvSpPr>
              <p:nvPr/>
            </p:nvSpPr>
            <p:spPr bwMode="auto">
              <a:xfrm flipV="1">
                <a:off x="2642" y="2301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03" name="Line 677"/>
              <p:cNvSpPr>
                <a:spLocks noChangeShapeType="1"/>
              </p:cNvSpPr>
              <p:nvPr/>
            </p:nvSpPr>
            <p:spPr bwMode="auto">
              <a:xfrm flipV="1">
                <a:off x="2662" y="2281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04" name="Line 678"/>
              <p:cNvSpPr>
                <a:spLocks noChangeShapeType="1"/>
              </p:cNvSpPr>
              <p:nvPr/>
            </p:nvSpPr>
            <p:spPr bwMode="auto">
              <a:xfrm flipV="1">
                <a:off x="2682" y="2261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05" name="Line 679"/>
              <p:cNvSpPr>
                <a:spLocks noChangeShapeType="1"/>
              </p:cNvSpPr>
              <p:nvPr/>
            </p:nvSpPr>
            <p:spPr bwMode="auto">
              <a:xfrm flipV="1">
                <a:off x="2702" y="2241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06" name="Line 680"/>
              <p:cNvSpPr>
                <a:spLocks noChangeShapeType="1"/>
              </p:cNvSpPr>
              <p:nvPr/>
            </p:nvSpPr>
            <p:spPr bwMode="auto">
              <a:xfrm flipV="1">
                <a:off x="2722" y="2221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07" name="Line 681"/>
              <p:cNvSpPr>
                <a:spLocks noChangeShapeType="1"/>
              </p:cNvSpPr>
              <p:nvPr/>
            </p:nvSpPr>
            <p:spPr bwMode="auto">
              <a:xfrm flipV="1">
                <a:off x="2742" y="2201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08" name="Line 682"/>
              <p:cNvSpPr>
                <a:spLocks noChangeShapeType="1"/>
              </p:cNvSpPr>
              <p:nvPr/>
            </p:nvSpPr>
            <p:spPr bwMode="auto">
              <a:xfrm flipV="1">
                <a:off x="2762" y="218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09" name="Line 683"/>
              <p:cNvSpPr>
                <a:spLocks noChangeShapeType="1"/>
              </p:cNvSpPr>
              <p:nvPr/>
            </p:nvSpPr>
            <p:spPr bwMode="auto">
              <a:xfrm flipV="1">
                <a:off x="2782" y="216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10" name="Line 684"/>
              <p:cNvSpPr>
                <a:spLocks noChangeShapeType="1"/>
              </p:cNvSpPr>
              <p:nvPr/>
            </p:nvSpPr>
            <p:spPr bwMode="auto">
              <a:xfrm flipV="1">
                <a:off x="2802" y="214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11" name="Line 685"/>
              <p:cNvSpPr>
                <a:spLocks noChangeShapeType="1"/>
              </p:cNvSpPr>
              <p:nvPr/>
            </p:nvSpPr>
            <p:spPr bwMode="auto">
              <a:xfrm flipV="1">
                <a:off x="2822" y="212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12" name="Line 686"/>
              <p:cNvSpPr>
                <a:spLocks noChangeShapeType="1"/>
              </p:cNvSpPr>
              <p:nvPr/>
            </p:nvSpPr>
            <p:spPr bwMode="auto">
              <a:xfrm flipV="1">
                <a:off x="2841" y="210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13" name="Line 687"/>
              <p:cNvSpPr>
                <a:spLocks noChangeShapeType="1"/>
              </p:cNvSpPr>
              <p:nvPr/>
            </p:nvSpPr>
            <p:spPr bwMode="auto">
              <a:xfrm flipV="1">
                <a:off x="2861" y="208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14" name="Line 688"/>
              <p:cNvSpPr>
                <a:spLocks noChangeShapeType="1"/>
              </p:cNvSpPr>
              <p:nvPr/>
            </p:nvSpPr>
            <p:spPr bwMode="auto">
              <a:xfrm flipV="1">
                <a:off x="2881" y="206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15" name="Line 689"/>
              <p:cNvSpPr>
                <a:spLocks noChangeShapeType="1"/>
              </p:cNvSpPr>
              <p:nvPr/>
            </p:nvSpPr>
            <p:spPr bwMode="auto">
              <a:xfrm flipV="1">
                <a:off x="2901" y="204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16" name="Line 690"/>
              <p:cNvSpPr>
                <a:spLocks noChangeShapeType="1"/>
              </p:cNvSpPr>
              <p:nvPr/>
            </p:nvSpPr>
            <p:spPr bwMode="auto">
              <a:xfrm flipV="1">
                <a:off x="2921" y="2022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17" name="Line 691"/>
              <p:cNvSpPr>
                <a:spLocks noChangeShapeType="1"/>
              </p:cNvSpPr>
              <p:nvPr/>
            </p:nvSpPr>
            <p:spPr bwMode="auto">
              <a:xfrm flipV="1">
                <a:off x="2941" y="2003"/>
                <a:ext cx="10" cy="9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18" name="Line 692"/>
              <p:cNvSpPr>
                <a:spLocks noChangeShapeType="1"/>
              </p:cNvSpPr>
              <p:nvPr/>
            </p:nvSpPr>
            <p:spPr bwMode="auto">
              <a:xfrm flipV="1">
                <a:off x="2961" y="198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19" name="Line 693"/>
              <p:cNvSpPr>
                <a:spLocks noChangeShapeType="1"/>
              </p:cNvSpPr>
              <p:nvPr/>
            </p:nvSpPr>
            <p:spPr bwMode="auto">
              <a:xfrm flipV="1">
                <a:off x="2981" y="196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20" name="Line 694"/>
              <p:cNvSpPr>
                <a:spLocks noChangeShapeType="1"/>
              </p:cNvSpPr>
              <p:nvPr/>
            </p:nvSpPr>
            <p:spPr bwMode="auto">
              <a:xfrm flipV="1">
                <a:off x="3001" y="194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21" name="Line 695"/>
              <p:cNvSpPr>
                <a:spLocks noChangeShapeType="1"/>
              </p:cNvSpPr>
              <p:nvPr/>
            </p:nvSpPr>
            <p:spPr bwMode="auto">
              <a:xfrm flipV="1">
                <a:off x="3021" y="192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22" name="Line 696"/>
              <p:cNvSpPr>
                <a:spLocks noChangeShapeType="1"/>
              </p:cNvSpPr>
              <p:nvPr/>
            </p:nvSpPr>
            <p:spPr bwMode="auto">
              <a:xfrm flipV="1">
                <a:off x="3041" y="190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23" name="Line 697"/>
              <p:cNvSpPr>
                <a:spLocks noChangeShapeType="1"/>
              </p:cNvSpPr>
              <p:nvPr/>
            </p:nvSpPr>
            <p:spPr bwMode="auto">
              <a:xfrm flipV="1">
                <a:off x="3061" y="1883"/>
                <a:ext cx="9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24" name="Line 698"/>
              <p:cNvSpPr>
                <a:spLocks noChangeShapeType="1"/>
              </p:cNvSpPr>
              <p:nvPr/>
            </p:nvSpPr>
            <p:spPr bwMode="auto">
              <a:xfrm flipV="1">
                <a:off x="3080" y="186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25" name="Line 699"/>
              <p:cNvSpPr>
                <a:spLocks noChangeShapeType="1"/>
              </p:cNvSpPr>
              <p:nvPr/>
            </p:nvSpPr>
            <p:spPr bwMode="auto">
              <a:xfrm flipV="1">
                <a:off x="3100" y="184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26" name="Line 700"/>
              <p:cNvSpPr>
                <a:spLocks noChangeShapeType="1"/>
              </p:cNvSpPr>
              <p:nvPr/>
            </p:nvSpPr>
            <p:spPr bwMode="auto">
              <a:xfrm flipV="1">
                <a:off x="3120" y="1823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27" name="Line 701"/>
              <p:cNvSpPr>
                <a:spLocks noChangeShapeType="1"/>
              </p:cNvSpPr>
              <p:nvPr/>
            </p:nvSpPr>
            <p:spPr bwMode="auto">
              <a:xfrm flipV="1">
                <a:off x="3140" y="180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28" name="Line 702"/>
              <p:cNvSpPr>
                <a:spLocks noChangeShapeType="1"/>
              </p:cNvSpPr>
              <p:nvPr/>
            </p:nvSpPr>
            <p:spPr bwMode="auto">
              <a:xfrm flipV="1">
                <a:off x="3160" y="178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29" name="Line 703"/>
              <p:cNvSpPr>
                <a:spLocks noChangeShapeType="1"/>
              </p:cNvSpPr>
              <p:nvPr/>
            </p:nvSpPr>
            <p:spPr bwMode="auto">
              <a:xfrm flipV="1">
                <a:off x="3180" y="176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30" name="Line 704"/>
              <p:cNvSpPr>
                <a:spLocks noChangeShapeType="1"/>
              </p:cNvSpPr>
              <p:nvPr/>
            </p:nvSpPr>
            <p:spPr bwMode="auto">
              <a:xfrm flipV="1">
                <a:off x="3200" y="174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31" name="Line 705"/>
              <p:cNvSpPr>
                <a:spLocks noChangeShapeType="1"/>
              </p:cNvSpPr>
              <p:nvPr/>
            </p:nvSpPr>
            <p:spPr bwMode="auto">
              <a:xfrm flipV="1">
                <a:off x="3220" y="172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32" name="Line 706"/>
              <p:cNvSpPr>
                <a:spLocks noChangeShapeType="1"/>
              </p:cNvSpPr>
              <p:nvPr/>
            </p:nvSpPr>
            <p:spPr bwMode="auto">
              <a:xfrm flipV="1">
                <a:off x="3240" y="170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33" name="Line 707"/>
              <p:cNvSpPr>
                <a:spLocks noChangeShapeType="1"/>
              </p:cNvSpPr>
              <p:nvPr/>
            </p:nvSpPr>
            <p:spPr bwMode="auto">
              <a:xfrm flipV="1">
                <a:off x="3260" y="168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34" name="Line 708"/>
              <p:cNvSpPr>
                <a:spLocks noChangeShapeType="1"/>
              </p:cNvSpPr>
              <p:nvPr/>
            </p:nvSpPr>
            <p:spPr bwMode="auto">
              <a:xfrm flipV="1">
                <a:off x="3280" y="166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35" name="Line 709"/>
              <p:cNvSpPr>
                <a:spLocks noChangeShapeType="1"/>
              </p:cNvSpPr>
              <p:nvPr/>
            </p:nvSpPr>
            <p:spPr bwMode="auto">
              <a:xfrm flipV="1">
                <a:off x="3299" y="164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36" name="Line 710"/>
              <p:cNvSpPr>
                <a:spLocks noChangeShapeType="1"/>
              </p:cNvSpPr>
              <p:nvPr/>
            </p:nvSpPr>
            <p:spPr bwMode="auto">
              <a:xfrm flipV="1">
                <a:off x="3319" y="1624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37" name="Line 711"/>
              <p:cNvSpPr>
                <a:spLocks noChangeShapeType="1"/>
              </p:cNvSpPr>
              <p:nvPr/>
            </p:nvSpPr>
            <p:spPr bwMode="auto">
              <a:xfrm flipV="1">
                <a:off x="3339" y="160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38" name="Line 712"/>
              <p:cNvSpPr>
                <a:spLocks noChangeShapeType="1"/>
              </p:cNvSpPr>
              <p:nvPr/>
            </p:nvSpPr>
            <p:spPr bwMode="auto">
              <a:xfrm flipV="1">
                <a:off x="3359" y="158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39" name="Line 713"/>
              <p:cNvSpPr>
                <a:spLocks noChangeShapeType="1"/>
              </p:cNvSpPr>
              <p:nvPr/>
            </p:nvSpPr>
            <p:spPr bwMode="auto">
              <a:xfrm flipV="1">
                <a:off x="3379" y="156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40" name="Line 714"/>
              <p:cNvSpPr>
                <a:spLocks noChangeShapeType="1"/>
              </p:cNvSpPr>
              <p:nvPr/>
            </p:nvSpPr>
            <p:spPr bwMode="auto">
              <a:xfrm flipV="1">
                <a:off x="3399" y="154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41" name="Line 715"/>
              <p:cNvSpPr>
                <a:spLocks noChangeShapeType="1"/>
              </p:cNvSpPr>
              <p:nvPr/>
            </p:nvSpPr>
            <p:spPr bwMode="auto">
              <a:xfrm flipV="1">
                <a:off x="3419" y="152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42" name="Line 716"/>
              <p:cNvSpPr>
                <a:spLocks noChangeShapeType="1"/>
              </p:cNvSpPr>
              <p:nvPr/>
            </p:nvSpPr>
            <p:spPr bwMode="auto">
              <a:xfrm flipV="1">
                <a:off x="3439" y="150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43" name="Line 717"/>
              <p:cNvSpPr>
                <a:spLocks noChangeShapeType="1"/>
              </p:cNvSpPr>
              <p:nvPr/>
            </p:nvSpPr>
            <p:spPr bwMode="auto">
              <a:xfrm flipV="1">
                <a:off x="3459" y="148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44" name="Line 718"/>
              <p:cNvSpPr>
                <a:spLocks noChangeShapeType="1"/>
              </p:cNvSpPr>
              <p:nvPr/>
            </p:nvSpPr>
            <p:spPr bwMode="auto">
              <a:xfrm flipV="1">
                <a:off x="3479" y="146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45" name="Line 719"/>
              <p:cNvSpPr>
                <a:spLocks noChangeShapeType="1"/>
              </p:cNvSpPr>
              <p:nvPr/>
            </p:nvSpPr>
            <p:spPr bwMode="auto">
              <a:xfrm flipV="1">
                <a:off x="3499" y="1445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46" name="Line 720"/>
              <p:cNvSpPr>
                <a:spLocks noChangeShapeType="1"/>
              </p:cNvSpPr>
              <p:nvPr/>
            </p:nvSpPr>
            <p:spPr bwMode="auto">
              <a:xfrm flipV="1">
                <a:off x="3519" y="1426"/>
                <a:ext cx="9" cy="9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47" name="Line 721"/>
              <p:cNvSpPr>
                <a:spLocks noChangeShapeType="1"/>
              </p:cNvSpPr>
              <p:nvPr/>
            </p:nvSpPr>
            <p:spPr bwMode="auto">
              <a:xfrm flipV="1">
                <a:off x="3538" y="140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48" name="Line 722"/>
              <p:cNvSpPr>
                <a:spLocks noChangeShapeType="1"/>
              </p:cNvSpPr>
              <p:nvPr/>
            </p:nvSpPr>
            <p:spPr bwMode="auto">
              <a:xfrm flipV="1">
                <a:off x="3558" y="138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49" name="Line 723"/>
              <p:cNvSpPr>
                <a:spLocks noChangeShapeType="1"/>
              </p:cNvSpPr>
              <p:nvPr/>
            </p:nvSpPr>
            <p:spPr bwMode="auto">
              <a:xfrm flipV="1">
                <a:off x="3578" y="136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50" name="Line 724"/>
              <p:cNvSpPr>
                <a:spLocks noChangeShapeType="1"/>
              </p:cNvSpPr>
              <p:nvPr/>
            </p:nvSpPr>
            <p:spPr bwMode="auto">
              <a:xfrm flipV="1">
                <a:off x="3598" y="134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51" name="Line 725"/>
              <p:cNvSpPr>
                <a:spLocks noChangeShapeType="1"/>
              </p:cNvSpPr>
              <p:nvPr/>
            </p:nvSpPr>
            <p:spPr bwMode="auto">
              <a:xfrm flipV="1">
                <a:off x="3618" y="132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52" name="Line 726"/>
              <p:cNvSpPr>
                <a:spLocks noChangeShapeType="1"/>
              </p:cNvSpPr>
              <p:nvPr/>
            </p:nvSpPr>
            <p:spPr bwMode="auto">
              <a:xfrm flipV="1">
                <a:off x="3638" y="130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53" name="Line 727"/>
              <p:cNvSpPr>
                <a:spLocks noChangeShapeType="1"/>
              </p:cNvSpPr>
              <p:nvPr/>
            </p:nvSpPr>
            <p:spPr bwMode="auto">
              <a:xfrm flipV="1">
                <a:off x="3658" y="128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54" name="Line 728"/>
              <p:cNvSpPr>
                <a:spLocks noChangeShapeType="1"/>
              </p:cNvSpPr>
              <p:nvPr/>
            </p:nvSpPr>
            <p:spPr bwMode="auto">
              <a:xfrm flipV="1">
                <a:off x="3678" y="126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55" name="Line 729"/>
              <p:cNvSpPr>
                <a:spLocks noChangeShapeType="1"/>
              </p:cNvSpPr>
              <p:nvPr/>
            </p:nvSpPr>
            <p:spPr bwMode="auto">
              <a:xfrm flipV="1">
                <a:off x="3698" y="124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56" name="Line 730"/>
              <p:cNvSpPr>
                <a:spLocks noChangeShapeType="1"/>
              </p:cNvSpPr>
              <p:nvPr/>
            </p:nvSpPr>
            <p:spPr bwMode="auto">
              <a:xfrm flipV="1">
                <a:off x="3718" y="122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57" name="Line 731"/>
              <p:cNvSpPr>
                <a:spLocks noChangeShapeType="1"/>
              </p:cNvSpPr>
              <p:nvPr/>
            </p:nvSpPr>
            <p:spPr bwMode="auto">
              <a:xfrm flipV="1">
                <a:off x="3738" y="1207"/>
                <a:ext cx="9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58" name="Line 732"/>
              <p:cNvSpPr>
                <a:spLocks noChangeShapeType="1"/>
              </p:cNvSpPr>
              <p:nvPr/>
            </p:nvSpPr>
            <p:spPr bwMode="auto">
              <a:xfrm flipV="1">
                <a:off x="3757" y="118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59" name="Line 733"/>
              <p:cNvSpPr>
                <a:spLocks noChangeShapeType="1"/>
              </p:cNvSpPr>
              <p:nvPr/>
            </p:nvSpPr>
            <p:spPr bwMode="auto">
              <a:xfrm flipV="1">
                <a:off x="3777" y="116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60" name="Line 734"/>
              <p:cNvSpPr>
                <a:spLocks noChangeShapeType="1"/>
              </p:cNvSpPr>
              <p:nvPr/>
            </p:nvSpPr>
            <p:spPr bwMode="auto">
              <a:xfrm flipV="1">
                <a:off x="3797" y="114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61" name="Line 735"/>
              <p:cNvSpPr>
                <a:spLocks noChangeShapeType="1"/>
              </p:cNvSpPr>
              <p:nvPr/>
            </p:nvSpPr>
            <p:spPr bwMode="auto">
              <a:xfrm flipV="1">
                <a:off x="3817" y="112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62" name="Line 736"/>
              <p:cNvSpPr>
                <a:spLocks noChangeShapeType="1"/>
              </p:cNvSpPr>
              <p:nvPr/>
            </p:nvSpPr>
            <p:spPr bwMode="auto">
              <a:xfrm flipV="1">
                <a:off x="3837" y="110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63" name="Line 737"/>
              <p:cNvSpPr>
                <a:spLocks noChangeShapeType="1"/>
              </p:cNvSpPr>
              <p:nvPr/>
            </p:nvSpPr>
            <p:spPr bwMode="auto">
              <a:xfrm flipV="1">
                <a:off x="3857" y="108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64" name="Line 738"/>
              <p:cNvSpPr>
                <a:spLocks noChangeShapeType="1"/>
              </p:cNvSpPr>
              <p:nvPr/>
            </p:nvSpPr>
            <p:spPr bwMode="auto">
              <a:xfrm flipV="1">
                <a:off x="3877" y="106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65" name="Line 739"/>
              <p:cNvSpPr>
                <a:spLocks noChangeShapeType="1"/>
              </p:cNvSpPr>
              <p:nvPr/>
            </p:nvSpPr>
            <p:spPr bwMode="auto">
              <a:xfrm flipV="1">
                <a:off x="3897" y="104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66" name="Line 740"/>
              <p:cNvSpPr>
                <a:spLocks noChangeShapeType="1"/>
              </p:cNvSpPr>
              <p:nvPr/>
            </p:nvSpPr>
            <p:spPr bwMode="auto">
              <a:xfrm flipV="1">
                <a:off x="3917" y="102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67" name="Line 741"/>
              <p:cNvSpPr>
                <a:spLocks noChangeShapeType="1"/>
              </p:cNvSpPr>
              <p:nvPr/>
            </p:nvSpPr>
            <p:spPr bwMode="auto">
              <a:xfrm flipV="1">
                <a:off x="3937" y="100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68" name="Line 742"/>
              <p:cNvSpPr>
                <a:spLocks noChangeShapeType="1"/>
              </p:cNvSpPr>
              <p:nvPr/>
            </p:nvSpPr>
            <p:spPr bwMode="auto">
              <a:xfrm flipV="1">
                <a:off x="3957" y="98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69" name="Line 743"/>
              <p:cNvSpPr>
                <a:spLocks noChangeShapeType="1"/>
              </p:cNvSpPr>
              <p:nvPr/>
            </p:nvSpPr>
            <p:spPr bwMode="auto">
              <a:xfrm flipV="1">
                <a:off x="3976" y="96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70" name="Line 744"/>
              <p:cNvSpPr>
                <a:spLocks noChangeShapeType="1"/>
              </p:cNvSpPr>
              <p:nvPr/>
            </p:nvSpPr>
            <p:spPr bwMode="auto">
              <a:xfrm flipV="1">
                <a:off x="3996" y="94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71" name="Line 745"/>
              <p:cNvSpPr>
                <a:spLocks noChangeShapeType="1"/>
              </p:cNvSpPr>
              <p:nvPr/>
            </p:nvSpPr>
            <p:spPr bwMode="auto">
              <a:xfrm flipV="1">
                <a:off x="4016" y="92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72" name="Line 746"/>
              <p:cNvSpPr>
                <a:spLocks noChangeShapeType="1"/>
              </p:cNvSpPr>
              <p:nvPr/>
            </p:nvSpPr>
            <p:spPr bwMode="auto">
              <a:xfrm flipV="1">
                <a:off x="4036" y="90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73" name="Line 747"/>
              <p:cNvSpPr>
                <a:spLocks noChangeShapeType="1"/>
              </p:cNvSpPr>
              <p:nvPr/>
            </p:nvSpPr>
            <p:spPr bwMode="auto">
              <a:xfrm flipV="1">
                <a:off x="4056" y="88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74" name="Line 748"/>
              <p:cNvSpPr>
                <a:spLocks noChangeShapeType="1"/>
              </p:cNvSpPr>
              <p:nvPr/>
            </p:nvSpPr>
            <p:spPr bwMode="auto">
              <a:xfrm flipV="1">
                <a:off x="4076" y="86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75" name="Line 749"/>
              <p:cNvSpPr>
                <a:spLocks noChangeShapeType="1"/>
              </p:cNvSpPr>
              <p:nvPr/>
            </p:nvSpPr>
            <p:spPr bwMode="auto">
              <a:xfrm flipV="1">
                <a:off x="4096" y="849"/>
                <a:ext cx="10" cy="9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76" name="Line 750"/>
              <p:cNvSpPr>
                <a:spLocks noChangeShapeType="1"/>
              </p:cNvSpPr>
              <p:nvPr/>
            </p:nvSpPr>
            <p:spPr bwMode="auto">
              <a:xfrm flipV="1">
                <a:off x="4116" y="82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77" name="Line 751"/>
              <p:cNvSpPr>
                <a:spLocks noChangeShapeType="1"/>
              </p:cNvSpPr>
              <p:nvPr/>
            </p:nvSpPr>
            <p:spPr bwMode="auto">
              <a:xfrm flipV="1">
                <a:off x="4136" y="80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78" name="Line 752"/>
              <p:cNvSpPr>
                <a:spLocks noChangeShapeType="1"/>
              </p:cNvSpPr>
              <p:nvPr/>
            </p:nvSpPr>
            <p:spPr bwMode="auto">
              <a:xfrm flipV="1">
                <a:off x="4156" y="78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79" name="Line 753"/>
              <p:cNvSpPr>
                <a:spLocks noChangeShapeType="1"/>
              </p:cNvSpPr>
              <p:nvPr/>
            </p:nvSpPr>
            <p:spPr bwMode="auto">
              <a:xfrm flipV="1">
                <a:off x="4176" y="76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80" name="Line 754"/>
              <p:cNvSpPr>
                <a:spLocks noChangeShapeType="1"/>
              </p:cNvSpPr>
              <p:nvPr/>
            </p:nvSpPr>
            <p:spPr bwMode="auto">
              <a:xfrm flipV="1">
                <a:off x="4196" y="749"/>
                <a:ext cx="9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81" name="Line 755"/>
              <p:cNvSpPr>
                <a:spLocks noChangeShapeType="1"/>
              </p:cNvSpPr>
              <p:nvPr/>
            </p:nvSpPr>
            <p:spPr bwMode="auto">
              <a:xfrm flipV="1">
                <a:off x="4215" y="72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82" name="Line 756"/>
              <p:cNvSpPr>
                <a:spLocks noChangeShapeType="1"/>
              </p:cNvSpPr>
              <p:nvPr/>
            </p:nvSpPr>
            <p:spPr bwMode="auto">
              <a:xfrm flipV="1">
                <a:off x="4235" y="70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83" name="Line 757"/>
              <p:cNvSpPr>
                <a:spLocks noChangeShapeType="1"/>
              </p:cNvSpPr>
              <p:nvPr/>
            </p:nvSpPr>
            <p:spPr bwMode="auto">
              <a:xfrm flipV="1">
                <a:off x="4255" y="68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84" name="Line 758"/>
              <p:cNvSpPr>
                <a:spLocks noChangeShapeType="1"/>
              </p:cNvSpPr>
              <p:nvPr/>
            </p:nvSpPr>
            <p:spPr bwMode="auto">
              <a:xfrm flipV="1">
                <a:off x="4275" y="66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85" name="Line 759"/>
              <p:cNvSpPr>
                <a:spLocks noChangeShapeType="1"/>
              </p:cNvSpPr>
              <p:nvPr/>
            </p:nvSpPr>
            <p:spPr bwMode="auto">
              <a:xfrm flipV="1">
                <a:off x="4295" y="650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86" name="Line 760"/>
              <p:cNvSpPr>
                <a:spLocks noChangeShapeType="1"/>
              </p:cNvSpPr>
              <p:nvPr/>
            </p:nvSpPr>
            <p:spPr bwMode="auto">
              <a:xfrm flipV="1">
                <a:off x="4315" y="630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87" name="Line 761"/>
              <p:cNvSpPr>
                <a:spLocks noChangeShapeType="1"/>
              </p:cNvSpPr>
              <p:nvPr/>
            </p:nvSpPr>
            <p:spPr bwMode="auto">
              <a:xfrm flipV="1">
                <a:off x="4335" y="610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88" name="Line 762"/>
              <p:cNvSpPr>
                <a:spLocks noChangeShapeType="1"/>
              </p:cNvSpPr>
              <p:nvPr/>
            </p:nvSpPr>
            <p:spPr bwMode="auto">
              <a:xfrm flipV="1">
                <a:off x="4355" y="590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89" name="Line 763"/>
              <p:cNvSpPr>
                <a:spLocks noChangeShapeType="1"/>
              </p:cNvSpPr>
              <p:nvPr/>
            </p:nvSpPr>
            <p:spPr bwMode="auto">
              <a:xfrm flipV="1">
                <a:off x="4375" y="570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90" name="Line 764"/>
              <p:cNvSpPr>
                <a:spLocks noChangeShapeType="1"/>
              </p:cNvSpPr>
              <p:nvPr/>
            </p:nvSpPr>
            <p:spPr bwMode="auto">
              <a:xfrm flipV="1">
                <a:off x="4395" y="550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91" name="Line 765"/>
              <p:cNvSpPr>
                <a:spLocks noChangeShapeType="1"/>
              </p:cNvSpPr>
              <p:nvPr/>
            </p:nvSpPr>
            <p:spPr bwMode="auto">
              <a:xfrm flipV="1">
                <a:off x="4415" y="530"/>
                <a:ext cx="9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92" name="Line 766"/>
              <p:cNvSpPr>
                <a:spLocks noChangeShapeType="1"/>
              </p:cNvSpPr>
              <p:nvPr/>
            </p:nvSpPr>
            <p:spPr bwMode="auto">
              <a:xfrm flipV="1">
                <a:off x="4434" y="510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93" name="Line 767"/>
              <p:cNvSpPr>
                <a:spLocks noChangeShapeType="1"/>
              </p:cNvSpPr>
              <p:nvPr/>
            </p:nvSpPr>
            <p:spPr bwMode="auto">
              <a:xfrm flipV="1">
                <a:off x="4454" y="490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94" name="Line 768"/>
              <p:cNvSpPr>
                <a:spLocks noChangeShapeType="1"/>
              </p:cNvSpPr>
              <p:nvPr/>
            </p:nvSpPr>
            <p:spPr bwMode="auto">
              <a:xfrm flipV="1">
                <a:off x="4474" y="470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95" name="Line 769"/>
              <p:cNvSpPr>
                <a:spLocks noChangeShapeType="1"/>
              </p:cNvSpPr>
              <p:nvPr/>
            </p:nvSpPr>
            <p:spPr bwMode="auto">
              <a:xfrm flipV="1">
                <a:off x="4494" y="451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96" name="Line 770"/>
              <p:cNvSpPr>
                <a:spLocks noChangeShapeType="1"/>
              </p:cNvSpPr>
              <p:nvPr/>
            </p:nvSpPr>
            <p:spPr bwMode="auto">
              <a:xfrm flipV="1">
                <a:off x="4514" y="431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97" name="Line 771"/>
              <p:cNvSpPr>
                <a:spLocks noChangeShapeType="1"/>
              </p:cNvSpPr>
              <p:nvPr/>
            </p:nvSpPr>
            <p:spPr bwMode="auto">
              <a:xfrm>
                <a:off x="997" y="42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98" name="Line 772"/>
              <p:cNvSpPr>
                <a:spLocks noChangeShapeType="1"/>
              </p:cNvSpPr>
              <p:nvPr/>
            </p:nvSpPr>
            <p:spPr bwMode="auto">
              <a:xfrm>
                <a:off x="1017" y="44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99" name="Line 773"/>
              <p:cNvSpPr>
                <a:spLocks noChangeShapeType="1"/>
              </p:cNvSpPr>
              <p:nvPr/>
            </p:nvSpPr>
            <p:spPr bwMode="auto">
              <a:xfrm>
                <a:off x="1037" y="46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00" name="Line 774"/>
              <p:cNvSpPr>
                <a:spLocks noChangeShapeType="1"/>
              </p:cNvSpPr>
              <p:nvPr/>
            </p:nvSpPr>
            <p:spPr bwMode="auto">
              <a:xfrm>
                <a:off x="1057" y="48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01" name="Line 775"/>
              <p:cNvSpPr>
                <a:spLocks noChangeShapeType="1"/>
              </p:cNvSpPr>
              <p:nvPr/>
            </p:nvSpPr>
            <p:spPr bwMode="auto">
              <a:xfrm>
                <a:off x="1077" y="50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02" name="Line 776"/>
              <p:cNvSpPr>
                <a:spLocks noChangeShapeType="1"/>
              </p:cNvSpPr>
              <p:nvPr/>
            </p:nvSpPr>
            <p:spPr bwMode="auto">
              <a:xfrm>
                <a:off x="1097" y="52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03" name="Line 777"/>
              <p:cNvSpPr>
                <a:spLocks noChangeShapeType="1"/>
              </p:cNvSpPr>
              <p:nvPr/>
            </p:nvSpPr>
            <p:spPr bwMode="auto">
              <a:xfrm>
                <a:off x="1117" y="54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04" name="Line 778"/>
              <p:cNvSpPr>
                <a:spLocks noChangeShapeType="1"/>
              </p:cNvSpPr>
              <p:nvPr/>
            </p:nvSpPr>
            <p:spPr bwMode="auto">
              <a:xfrm>
                <a:off x="1137" y="569"/>
                <a:ext cx="9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05" name="Line 779"/>
              <p:cNvSpPr>
                <a:spLocks noChangeShapeType="1"/>
              </p:cNvSpPr>
              <p:nvPr/>
            </p:nvSpPr>
            <p:spPr bwMode="auto">
              <a:xfrm>
                <a:off x="1156" y="589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06" name="Line 780"/>
              <p:cNvSpPr>
                <a:spLocks noChangeShapeType="1"/>
              </p:cNvSpPr>
              <p:nvPr/>
            </p:nvSpPr>
            <p:spPr bwMode="auto">
              <a:xfrm>
                <a:off x="1176" y="609"/>
                <a:ext cx="10" cy="9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07" name="Line 781"/>
              <p:cNvSpPr>
                <a:spLocks noChangeShapeType="1"/>
              </p:cNvSpPr>
              <p:nvPr/>
            </p:nvSpPr>
            <p:spPr bwMode="auto">
              <a:xfrm>
                <a:off x="1196" y="62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08" name="Line 782"/>
              <p:cNvSpPr>
                <a:spLocks noChangeShapeType="1"/>
              </p:cNvSpPr>
              <p:nvPr/>
            </p:nvSpPr>
            <p:spPr bwMode="auto">
              <a:xfrm>
                <a:off x="1216" y="64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09" name="Line 783"/>
              <p:cNvSpPr>
                <a:spLocks noChangeShapeType="1"/>
              </p:cNvSpPr>
              <p:nvPr/>
            </p:nvSpPr>
            <p:spPr bwMode="auto">
              <a:xfrm>
                <a:off x="1236" y="66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10" name="Line 784"/>
              <p:cNvSpPr>
                <a:spLocks noChangeShapeType="1"/>
              </p:cNvSpPr>
              <p:nvPr/>
            </p:nvSpPr>
            <p:spPr bwMode="auto">
              <a:xfrm>
                <a:off x="1256" y="68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11" name="Line 785"/>
              <p:cNvSpPr>
                <a:spLocks noChangeShapeType="1"/>
              </p:cNvSpPr>
              <p:nvPr/>
            </p:nvSpPr>
            <p:spPr bwMode="auto">
              <a:xfrm>
                <a:off x="1276" y="70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12" name="Line 786"/>
              <p:cNvSpPr>
                <a:spLocks noChangeShapeType="1"/>
              </p:cNvSpPr>
              <p:nvPr/>
            </p:nvSpPr>
            <p:spPr bwMode="auto">
              <a:xfrm>
                <a:off x="1296" y="72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13" name="Line 787"/>
              <p:cNvSpPr>
                <a:spLocks noChangeShapeType="1"/>
              </p:cNvSpPr>
              <p:nvPr/>
            </p:nvSpPr>
            <p:spPr bwMode="auto">
              <a:xfrm>
                <a:off x="1316" y="74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14" name="Line 788"/>
              <p:cNvSpPr>
                <a:spLocks noChangeShapeType="1"/>
              </p:cNvSpPr>
              <p:nvPr/>
            </p:nvSpPr>
            <p:spPr bwMode="auto">
              <a:xfrm>
                <a:off x="1336" y="76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15" name="Line 789"/>
              <p:cNvSpPr>
                <a:spLocks noChangeShapeType="1"/>
              </p:cNvSpPr>
              <p:nvPr/>
            </p:nvSpPr>
            <p:spPr bwMode="auto">
              <a:xfrm>
                <a:off x="1356" y="788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16" name="Line 790"/>
              <p:cNvSpPr>
                <a:spLocks noChangeShapeType="1"/>
              </p:cNvSpPr>
              <p:nvPr/>
            </p:nvSpPr>
            <p:spPr bwMode="auto">
              <a:xfrm>
                <a:off x="1375" y="80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17" name="Line 791"/>
              <p:cNvSpPr>
                <a:spLocks noChangeShapeType="1"/>
              </p:cNvSpPr>
              <p:nvPr/>
            </p:nvSpPr>
            <p:spPr bwMode="auto">
              <a:xfrm>
                <a:off x="1395" y="82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18" name="Line 792"/>
              <p:cNvSpPr>
                <a:spLocks noChangeShapeType="1"/>
              </p:cNvSpPr>
              <p:nvPr/>
            </p:nvSpPr>
            <p:spPr bwMode="auto">
              <a:xfrm>
                <a:off x="1415" y="84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19" name="Line 793"/>
              <p:cNvSpPr>
                <a:spLocks noChangeShapeType="1"/>
              </p:cNvSpPr>
              <p:nvPr/>
            </p:nvSpPr>
            <p:spPr bwMode="auto">
              <a:xfrm>
                <a:off x="1435" y="86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20" name="Line 794"/>
              <p:cNvSpPr>
                <a:spLocks noChangeShapeType="1"/>
              </p:cNvSpPr>
              <p:nvPr/>
            </p:nvSpPr>
            <p:spPr bwMode="auto">
              <a:xfrm>
                <a:off x="1455" y="88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21" name="Line 795"/>
              <p:cNvSpPr>
                <a:spLocks noChangeShapeType="1"/>
              </p:cNvSpPr>
              <p:nvPr/>
            </p:nvSpPr>
            <p:spPr bwMode="auto">
              <a:xfrm>
                <a:off x="1475" y="90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22" name="Line 796"/>
              <p:cNvSpPr>
                <a:spLocks noChangeShapeType="1"/>
              </p:cNvSpPr>
              <p:nvPr/>
            </p:nvSpPr>
            <p:spPr bwMode="auto">
              <a:xfrm>
                <a:off x="1495" y="92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23" name="Line 797"/>
              <p:cNvSpPr>
                <a:spLocks noChangeShapeType="1"/>
              </p:cNvSpPr>
              <p:nvPr/>
            </p:nvSpPr>
            <p:spPr bwMode="auto">
              <a:xfrm>
                <a:off x="1515" y="94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24" name="Line 798"/>
              <p:cNvSpPr>
                <a:spLocks noChangeShapeType="1"/>
              </p:cNvSpPr>
              <p:nvPr/>
            </p:nvSpPr>
            <p:spPr bwMode="auto">
              <a:xfrm>
                <a:off x="1535" y="96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25" name="Line 799"/>
              <p:cNvSpPr>
                <a:spLocks noChangeShapeType="1"/>
              </p:cNvSpPr>
              <p:nvPr/>
            </p:nvSpPr>
            <p:spPr bwMode="auto">
              <a:xfrm>
                <a:off x="1555" y="987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26" name="Line 800"/>
              <p:cNvSpPr>
                <a:spLocks noChangeShapeType="1"/>
              </p:cNvSpPr>
              <p:nvPr/>
            </p:nvSpPr>
            <p:spPr bwMode="auto">
              <a:xfrm>
                <a:off x="1575" y="100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27" name="Line 801"/>
              <p:cNvSpPr>
                <a:spLocks noChangeShapeType="1"/>
              </p:cNvSpPr>
              <p:nvPr/>
            </p:nvSpPr>
            <p:spPr bwMode="auto">
              <a:xfrm>
                <a:off x="1595" y="1026"/>
                <a:ext cx="9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28" name="Line 802"/>
              <p:cNvSpPr>
                <a:spLocks noChangeShapeType="1"/>
              </p:cNvSpPr>
              <p:nvPr/>
            </p:nvSpPr>
            <p:spPr bwMode="auto">
              <a:xfrm>
                <a:off x="1614" y="104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29" name="Line 803"/>
              <p:cNvSpPr>
                <a:spLocks noChangeShapeType="1"/>
              </p:cNvSpPr>
              <p:nvPr/>
            </p:nvSpPr>
            <p:spPr bwMode="auto">
              <a:xfrm>
                <a:off x="1634" y="106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30" name="Line 804"/>
              <p:cNvSpPr>
                <a:spLocks noChangeShapeType="1"/>
              </p:cNvSpPr>
              <p:nvPr/>
            </p:nvSpPr>
            <p:spPr bwMode="auto">
              <a:xfrm>
                <a:off x="1654" y="108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31" name="Line 805"/>
              <p:cNvSpPr>
                <a:spLocks noChangeShapeType="1"/>
              </p:cNvSpPr>
              <p:nvPr/>
            </p:nvSpPr>
            <p:spPr bwMode="auto">
              <a:xfrm>
                <a:off x="1674" y="110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32" name="Line 806"/>
              <p:cNvSpPr>
                <a:spLocks noChangeShapeType="1"/>
              </p:cNvSpPr>
              <p:nvPr/>
            </p:nvSpPr>
            <p:spPr bwMode="auto">
              <a:xfrm>
                <a:off x="1694" y="112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33" name="Line 807"/>
              <p:cNvSpPr>
                <a:spLocks noChangeShapeType="1"/>
              </p:cNvSpPr>
              <p:nvPr/>
            </p:nvSpPr>
            <p:spPr bwMode="auto">
              <a:xfrm>
                <a:off x="1714" y="1146"/>
                <a:ext cx="10" cy="10"/>
              </a:xfrm>
              <a:prstGeom prst="line">
                <a:avLst/>
              </a:prstGeom>
              <a:noFill/>
              <a:ln w="11113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139" name="Line 808"/>
            <p:cNvSpPr>
              <a:spLocks noChangeShapeType="1"/>
            </p:cNvSpPr>
            <p:nvPr/>
          </p:nvSpPr>
          <p:spPr bwMode="auto">
            <a:xfrm>
              <a:off x="1734" y="1205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0" name="Line 809"/>
            <p:cNvSpPr>
              <a:spLocks noChangeShapeType="1"/>
            </p:cNvSpPr>
            <p:nvPr/>
          </p:nvSpPr>
          <p:spPr bwMode="auto">
            <a:xfrm>
              <a:off x="1754" y="1224"/>
              <a:ext cx="10" cy="8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1" name="Line 810"/>
            <p:cNvSpPr>
              <a:spLocks noChangeShapeType="1"/>
            </p:cNvSpPr>
            <p:nvPr/>
          </p:nvSpPr>
          <p:spPr bwMode="auto">
            <a:xfrm>
              <a:off x="1774" y="1242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2" name="Line 811"/>
            <p:cNvSpPr>
              <a:spLocks noChangeShapeType="1"/>
            </p:cNvSpPr>
            <p:nvPr/>
          </p:nvSpPr>
          <p:spPr bwMode="auto">
            <a:xfrm>
              <a:off x="1794" y="1261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3" name="Line 812"/>
            <p:cNvSpPr>
              <a:spLocks noChangeShapeType="1"/>
            </p:cNvSpPr>
            <p:nvPr/>
          </p:nvSpPr>
          <p:spPr bwMode="auto">
            <a:xfrm>
              <a:off x="1814" y="1280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4" name="Line 813"/>
            <p:cNvSpPr>
              <a:spLocks noChangeShapeType="1"/>
            </p:cNvSpPr>
            <p:nvPr/>
          </p:nvSpPr>
          <p:spPr bwMode="auto">
            <a:xfrm>
              <a:off x="1833" y="1299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5" name="Line 814"/>
            <p:cNvSpPr>
              <a:spLocks noChangeShapeType="1"/>
            </p:cNvSpPr>
            <p:nvPr/>
          </p:nvSpPr>
          <p:spPr bwMode="auto">
            <a:xfrm>
              <a:off x="1853" y="1318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6" name="Line 815"/>
            <p:cNvSpPr>
              <a:spLocks noChangeShapeType="1"/>
            </p:cNvSpPr>
            <p:nvPr/>
          </p:nvSpPr>
          <p:spPr bwMode="auto">
            <a:xfrm>
              <a:off x="1873" y="1337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7" name="Line 816"/>
            <p:cNvSpPr>
              <a:spLocks noChangeShapeType="1"/>
            </p:cNvSpPr>
            <p:nvPr/>
          </p:nvSpPr>
          <p:spPr bwMode="auto">
            <a:xfrm>
              <a:off x="1893" y="1356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8" name="Line 817"/>
            <p:cNvSpPr>
              <a:spLocks noChangeShapeType="1"/>
            </p:cNvSpPr>
            <p:nvPr/>
          </p:nvSpPr>
          <p:spPr bwMode="auto">
            <a:xfrm>
              <a:off x="1913" y="1375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49" name="Line 818"/>
            <p:cNvSpPr>
              <a:spLocks noChangeShapeType="1"/>
            </p:cNvSpPr>
            <p:nvPr/>
          </p:nvSpPr>
          <p:spPr bwMode="auto">
            <a:xfrm>
              <a:off x="1933" y="1394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0" name="Line 819"/>
            <p:cNvSpPr>
              <a:spLocks noChangeShapeType="1"/>
            </p:cNvSpPr>
            <p:nvPr/>
          </p:nvSpPr>
          <p:spPr bwMode="auto">
            <a:xfrm>
              <a:off x="1953" y="1412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1" name="Line 820"/>
            <p:cNvSpPr>
              <a:spLocks noChangeShapeType="1"/>
            </p:cNvSpPr>
            <p:nvPr/>
          </p:nvSpPr>
          <p:spPr bwMode="auto">
            <a:xfrm>
              <a:off x="1973" y="1431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2" name="Line 821"/>
            <p:cNvSpPr>
              <a:spLocks noChangeShapeType="1"/>
            </p:cNvSpPr>
            <p:nvPr/>
          </p:nvSpPr>
          <p:spPr bwMode="auto">
            <a:xfrm>
              <a:off x="1993" y="1450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3" name="Line 822"/>
            <p:cNvSpPr>
              <a:spLocks noChangeShapeType="1"/>
            </p:cNvSpPr>
            <p:nvPr/>
          </p:nvSpPr>
          <p:spPr bwMode="auto">
            <a:xfrm>
              <a:off x="2013" y="1469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4" name="Line 823"/>
            <p:cNvSpPr>
              <a:spLocks noChangeShapeType="1"/>
            </p:cNvSpPr>
            <p:nvPr/>
          </p:nvSpPr>
          <p:spPr bwMode="auto">
            <a:xfrm>
              <a:off x="2033" y="1487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5" name="Line 824"/>
            <p:cNvSpPr>
              <a:spLocks noChangeShapeType="1"/>
            </p:cNvSpPr>
            <p:nvPr/>
          </p:nvSpPr>
          <p:spPr bwMode="auto">
            <a:xfrm>
              <a:off x="2052" y="1506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6" name="Line 825"/>
            <p:cNvSpPr>
              <a:spLocks noChangeShapeType="1"/>
            </p:cNvSpPr>
            <p:nvPr/>
          </p:nvSpPr>
          <p:spPr bwMode="auto">
            <a:xfrm>
              <a:off x="2072" y="1525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7" name="Line 826"/>
            <p:cNvSpPr>
              <a:spLocks noChangeShapeType="1"/>
            </p:cNvSpPr>
            <p:nvPr/>
          </p:nvSpPr>
          <p:spPr bwMode="auto">
            <a:xfrm>
              <a:off x="2092" y="1544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8" name="Line 827"/>
            <p:cNvSpPr>
              <a:spLocks noChangeShapeType="1"/>
            </p:cNvSpPr>
            <p:nvPr/>
          </p:nvSpPr>
          <p:spPr bwMode="auto">
            <a:xfrm>
              <a:off x="2112" y="1563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9" name="Line 828"/>
            <p:cNvSpPr>
              <a:spLocks noChangeShapeType="1"/>
            </p:cNvSpPr>
            <p:nvPr/>
          </p:nvSpPr>
          <p:spPr bwMode="auto">
            <a:xfrm>
              <a:off x="2132" y="1582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0" name="Line 829"/>
            <p:cNvSpPr>
              <a:spLocks noChangeShapeType="1"/>
            </p:cNvSpPr>
            <p:nvPr/>
          </p:nvSpPr>
          <p:spPr bwMode="auto">
            <a:xfrm>
              <a:off x="2152" y="1600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1" name="Line 830"/>
            <p:cNvSpPr>
              <a:spLocks noChangeShapeType="1"/>
            </p:cNvSpPr>
            <p:nvPr/>
          </p:nvSpPr>
          <p:spPr bwMode="auto">
            <a:xfrm>
              <a:off x="2172" y="1619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2" name="Line 831"/>
            <p:cNvSpPr>
              <a:spLocks noChangeShapeType="1"/>
            </p:cNvSpPr>
            <p:nvPr/>
          </p:nvSpPr>
          <p:spPr bwMode="auto">
            <a:xfrm>
              <a:off x="2192" y="1638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3" name="Line 832"/>
            <p:cNvSpPr>
              <a:spLocks noChangeShapeType="1"/>
            </p:cNvSpPr>
            <p:nvPr/>
          </p:nvSpPr>
          <p:spPr bwMode="auto">
            <a:xfrm>
              <a:off x="2212" y="1657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4" name="Line 833"/>
            <p:cNvSpPr>
              <a:spLocks noChangeShapeType="1"/>
            </p:cNvSpPr>
            <p:nvPr/>
          </p:nvSpPr>
          <p:spPr bwMode="auto">
            <a:xfrm>
              <a:off x="2232" y="1676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5" name="Line 834"/>
            <p:cNvSpPr>
              <a:spLocks noChangeShapeType="1"/>
            </p:cNvSpPr>
            <p:nvPr/>
          </p:nvSpPr>
          <p:spPr bwMode="auto">
            <a:xfrm>
              <a:off x="2252" y="1695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6" name="Line 835"/>
            <p:cNvSpPr>
              <a:spLocks noChangeShapeType="1"/>
            </p:cNvSpPr>
            <p:nvPr/>
          </p:nvSpPr>
          <p:spPr bwMode="auto">
            <a:xfrm>
              <a:off x="2272" y="1714"/>
              <a:ext cx="9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7" name="Line 836"/>
            <p:cNvSpPr>
              <a:spLocks noChangeShapeType="1"/>
            </p:cNvSpPr>
            <p:nvPr/>
          </p:nvSpPr>
          <p:spPr bwMode="auto">
            <a:xfrm>
              <a:off x="2291" y="1733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8" name="Line 837"/>
            <p:cNvSpPr>
              <a:spLocks noChangeShapeType="1"/>
            </p:cNvSpPr>
            <p:nvPr/>
          </p:nvSpPr>
          <p:spPr bwMode="auto">
            <a:xfrm>
              <a:off x="2311" y="1752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9" name="Line 838"/>
            <p:cNvSpPr>
              <a:spLocks noChangeShapeType="1"/>
            </p:cNvSpPr>
            <p:nvPr/>
          </p:nvSpPr>
          <p:spPr bwMode="auto">
            <a:xfrm>
              <a:off x="2331" y="1771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70" name="Line 839"/>
            <p:cNvSpPr>
              <a:spLocks noChangeShapeType="1"/>
            </p:cNvSpPr>
            <p:nvPr/>
          </p:nvSpPr>
          <p:spPr bwMode="auto">
            <a:xfrm>
              <a:off x="2351" y="1789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71" name="Line 840"/>
            <p:cNvSpPr>
              <a:spLocks noChangeShapeType="1"/>
            </p:cNvSpPr>
            <p:nvPr/>
          </p:nvSpPr>
          <p:spPr bwMode="auto">
            <a:xfrm>
              <a:off x="2371" y="1808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72" name="Line 841"/>
            <p:cNvSpPr>
              <a:spLocks noChangeShapeType="1"/>
            </p:cNvSpPr>
            <p:nvPr/>
          </p:nvSpPr>
          <p:spPr bwMode="auto">
            <a:xfrm>
              <a:off x="2391" y="1827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73" name="Line 842"/>
            <p:cNvSpPr>
              <a:spLocks noChangeShapeType="1"/>
            </p:cNvSpPr>
            <p:nvPr/>
          </p:nvSpPr>
          <p:spPr bwMode="auto">
            <a:xfrm>
              <a:off x="2411" y="1846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74" name="Line 843"/>
            <p:cNvSpPr>
              <a:spLocks noChangeShapeType="1"/>
            </p:cNvSpPr>
            <p:nvPr/>
          </p:nvSpPr>
          <p:spPr bwMode="auto">
            <a:xfrm>
              <a:off x="2431" y="1865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75" name="Line 844"/>
            <p:cNvSpPr>
              <a:spLocks noChangeShapeType="1"/>
            </p:cNvSpPr>
            <p:nvPr/>
          </p:nvSpPr>
          <p:spPr bwMode="auto">
            <a:xfrm>
              <a:off x="2451" y="1884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76" name="Line 845"/>
            <p:cNvSpPr>
              <a:spLocks noChangeShapeType="1"/>
            </p:cNvSpPr>
            <p:nvPr/>
          </p:nvSpPr>
          <p:spPr bwMode="auto">
            <a:xfrm>
              <a:off x="2471" y="1903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77" name="Line 846"/>
            <p:cNvSpPr>
              <a:spLocks noChangeShapeType="1"/>
            </p:cNvSpPr>
            <p:nvPr/>
          </p:nvSpPr>
          <p:spPr bwMode="auto">
            <a:xfrm>
              <a:off x="2491" y="1922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78" name="Line 847"/>
            <p:cNvSpPr>
              <a:spLocks noChangeShapeType="1"/>
            </p:cNvSpPr>
            <p:nvPr/>
          </p:nvSpPr>
          <p:spPr bwMode="auto">
            <a:xfrm>
              <a:off x="2510" y="1941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79" name="Line 848"/>
            <p:cNvSpPr>
              <a:spLocks noChangeShapeType="1"/>
            </p:cNvSpPr>
            <p:nvPr/>
          </p:nvSpPr>
          <p:spPr bwMode="auto">
            <a:xfrm>
              <a:off x="2530" y="1959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80" name="Line 849"/>
            <p:cNvSpPr>
              <a:spLocks noChangeShapeType="1"/>
            </p:cNvSpPr>
            <p:nvPr/>
          </p:nvSpPr>
          <p:spPr bwMode="auto">
            <a:xfrm>
              <a:off x="2550" y="1978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81" name="Line 850"/>
            <p:cNvSpPr>
              <a:spLocks noChangeShapeType="1"/>
            </p:cNvSpPr>
            <p:nvPr/>
          </p:nvSpPr>
          <p:spPr bwMode="auto">
            <a:xfrm>
              <a:off x="2570" y="1997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82" name="Line 851"/>
            <p:cNvSpPr>
              <a:spLocks noChangeShapeType="1"/>
            </p:cNvSpPr>
            <p:nvPr/>
          </p:nvSpPr>
          <p:spPr bwMode="auto">
            <a:xfrm>
              <a:off x="2590" y="2016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83" name="Line 852"/>
            <p:cNvSpPr>
              <a:spLocks noChangeShapeType="1"/>
            </p:cNvSpPr>
            <p:nvPr/>
          </p:nvSpPr>
          <p:spPr bwMode="auto">
            <a:xfrm>
              <a:off x="2610" y="2035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84" name="Line 853"/>
            <p:cNvSpPr>
              <a:spLocks noChangeShapeType="1"/>
            </p:cNvSpPr>
            <p:nvPr/>
          </p:nvSpPr>
          <p:spPr bwMode="auto">
            <a:xfrm>
              <a:off x="2630" y="2054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85" name="Line 854"/>
            <p:cNvSpPr>
              <a:spLocks noChangeShapeType="1"/>
            </p:cNvSpPr>
            <p:nvPr/>
          </p:nvSpPr>
          <p:spPr bwMode="auto">
            <a:xfrm>
              <a:off x="2650" y="2073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86" name="Line 855"/>
            <p:cNvSpPr>
              <a:spLocks noChangeShapeType="1"/>
            </p:cNvSpPr>
            <p:nvPr/>
          </p:nvSpPr>
          <p:spPr bwMode="auto">
            <a:xfrm>
              <a:off x="2670" y="2092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87" name="Line 856"/>
            <p:cNvSpPr>
              <a:spLocks noChangeShapeType="1"/>
            </p:cNvSpPr>
            <p:nvPr/>
          </p:nvSpPr>
          <p:spPr bwMode="auto">
            <a:xfrm>
              <a:off x="2690" y="2111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88" name="Line 857"/>
            <p:cNvSpPr>
              <a:spLocks noChangeShapeType="1"/>
            </p:cNvSpPr>
            <p:nvPr/>
          </p:nvSpPr>
          <p:spPr bwMode="auto">
            <a:xfrm>
              <a:off x="2710" y="2130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89" name="Line 858"/>
            <p:cNvSpPr>
              <a:spLocks noChangeShapeType="1"/>
            </p:cNvSpPr>
            <p:nvPr/>
          </p:nvSpPr>
          <p:spPr bwMode="auto">
            <a:xfrm>
              <a:off x="2729" y="2148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90" name="Line 859"/>
            <p:cNvSpPr>
              <a:spLocks noChangeShapeType="1"/>
            </p:cNvSpPr>
            <p:nvPr/>
          </p:nvSpPr>
          <p:spPr bwMode="auto">
            <a:xfrm>
              <a:off x="2749" y="2167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91" name="Line 860"/>
            <p:cNvSpPr>
              <a:spLocks noChangeShapeType="1"/>
            </p:cNvSpPr>
            <p:nvPr/>
          </p:nvSpPr>
          <p:spPr bwMode="auto">
            <a:xfrm>
              <a:off x="2769" y="2185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92" name="Line 861"/>
            <p:cNvSpPr>
              <a:spLocks noChangeShapeType="1"/>
            </p:cNvSpPr>
            <p:nvPr/>
          </p:nvSpPr>
          <p:spPr bwMode="auto">
            <a:xfrm>
              <a:off x="2789" y="2204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93" name="Line 862"/>
            <p:cNvSpPr>
              <a:spLocks noChangeShapeType="1"/>
            </p:cNvSpPr>
            <p:nvPr/>
          </p:nvSpPr>
          <p:spPr bwMode="auto">
            <a:xfrm>
              <a:off x="2809" y="2223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94" name="Line 863"/>
            <p:cNvSpPr>
              <a:spLocks noChangeShapeType="1"/>
            </p:cNvSpPr>
            <p:nvPr/>
          </p:nvSpPr>
          <p:spPr bwMode="auto">
            <a:xfrm>
              <a:off x="2829" y="2242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95" name="Line 864"/>
            <p:cNvSpPr>
              <a:spLocks noChangeShapeType="1"/>
            </p:cNvSpPr>
            <p:nvPr/>
          </p:nvSpPr>
          <p:spPr bwMode="auto">
            <a:xfrm>
              <a:off x="2849" y="2261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96" name="Line 865"/>
            <p:cNvSpPr>
              <a:spLocks noChangeShapeType="1"/>
            </p:cNvSpPr>
            <p:nvPr/>
          </p:nvSpPr>
          <p:spPr bwMode="auto">
            <a:xfrm>
              <a:off x="2869" y="2280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97" name="Line 866"/>
            <p:cNvSpPr>
              <a:spLocks noChangeShapeType="1"/>
            </p:cNvSpPr>
            <p:nvPr/>
          </p:nvSpPr>
          <p:spPr bwMode="auto">
            <a:xfrm>
              <a:off x="2889" y="2299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98" name="Line 867"/>
            <p:cNvSpPr>
              <a:spLocks noChangeShapeType="1"/>
            </p:cNvSpPr>
            <p:nvPr/>
          </p:nvSpPr>
          <p:spPr bwMode="auto">
            <a:xfrm>
              <a:off x="2909" y="2318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99" name="Line 868"/>
            <p:cNvSpPr>
              <a:spLocks noChangeShapeType="1"/>
            </p:cNvSpPr>
            <p:nvPr/>
          </p:nvSpPr>
          <p:spPr bwMode="auto">
            <a:xfrm>
              <a:off x="2929" y="2336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0" name="Line 869"/>
            <p:cNvSpPr>
              <a:spLocks noChangeShapeType="1"/>
            </p:cNvSpPr>
            <p:nvPr/>
          </p:nvSpPr>
          <p:spPr bwMode="auto">
            <a:xfrm>
              <a:off x="2949" y="2355"/>
              <a:ext cx="9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1" name="Line 870"/>
            <p:cNvSpPr>
              <a:spLocks noChangeShapeType="1"/>
            </p:cNvSpPr>
            <p:nvPr/>
          </p:nvSpPr>
          <p:spPr bwMode="auto">
            <a:xfrm>
              <a:off x="2968" y="2374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2" name="Line 871"/>
            <p:cNvSpPr>
              <a:spLocks noChangeShapeType="1"/>
            </p:cNvSpPr>
            <p:nvPr/>
          </p:nvSpPr>
          <p:spPr bwMode="auto">
            <a:xfrm>
              <a:off x="2988" y="2393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3" name="Line 872"/>
            <p:cNvSpPr>
              <a:spLocks noChangeShapeType="1"/>
            </p:cNvSpPr>
            <p:nvPr/>
          </p:nvSpPr>
          <p:spPr bwMode="auto">
            <a:xfrm>
              <a:off x="3008" y="2412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4" name="Line 873"/>
            <p:cNvSpPr>
              <a:spLocks noChangeShapeType="1"/>
            </p:cNvSpPr>
            <p:nvPr/>
          </p:nvSpPr>
          <p:spPr bwMode="auto">
            <a:xfrm>
              <a:off x="3028" y="2431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5" name="Line 874"/>
            <p:cNvSpPr>
              <a:spLocks noChangeShapeType="1"/>
            </p:cNvSpPr>
            <p:nvPr/>
          </p:nvSpPr>
          <p:spPr bwMode="auto">
            <a:xfrm>
              <a:off x="3048" y="2450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6" name="Line 875"/>
            <p:cNvSpPr>
              <a:spLocks noChangeShapeType="1"/>
            </p:cNvSpPr>
            <p:nvPr/>
          </p:nvSpPr>
          <p:spPr bwMode="auto">
            <a:xfrm>
              <a:off x="3068" y="2469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7" name="Line 876"/>
            <p:cNvSpPr>
              <a:spLocks noChangeShapeType="1"/>
            </p:cNvSpPr>
            <p:nvPr/>
          </p:nvSpPr>
          <p:spPr bwMode="auto">
            <a:xfrm>
              <a:off x="3088" y="2488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8" name="Line 877"/>
            <p:cNvSpPr>
              <a:spLocks noChangeShapeType="1"/>
            </p:cNvSpPr>
            <p:nvPr/>
          </p:nvSpPr>
          <p:spPr bwMode="auto">
            <a:xfrm>
              <a:off x="3108" y="2506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9" name="Line 878"/>
            <p:cNvSpPr>
              <a:spLocks noChangeShapeType="1"/>
            </p:cNvSpPr>
            <p:nvPr/>
          </p:nvSpPr>
          <p:spPr bwMode="auto">
            <a:xfrm>
              <a:off x="3128" y="2525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10" name="Line 879"/>
            <p:cNvSpPr>
              <a:spLocks noChangeShapeType="1"/>
            </p:cNvSpPr>
            <p:nvPr/>
          </p:nvSpPr>
          <p:spPr bwMode="auto">
            <a:xfrm>
              <a:off x="3148" y="2544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11" name="Line 880"/>
            <p:cNvSpPr>
              <a:spLocks noChangeShapeType="1"/>
            </p:cNvSpPr>
            <p:nvPr/>
          </p:nvSpPr>
          <p:spPr bwMode="auto">
            <a:xfrm>
              <a:off x="3168" y="2563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12" name="Line 881"/>
            <p:cNvSpPr>
              <a:spLocks noChangeShapeType="1"/>
            </p:cNvSpPr>
            <p:nvPr/>
          </p:nvSpPr>
          <p:spPr bwMode="auto">
            <a:xfrm>
              <a:off x="3187" y="2582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13" name="Line 882"/>
            <p:cNvSpPr>
              <a:spLocks noChangeShapeType="1"/>
            </p:cNvSpPr>
            <p:nvPr/>
          </p:nvSpPr>
          <p:spPr bwMode="auto">
            <a:xfrm>
              <a:off x="3207" y="2601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14" name="Line 883"/>
            <p:cNvSpPr>
              <a:spLocks noChangeShapeType="1"/>
            </p:cNvSpPr>
            <p:nvPr/>
          </p:nvSpPr>
          <p:spPr bwMode="auto">
            <a:xfrm>
              <a:off x="3227" y="2620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15" name="Line 884"/>
            <p:cNvSpPr>
              <a:spLocks noChangeShapeType="1"/>
            </p:cNvSpPr>
            <p:nvPr/>
          </p:nvSpPr>
          <p:spPr bwMode="auto">
            <a:xfrm>
              <a:off x="3247" y="2639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16" name="Line 885"/>
            <p:cNvSpPr>
              <a:spLocks noChangeShapeType="1"/>
            </p:cNvSpPr>
            <p:nvPr/>
          </p:nvSpPr>
          <p:spPr bwMode="auto">
            <a:xfrm>
              <a:off x="3267" y="2658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17" name="Line 886"/>
            <p:cNvSpPr>
              <a:spLocks noChangeShapeType="1"/>
            </p:cNvSpPr>
            <p:nvPr/>
          </p:nvSpPr>
          <p:spPr bwMode="auto">
            <a:xfrm>
              <a:off x="3287" y="2677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18" name="Line 887"/>
            <p:cNvSpPr>
              <a:spLocks noChangeShapeType="1"/>
            </p:cNvSpPr>
            <p:nvPr/>
          </p:nvSpPr>
          <p:spPr bwMode="auto">
            <a:xfrm>
              <a:off x="3307" y="2695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19" name="Line 888"/>
            <p:cNvSpPr>
              <a:spLocks noChangeShapeType="1"/>
            </p:cNvSpPr>
            <p:nvPr/>
          </p:nvSpPr>
          <p:spPr bwMode="auto">
            <a:xfrm>
              <a:off x="3327" y="2714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0" name="Line 889"/>
            <p:cNvSpPr>
              <a:spLocks noChangeShapeType="1"/>
            </p:cNvSpPr>
            <p:nvPr/>
          </p:nvSpPr>
          <p:spPr bwMode="auto">
            <a:xfrm>
              <a:off x="3347" y="2733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1" name="Line 890"/>
            <p:cNvSpPr>
              <a:spLocks noChangeShapeType="1"/>
            </p:cNvSpPr>
            <p:nvPr/>
          </p:nvSpPr>
          <p:spPr bwMode="auto">
            <a:xfrm>
              <a:off x="3367" y="2752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2" name="Line 891"/>
            <p:cNvSpPr>
              <a:spLocks noChangeShapeType="1"/>
            </p:cNvSpPr>
            <p:nvPr/>
          </p:nvSpPr>
          <p:spPr bwMode="auto">
            <a:xfrm>
              <a:off x="3387" y="2771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3" name="Line 892"/>
            <p:cNvSpPr>
              <a:spLocks noChangeShapeType="1"/>
            </p:cNvSpPr>
            <p:nvPr/>
          </p:nvSpPr>
          <p:spPr bwMode="auto">
            <a:xfrm>
              <a:off x="3406" y="2790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4" name="Line 893"/>
            <p:cNvSpPr>
              <a:spLocks noChangeShapeType="1"/>
            </p:cNvSpPr>
            <p:nvPr/>
          </p:nvSpPr>
          <p:spPr bwMode="auto">
            <a:xfrm>
              <a:off x="3426" y="2809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5" name="Line 894"/>
            <p:cNvSpPr>
              <a:spLocks noChangeShapeType="1"/>
            </p:cNvSpPr>
            <p:nvPr/>
          </p:nvSpPr>
          <p:spPr bwMode="auto">
            <a:xfrm>
              <a:off x="3446" y="2828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6" name="Line 895"/>
            <p:cNvSpPr>
              <a:spLocks noChangeShapeType="1"/>
            </p:cNvSpPr>
            <p:nvPr/>
          </p:nvSpPr>
          <p:spPr bwMode="auto">
            <a:xfrm>
              <a:off x="3466" y="2846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7" name="Line 896"/>
            <p:cNvSpPr>
              <a:spLocks noChangeShapeType="1"/>
            </p:cNvSpPr>
            <p:nvPr/>
          </p:nvSpPr>
          <p:spPr bwMode="auto">
            <a:xfrm>
              <a:off x="3486" y="2865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8" name="Line 897"/>
            <p:cNvSpPr>
              <a:spLocks noChangeShapeType="1"/>
            </p:cNvSpPr>
            <p:nvPr/>
          </p:nvSpPr>
          <p:spPr bwMode="auto">
            <a:xfrm>
              <a:off x="3506" y="2883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9" name="Line 898"/>
            <p:cNvSpPr>
              <a:spLocks noChangeShapeType="1"/>
            </p:cNvSpPr>
            <p:nvPr/>
          </p:nvSpPr>
          <p:spPr bwMode="auto">
            <a:xfrm>
              <a:off x="3526" y="2902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0" name="Line 899"/>
            <p:cNvSpPr>
              <a:spLocks noChangeShapeType="1"/>
            </p:cNvSpPr>
            <p:nvPr/>
          </p:nvSpPr>
          <p:spPr bwMode="auto">
            <a:xfrm>
              <a:off x="3546" y="2921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1" name="Line 900"/>
            <p:cNvSpPr>
              <a:spLocks noChangeShapeType="1"/>
            </p:cNvSpPr>
            <p:nvPr/>
          </p:nvSpPr>
          <p:spPr bwMode="auto">
            <a:xfrm>
              <a:off x="3566" y="2940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2" name="Line 901"/>
            <p:cNvSpPr>
              <a:spLocks noChangeShapeType="1"/>
            </p:cNvSpPr>
            <p:nvPr/>
          </p:nvSpPr>
          <p:spPr bwMode="auto">
            <a:xfrm>
              <a:off x="3586" y="2959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3" name="Line 902"/>
            <p:cNvSpPr>
              <a:spLocks noChangeShapeType="1"/>
            </p:cNvSpPr>
            <p:nvPr/>
          </p:nvSpPr>
          <p:spPr bwMode="auto">
            <a:xfrm>
              <a:off x="3606" y="2978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4" name="Line 903"/>
            <p:cNvSpPr>
              <a:spLocks noChangeShapeType="1"/>
            </p:cNvSpPr>
            <p:nvPr/>
          </p:nvSpPr>
          <p:spPr bwMode="auto">
            <a:xfrm>
              <a:off x="3626" y="2997"/>
              <a:ext cx="9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5" name="Line 904"/>
            <p:cNvSpPr>
              <a:spLocks noChangeShapeType="1"/>
            </p:cNvSpPr>
            <p:nvPr/>
          </p:nvSpPr>
          <p:spPr bwMode="auto">
            <a:xfrm>
              <a:off x="3645" y="3016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6" name="Line 905"/>
            <p:cNvSpPr>
              <a:spLocks noChangeShapeType="1"/>
            </p:cNvSpPr>
            <p:nvPr/>
          </p:nvSpPr>
          <p:spPr bwMode="auto">
            <a:xfrm>
              <a:off x="3665" y="3035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7" name="Line 906"/>
            <p:cNvSpPr>
              <a:spLocks noChangeShapeType="1"/>
            </p:cNvSpPr>
            <p:nvPr/>
          </p:nvSpPr>
          <p:spPr bwMode="auto">
            <a:xfrm>
              <a:off x="3685" y="3053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8" name="Line 907"/>
            <p:cNvSpPr>
              <a:spLocks noChangeShapeType="1"/>
            </p:cNvSpPr>
            <p:nvPr/>
          </p:nvSpPr>
          <p:spPr bwMode="auto">
            <a:xfrm>
              <a:off x="3705" y="3072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9" name="Line 908"/>
            <p:cNvSpPr>
              <a:spLocks noChangeShapeType="1"/>
            </p:cNvSpPr>
            <p:nvPr/>
          </p:nvSpPr>
          <p:spPr bwMode="auto">
            <a:xfrm>
              <a:off x="3725" y="3091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0" name="Line 909"/>
            <p:cNvSpPr>
              <a:spLocks noChangeShapeType="1"/>
            </p:cNvSpPr>
            <p:nvPr/>
          </p:nvSpPr>
          <p:spPr bwMode="auto">
            <a:xfrm>
              <a:off x="3745" y="3110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1" name="Line 910"/>
            <p:cNvSpPr>
              <a:spLocks noChangeShapeType="1"/>
            </p:cNvSpPr>
            <p:nvPr/>
          </p:nvSpPr>
          <p:spPr bwMode="auto">
            <a:xfrm>
              <a:off x="3765" y="3129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2" name="Line 911"/>
            <p:cNvSpPr>
              <a:spLocks noChangeShapeType="1"/>
            </p:cNvSpPr>
            <p:nvPr/>
          </p:nvSpPr>
          <p:spPr bwMode="auto">
            <a:xfrm>
              <a:off x="3785" y="3148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3" name="Line 912"/>
            <p:cNvSpPr>
              <a:spLocks noChangeShapeType="1"/>
            </p:cNvSpPr>
            <p:nvPr/>
          </p:nvSpPr>
          <p:spPr bwMode="auto">
            <a:xfrm>
              <a:off x="3805" y="3167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4" name="Line 913"/>
            <p:cNvSpPr>
              <a:spLocks noChangeShapeType="1"/>
            </p:cNvSpPr>
            <p:nvPr/>
          </p:nvSpPr>
          <p:spPr bwMode="auto">
            <a:xfrm>
              <a:off x="3825" y="3186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5" name="Line 914"/>
            <p:cNvSpPr>
              <a:spLocks noChangeShapeType="1"/>
            </p:cNvSpPr>
            <p:nvPr/>
          </p:nvSpPr>
          <p:spPr bwMode="auto">
            <a:xfrm>
              <a:off x="3845" y="3205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6" name="Line 915"/>
            <p:cNvSpPr>
              <a:spLocks noChangeShapeType="1"/>
            </p:cNvSpPr>
            <p:nvPr/>
          </p:nvSpPr>
          <p:spPr bwMode="auto">
            <a:xfrm>
              <a:off x="3864" y="3224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7" name="Line 916"/>
            <p:cNvSpPr>
              <a:spLocks noChangeShapeType="1"/>
            </p:cNvSpPr>
            <p:nvPr/>
          </p:nvSpPr>
          <p:spPr bwMode="auto">
            <a:xfrm>
              <a:off x="3884" y="3242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8" name="Line 917"/>
            <p:cNvSpPr>
              <a:spLocks noChangeShapeType="1"/>
            </p:cNvSpPr>
            <p:nvPr/>
          </p:nvSpPr>
          <p:spPr bwMode="auto">
            <a:xfrm>
              <a:off x="3904" y="3261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9" name="Line 918"/>
            <p:cNvSpPr>
              <a:spLocks noChangeShapeType="1"/>
            </p:cNvSpPr>
            <p:nvPr/>
          </p:nvSpPr>
          <p:spPr bwMode="auto">
            <a:xfrm>
              <a:off x="3924" y="3280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50" name="Line 919"/>
            <p:cNvSpPr>
              <a:spLocks noChangeShapeType="1"/>
            </p:cNvSpPr>
            <p:nvPr/>
          </p:nvSpPr>
          <p:spPr bwMode="auto">
            <a:xfrm>
              <a:off x="3944" y="3299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51" name="Line 920"/>
            <p:cNvSpPr>
              <a:spLocks noChangeShapeType="1"/>
            </p:cNvSpPr>
            <p:nvPr/>
          </p:nvSpPr>
          <p:spPr bwMode="auto">
            <a:xfrm>
              <a:off x="3964" y="3318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52" name="Line 921"/>
            <p:cNvSpPr>
              <a:spLocks noChangeShapeType="1"/>
            </p:cNvSpPr>
            <p:nvPr/>
          </p:nvSpPr>
          <p:spPr bwMode="auto">
            <a:xfrm>
              <a:off x="3984" y="3337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53" name="Line 922"/>
            <p:cNvSpPr>
              <a:spLocks noChangeShapeType="1"/>
            </p:cNvSpPr>
            <p:nvPr/>
          </p:nvSpPr>
          <p:spPr bwMode="auto">
            <a:xfrm>
              <a:off x="4004" y="3356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54" name="Line 923"/>
            <p:cNvSpPr>
              <a:spLocks noChangeShapeType="1"/>
            </p:cNvSpPr>
            <p:nvPr/>
          </p:nvSpPr>
          <p:spPr bwMode="auto">
            <a:xfrm>
              <a:off x="4024" y="3375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55" name="Line 924"/>
            <p:cNvSpPr>
              <a:spLocks noChangeShapeType="1"/>
            </p:cNvSpPr>
            <p:nvPr/>
          </p:nvSpPr>
          <p:spPr bwMode="auto">
            <a:xfrm>
              <a:off x="4044" y="3394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56" name="Line 925"/>
            <p:cNvSpPr>
              <a:spLocks noChangeShapeType="1"/>
            </p:cNvSpPr>
            <p:nvPr/>
          </p:nvSpPr>
          <p:spPr bwMode="auto">
            <a:xfrm>
              <a:off x="4064" y="3413"/>
              <a:ext cx="10" cy="8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57" name="Line 926"/>
            <p:cNvSpPr>
              <a:spLocks noChangeShapeType="1"/>
            </p:cNvSpPr>
            <p:nvPr/>
          </p:nvSpPr>
          <p:spPr bwMode="auto">
            <a:xfrm>
              <a:off x="4084" y="3431"/>
              <a:ext cx="9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58" name="Line 927"/>
            <p:cNvSpPr>
              <a:spLocks noChangeShapeType="1"/>
            </p:cNvSpPr>
            <p:nvPr/>
          </p:nvSpPr>
          <p:spPr bwMode="auto">
            <a:xfrm>
              <a:off x="4103" y="3450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59" name="Line 928"/>
            <p:cNvSpPr>
              <a:spLocks noChangeShapeType="1"/>
            </p:cNvSpPr>
            <p:nvPr/>
          </p:nvSpPr>
          <p:spPr bwMode="auto">
            <a:xfrm>
              <a:off x="4123" y="3469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0" name="Line 929"/>
            <p:cNvSpPr>
              <a:spLocks noChangeShapeType="1"/>
            </p:cNvSpPr>
            <p:nvPr/>
          </p:nvSpPr>
          <p:spPr bwMode="auto">
            <a:xfrm>
              <a:off x="4143" y="3488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1" name="Line 930"/>
            <p:cNvSpPr>
              <a:spLocks noChangeShapeType="1"/>
            </p:cNvSpPr>
            <p:nvPr/>
          </p:nvSpPr>
          <p:spPr bwMode="auto">
            <a:xfrm>
              <a:off x="4163" y="3507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2" name="Line 931"/>
            <p:cNvSpPr>
              <a:spLocks noChangeShapeType="1"/>
            </p:cNvSpPr>
            <p:nvPr/>
          </p:nvSpPr>
          <p:spPr bwMode="auto">
            <a:xfrm>
              <a:off x="4183" y="3526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3" name="Line 932"/>
            <p:cNvSpPr>
              <a:spLocks noChangeShapeType="1"/>
            </p:cNvSpPr>
            <p:nvPr/>
          </p:nvSpPr>
          <p:spPr bwMode="auto">
            <a:xfrm>
              <a:off x="4203" y="3544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4" name="Line 933"/>
            <p:cNvSpPr>
              <a:spLocks noChangeShapeType="1"/>
            </p:cNvSpPr>
            <p:nvPr/>
          </p:nvSpPr>
          <p:spPr bwMode="auto">
            <a:xfrm>
              <a:off x="4223" y="3563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5" name="Line 934"/>
            <p:cNvSpPr>
              <a:spLocks noChangeShapeType="1"/>
            </p:cNvSpPr>
            <p:nvPr/>
          </p:nvSpPr>
          <p:spPr bwMode="auto">
            <a:xfrm>
              <a:off x="4243" y="3582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6" name="Line 935"/>
            <p:cNvSpPr>
              <a:spLocks noChangeShapeType="1"/>
            </p:cNvSpPr>
            <p:nvPr/>
          </p:nvSpPr>
          <p:spPr bwMode="auto">
            <a:xfrm>
              <a:off x="4263" y="3600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7" name="Line 936"/>
            <p:cNvSpPr>
              <a:spLocks noChangeShapeType="1"/>
            </p:cNvSpPr>
            <p:nvPr/>
          </p:nvSpPr>
          <p:spPr bwMode="auto">
            <a:xfrm>
              <a:off x="4283" y="3619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8" name="Line 937"/>
            <p:cNvSpPr>
              <a:spLocks noChangeShapeType="1"/>
            </p:cNvSpPr>
            <p:nvPr/>
          </p:nvSpPr>
          <p:spPr bwMode="auto">
            <a:xfrm>
              <a:off x="4303" y="3638"/>
              <a:ext cx="9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9" name="Line 938"/>
            <p:cNvSpPr>
              <a:spLocks noChangeShapeType="1"/>
            </p:cNvSpPr>
            <p:nvPr/>
          </p:nvSpPr>
          <p:spPr bwMode="auto">
            <a:xfrm>
              <a:off x="4322" y="3657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70" name="Line 939"/>
            <p:cNvSpPr>
              <a:spLocks noChangeShapeType="1"/>
            </p:cNvSpPr>
            <p:nvPr/>
          </p:nvSpPr>
          <p:spPr bwMode="auto">
            <a:xfrm>
              <a:off x="4342" y="3676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71" name="Line 940"/>
            <p:cNvSpPr>
              <a:spLocks noChangeShapeType="1"/>
            </p:cNvSpPr>
            <p:nvPr/>
          </p:nvSpPr>
          <p:spPr bwMode="auto">
            <a:xfrm>
              <a:off x="4362" y="3695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72" name="Line 941"/>
            <p:cNvSpPr>
              <a:spLocks noChangeShapeType="1"/>
            </p:cNvSpPr>
            <p:nvPr/>
          </p:nvSpPr>
          <p:spPr bwMode="auto">
            <a:xfrm>
              <a:off x="4382" y="3714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73" name="Line 942"/>
            <p:cNvSpPr>
              <a:spLocks noChangeShapeType="1"/>
            </p:cNvSpPr>
            <p:nvPr/>
          </p:nvSpPr>
          <p:spPr bwMode="auto">
            <a:xfrm>
              <a:off x="4402" y="3733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74" name="Line 943"/>
            <p:cNvSpPr>
              <a:spLocks noChangeShapeType="1"/>
            </p:cNvSpPr>
            <p:nvPr/>
          </p:nvSpPr>
          <p:spPr bwMode="auto">
            <a:xfrm>
              <a:off x="4422" y="3752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75" name="Line 944"/>
            <p:cNvSpPr>
              <a:spLocks noChangeShapeType="1"/>
            </p:cNvSpPr>
            <p:nvPr/>
          </p:nvSpPr>
          <p:spPr bwMode="auto">
            <a:xfrm>
              <a:off x="4442" y="3771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76" name="Line 945"/>
            <p:cNvSpPr>
              <a:spLocks noChangeShapeType="1"/>
            </p:cNvSpPr>
            <p:nvPr/>
          </p:nvSpPr>
          <p:spPr bwMode="auto">
            <a:xfrm>
              <a:off x="4462" y="3789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77" name="Line 946"/>
            <p:cNvSpPr>
              <a:spLocks noChangeShapeType="1"/>
            </p:cNvSpPr>
            <p:nvPr/>
          </p:nvSpPr>
          <p:spPr bwMode="auto">
            <a:xfrm>
              <a:off x="4482" y="3808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78" name="Line 947"/>
            <p:cNvSpPr>
              <a:spLocks noChangeShapeType="1"/>
            </p:cNvSpPr>
            <p:nvPr/>
          </p:nvSpPr>
          <p:spPr bwMode="auto">
            <a:xfrm>
              <a:off x="4502" y="3827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79" name="Line 948"/>
            <p:cNvSpPr>
              <a:spLocks noChangeShapeType="1"/>
            </p:cNvSpPr>
            <p:nvPr/>
          </p:nvSpPr>
          <p:spPr bwMode="auto">
            <a:xfrm>
              <a:off x="4522" y="3846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0" name="Line 949"/>
            <p:cNvSpPr>
              <a:spLocks noChangeShapeType="1"/>
            </p:cNvSpPr>
            <p:nvPr/>
          </p:nvSpPr>
          <p:spPr bwMode="auto">
            <a:xfrm>
              <a:off x="4541" y="3865"/>
              <a:ext cx="10" cy="10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1" name="Line 950"/>
            <p:cNvSpPr>
              <a:spLocks noChangeShapeType="1"/>
            </p:cNvSpPr>
            <p:nvPr/>
          </p:nvSpPr>
          <p:spPr bwMode="auto">
            <a:xfrm>
              <a:off x="4561" y="3884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2" name="Line 951"/>
            <p:cNvSpPr>
              <a:spLocks noChangeShapeType="1"/>
            </p:cNvSpPr>
            <p:nvPr/>
          </p:nvSpPr>
          <p:spPr bwMode="auto">
            <a:xfrm>
              <a:off x="4581" y="3903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3" name="Line 952"/>
            <p:cNvSpPr>
              <a:spLocks noChangeShapeType="1"/>
            </p:cNvSpPr>
            <p:nvPr/>
          </p:nvSpPr>
          <p:spPr bwMode="auto">
            <a:xfrm>
              <a:off x="4601" y="3922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4" name="Line 953"/>
            <p:cNvSpPr>
              <a:spLocks noChangeShapeType="1"/>
            </p:cNvSpPr>
            <p:nvPr/>
          </p:nvSpPr>
          <p:spPr bwMode="auto">
            <a:xfrm>
              <a:off x="4621" y="3941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5" name="Line 954"/>
            <p:cNvSpPr>
              <a:spLocks noChangeShapeType="1"/>
            </p:cNvSpPr>
            <p:nvPr/>
          </p:nvSpPr>
          <p:spPr bwMode="auto">
            <a:xfrm>
              <a:off x="4641" y="3960"/>
              <a:ext cx="10" cy="8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6" name="Line 955"/>
            <p:cNvSpPr>
              <a:spLocks noChangeShapeType="1"/>
            </p:cNvSpPr>
            <p:nvPr/>
          </p:nvSpPr>
          <p:spPr bwMode="auto">
            <a:xfrm>
              <a:off x="4661" y="3978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7" name="Line 956"/>
            <p:cNvSpPr>
              <a:spLocks noChangeShapeType="1"/>
            </p:cNvSpPr>
            <p:nvPr/>
          </p:nvSpPr>
          <p:spPr bwMode="auto">
            <a:xfrm>
              <a:off x="4681" y="3997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8" name="Line 957"/>
            <p:cNvSpPr>
              <a:spLocks noChangeShapeType="1"/>
            </p:cNvSpPr>
            <p:nvPr/>
          </p:nvSpPr>
          <p:spPr bwMode="auto">
            <a:xfrm>
              <a:off x="4701" y="4016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9" name="Line 958"/>
            <p:cNvSpPr>
              <a:spLocks noChangeShapeType="1"/>
            </p:cNvSpPr>
            <p:nvPr/>
          </p:nvSpPr>
          <p:spPr bwMode="auto">
            <a:xfrm>
              <a:off x="4721" y="4035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90" name="Line 959"/>
            <p:cNvSpPr>
              <a:spLocks noChangeShapeType="1"/>
            </p:cNvSpPr>
            <p:nvPr/>
          </p:nvSpPr>
          <p:spPr bwMode="auto">
            <a:xfrm>
              <a:off x="4741" y="4054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91" name="Line 960"/>
            <p:cNvSpPr>
              <a:spLocks noChangeShapeType="1"/>
            </p:cNvSpPr>
            <p:nvPr/>
          </p:nvSpPr>
          <p:spPr bwMode="auto">
            <a:xfrm>
              <a:off x="4761" y="4073"/>
              <a:ext cx="9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92" name="Line 961"/>
            <p:cNvSpPr>
              <a:spLocks noChangeShapeType="1"/>
            </p:cNvSpPr>
            <p:nvPr/>
          </p:nvSpPr>
          <p:spPr bwMode="auto">
            <a:xfrm>
              <a:off x="4780" y="4092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93" name="Line 962"/>
            <p:cNvSpPr>
              <a:spLocks noChangeShapeType="1"/>
            </p:cNvSpPr>
            <p:nvPr/>
          </p:nvSpPr>
          <p:spPr bwMode="auto">
            <a:xfrm>
              <a:off x="4800" y="4111"/>
              <a:ext cx="10" cy="9"/>
            </a:xfrm>
            <a:prstGeom prst="line">
              <a:avLst/>
            </a:prstGeom>
            <a:noFill/>
            <a:ln w="11113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95" name="Rectangle 964"/>
            <p:cNvSpPr>
              <a:spLocks noChangeArrowheads="1"/>
            </p:cNvSpPr>
            <p:nvPr/>
          </p:nvSpPr>
          <p:spPr bwMode="auto">
            <a:xfrm>
              <a:off x="4205" y="2148"/>
              <a:ext cx="17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en-US" altLang="zh-CN" sz="160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+1</a:t>
              </a:r>
              <a:endParaRPr kumimoji="1" lang="en-US" altLang="zh-CN" sz="160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endParaRPr>
            </a:p>
          </p:txBody>
        </p:sp>
        <p:sp>
          <p:nvSpPr>
            <p:cNvPr id="133296" name="Rectangle 965"/>
            <p:cNvSpPr>
              <a:spLocks noChangeArrowheads="1"/>
            </p:cNvSpPr>
            <p:nvPr/>
          </p:nvSpPr>
          <p:spPr bwMode="auto">
            <a:xfrm>
              <a:off x="1017" y="2019"/>
              <a:ext cx="107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r>
                <a:rPr kumimoji="1" lang="en-US" altLang="zh-CN" sz="1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-1</a:t>
              </a:r>
              <a:endParaRPr kumimoji="1"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298" name="Line 967"/>
            <p:cNvSpPr>
              <a:spLocks noChangeShapeType="1"/>
            </p:cNvSpPr>
            <p:nvPr/>
          </p:nvSpPr>
          <p:spPr bwMode="auto">
            <a:xfrm flipH="1">
              <a:off x="3761" y="2136"/>
              <a:ext cx="59" cy="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99" name="Line 968"/>
            <p:cNvSpPr>
              <a:spLocks noChangeShapeType="1"/>
            </p:cNvSpPr>
            <p:nvPr/>
          </p:nvSpPr>
          <p:spPr bwMode="auto">
            <a:xfrm>
              <a:off x="3761" y="2136"/>
              <a:ext cx="59" cy="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0" name="Line 969"/>
            <p:cNvSpPr>
              <a:spLocks noChangeShapeType="1"/>
            </p:cNvSpPr>
            <p:nvPr/>
          </p:nvSpPr>
          <p:spPr bwMode="auto">
            <a:xfrm flipH="1">
              <a:off x="4349" y="2136"/>
              <a:ext cx="58" cy="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1" name="Line 970"/>
            <p:cNvSpPr>
              <a:spLocks noChangeShapeType="1"/>
            </p:cNvSpPr>
            <p:nvPr/>
          </p:nvSpPr>
          <p:spPr bwMode="auto">
            <a:xfrm>
              <a:off x="4349" y="2136"/>
              <a:ext cx="58" cy="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2" name="Line 971"/>
            <p:cNvSpPr>
              <a:spLocks noChangeShapeType="1"/>
            </p:cNvSpPr>
            <p:nvPr/>
          </p:nvSpPr>
          <p:spPr bwMode="auto">
            <a:xfrm flipH="1">
              <a:off x="4937" y="2136"/>
              <a:ext cx="59" cy="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3" name="Line 972"/>
            <p:cNvSpPr>
              <a:spLocks noChangeShapeType="1"/>
            </p:cNvSpPr>
            <p:nvPr/>
          </p:nvSpPr>
          <p:spPr bwMode="auto">
            <a:xfrm>
              <a:off x="4937" y="2136"/>
              <a:ext cx="59" cy="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8" name="Line 977"/>
            <p:cNvSpPr>
              <a:spLocks noChangeShapeType="1"/>
            </p:cNvSpPr>
            <p:nvPr/>
          </p:nvSpPr>
          <p:spPr bwMode="auto">
            <a:xfrm>
              <a:off x="3438" y="1482"/>
              <a:ext cx="117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9" name="Line 978"/>
            <p:cNvSpPr>
              <a:spLocks noChangeShapeType="1"/>
            </p:cNvSpPr>
            <p:nvPr/>
          </p:nvSpPr>
          <p:spPr bwMode="auto">
            <a:xfrm flipV="1">
              <a:off x="3485" y="1426"/>
              <a:ext cx="1" cy="11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0" name="Line 979"/>
            <p:cNvSpPr>
              <a:spLocks noChangeShapeType="1"/>
            </p:cNvSpPr>
            <p:nvPr/>
          </p:nvSpPr>
          <p:spPr bwMode="auto">
            <a:xfrm>
              <a:off x="3867" y="1065"/>
              <a:ext cx="12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1" name="Line 980"/>
            <p:cNvSpPr>
              <a:spLocks noChangeShapeType="1"/>
            </p:cNvSpPr>
            <p:nvPr/>
          </p:nvSpPr>
          <p:spPr bwMode="auto">
            <a:xfrm>
              <a:off x="3937" y="1009"/>
              <a:ext cx="1" cy="11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2" name="Line 981"/>
            <p:cNvSpPr>
              <a:spLocks noChangeShapeType="1"/>
            </p:cNvSpPr>
            <p:nvPr/>
          </p:nvSpPr>
          <p:spPr bwMode="auto">
            <a:xfrm>
              <a:off x="4320" y="645"/>
              <a:ext cx="117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3" name="Line 982"/>
            <p:cNvSpPr>
              <a:spLocks noChangeShapeType="1"/>
            </p:cNvSpPr>
            <p:nvPr/>
          </p:nvSpPr>
          <p:spPr bwMode="auto">
            <a:xfrm flipV="1">
              <a:off x="4378" y="590"/>
              <a:ext cx="1" cy="1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4" name="Line 983"/>
            <p:cNvSpPr>
              <a:spLocks noChangeShapeType="1"/>
            </p:cNvSpPr>
            <p:nvPr/>
          </p:nvSpPr>
          <p:spPr bwMode="auto">
            <a:xfrm flipH="1">
              <a:off x="2715" y="534"/>
              <a:ext cx="105" cy="10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5" name="Line 984"/>
            <p:cNvSpPr>
              <a:spLocks noChangeShapeType="1"/>
            </p:cNvSpPr>
            <p:nvPr/>
          </p:nvSpPr>
          <p:spPr bwMode="auto">
            <a:xfrm>
              <a:off x="2702" y="534"/>
              <a:ext cx="118" cy="11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6" name="Line 985"/>
            <p:cNvSpPr>
              <a:spLocks noChangeShapeType="1"/>
            </p:cNvSpPr>
            <p:nvPr/>
          </p:nvSpPr>
          <p:spPr bwMode="auto">
            <a:xfrm flipV="1">
              <a:off x="2702" y="3655"/>
              <a:ext cx="118" cy="11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7" name="Line 986"/>
            <p:cNvSpPr>
              <a:spLocks noChangeShapeType="1"/>
            </p:cNvSpPr>
            <p:nvPr/>
          </p:nvSpPr>
          <p:spPr bwMode="auto">
            <a:xfrm flipH="1" flipV="1">
              <a:off x="2702" y="3655"/>
              <a:ext cx="118" cy="11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8" name="Line 987"/>
            <p:cNvSpPr>
              <a:spLocks noChangeShapeType="1"/>
            </p:cNvSpPr>
            <p:nvPr/>
          </p:nvSpPr>
          <p:spPr bwMode="auto">
            <a:xfrm flipH="1">
              <a:off x="1703" y="2140"/>
              <a:ext cx="58" cy="6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9" name="Line 988"/>
            <p:cNvSpPr>
              <a:spLocks noChangeShapeType="1"/>
            </p:cNvSpPr>
            <p:nvPr/>
          </p:nvSpPr>
          <p:spPr bwMode="auto">
            <a:xfrm>
              <a:off x="1703" y="2134"/>
              <a:ext cx="58" cy="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0" name="Line 989"/>
            <p:cNvSpPr>
              <a:spLocks noChangeShapeType="1"/>
            </p:cNvSpPr>
            <p:nvPr/>
          </p:nvSpPr>
          <p:spPr bwMode="auto">
            <a:xfrm flipH="1">
              <a:off x="1086" y="2134"/>
              <a:ext cx="105" cy="1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1" name="Line 990"/>
            <p:cNvSpPr>
              <a:spLocks noChangeShapeType="1"/>
            </p:cNvSpPr>
            <p:nvPr/>
          </p:nvSpPr>
          <p:spPr bwMode="auto">
            <a:xfrm>
              <a:off x="1086" y="2122"/>
              <a:ext cx="105" cy="1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2" name="Line 991"/>
            <p:cNvSpPr>
              <a:spLocks noChangeShapeType="1"/>
            </p:cNvSpPr>
            <p:nvPr/>
          </p:nvSpPr>
          <p:spPr bwMode="auto">
            <a:xfrm flipH="1">
              <a:off x="498" y="2122"/>
              <a:ext cx="117" cy="1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3" name="Line 992"/>
            <p:cNvSpPr>
              <a:spLocks noChangeShapeType="1"/>
            </p:cNvSpPr>
            <p:nvPr/>
          </p:nvSpPr>
          <p:spPr bwMode="auto">
            <a:xfrm>
              <a:off x="498" y="2122"/>
              <a:ext cx="117" cy="1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4" name="Line 993"/>
            <p:cNvSpPr>
              <a:spLocks noChangeShapeType="1"/>
            </p:cNvSpPr>
            <p:nvPr/>
          </p:nvSpPr>
          <p:spPr bwMode="auto">
            <a:xfrm flipV="1">
              <a:off x="1144" y="590"/>
              <a:ext cx="1" cy="1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5" name="Line 994"/>
            <p:cNvSpPr>
              <a:spLocks noChangeShapeType="1"/>
            </p:cNvSpPr>
            <p:nvPr/>
          </p:nvSpPr>
          <p:spPr bwMode="auto">
            <a:xfrm>
              <a:off x="1086" y="645"/>
              <a:ext cx="11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6" name="Line 995"/>
            <p:cNvSpPr>
              <a:spLocks noChangeShapeType="1"/>
            </p:cNvSpPr>
            <p:nvPr/>
          </p:nvSpPr>
          <p:spPr bwMode="auto">
            <a:xfrm>
              <a:off x="3424" y="2859"/>
              <a:ext cx="11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7" name="Line 996"/>
            <p:cNvSpPr>
              <a:spLocks noChangeShapeType="1"/>
            </p:cNvSpPr>
            <p:nvPr/>
          </p:nvSpPr>
          <p:spPr bwMode="auto">
            <a:xfrm>
              <a:off x="3842" y="3258"/>
              <a:ext cx="117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8" name="Line 997"/>
            <p:cNvSpPr>
              <a:spLocks noChangeShapeType="1"/>
            </p:cNvSpPr>
            <p:nvPr/>
          </p:nvSpPr>
          <p:spPr bwMode="auto">
            <a:xfrm flipV="1">
              <a:off x="3497" y="2813"/>
              <a:ext cx="1" cy="11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9" name="Line 998"/>
            <p:cNvSpPr>
              <a:spLocks noChangeShapeType="1"/>
            </p:cNvSpPr>
            <p:nvPr/>
          </p:nvSpPr>
          <p:spPr bwMode="auto">
            <a:xfrm flipV="1">
              <a:off x="3905" y="3203"/>
              <a:ext cx="1" cy="11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30" name="Line 999"/>
            <p:cNvSpPr>
              <a:spLocks noChangeShapeType="1"/>
            </p:cNvSpPr>
            <p:nvPr/>
          </p:nvSpPr>
          <p:spPr bwMode="auto">
            <a:xfrm>
              <a:off x="1086" y="3710"/>
              <a:ext cx="11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31" name="Line 1000"/>
            <p:cNvSpPr>
              <a:spLocks noChangeShapeType="1"/>
            </p:cNvSpPr>
            <p:nvPr/>
          </p:nvSpPr>
          <p:spPr bwMode="auto">
            <a:xfrm flipV="1">
              <a:off x="1144" y="3655"/>
              <a:ext cx="1" cy="11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32" name="Line 1001"/>
            <p:cNvSpPr>
              <a:spLocks noChangeShapeType="1"/>
            </p:cNvSpPr>
            <p:nvPr/>
          </p:nvSpPr>
          <p:spPr bwMode="auto">
            <a:xfrm flipV="1">
              <a:off x="4378" y="3655"/>
              <a:ext cx="1" cy="11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33" name="Line 1002"/>
            <p:cNvSpPr>
              <a:spLocks noChangeShapeType="1"/>
            </p:cNvSpPr>
            <p:nvPr/>
          </p:nvSpPr>
          <p:spPr bwMode="auto">
            <a:xfrm>
              <a:off x="4320" y="3710"/>
              <a:ext cx="117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271339" name="Picture 10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130" y="3664903"/>
            <a:ext cx="1203325" cy="541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340" name="Picture 10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160" y="2677160"/>
            <a:ext cx="1189038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1341" name="Text Box 1005"/>
          <p:cNvSpPr txBox="1">
            <a:spLocks noChangeArrowheads="1"/>
          </p:cNvSpPr>
          <p:nvPr/>
        </p:nvSpPr>
        <p:spPr bwMode="auto">
          <a:xfrm>
            <a:off x="6824980" y="3199130"/>
            <a:ext cx="838200" cy="27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2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kumimoji="1" lang="en-US" altLang="zh-CN" sz="12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kumimoji="1" lang="zh-CN" altLang="en-US" sz="12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endParaRPr kumimoji="1" lang="zh-CN" altLang="en-US" sz="120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271342" name="Picture 10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868" y="3782378"/>
            <a:ext cx="14859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343" name="Picture 100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2636838"/>
            <a:ext cx="1211263" cy="593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344" name="Picture 100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935" y="1368108"/>
            <a:ext cx="15144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1345" name="Picture 100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463" y="5496560"/>
            <a:ext cx="14573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1346" name="Picture 10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2781300"/>
            <a:ext cx="1157287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1347" name="Picture 10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716338"/>
            <a:ext cx="117316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33" name="Rectangle 1012"/>
          <p:cNvSpPr>
            <a:spLocks noChangeArrowheads="1"/>
          </p:cNvSpPr>
          <p:nvPr/>
        </p:nvSpPr>
        <p:spPr bwMode="auto">
          <a:xfrm>
            <a:off x="533400" y="2286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zh-CN" altLang="en-US" sz="17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极点对</a:t>
            </a:r>
            <a:r>
              <a:rPr lang="en-US" altLang="zh-CN" sz="17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h(k)</a:t>
            </a:r>
            <a:r>
              <a:rPr lang="zh-CN" altLang="en-US" sz="170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的影响</a:t>
            </a:r>
            <a:endParaRPr lang="zh-CN" altLang="en-US" sz="1700">
              <a:solidFill>
                <a:schemeClr val="tx2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墨迹 2"/>
          <p:cNvSpPr/>
          <p:nvPr/>
        </p:nvSpPr>
        <p:spPr bwMode="auto">
          <a:xfrm>
            <a:off x="760320" y="3360600"/>
            <a:ext cx="198720" cy="210600"/>
          </a:xfrm>
          <a:prstGeom prst="rect">
            <a:avLst/>
          </a:prstGeom>
        </p:spPr>
      </p:sp>
      <p:cxnSp>
        <p:nvCxnSpPr>
          <p:cNvPr id="4" name="直接箭头连接符 3"/>
          <p:cNvCxnSpPr>
            <a:endCxn id="271344" idx="2"/>
          </p:cNvCxnSpPr>
          <p:nvPr/>
        </p:nvCxnSpPr>
        <p:spPr>
          <a:xfrm flipH="1" flipV="1">
            <a:off x="5317490" y="2054225"/>
            <a:ext cx="228600" cy="30289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5" name="直接箭头连接符 4"/>
          <p:cNvCxnSpPr>
            <a:endCxn id="271346" idx="2"/>
          </p:cNvCxnSpPr>
          <p:nvPr/>
        </p:nvCxnSpPr>
        <p:spPr>
          <a:xfrm flipV="1">
            <a:off x="2726055" y="3284855"/>
            <a:ext cx="121285" cy="18859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6" name="直接箭头连接符 5"/>
          <p:cNvCxnSpPr>
            <a:endCxn id="271339" idx="0"/>
          </p:cNvCxnSpPr>
          <p:nvPr/>
        </p:nvCxnSpPr>
        <p:spPr>
          <a:xfrm flipH="1">
            <a:off x="5579110" y="3422650"/>
            <a:ext cx="434975" cy="24257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7" name="直接箭头连接符 6"/>
          <p:cNvCxnSpPr>
            <a:endCxn id="271340" idx="2"/>
          </p:cNvCxnSpPr>
          <p:nvPr/>
        </p:nvCxnSpPr>
        <p:spPr>
          <a:xfrm flipH="1" flipV="1">
            <a:off x="6701155" y="3202940"/>
            <a:ext cx="182880" cy="21971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8" name="直接箭头连接符 7"/>
          <p:cNvCxnSpPr>
            <a:endCxn id="271342" idx="0"/>
          </p:cNvCxnSpPr>
          <p:nvPr/>
        </p:nvCxnSpPr>
        <p:spPr>
          <a:xfrm>
            <a:off x="7133590" y="3379470"/>
            <a:ext cx="169545" cy="40322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9" name="直接箭头连接符 8"/>
          <p:cNvCxnSpPr>
            <a:endCxn id="271343" idx="2"/>
          </p:cNvCxnSpPr>
          <p:nvPr/>
        </p:nvCxnSpPr>
        <p:spPr>
          <a:xfrm flipV="1">
            <a:off x="7876540" y="3230880"/>
            <a:ext cx="396875" cy="18161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10" name="直接箭头连接符 9"/>
          <p:cNvCxnSpPr>
            <a:endCxn id="271347" idx="0"/>
          </p:cNvCxnSpPr>
          <p:nvPr/>
        </p:nvCxnSpPr>
        <p:spPr>
          <a:xfrm>
            <a:off x="1827530" y="3524250"/>
            <a:ext cx="90805" cy="19240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sm" len="sm"/>
          </a:ln>
        </p:spPr>
      </p:cxnSp>
      <p:grpSp>
        <p:nvGrpSpPr>
          <p:cNvPr id="15" name="组合 14"/>
          <p:cNvGrpSpPr/>
          <p:nvPr/>
        </p:nvGrpSpPr>
        <p:grpSpPr>
          <a:xfrm>
            <a:off x="5953125" y="1776095"/>
            <a:ext cx="297180" cy="3719830"/>
            <a:chOff x="9375" y="2797"/>
            <a:chExt cx="468" cy="5858"/>
          </a:xfrm>
        </p:grpSpPr>
        <p:cxnSp>
          <p:nvCxnSpPr>
            <p:cNvPr id="11" name="直接箭头连接符 10"/>
            <p:cNvCxnSpPr>
              <a:endCxn id="271345" idx="0"/>
            </p:cNvCxnSpPr>
            <p:nvPr/>
          </p:nvCxnSpPr>
          <p:spPr>
            <a:xfrm flipH="1">
              <a:off x="9375" y="8189"/>
              <a:ext cx="326" cy="467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sm" len="sm"/>
            </a:ln>
          </p:spPr>
        </p:cxnSp>
        <p:cxnSp>
          <p:nvCxnSpPr>
            <p:cNvPr id="12" name="直接箭头连接符 11"/>
            <p:cNvCxnSpPr>
              <a:endCxn id="271345" idx="0"/>
            </p:cNvCxnSpPr>
            <p:nvPr/>
          </p:nvCxnSpPr>
          <p:spPr>
            <a:xfrm flipH="1">
              <a:off x="9375" y="2797"/>
              <a:ext cx="468" cy="5859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sm" len="sm"/>
            </a:ln>
          </p:spPr>
        </p:cxnSp>
      </p:grpSp>
      <p:cxnSp>
        <p:nvCxnSpPr>
          <p:cNvPr id="13" name="直接箭头连接符 12"/>
          <p:cNvCxnSpPr>
            <a:stCxn id="133328" idx="0"/>
            <a:endCxn id="271344" idx="2"/>
          </p:cNvCxnSpPr>
          <p:nvPr/>
        </p:nvCxnSpPr>
        <p:spPr>
          <a:xfrm flipH="1" flipV="1">
            <a:off x="5317490" y="2054225"/>
            <a:ext cx="233045" cy="258572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sm" len="sm"/>
          </a:ln>
        </p:spPr>
      </p:cxn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526"/>
    </mc:Choice>
    <mc:Fallback>
      <p:transition spd="slow" advTm="195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1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1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1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1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1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1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1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1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1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1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71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71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1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1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1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1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4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77B5691-8E8A-44EB-A3F5-2DD7B9CCD732}" type="datetime1">
              <a:rPr lang="zh-CN" altLang="en-US" smtClean="0"/>
            </a:fld>
            <a:endParaRPr lang="zh-CN" altLang="en-US"/>
          </a:p>
        </p:txBody>
      </p:sp>
      <p:sp>
        <p:nvSpPr>
          <p:cNvPr id="134147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9750" y="1125538"/>
            <a:ext cx="8208963" cy="1943100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2600"/>
              <a:t>4</a:t>
            </a:r>
            <a:r>
              <a:rPr lang="zh-CN" altLang="en-US" sz="2600"/>
              <a:t>、离散时间系统的稳定性</a:t>
            </a:r>
            <a:endParaRPr lang="zh-CN" altLang="en-US" sz="2600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600"/>
              <a:t>     与拉普拉斯变换一样，在离散系统中也可以根据系统函数的</a:t>
            </a:r>
            <a:r>
              <a:rPr lang="zh-CN" altLang="en-US">
                <a:solidFill>
                  <a:srgbClr val="FF3300"/>
                </a:solidFill>
              </a:rPr>
              <a:t>极点</a:t>
            </a:r>
            <a:r>
              <a:rPr lang="zh-CN" altLang="en-US" sz="2600"/>
              <a:t>来确定系统是否</a:t>
            </a:r>
            <a:r>
              <a:rPr lang="zh-CN" altLang="en-US">
                <a:solidFill>
                  <a:srgbClr val="FF3300"/>
                </a:solidFill>
              </a:rPr>
              <a:t>稳定</a:t>
            </a:r>
            <a:r>
              <a:rPr lang="zh-CN" altLang="en-US" sz="2600"/>
              <a:t>。      </a:t>
            </a:r>
            <a:endParaRPr lang="zh-CN" altLang="en-US" sz="2600"/>
          </a:p>
        </p:txBody>
      </p:sp>
      <p:sp>
        <p:nvSpPr>
          <p:cNvPr id="134148" name="Rectangle 3"/>
          <p:cNvSpPr>
            <a:spLocks noChangeArrowheads="1"/>
          </p:cNvSpPr>
          <p:nvPr/>
        </p:nvSpPr>
        <p:spPr bwMode="auto">
          <a:xfrm>
            <a:off x="755650" y="2492375"/>
            <a:ext cx="7702550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 b="0">
                <a:latin typeface="Times New Roman" panose="02020603050405020304" pitchFamily="18" charset="0"/>
              </a:rPr>
              <a:t>        </a:t>
            </a:r>
            <a:endParaRPr lang="zh-CN" altLang="en-US" sz="3000" b="0">
              <a:latin typeface="Verdana" panose="020B0604030504040204" pitchFamily="34" charset="0"/>
            </a:endParaRPr>
          </a:p>
        </p:txBody>
      </p:sp>
      <p:sp>
        <p:nvSpPr>
          <p:cNvPr id="271364" name="Rectangle 4"/>
          <p:cNvSpPr>
            <a:spLocks noChangeArrowheads="1"/>
          </p:cNvSpPr>
          <p:nvPr/>
        </p:nvSpPr>
        <p:spPr bwMode="auto">
          <a:xfrm>
            <a:off x="611188" y="3284538"/>
            <a:ext cx="8318500" cy="14398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600" b="0">
                <a:latin typeface="Verdana" panose="020B0604030504040204" pitchFamily="34" charset="0"/>
              </a:rPr>
              <a:t>s</a:t>
            </a:r>
            <a:r>
              <a:rPr lang="zh-CN" altLang="en-US" sz="2600" b="0">
                <a:latin typeface="Verdana" panose="020B0604030504040204" pitchFamily="34" charset="0"/>
              </a:rPr>
              <a:t>域：</a:t>
            </a:r>
            <a:r>
              <a:rPr lang="en-US" altLang="zh-CN" sz="2600" b="0">
                <a:latin typeface="Verdana" panose="020B0604030504040204" pitchFamily="34" charset="0"/>
              </a:rPr>
              <a:t>H(s)</a:t>
            </a:r>
            <a:r>
              <a:rPr lang="zh-CN" altLang="en-US" sz="2600" b="0">
                <a:latin typeface="Verdana" panose="020B0604030504040204" pitchFamily="34" charset="0"/>
              </a:rPr>
              <a:t>的极点是否全部在</a:t>
            </a:r>
            <a:r>
              <a:rPr lang="en-US" altLang="zh-CN" sz="3500" b="0">
                <a:solidFill>
                  <a:srgbClr val="FF3300"/>
                </a:solidFill>
                <a:latin typeface="Verdana" panose="020B0604030504040204" pitchFamily="34" charset="0"/>
              </a:rPr>
              <a:t>s</a:t>
            </a:r>
            <a:r>
              <a:rPr lang="zh-CN" altLang="en-US" sz="2600" b="0">
                <a:latin typeface="Verdana" panose="020B0604030504040204" pitchFamily="34" charset="0"/>
              </a:rPr>
              <a:t>平面的</a:t>
            </a:r>
            <a:r>
              <a:rPr lang="zh-CN" altLang="en-US" sz="3500" b="0">
                <a:solidFill>
                  <a:srgbClr val="FF3300"/>
                </a:solidFill>
                <a:latin typeface="Verdana" panose="020B0604030504040204" pitchFamily="34" charset="0"/>
              </a:rPr>
              <a:t>左半平面</a:t>
            </a:r>
            <a:r>
              <a:rPr lang="zh-CN" altLang="en-US" sz="2600" b="0">
                <a:latin typeface="Verdana" panose="020B0604030504040204" pitchFamily="34" charset="0"/>
              </a:rPr>
              <a:t>。</a:t>
            </a:r>
            <a:endParaRPr lang="zh-CN" altLang="en-US" sz="2600" b="0">
              <a:latin typeface="Verdana" panose="020B0604030504040204" pitchFamily="34" charset="0"/>
            </a:endParaRPr>
          </a:p>
          <a:p>
            <a:pPr algn="ctr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200" b="0">
                <a:latin typeface="Verdana" panose="020B0604030504040204" pitchFamily="34" charset="0"/>
              </a:rPr>
              <a:t>虚轴上的单阶极点对应于</a:t>
            </a:r>
            <a:r>
              <a:rPr lang="zh-CN" altLang="en-US" sz="2200" b="0">
                <a:solidFill>
                  <a:srgbClr val="9900FF"/>
                </a:solidFill>
                <a:latin typeface="Verdana" panose="020B0604030504040204" pitchFamily="34" charset="0"/>
              </a:rPr>
              <a:t>临界稳定</a:t>
            </a:r>
            <a:r>
              <a:rPr lang="zh-CN" altLang="en-US" sz="2200" b="0">
                <a:latin typeface="Verdana" panose="020B0604030504040204" pitchFamily="34" charset="0"/>
              </a:rPr>
              <a:t>。</a:t>
            </a:r>
            <a:endParaRPr lang="zh-CN" altLang="en-US" sz="2200" b="0">
              <a:latin typeface="Verdana" panose="020B0604030504040204" pitchFamily="34" charset="0"/>
            </a:endParaRPr>
          </a:p>
        </p:txBody>
      </p:sp>
      <p:sp>
        <p:nvSpPr>
          <p:cNvPr id="271365" name="Rectangle 5"/>
          <p:cNvSpPr>
            <a:spLocks noChangeArrowheads="1"/>
          </p:cNvSpPr>
          <p:nvPr/>
        </p:nvSpPr>
        <p:spPr bwMode="auto">
          <a:xfrm>
            <a:off x="611188" y="5084763"/>
            <a:ext cx="8318500" cy="15128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600" b="0">
                <a:latin typeface="Verdana" panose="020B0604030504040204" pitchFamily="34" charset="0"/>
              </a:rPr>
              <a:t>z</a:t>
            </a:r>
            <a:r>
              <a:rPr lang="zh-CN" altLang="en-US" sz="2600" b="0">
                <a:latin typeface="Verdana" panose="020B0604030504040204" pitchFamily="34" charset="0"/>
              </a:rPr>
              <a:t>域：</a:t>
            </a:r>
            <a:r>
              <a:rPr lang="en-US" altLang="zh-CN" sz="2600" b="0">
                <a:latin typeface="Verdana" panose="020B0604030504040204" pitchFamily="34" charset="0"/>
              </a:rPr>
              <a:t>H(z)</a:t>
            </a:r>
            <a:r>
              <a:rPr lang="zh-CN" altLang="en-US" sz="2600" b="0">
                <a:latin typeface="Verdana" panose="020B0604030504040204" pitchFamily="34" charset="0"/>
              </a:rPr>
              <a:t>的极点是否全部在</a:t>
            </a:r>
            <a:r>
              <a:rPr lang="en-US" altLang="zh-CN" sz="3500" b="0">
                <a:solidFill>
                  <a:srgbClr val="FF3300"/>
                </a:solidFill>
                <a:latin typeface="Verdana" panose="020B0604030504040204" pitchFamily="34" charset="0"/>
              </a:rPr>
              <a:t>z</a:t>
            </a:r>
            <a:r>
              <a:rPr lang="zh-CN" altLang="en-US" sz="2600" b="0">
                <a:latin typeface="Verdana" panose="020B0604030504040204" pitchFamily="34" charset="0"/>
              </a:rPr>
              <a:t>平面的</a:t>
            </a:r>
            <a:r>
              <a:rPr lang="zh-CN" altLang="en-US" sz="3500" b="0">
                <a:solidFill>
                  <a:srgbClr val="FF3300"/>
                </a:solidFill>
                <a:latin typeface="Verdana" panose="020B0604030504040204" pitchFamily="34" charset="0"/>
              </a:rPr>
              <a:t>单位圆内</a:t>
            </a:r>
            <a:r>
              <a:rPr lang="zh-CN" altLang="en-US" sz="2600" b="0">
                <a:latin typeface="Verdana" panose="020B0604030504040204" pitchFamily="34" charset="0"/>
              </a:rPr>
              <a:t>。  </a:t>
            </a:r>
            <a:endParaRPr lang="zh-CN" altLang="en-US" sz="2600" b="0">
              <a:latin typeface="Verdana" panose="020B0604030504040204" pitchFamily="34" charset="0"/>
            </a:endParaRPr>
          </a:p>
          <a:p>
            <a:pPr algn="ctr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200" b="0">
                <a:latin typeface="Verdana" panose="020B0604030504040204" pitchFamily="34" charset="0"/>
              </a:rPr>
              <a:t>单位圆上的单阶极点对应于</a:t>
            </a:r>
            <a:r>
              <a:rPr lang="zh-CN" altLang="en-US" sz="2200" b="0">
                <a:solidFill>
                  <a:srgbClr val="9900FF"/>
                </a:solidFill>
                <a:latin typeface="Verdana" panose="020B0604030504040204" pitchFamily="34" charset="0"/>
              </a:rPr>
              <a:t>临界稳定</a:t>
            </a:r>
            <a:r>
              <a:rPr lang="zh-CN" altLang="en-US" sz="2200" b="0">
                <a:latin typeface="Verdana" panose="020B0604030504040204" pitchFamily="34" charset="0"/>
              </a:rPr>
              <a:t>。</a:t>
            </a:r>
            <a:r>
              <a:rPr lang="zh-CN" altLang="en-US" sz="2600" b="0">
                <a:latin typeface="Verdana" panose="020B0604030504040204" pitchFamily="34" charset="0"/>
              </a:rPr>
              <a:t>    </a:t>
            </a:r>
            <a:endParaRPr lang="zh-CN" altLang="en-US" sz="2600" b="0">
              <a:latin typeface="Verdana" panose="020B0604030504040204" pitchFamily="34" charset="0"/>
            </a:endParaRPr>
          </a:p>
        </p:txBody>
      </p:sp>
      <p:sp>
        <p:nvSpPr>
          <p:cNvPr id="134151" name="Rectangle 6"/>
          <p:cNvSpPr>
            <a:spLocks noChangeArrowheads="1"/>
          </p:cNvSpPr>
          <p:nvPr/>
        </p:nvSpPr>
        <p:spPr bwMode="auto">
          <a:xfrm>
            <a:off x="539750" y="188913"/>
            <a:ext cx="5761038" cy="62071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§8.5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离散时间系统的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变换分析法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8379"/>
    </mc:Choice>
    <mc:Fallback>
      <p:transition spd="slow" advTm="983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7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7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4" grpId="0" animBg="1"/>
      <p:bldP spid="27136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D0C837E-EB1E-4941-8A91-33B8A7F77D2E}" type="datetime1">
              <a:rPr lang="zh-CN" altLang="en-US" smtClean="0"/>
            </a:fld>
            <a:endParaRPr lang="zh-CN" altLang="en-US"/>
          </a:p>
        </p:txBody>
      </p:sp>
      <p:sp>
        <p:nvSpPr>
          <p:cNvPr id="272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73163" y="404813"/>
            <a:ext cx="1946275" cy="303212"/>
          </a:xfrm>
          <a:solidFill>
            <a:srgbClr val="00FFFF"/>
          </a:solidFill>
        </p:spPr>
        <p:txBody>
          <a:bodyPr/>
          <a:lstStyle/>
          <a:p>
            <a:r>
              <a:rPr lang="zh-CN" altLang="en-US" sz="1900">
                <a:solidFill>
                  <a:srgbClr val="660066"/>
                </a:solidFill>
              </a:rPr>
              <a:t>结论：</a:t>
            </a:r>
            <a:endParaRPr lang="zh-CN" altLang="en-US" sz="1900">
              <a:solidFill>
                <a:srgbClr val="660066"/>
              </a:solidFill>
            </a:endParaRPr>
          </a:p>
        </p:txBody>
      </p:sp>
      <p:sp>
        <p:nvSpPr>
          <p:cNvPr id="272387" name="Text Box 3"/>
          <p:cNvSpPr txBox="1">
            <a:spLocks noChangeArrowheads="1"/>
          </p:cNvSpPr>
          <p:nvPr/>
        </p:nvSpPr>
        <p:spPr bwMode="auto">
          <a:xfrm>
            <a:off x="914400" y="914400"/>
            <a:ext cx="7848600" cy="451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1)     h(k)</a:t>
            </a: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随时间变化的规律取决于</a:t>
            </a: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H(z)</a:t>
            </a: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的极点分布</a:t>
            </a:r>
            <a:endParaRPr kumimoji="1" lang="zh-CN" altLang="en-US" sz="240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          </a:t>
            </a:r>
            <a:r>
              <a:rPr kumimoji="1" lang="zh-CN" altLang="en-US" sz="24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位于单位圆内极点对应：           暂 态 分 量</a:t>
            </a:r>
            <a:endParaRPr kumimoji="1" lang="zh-CN" altLang="en-US" sz="2400">
              <a:solidFill>
                <a:srgbClr val="0033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          位于单位圆外极点对应：           不稳定分量</a:t>
            </a:r>
            <a:endParaRPr kumimoji="1" lang="zh-CN" altLang="en-US" sz="2400">
              <a:solidFill>
                <a:srgbClr val="0033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          位于单位圆的单极点对应：       有界稳态分量</a:t>
            </a:r>
            <a:endParaRPr kumimoji="1" lang="zh-CN" altLang="en-US" sz="2400">
              <a:solidFill>
                <a:srgbClr val="0033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240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          位于单位圆的重极点对应：        不稳定分量</a:t>
            </a:r>
            <a:endParaRPr kumimoji="1" lang="zh-CN" altLang="en-US" sz="2400">
              <a:solidFill>
                <a:srgbClr val="0033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2)      h(k)</a:t>
            </a: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幅值大小、相位等取决于</a:t>
            </a: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H(z)</a:t>
            </a: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的零点、极点</a:t>
            </a:r>
            <a:endParaRPr kumimoji="1" lang="zh-CN" altLang="en-US" sz="240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3)      </a:t>
            </a:r>
            <a:r>
              <a:rPr kumimoji="1" lang="zh-CN" altLang="en-US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稳定工作系统应满足：</a:t>
            </a:r>
            <a:endParaRPr kumimoji="1" lang="zh-CN" altLang="en-US" sz="2400">
              <a:solidFill>
                <a:srgbClr val="8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endParaRPr kumimoji="1" lang="zh-CN" altLang="en-US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72388" name="Object 4"/>
          <p:cNvGraphicFramePr>
            <a:graphicFrameLocks noChangeAspect="1"/>
          </p:cNvGraphicFramePr>
          <p:nvPr/>
        </p:nvGraphicFramePr>
        <p:xfrm>
          <a:off x="3708400" y="4868863"/>
          <a:ext cx="4176713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06" name="Equation" r:id="rId1" imgW="1066165" imgH="203200" progId="Equation.3">
                  <p:embed/>
                </p:oleObj>
              </mc:Choice>
              <mc:Fallback>
                <p:oleObj name="Equation" r:id="rId1" imgW="1066165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868863"/>
                        <a:ext cx="4176713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89" name="Text Box 5"/>
          <p:cNvSpPr txBox="1">
            <a:spLocks noChangeArrowheads="1"/>
          </p:cNvSpPr>
          <p:nvPr/>
        </p:nvSpPr>
        <p:spPr bwMode="auto">
          <a:xfrm>
            <a:off x="323850" y="5734050"/>
            <a:ext cx="8640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所以，系统稳定的条件：</a:t>
            </a:r>
            <a:r>
              <a:rPr kumimoji="1" lang="zh-CN" altLang="en-US" sz="240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H(z)</a:t>
            </a:r>
            <a:r>
              <a:rPr kumimoji="1" lang="zh-CN" altLang="en-US" sz="240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极点全部位于</a:t>
            </a:r>
            <a:r>
              <a:rPr kumimoji="1" lang="en-US" altLang="zh-CN" sz="2400">
                <a:solidFill>
                  <a:srgbClr val="8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z</a:t>
            </a:r>
            <a:r>
              <a:rPr kumimoji="1" lang="zh-CN" altLang="en-US" sz="240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平面单位圆内。</a:t>
            </a:r>
            <a:endParaRPr kumimoji="1" lang="zh-CN" altLang="en-US" sz="240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635"/>
    </mc:Choice>
    <mc:Fallback>
      <p:transition spd="slow" advTm="1006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2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2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6" grpId="0" animBg="1" autoUpdateAnimBg="0"/>
      <p:bldP spid="272387" grpId="0" autoUpdateAnimBg="0" build="p"/>
      <p:bldP spid="272389" grpId="0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F6F78F2-8D89-45A8-AD5B-D26F18F8FFB6}" type="datetime1">
              <a:rPr lang="zh-CN" altLang="en-US" smtClean="0"/>
            </a:fld>
            <a:endParaRPr lang="zh-CN" altLang="en-US"/>
          </a:p>
        </p:txBody>
      </p:sp>
      <p:sp>
        <p:nvSpPr>
          <p:cNvPr id="136195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95288" y="2133600"/>
            <a:ext cx="8208962" cy="1943100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600" dirty="0"/>
              <a:t>       困难：对于次数较高的</a:t>
            </a:r>
            <a:r>
              <a:rPr lang="en-US" altLang="zh-CN" sz="2600" dirty="0"/>
              <a:t>D(z)</a:t>
            </a:r>
            <a:r>
              <a:rPr lang="zh-CN" altLang="en-US" sz="2600" dirty="0"/>
              <a:t>不易求解特征根。</a:t>
            </a:r>
            <a:endParaRPr lang="zh-CN" altLang="en-US" sz="2600" dirty="0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600" dirty="0"/>
              <a:t> 解决方法：通过</a:t>
            </a:r>
            <a:r>
              <a:rPr lang="zh-CN" altLang="en-US" sz="2600" dirty="0">
                <a:solidFill>
                  <a:srgbClr val="9900FF"/>
                </a:solidFill>
              </a:rPr>
              <a:t>双线性变换</a:t>
            </a:r>
            <a:r>
              <a:rPr lang="zh-CN" altLang="en-US" sz="2600" dirty="0"/>
              <a:t>，利用罗斯</a:t>
            </a:r>
            <a:r>
              <a:rPr lang="en-US" altLang="zh-CN" sz="2600" dirty="0"/>
              <a:t>-</a:t>
            </a:r>
            <a:r>
              <a:rPr lang="zh-CN" altLang="en-US" sz="2600" dirty="0"/>
              <a:t>霍维茨序</a:t>
            </a:r>
            <a:endParaRPr lang="zh-CN" altLang="en-US" sz="2600" dirty="0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600" dirty="0"/>
              <a:t>                 列判断。      </a:t>
            </a:r>
            <a:endParaRPr lang="zh-CN" altLang="en-US" sz="2600" dirty="0"/>
          </a:p>
        </p:txBody>
      </p:sp>
      <p:sp>
        <p:nvSpPr>
          <p:cNvPr id="136196" name="Rectangle 3"/>
          <p:cNvSpPr>
            <a:spLocks noChangeArrowheads="1"/>
          </p:cNvSpPr>
          <p:nvPr/>
        </p:nvSpPr>
        <p:spPr bwMode="auto">
          <a:xfrm>
            <a:off x="755650" y="2492375"/>
            <a:ext cx="7702550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 b="0">
                <a:latin typeface="Times New Roman" panose="02020603050405020304" pitchFamily="18" charset="0"/>
              </a:rPr>
              <a:t>        </a:t>
            </a:r>
            <a:endParaRPr lang="zh-CN" altLang="en-US" sz="3000" b="0">
              <a:latin typeface="Verdana" panose="020B0604030504040204" pitchFamily="34" charset="0"/>
            </a:endParaRPr>
          </a:p>
        </p:txBody>
      </p:sp>
      <p:sp>
        <p:nvSpPr>
          <p:cNvPr id="136197" name="Rectangle 4"/>
          <p:cNvSpPr>
            <a:spLocks noChangeArrowheads="1"/>
          </p:cNvSpPr>
          <p:nvPr/>
        </p:nvSpPr>
        <p:spPr bwMode="auto">
          <a:xfrm>
            <a:off x="539750" y="188913"/>
            <a:ext cx="5761038" cy="62071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§8.5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离散时间系统的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变换分析法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207"/>
    </mc:Choice>
    <mc:Fallback>
      <p:transition spd="slow" advTm="46207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C811A22-33F9-4DD3-B0E0-2046814ECF3E}" type="datetime1">
              <a:rPr lang="zh-CN" altLang="en-US" smtClean="0"/>
            </a:fld>
            <a:endParaRPr lang="zh-CN" altLang="en-US"/>
          </a:p>
        </p:txBody>
      </p:sp>
      <p:sp>
        <p:nvSpPr>
          <p:cNvPr id="137219" name="Rectangle 2"/>
          <p:cNvSpPr>
            <a:spLocks noChangeArrowheads="1"/>
          </p:cNvSpPr>
          <p:nvPr/>
        </p:nvSpPr>
        <p:spPr bwMode="auto">
          <a:xfrm>
            <a:off x="755650" y="2492375"/>
            <a:ext cx="7702550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 b="0">
                <a:latin typeface="Times New Roman" panose="02020603050405020304" pitchFamily="18" charset="0"/>
              </a:rPr>
              <a:t>        </a:t>
            </a:r>
            <a:endParaRPr lang="zh-CN" altLang="en-US" sz="3000" b="0">
              <a:latin typeface="Verdana" panose="020B0604030504040204" pitchFamily="34" charset="0"/>
            </a:endParaRPr>
          </a:p>
        </p:txBody>
      </p:sp>
      <p:graphicFrame>
        <p:nvGraphicFramePr>
          <p:cNvPr id="137220" name="Object 3"/>
          <p:cNvGraphicFramePr>
            <a:graphicFrameLocks noChangeAspect="1"/>
          </p:cNvGraphicFramePr>
          <p:nvPr/>
        </p:nvGraphicFramePr>
        <p:xfrm>
          <a:off x="812800" y="1268413"/>
          <a:ext cx="5851525" cy="252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49" name="公式" r:id="rId1" imgW="2413000" imgH="1054100" progId="Equation.3">
                  <p:embed/>
                </p:oleObj>
              </mc:Choice>
              <mc:Fallback>
                <p:oleObj name="公式" r:id="rId1" imgW="2413000" imgH="1054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1268413"/>
                        <a:ext cx="5851525" cy="252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1" name="Object 4"/>
          <p:cNvGraphicFramePr>
            <a:graphicFrameLocks noChangeAspect="1"/>
          </p:cNvGraphicFramePr>
          <p:nvPr/>
        </p:nvGraphicFramePr>
        <p:xfrm>
          <a:off x="1116013" y="4005263"/>
          <a:ext cx="76073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50" name="公式" r:id="rId3" imgW="3136900" imgH="215900" progId="Equation.3">
                  <p:embed/>
                </p:oleObj>
              </mc:Choice>
              <mc:Fallback>
                <p:oleObj name="公式" r:id="rId3" imgW="31369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005263"/>
                        <a:ext cx="7607300" cy="5159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2" name="Object 5"/>
          <p:cNvGraphicFramePr>
            <a:graphicFrameLocks noChangeAspect="1"/>
          </p:cNvGraphicFramePr>
          <p:nvPr/>
        </p:nvGraphicFramePr>
        <p:xfrm>
          <a:off x="1116013" y="4760913"/>
          <a:ext cx="76073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51" name="公式" r:id="rId5" imgW="3136900" imgH="215900" progId="Equation.3">
                  <p:embed/>
                </p:oleObj>
              </mc:Choice>
              <mc:Fallback>
                <p:oleObj name="公式" r:id="rId5" imgW="3136900" imgH="215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760913"/>
                        <a:ext cx="7607300" cy="5159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3" name="Object 6"/>
          <p:cNvGraphicFramePr>
            <a:graphicFrameLocks noChangeAspect="1"/>
          </p:cNvGraphicFramePr>
          <p:nvPr/>
        </p:nvGraphicFramePr>
        <p:xfrm>
          <a:off x="1116013" y="5516563"/>
          <a:ext cx="57594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52" name="公式" r:id="rId7" imgW="2373630" imgH="215900" progId="Equation.3">
                  <p:embed/>
                </p:oleObj>
              </mc:Choice>
              <mc:Fallback>
                <p:oleObj name="公式" r:id="rId7" imgW="2373630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516563"/>
                        <a:ext cx="5759450" cy="5159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4" name="Rectangle 7"/>
          <p:cNvSpPr>
            <a:spLocks noChangeArrowheads="1"/>
          </p:cNvSpPr>
          <p:nvPr/>
        </p:nvSpPr>
        <p:spPr bwMode="auto">
          <a:xfrm>
            <a:off x="539750" y="188913"/>
            <a:ext cx="5761038" cy="62071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§8.5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离散时间系统的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变换分析法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4899"/>
    </mc:Choice>
    <mc:Fallback>
      <p:transition spd="slow" advTm="124899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4285222-21D7-4031-845C-4F0178CD5E88}" type="datetime1">
              <a:rPr lang="zh-CN" altLang="en-US" smtClean="0"/>
            </a:fld>
            <a:endParaRPr lang="zh-CN" altLang="en-US"/>
          </a:p>
        </p:txBody>
      </p:sp>
      <p:sp>
        <p:nvSpPr>
          <p:cNvPr id="138243" name="Rectangle 2"/>
          <p:cNvSpPr>
            <a:spLocks noChangeArrowheads="1"/>
          </p:cNvSpPr>
          <p:nvPr/>
        </p:nvSpPr>
        <p:spPr bwMode="auto">
          <a:xfrm>
            <a:off x="755650" y="2492375"/>
            <a:ext cx="7702550" cy="407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600" b="0">
                <a:latin typeface="Times New Roman" panose="02020603050405020304" pitchFamily="18" charset="0"/>
              </a:rPr>
              <a:t>        </a:t>
            </a:r>
            <a:endParaRPr lang="zh-CN" altLang="en-US" sz="3000" b="0">
              <a:latin typeface="Verdana" panose="020B0604030504040204" pitchFamily="34" charset="0"/>
            </a:endParaRPr>
          </a:p>
        </p:txBody>
      </p:sp>
      <p:graphicFrame>
        <p:nvGraphicFramePr>
          <p:cNvPr id="138244" name="Object 3"/>
          <p:cNvGraphicFramePr>
            <a:graphicFrameLocks noChangeAspect="1"/>
          </p:cNvGraphicFramePr>
          <p:nvPr/>
        </p:nvGraphicFramePr>
        <p:xfrm>
          <a:off x="611188" y="2205038"/>
          <a:ext cx="8532812" cy="173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1" name="公式" r:id="rId1" imgW="3619500" imgH="723900" progId="Equation.3">
                  <p:embed/>
                </p:oleObj>
              </mc:Choice>
              <mc:Fallback>
                <p:oleObj name="公式" r:id="rId1" imgW="3619500" imgH="723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205038"/>
                        <a:ext cx="8532812" cy="173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5" name="Object 4"/>
          <p:cNvGraphicFramePr>
            <a:graphicFrameLocks noChangeAspect="1"/>
          </p:cNvGraphicFramePr>
          <p:nvPr/>
        </p:nvGraphicFramePr>
        <p:xfrm>
          <a:off x="827088" y="4724400"/>
          <a:ext cx="7110412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2" name="公式" r:id="rId3" imgW="2933700" imgH="482600" progId="Equation.3">
                  <p:embed/>
                </p:oleObj>
              </mc:Choice>
              <mc:Fallback>
                <p:oleObj name="公式" r:id="rId3" imgW="29337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724400"/>
                        <a:ext cx="7110412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6" name="Rectangle 5"/>
          <p:cNvSpPr>
            <a:spLocks noChangeArrowheads="1"/>
          </p:cNvSpPr>
          <p:nvPr/>
        </p:nvSpPr>
        <p:spPr bwMode="auto">
          <a:xfrm>
            <a:off x="339725" y="0"/>
            <a:ext cx="5761038" cy="62071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§8.5 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离散时间系统的</a:t>
            </a:r>
            <a:r>
              <a:rPr lang="en-US" altLang="zh-CN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Z</a:t>
            </a:r>
            <a:r>
              <a:rPr lang="zh-CN" altLang="en-US" sz="25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变换分析法</a:t>
            </a:r>
            <a:endParaRPr lang="zh-CN" altLang="en-US" sz="25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8247" name="Object 6"/>
          <p:cNvGraphicFramePr>
            <a:graphicFrameLocks noGrp="1" noChangeAspect="1"/>
          </p:cNvGraphicFramePr>
          <p:nvPr>
            <p:ph idx="4294967295"/>
          </p:nvPr>
        </p:nvGraphicFramePr>
        <p:xfrm>
          <a:off x="1243013" y="1233488"/>
          <a:ext cx="2605087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3" name="公式" r:id="rId5" imgW="1269365" imgH="393700" progId="Equation.3">
                  <p:embed/>
                </p:oleObj>
              </mc:Choice>
              <mc:Fallback>
                <p:oleObj name="公式" r:id="rId5" imgW="1269365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1233488"/>
                        <a:ext cx="2605087" cy="768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7857"/>
    </mc:Choice>
    <mc:Fallback>
      <p:transition spd="slow" advTm="107857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6CCFE53-9BE2-4224-98E3-11D7F1FE3D00}" type="datetime1">
              <a:rPr lang="zh-CN" altLang="en-US" smtClean="0"/>
            </a:fld>
            <a:endParaRPr lang="zh-CN" altLang="en-US"/>
          </a:p>
        </p:txBody>
      </p:sp>
      <p:sp>
        <p:nvSpPr>
          <p:cNvPr id="1392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b="1"/>
              <a:t>补充题</a:t>
            </a:r>
            <a:endParaRPr lang="zh-CN" altLang="en-US" b="1"/>
          </a:p>
        </p:txBody>
      </p:sp>
      <p:sp>
        <p:nvSpPr>
          <p:cNvPr id="139268" name="Rectangle 3"/>
          <p:cNvSpPr>
            <a:spLocks noChangeArrowheads="1"/>
          </p:cNvSpPr>
          <p:nvPr/>
        </p:nvSpPr>
        <p:spPr bwMode="auto">
          <a:xfrm>
            <a:off x="611188" y="1484313"/>
            <a:ext cx="7488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b="0">
                <a:latin typeface="华文新魏" panose="02010800040101010101" pitchFamily="2" charset="-122"/>
                <a:ea typeface="华文新魏" panose="02010800040101010101" pitchFamily="2" charset="-122"/>
              </a:rPr>
              <a:t>      已知离散因果时间系统的单位阶跃响应为：</a:t>
            </a:r>
            <a:endParaRPr lang="zh-CN" altLang="en-US" b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39269" name="Object 4"/>
          <p:cNvGraphicFramePr>
            <a:graphicFrameLocks noChangeAspect="1"/>
          </p:cNvGraphicFramePr>
          <p:nvPr/>
        </p:nvGraphicFramePr>
        <p:xfrm>
          <a:off x="2339975" y="2349500"/>
          <a:ext cx="3743325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02" name="公式" r:id="rId1" imgW="1816100" imgH="469900" progId="Equation.3">
                  <p:embed/>
                </p:oleObj>
              </mc:Choice>
              <mc:Fallback>
                <p:oleObj name="公式" r:id="rId1" imgW="1816100" imgH="469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349500"/>
                        <a:ext cx="3743325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270" name="Rectangle 5"/>
          <p:cNvSpPr>
            <a:spLocks noChangeArrowheads="1"/>
          </p:cNvSpPr>
          <p:nvPr/>
        </p:nvSpPr>
        <p:spPr bwMode="auto">
          <a:xfrm>
            <a:off x="1258888" y="3716338"/>
            <a:ext cx="4967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400" b="0">
                <a:latin typeface="Times New Roman" panose="02020603050405020304" pitchFamily="18" charset="0"/>
                <a:ea typeface="华文新魏" panose="02010800040101010101" pitchFamily="2" charset="-122"/>
              </a:rPr>
              <a:t>试求该系统的差分方程。</a:t>
            </a:r>
            <a:endParaRPr lang="zh-CN" altLang="en-US" sz="2400" b="0"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034"/>
    </mc:Choice>
    <mc:Fallback>
      <p:transition spd="slow" advTm="46034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/>
          </p:cNvSpPr>
          <p:nvPr>
            <p:ph type="title"/>
          </p:nvPr>
        </p:nvSpPr>
        <p:spPr>
          <a:xfrm>
            <a:off x="2627313" y="404813"/>
            <a:ext cx="3529012" cy="571500"/>
          </a:xfrm>
          <a:solidFill>
            <a:schemeClr val="bg1"/>
          </a:solidFill>
        </p:spPr>
        <p:txBody>
          <a:bodyPr vert="horz" wrap="square" lIns="91440" tIns="45720" rIns="91440" bIns="45720" anchor="ctr" anchorCtr="0"/>
          <a:lstStyle/>
          <a:p>
            <a:r>
              <a:rPr lang="zh-CN" altLang="en-US" sz="2800" dirty="0">
                <a:effectLst/>
              </a:rPr>
              <a:t>总结</a:t>
            </a:r>
            <a:r>
              <a:rPr lang="en-US" altLang="zh-CN" sz="2800" dirty="0">
                <a:effectLst/>
              </a:rPr>
              <a:t>-</a:t>
            </a:r>
            <a:r>
              <a:rPr lang="zh-CN" altLang="en-US" sz="2800" baseline="30000" dirty="0">
                <a:solidFill>
                  <a:srgbClr val="FF0000"/>
                </a:solidFill>
                <a:effectLst/>
              </a:rPr>
              <a:t>基本要求</a:t>
            </a:r>
            <a:endParaRPr lang="zh-CN" altLang="en-US" sz="2800" baseline="30000" dirty="0">
              <a:solidFill>
                <a:srgbClr val="FF0000"/>
              </a:solidFill>
              <a:effectLst/>
            </a:endParaRPr>
          </a:p>
        </p:txBody>
      </p:sp>
      <p:sp>
        <p:nvSpPr>
          <p:cNvPr id="7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331913" y="1341438"/>
            <a:ext cx="7056438" cy="4535488"/>
          </a:xfrm>
          <a:prstGeom prst="rect">
            <a:avLst/>
          </a:prstGeom>
          <a:solidFill>
            <a:schemeClr val="bg1"/>
          </a:solidFill>
          <a:ln w="9525">
            <a:solidFill>
              <a:schemeClr val="folHlink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marL="342900" marR="0" indent="-342900" defTabSz="914400">
              <a:lnSpc>
                <a:spcPct val="150000"/>
              </a:lnSpc>
              <a:spcBef>
                <a:spcPct val="20000"/>
              </a:spcBef>
              <a:buClrTx/>
              <a:buSzTx/>
              <a:buFont typeface="Monotype Sorts" pitchFamily="2" charset="2"/>
              <a:buChar char=" "/>
              <a:defRPr/>
            </a:pPr>
            <a:r>
              <a:rPr kumimoji="0" lang="en-US" altLang="zh-CN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1</a:t>
            </a:r>
            <a:r>
              <a:rPr kumimoji="0" lang="zh-CN" altLang="en-US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、</a:t>
            </a:r>
            <a:r>
              <a:rPr kumimoji="0" lang="en-US" altLang="zh-CN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Z</a:t>
            </a:r>
            <a:r>
              <a:rPr kumimoji="0" lang="zh-CN" altLang="en-US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变换定义</a:t>
            </a:r>
            <a:endParaRPr kumimoji="0" lang="en-US" altLang="zh-CN" sz="2400" b="1" kern="0" cap="none" spc="0" normalizeH="0" baseline="0" noProof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ea"/>
            </a:endParaRPr>
          </a:p>
          <a:p>
            <a:pPr marL="342900" marR="0" indent="-342900" defTabSz="914400">
              <a:lnSpc>
                <a:spcPct val="150000"/>
              </a:lnSpc>
              <a:spcBef>
                <a:spcPct val="20000"/>
              </a:spcBef>
              <a:buClrTx/>
              <a:buSzTx/>
              <a:buFont typeface="Monotype Sorts" pitchFamily="2" charset="2"/>
              <a:buChar char=" "/>
              <a:defRPr/>
            </a:pPr>
            <a:r>
              <a:rPr kumimoji="0" lang="en-US" altLang="zh-CN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2</a:t>
            </a:r>
            <a:r>
              <a:rPr kumimoji="0" lang="zh-CN" altLang="en-US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、</a:t>
            </a:r>
            <a:r>
              <a:rPr kumimoji="0" lang="en-US" altLang="zh-CN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Z</a:t>
            </a:r>
            <a:r>
              <a:rPr kumimoji="0" lang="zh-CN" altLang="en-US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变换的收敛域</a:t>
            </a:r>
            <a:r>
              <a:rPr kumimoji="0" lang="en-US" altLang="zh-CN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(</a:t>
            </a:r>
            <a:r>
              <a:rPr kumimoji="0" lang="zh-CN" altLang="en-US" sz="2400" kern="1200" cap="none" spc="0" normalizeH="0" baseline="0" noProof="0" dirty="0">
                <a:solidFill>
                  <a:schemeClr val="accent2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左序、右序、双边序列</a:t>
            </a:r>
            <a:r>
              <a:rPr kumimoji="0" lang="en-US" altLang="zh-CN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)</a:t>
            </a:r>
            <a:endParaRPr kumimoji="0" lang="en-US" altLang="zh-CN" sz="2400" b="1" kern="0" cap="none" spc="0" normalizeH="0" baseline="0" noProof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ea"/>
            </a:endParaRPr>
          </a:p>
          <a:p>
            <a:pPr marL="342900" marR="0" indent="-342900" defTabSz="914400">
              <a:lnSpc>
                <a:spcPct val="150000"/>
              </a:lnSpc>
              <a:spcBef>
                <a:spcPct val="20000"/>
              </a:spcBef>
              <a:buClrTx/>
              <a:buSzTx/>
              <a:buFont typeface="Monotype Sorts" pitchFamily="2" charset="2"/>
              <a:buChar char=" "/>
              <a:defRPr/>
            </a:pPr>
            <a:r>
              <a:rPr kumimoji="0" lang="en-US" altLang="zh-CN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3</a:t>
            </a:r>
            <a:r>
              <a:rPr kumimoji="0" lang="zh-CN" altLang="en-US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、常用信号的</a:t>
            </a:r>
            <a:r>
              <a:rPr kumimoji="0" lang="en-US" altLang="zh-CN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Z</a:t>
            </a:r>
            <a:r>
              <a:rPr kumimoji="0" lang="zh-CN" altLang="en-US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变换</a:t>
            </a:r>
            <a:endParaRPr kumimoji="0" lang="en-US" altLang="zh-CN" sz="2400" b="1" kern="0" cap="none" spc="0" normalizeH="0" baseline="0" noProof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ea"/>
            </a:endParaRPr>
          </a:p>
          <a:p>
            <a:pPr marL="342900" marR="0" indent="-342900" defTabSz="914400">
              <a:lnSpc>
                <a:spcPct val="150000"/>
              </a:lnSpc>
              <a:spcBef>
                <a:spcPct val="20000"/>
              </a:spcBef>
              <a:buClrTx/>
              <a:buSzTx/>
              <a:buFont typeface="Monotype Sorts" pitchFamily="2" charset="2"/>
              <a:buChar char=" "/>
              <a:defRPr/>
            </a:pPr>
            <a:r>
              <a:rPr kumimoji="0" lang="en-US" altLang="zh-CN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4</a:t>
            </a:r>
            <a:r>
              <a:rPr kumimoji="0" lang="zh-CN" altLang="en-US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、</a:t>
            </a:r>
            <a:r>
              <a:rPr kumimoji="0" lang="en-US" altLang="zh-CN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Z</a:t>
            </a:r>
            <a:r>
              <a:rPr kumimoji="0" lang="zh-CN" altLang="en-US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变换的性质</a:t>
            </a:r>
            <a:endParaRPr kumimoji="0" lang="en-US" altLang="zh-CN" sz="2400" b="1" kern="0" cap="none" spc="0" normalizeH="0" baseline="0" noProof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ea"/>
            </a:endParaRPr>
          </a:p>
          <a:p>
            <a:pPr marL="342900" marR="0" indent="-342900" defTabSz="914400">
              <a:lnSpc>
                <a:spcPct val="150000"/>
              </a:lnSpc>
              <a:spcBef>
                <a:spcPct val="20000"/>
              </a:spcBef>
              <a:buClrTx/>
              <a:buSzTx/>
              <a:buFont typeface="Monotype Sorts" pitchFamily="2" charset="2"/>
              <a:buChar char=" "/>
              <a:defRPr/>
            </a:pPr>
            <a:r>
              <a:rPr kumimoji="0" lang="en-US" altLang="zh-CN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5</a:t>
            </a:r>
            <a:r>
              <a:rPr kumimoji="0" lang="zh-CN" altLang="en-US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、反</a:t>
            </a:r>
            <a:r>
              <a:rPr kumimoji="0" lang="en-US" altLang="zh-CN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Z</a:t>
            </a:r>
            <a:r>
              <a:rPr kumimoji="0" lang="zh-CN" altLang="en-US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变换（</a:t>
            </a:r>
            <a:r>
              <a:rPr kumimoji="0" lang="zh-CN" altLang="en-US" sz="2400" b="1" i="1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+mn-cs"/>
                <a:sym typeface="+mn-ea"/>
              </a:rPr>
              <a:t>幂级数展开法、部分分式展开法、留数法</a:t>
            </a:r>
            <a:r>
              <a:rPr kumimoji="0" lang="zh-CN" altLang="en-US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）</a:t>
            </a:r>
            <a:endParaRPr kumimoji="0" lang="en-US" altLang="zh-CN" sz="2400" b="1" kern="0" cap="none" spc="0" normalizeH="0" baseline="0" noProof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ea"/>
            </a:endParaRPr>
          </a:p>
          <a:p>
            <a:pPr marL="342900" marR="0" indent="-342900" defTabSz="914400">
              <a:lnSpc>
                <a:spcPct val="150000"/>
              </a:lnSpc>
              <a:spcBef>
                <a:spcPct val="20000"/>
              </a:spcBef>
              <a:buClrTx/>
              <a:buSzTx/>
              <a:buFont typeface="Monotype Sorts" pitchFamily="2" charset="2"/>
              <a:buChar char=" "/>
              <a:defRPr/>
            </a:pPr>
            <a:r>
              <a:rPr kumimoji="0" lang="en-US" altLang="zh-CN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6</a:t>
            </a:r>
            <a:r>
              <a:rPr kumimoji="0" lang="zh-CN" altLang="en-US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、离散时间系统的</a:t>
            </a:r>
            <a:r>
              <a:rPr kumimoji="0" lang="en-US" altLang="zh-CN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Z</a:t>
            </a:r>
            <a:r>
              <a:rPr kumimoji="0" lang="zh-CN" altLang="en-US" sz="2400" b="1" kern="0" cap="none" spc="0" normalizeH="0" baseline="0" noProof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变换分析法</a:t>
            </a:r>
            <a:r>
              <a:rPr kumimoji="0" lang="en-US" altLang="zh-CN" sz="2400" b="1" kern="0" cap="none" spc="0" normalizeH="0" baseline="0" noProof="0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     </a:t>
            </a:r>
            <a:endParaRPr kumimoji="0" lang="en-US" altLang="zh-CN" sz="2400" b="1" kern="0" cap="none" spc="0" normalizeH="0" baseline="0" noProof="0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130"/>
    </mc:Choice>
    <mc:Fallback>
      <p:transition spd="slow" advTm="801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473" name="对象 4"/>
          <p:cNvGraphicFramePr>
            <a:graphicFrameLocks noChangeAspect="1"/>
          </p:cNvGraphicFramePr>
          <p:nvPr/>
        </p:nvGraphicFramePr>
        <p:xfrm>
          <a:off x="1112838" y="306388"/>
          <a:ext cx="6154737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62" name="" r:id="rId1" imgW="3340100" imgH="431800" progId="Equation.3">
                  <p:embed/>
                </p:oleObj>
              </mc:Choice>
              <mc:Fallback>
                <p:oleObj name="" r:id="rId1" imgW="3340100" imgH="431800" progId="Equation.3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2838" y="306388"/>
                        <a:ext cx="6154737" cy="777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089275" y="1227138"/>
          <a:ext cx="273526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63" name="" r:id="rId3" imgW="1371600" imgH="228600" progId="Equation.3">
                  <p:embed/>
                </p:oleObj>
              </mc:Choice>
              <mc:Fallback>
                <p:oleObj name="" r:id="rId3" imgW="1371600" imgH="228600" progId="Equation.3">
                  <p:embed/>
                  <p:pic>
                    <p:nvPicPr>
                      <p:cNvPr id="0" name="对象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89275" y="1227138"/>
                        <a:ext cx="2735263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5" name="对象 8"/>
          <p:cNvGraphicFramePr>
            <a:graphicFrameLocks noChangeAspect="1"/>
          </p:cNvGraphicFramePr>
          <p:nvPr/>
        </p:nvGraphicFramePr>
        <p:xfrm>
          <a:off x="1081088" y="2173288"/>
          <a:ext cx="59420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64" name="" r:id="rId5" imgW="2755900" imgH="203200" progId="Equation.3">
                  <p:embed/>
                </p:oleObj>
              </mc:Choice>
              <mc:Fallback>
                <p:oleObj name="" r:id="rId5" imgW="2755900" imgH="203200" progId="Equation.3">
                  <p:embed/>
                  <p:pic>
                    <p:nvPicPr>
                      <p:cNvPr id="0" name="对象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81088" y="2173288"/>
                        <a:ext cx="5942012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089275" y="2800350"/>
          <a:ext cx="22034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65" name="" r:id="rId7" imgW="1180465" imgH="419100" progId="Equation.3">
                  <p:embed/>
                </p:oleObj>
              </mc:Choice>
              <mc:Fallback>
                <p:oleObj name="" r:id="rId7" imgW="1180465" imgH="419100" progId="Equation.3">
                  <p:embed/>
                  <p:pic>
                    <p:nvPicPr>
                      <p:cNvPr id="0" name="对象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89275" y="2800350"/>
                        <a:ext cx="2203450" cy="781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5477" name="直接连接符 16"/>
          <p:cNvCxnSpPr/>
          <p:nvPr/>
        </p:nvCxnSpPr>
        <p:spPr>
          <a:xfrm>
            <a:off x="569913" y="1893888"/>
            <a:ext cx="7715250" cy="1587"/>
          </a:xfrm>
          <a:prstGeom prst="line">
            <a:avLst/>
          </a:prstGeom>
          <a:ln w="28575" cap="flat" cmpd="sng">
            <a:solidFill>
              <a:srgbClr val="00B0F0"/>
            </a:solidFill>
            <a:prstDash val="dashDot"/>
            <a:round/>
            <a:headEnd type="none" w="med" len="med"/>
            <a:tailEnd type="none" w="med" len="med"/>
          </a:ln>
        </p:spPr>
      </p:cxnSp>
      <p:graphicFrame>
        <p:nvGraphicFramePr>
          <p:cNvPr id="105478" name="对象 12"/>
          <p:cNvGraphicFramePr>
            <a:graphicFrameLocks noChangeAspect="1"/>
          </p:cNvGraphicFramePr>
          <p:nvPr/>
        </p:nvGraphicFramePr>
        <p:xfrm>
          <a:off x="665163" y="4075113"/>
          <a:ext cx="837247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66" name="" r:id="rId9" imgW="3683000" imgH="457200" progId="Equation.3">
                  <p:embed/>
                </p:oleObj>
              </mc:Choice>
              <mc:Fallback>
                <p:oleObj name="" r:id="rId9" imgW="3683000" imgH="457200" progId="Equation.3">
                  <p:embed/>
                  <p:pic>
                    <p:nvPicPr>
                      <p:cNvPr id="0" name="对象 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5163" y="4075113"/>
                        <a:ext cx="8372475" cy="1008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5479" name="直接连接符 16"/>
          <p:cNvCxnSpPr/>
          <p:nvPr/>
        </p:nvCxnSpPr>
        <p:spPr>
          <a:xfrm>
            <a:off x="569913" y="3870325"/>
            <a:ext cx="7715250" cy="1588"/>
          </a:xfrm>
          <a:prstGeom prst="line">
            <a:avLst/>
          </a:prstGeom>
          <a:ln w="28575" cap="flat" cmpd="sng">
            <a:solidFill>
              <a:srgbClr val="00B0F0"/>
            </a:solidFill>
            <a:prstDash val="dashDot"/>
            <a:round/>
            <a:headEnd type="none" w="med" len="med"/>
            <a:tailEnd type="none" w="med" len="med"/>
          </a:ln>
        </p:spPr>
      </p:cxn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493963" y="5130800"/>
          <a:ext cx="33670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67" name="" r:id="rId11" imgW="1497965" imgH="406400" progId="Equation.3">
                  <p:embed/>
                </p:oleObj>
              </mc:Choice>
              <mc:Fallback>
                <p:oleObj name="" r:id="rId11" imgW="1497965" imgH="406400" progId="Equation.3">
                  <p:embed/>
                  <p:pic>
                    <p:nvPicPr>
                      <p:cNvPr id="0" name="对象 1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93963" y="5130800"/>
                        <a:ext cx="3367087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925C70-6CA6-4B3D-A041-6AD34A2F0670}" type="datetime1">
              <a:rPr lang="zh-CN" altLang="en-US" smtClean="0"/>
            </a:fld>
            <a:endParaRPr lang="zh-CN" altLang="en-US"/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849"/>
    </mc:Choice>
    <mc:Fallback>
      <p:transition spd="slow" advTm="1008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497" name="直接连接符 16"/>
          <p:cNvCxnSpPr/>
          <p:nvPr/>
        </p:nvCxnSpPr>
        <p:spPr>
          <a:xfrm>
            <a:off x="676275" y="2519363"/>
            <a:ext cx="7715250" cy="1587"/>
          </a:xfrm>
          <a:prstGeom prst="line">
            <a:avLst/>
          </a:prstGeom>
          <a:ln w="28575" cap="flat" cmpd="sng">
            <a:solidFill>
              <a:srgbClr val="00B0F0"/>
            </a:solidFill>
            <a:prstDash val="dashDot"/>
            <a:round/>
            <a:headEnd type="none" w="med" len="med"/>
            <a:tailEnd type="none" w="med" len="med"/>
          </a:ln>
        </p:spPr>
      </p:cxnSp>
      <p:graphicFrame>
        <p:nvGraphicFramePr>
          <p:cNvPr id="106498" name="对象 2"/>
          <p:cNvGraphicFramePr>
            <a:graphicFrameLocks noChangeAspect="1"/>
          </p:cNvGraphicFramePr>
          <p:nvPr/>
        </p:nvGraphicFramePr>
        <p:xfrm>
          <a:off x="1052513" y="350838"/>
          <a:ext cx="52705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60" name="" r:id="rId1" imgW="2959100" imgH="406400" progId="Equation.3">
                  <p:embed/>
                </p:oleObj>
              </mc:Choice>
              <mc:Fallback>
                <p:oleObj name="" r:id="rId1" imgW="2959100" imgH="406400" progId="Equation.3">
                  <p:embed/>
                  <p:pic>
                    <p:nvPicPr>
                      <p:cNvPr id="0" name="对象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52513" y="350838"/>
                        <a:ext cx="5270500" cy="728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499" name="对象 3"/>
          <p:cNvGraphicFramePr>
            <a:graphicFrameLocks noChangeAspect="1"/>
          </p:cNvGraphicFramePr>
          <p:nvPr/>
        </p:nvGraphicFramePr>
        <p:xfrm>
          <a:off x="3392488" y="3659188"/>
          <a:ext cx="25701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61" name="" r:id="rId3" imgW="1409065" imgH="241300" progId="Equation.3">
                  <p:embed/>
                </p:oleObj>
              </mc:Choice>
              <mc:Fallback>
                <p:oleObj name="" r:id="rId3" imgW="1409065" imgH="241300" progId="Equation.3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92488" y="3659188"/>
                        <a:ext cx="2570162" cy="43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0" name="对象 5"/>
          <p:cNvGraphicFramePr>
            <a:graphicFrameLocks noChangeAspect="1"/>
          </p:cNvGraphicFramePr>
          <p:nvPr/>
        </p:nvGraphicFramePr>
        <p:xfrm>
          <a:off x="5811838" y="4591050"/>
          <a:ext cx="140335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62" name="" r:id="rId5" imgW="838200" imgH="190500" progId="Equation.3">
                  <p:embed/>
                </p:oleObj>
              </mc:Choice>
              <mc:Fallback>
                <p:oleObj name="" r:id="rId5" imgW="838200" imgH="190500" progId="Equation.3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11838" y="4591050"/>
                        <a:ext cx="1403350" cy="32543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01" name="Rectangle 5"/>
          <p:cNvSpPr/>
          <p:nvPr/>
        </p:nvSpPr>
        <p:spPr>
          <a:xfrm>
            <a:off x="1773238" y="3695700"/>
            <a:ext cx="1439862" cy="400050"/>
          </a:xfrm>
          <a:prstGeom prst="rect">
            <a:avLst/>
          </a:prstGeom>
          <a:noFill/>
          <a:ln w="9525">
            <a:noFill/>
          </a:ln>
          <a:effectLst>
            <a:prstShdw prst="shdw12" dir="16200000">
              <a:schemeClr val="bg2">
                <a:alpha val="50000"/>
              </a:schemeClr>
            </a:prstShdw>
          </a:effectLst>
        </p:spPr>
        <p:txBody>
          <a:bodyPr anchor="ctr" anchorCtr="0">
            <a:spAutoFit/>
          </a:bodyPr>
          <a:lstStyle/>
          <a:p>
            <a:pPr indent="225425" eaLnBrk="0" hangingPunct="0"/>
            <a:r>
              <a:rPr lang="zh-CN" altLang="zh-CN" sz="2000" b="1" dirty="0">
                <a:latin typeface="宋体" panose="02010600030101010101" pitchFamily="2" charset="-122"/>
                <a:ea typeface="华文中宋" panose="02010600040101010101" pitchFamily="2" charset="-122"/>
              </a:rPr>
              <a:t>特征方程</a:t>
            </a:r>
            <a:endParaRPr lang="zh-CN" altLang="zh-CN" sz="20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6502" name="Rectangle 6"/>
          <p:cNvSpPr/>
          <p:nvPr/>
        </p:nvSpPr>
        <p:spPr>
          <a:xfrm>
            <a:off x="1222375" y="4554538"/>
            <a:ext cx="4968875" cy="400050"/>
          </a:xfrm>
          <a:prstGeom prst="rect">
            <a:avLst/>
          </a:prstGeom>
          <a:noFill/>
          <a:ln w="9525">
            <a:noFill/>
          </a:ln>
          <a:effectLst>
            <a:prstShdw prst="shdw12" dir="16200000">
              <a:schemeClr val="bg2">
                <a:alpha val="50000"/>
              </a:schemeClr>
            </a:prstShdw>
          </a:effectLst>
        </p:spPr>
        <p:txBody>
          <a:bodyPr anchor="ctr" anchorCtr="0">
            <a:spAutoFit/>
          </a:bodyPr>
          <a:lstStyle/>
          <a:p>
            <a:pPr indent="225425" eaLnBrk="0" hangingPunct="0"/>
            <a:r>
              <a:rPr lang="zh-CN" altLang="zh-CN" sz="2000" b="1" dirty="0">
                <a:latin typeface="宋体" panose="02010600030101010101" pitchFamily="2" charset="-122"/>
                <a:ea typeface="华文中宋" panose="02010600040101010101" pitchFamily="2" charset="-122"/>
              </a:rPr>
              <a:t>某离散时间系统的系统函数极点为：</a:t>
            </a:r>
            <a:endParaRPr lang="zh-CN" altLang="zh-CN" sz="20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6503" name="Rectangle 5"/>
          <p:cNvSpPr/>
          <p:nvPr/>
        </p:nvSpPr>
        <p:spPr>
          <a:xfrm>
            <a:off x="1052513" y="3016250"/>
            <a:ext cx="2339975" cy="400050"/>
          </a:xfrm>
          <a:prstGeom prst="rect">
            <a:avLst/>
          </a:prstGeom>
          <a:noFill/>
          <a:ln w="9525">
            <a:noFill/>
          </a:ln>
          <a:effectLst>
            <a:prstShdw prst="shdw12" dir="16200000">
              <a:schemeClr val="bg2">
                <a:alpha val="50000"/>
              </a:schemeClr>
            </a:prstShdw>
          </a:effectLst>
        </p:spPr>
        <p:txBody>
          <a:bodyPr anchor="ctr" anchorCtr="0">
            <a:spAutoFit/>
          </a:bodyPr>
          <a:lstStyle/>
          <a:p>
            <a:pPr indent="225425" eaLnBrk="0" hangingPunct="0"/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判断系统稳定性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052513" y="1420813"/>
          <a:ext cx="27209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63" name="" r:id="rId7" imgW="1409065" imgH="292100" progId="Equation.3">
                  <p:embed/>
                </p:oleObj>
              </mc:Choice>
              <mc:Fallback>
                <p:oleObj name="" r:id="rId7" imgW="1409065" imgH="292100" progId="Equation.3">
                  <p:embed/>
                  <p:pic>
                    <p:nvPicPr>
                      <p:cNvPr id="0" name="对象 1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52513" y="1420813"/>
                        <a:ext cx="2720975" cy="576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160838" y="1447800"/>
          <a:ext cx="394493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64" name="" r:id="rId9" imgW="2120900" imgH="292100" progId="Equation.3">
                  <p:embed/>
                </p:oleObj>
              </mc:Choice>
              <mc:Fallback>
                <p:oleObj name="" r:id="rId9" imgW="2120900" imgH="292100" progId="Equation.3">
                  <p:embed/>
                  <p:pic>
                    <p:nvPicPr>
                      <p:cNvPr id="0" name="对象 1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60838" y="1447800"/>
                        <a:ext cx="3944937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CAE914-8A7C-40B5-A2EB-11595F8ADC5C}" type="datetime1">
              <a:rPr lang="zh-CN" altLang="en-US" smtClean="0"/>
            </a:fld>
            <a:endParaRPr lang="zh-CN" altLang="en-US"/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75"/>
    </mc:Choice>
    <mc:Fallback>
      <p:transition spd="slow" advTm="32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521" name="对象 10"/>
          <p:cNvGraphicFramePr>
            <a:graphicFrameLocks noChangeAspect="1"/>
          </p:cNvGraphicFramePr>
          <p:nvPr/>
        </p:nvGraphicFramePr>
        <p:xfrm>
          <a:off x="917575" y="836613"/>
          <a:ext cx="799306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06" name="" r:id="rId1" imgW="3937000" imgH="457200" progId="Equation.3">
                  <p:embed/>
                </p:oleObj>
              </mc:Choice>
              <mc:Fallback>
                <p:oleObj name="" r:id="rId1" imgW="3937000" imgH="457200" progId="Equation.3">
                  <p:embed/>
                  <p:pic>
                    <p:nvPicPr>
                      <p:cNvPr id="0" name="对象 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7575" y="836613"/>
                        <a:ext cx="7993063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7522" name="直接连接符 16"/>
          <p:cNvCxnSpPr/>
          <p:nvPr/>
        </p:nvCxnSpPr>
        <p:spPr>
          <a:xfrm>
            <a:off x="917575" y="2205038"/>
            <a:ext cx="7715250" cy="1587"/>
          </a:xfrm>
          <a:prstGeom prst="line">
            <a:avLst/>
          </a:prstGeom>
          <a:ln w="28575" cap="flat" cmpd="sng">
            <a:solidFill>
              <a:srgbClr val="00B0F0"/>
            </a:solidFill>
            <a:prstDash val="dashDot"/>
            <a:round/>
            <a:headEnd type="none" w="med" len="med"/>
            <a:tailEnd type="none" w="med" len="med"/>
          </a:ln>
        </p:spPr>
      </p:cxnSp>
      <p:graphicFrame>
        <p:nvGraphicFramePr>
          <p:cNvPr id="107523" name="对象 30"/>
          <p:cNvGraphicFramePr>
            <a:graphicFrameLocks noChangeAspect="1"/>
          </p:cNvGraphicFramePr>
          <p:nvPr/>
        </p:nvGraphicFramePr>
        <p:xfrm>
          <a:off x="850900" y="2682875"/>
          <a:ext cx="8234363" cy="183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07" name="" r:id="rId3" imgW="3848100" imgH="914400" progId="Equation.3">
                  <p:embed/>
                </p:oleObj>
              </mc:Choice>
              <mc:Fallback>
                <p:oleObj name="" r:id="rId3" imgW="3848100" imgH="914400" progId="Equation.3">
                  <p:embed/>
                  <p:pic>
                    <p:nvPicPr>
                      <p:cNvPr id="0" name="对象 3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0900" y="2682875"/>
                        <a:ext cx="8234363" cy="1830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9770E7-FE38-4143-A22D-0294B14F59F4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1"/>
    </mc:Choice>
    <mc:Fallback>
      <p:transition spd="slow" advTm="29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725" y="2081213"/>
            <a:ext cx="7770813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0" cap="none" spc="0" normalizeH="0" baseline="0" noProof="0">
                <a:ln>
                  <a:noFill/>
                </a:ln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结束</a:t>
            </a:r>
            <a:endParaRPr kumimoji="0" lang="zh-CN" altLang="en-US" sz="6600" b="1" i="0" u="none" strike="noStrike" kern="0" cap="none" spc="0" normalizeH="0" baseline="0" noProof="0">
              <a:ln>
                <a:noFill/>
              </a:ln>
              <a:solidFill>
                <a:srgbClr val="FF505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8546" name="Rectangle 3"/>
          <p:cNvSpPr/>
          <p:nvPr/>
        </p:nvSpPr>
        <p:spPr>
          <a:xfrm>
            <a:off x="6537325" y="5065713"/>
            <a:ext cx="18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lIns="91435" tIns="45718" rIns="91435" bIns="45718" anchor="t" anchorCtr="0"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89508" name="Picture 4" descr="NA00864_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54700" y="3846513"/>
            <a:ext cx="3436938" cy="3011487"/>
          </a:xfr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EE8589-7309-4D27-9C3A-A7825FB1E292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 advTm="4479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8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TIMING" val="|90.6"/>
</p:tagLst>
</file>

<file path=ppt/tags/tag2.xml><?xml version="1.0" encoding="utf-8"?>
<p:tagLst xmlns:p="http://schemas.openxmlformats.org/presentationml/2006/main">
  <p:tag name="TIMING" val="|52.2|36.7|21.1|33.8|213.9"/>
</p:tagLst>
</file>

<file path=ppt/tags/tag3.xml><?xml version="1.0" encoding="utf-8"?>
<p:tagLst xmlns:p="http://schemas.openxmlformats.org/presentationml/2006/main">
  <p:tag name="TIMING" val="|1|0.6|3.9"/>
</p:tagLst>
</file>

<file path=ppt/tags/tag4.xml><?xml version="1.0" encoding="utf-8"?>
<p:tagLst xmlns:p="http://schemas.openxmlformats.org/presentationml/2006/main">
  <p:tag name="TIMING" val="|12.3|24.6|18"/>
</p:tagLst>
</file>

<file path=ppt/tags/tag5.xml><?xml version="1.0" encoding="utf-8"?>
<p:tagLst xmlns:p="http://schemas.openxmlformats.org/presentationml/2006/main">
  <p:tag name="TIMING" val="|10.9|45.3|16.8"/>
</p:tagLst>
</file>

<file path=ppt/tags/tag6.xml><?xml version="1.0" encoding="utf-8"?>
<p:tagLst xmlns:p="http://schemas.openxmlformats.org/presentationml/2006/main">
  <p:tag name="TIMING" val="|10.3|44.3"/>
</p:tagLst>
</file>

<file path=ppt/tags/tag7.xml><?xml version="1.0" encoding="utf-8"?>
<p:tagLst xmlns:p="http://schemas.openxmlformats.org/presentationml/2006/main">
  <p:tag name="TIMING" val="|40.3"/>
</p:tagLst>
</file>

<file path=ppt/tags/tag8.xml><?xml version="1.0" encoding="utf-8"?>
<p:tagLst xmlns:p="http://schemas.openxmlformats.org/presentationml/2006/main">
  <p:tag name="TIMING" val="|5.4|2.8"/>
</p:tagLst>
</file>

<file path=ppt/tags/tag9.xml><?xml version="1.0" encoding="utf-8"?>
<p:tagLst xmlns:p="http://schemas.openxmlformats.org/presentationml/2006/main">
  <p:tag name="TIMING" val="|11.5|62.4|18.3|8.9|43.2|5.7"/>
</p:tagLst>
</file>

<file path=ppt/tags/tag10.xml><?xml version="1.0" encoding="utf-8"?>
<p:tagLst xmlns:p="http://schemas.openxmlformats.org/presentationml/2006/main">
  <p:tag name="TIMING" val="|10.5|18.5|24.6|2.6"/>
</p:tagLst>
</file>

<file path=ppt/tags/tag11.xml><?xml version="1.0" encoding="utf-8"?>
<p:tagLst xmlns:p="http://schemas.openxmlformats.org/presentationml/2006/main">
  <p:tag name="TIMING" val="|9.9|31.9"/>
</p:tagLst>
</file>

<file path=ppt/tags/tag12.xml><?xml version="1.0" encoding="utf-8"?>
<p:tagLst xmlns:p="http://schemas.openxmlformats.org/presentationml/2006/main">
  <p:tag name="TIMING" val="|3.9|53.8|1.7"/>
</p:tagLst>
</file>

<file path=ppt/tags/tag13.xml><?xml version="1.0" encoding="utf-8"?>
<p:tagLst xmlns:p="http://schemas.openxmlformats.org/presentationml/2006/main">
  <p:tag name="TIMING" val="|4.7|14.9|2.8"/>
</p:tagLst>
</file>

<file path=ppt/tags/tag14.xml><?xml version="1.0" encoding="utf-8"?>
<p:tagLst xmlns:p="http://schemas.openxmlformats.org/presentationml/2006/main">
  <p:tag name="TIMING" val="|30.9"/>
</p:tagLst>
</file>

<file path=ppt/tags/tag15.xml><?xml version="1.0" encoding="utf-8"?>
<p:tagLst xmlns:p="http://schemas.openxmlformats.org/presentationml/2006/main">
  <p:tag name="TIMING" val="|1.6|1.1"/>
</p:tagLst>
</file>

<file path=ppt/tags/tag16.xml><?xml version="1.0" encoding="utf-8"?>
<p:tagLst xmlns:p="http://schemas.openxmlformats.org/presentationml/2006/main">
  <p:tag name="TIMING" val="|36.6|40.3"/>
</p:tagLst>
</file>

<file path=ppt/tags/tag17.xml><?xml version="1.0" encoding="utf-8"?>
<p:tagLst xmlns:p="http://schemas.openxmlformats.org/presentationml/2006/main">
  <p:tag name="TIMING" val="|46.8|71"/>
</p:tagLst>
</file>

<file path=ppt/tags/tag18.xml><?xml version="1.0" encoding="utf-8"?>
<p:tagLst xmlns:p="http://schemas.openxmlformats.org/presentationml/2006/main">
  <p:tag name="TIMING" val="|5.5|75.1"/>
</p:tagLst>
</file>

<file path=ppt/tags/tag19.xml><?xml version="1.0" encoding="utf-8"?>
<p:tagLst xmlns:p="http://schemas.openxmlformats.org/presentationml/2006/main">
  <p:tag name="TIMING" val="|6.2|72.9"/>
</p:tagLst>
</file>

<file path=ppt/tags/tag20.xml><?xml version="1.0" encoding="utf-8"?>
<p:tagLst xmlns:p="http://schemas.openxmlformats.org/presentationml/2006/main">
  <p:tag name="TIMING" val="|8.6|8.4|11.8|8.6"/>
</p:tagLst>
</file>

<file path=ppt/tags/tag21.xml><?xml version="1.0" encoding="utf-8"?>
<p:tagLst xmlns:p="http://schemas.openxmlformats.org/presentationml/2006/main">
  <p:tag name="TIMING" val="|15.3|6.6|17.2|34.1"/>
</p:tagLst>
</file>

<file path=ppt/tags/tag22.xml><?xml version="1.0" encoding="utf-8"?>
<p:tagLst xmlns:p="http://schemas.openxmlformats.org/presentationml/2006/main">
  <p:tag name="TIMING" val="|6.1|39.8|17.7|15.5|19.2"/>
</p:tagLst>
</file>

<file path=ppt/tags/tag23.xml><?xml version="1.0" encoding="utf-8"?>
<p:tagLst xmlns:p="http://schemas.openxmlformats.org/presentationml/2006/main">
  <p:tag name="TIMING" val="|7.9|1.4|8.7"/>
</p:tagLst>
</file>

<file path=ppt/tags/tag24.xml><?xml version="1.0" encoding="utf-8"?>
<p:tagLst xmlns:p="http://schemas.openxmlformats.org/presentationml/2006/main">
  <p:tag name="TIMING" val="|1.2|0.1|0.2|0.4|1|0.1|0.4|0.7|0.8"/>
</p:tagLst>
</file>

<file path=ppt/tags/tag25.xml><?xml version="1.0" encoding="utf-8"?>
<p:tagLst xmlns:p="http://schemas.openxmlformats.org/presentationml/2006/main">
  <p:tag name="TIMING" val="|35.8|1.2|18.7|11.4|6.1|12.5|21.1|12.2|1.5"/>
</p:tagLst>
</file>

<file path=ppt/tags/tag26.xml><?xml version="1.0" encoding="utf-8"?>
<p:tagLst xmlns:p="http://schemas.openxmlformats.org/presentationml/2006/main">
  <p:tag name="TIMING" val="|4.9|68|1.4|6.7|1.4|27.8|3.9|1.8"/>
</p:tagLst>
</file>

<file path=ppt/tags/tag27.xml><?xml version="1.0" encoding="utf-8"?>
<p:tagLst xmlns:p="http://schemas.openxmlformats.org/presentationml/2006/main">
  <p:tag name="TIMING" val="|4.8|45.7|26.9|12|8.5"/>
</p:tagLst>
</file>

<file path=ppt/tags/tag28.xml><?xml version="1.0" encoding="utf-8"?>
<p:tagLst xmlns:p="http://schemas.openxmlformats.org/presentationml/2006/main">
  <p:tag name="TIMING" val="|11|41.8"/>
</p:tagLst>
</file>

<file path=ppt/tags/tag29.xml><?xml version="1.0" encoding="utf-8"?>
<p:tagLst xmlns:p="http://schemas.openxmlformats.org/presentationml/2006/main">
  <p:tag name="TIMING" val="|24.1|36.5|16.9"/>
</p:tagLst>
</file>

<file path=ppt/tags/tag30.xml><?xml version="1.0" encoding="utf-8"?>
<p:tagLst xmlns:p="http://schemas.openxmlformats.org/presentationml/2006/main">
  <p:tag name="TIMING" val="|88.2|11.7|2.4|21.6|32.8"/>
</p:tagLst>
</file>

<file path=ppt/tags/tag31.xml><?xml version="1.0" encoding="utf-8"?>
<p:tagLst xmlns:p="http://schemas.openxmlformats.org/presentationml/2006/main">
  <p:tag name="TIMING" val="|52.3|22.6|5.3|3|7.5"/>
</p:tagLst>
</file>

<file path=ppt/tags/tag32.xml><?xml version="1.0" encoding="utf-8"?>
<p:tagLst xmlns:p="http://schemas.openxmlformats.org/presentationml/2006/main">
  <p:tag name="TIMING" val="|18.7|50.4"/>
</p:tagLst>
</file>

<file path=ppt/tags/tag33.xml><?xml version="1.0" encoding="utf-8"?>
<p:tagLst xmlns:p="http://schemas.openxmlformats.org/presentationml/2006/main">
  <p:tag name="TIMING" val="|11.2|6.5|17.7|11.3"/>
</p:tagLst>
</file>

<file path=ppt/tags/tag34.xml><?xml version="1.0" encoding="utf-8"?>
<p:tagLst xmlns:p="http://schemas.openxmlformats.org/presentationml/2006/main">
  <p:tag name="TIMING" val="|22.6|17.7"/>
</p:tagLst>
</file>

<file path=ppt/tags/tag35.xml><?xml version="1.0" encoding="utf-8"?>
<p:tagLst xmlns:p="http://schemas.openxmlformats.org/presentationml/2006/main">
  <p:tag name="TIMING" val="|6.5|15.7|24.4|4.7|3.8|9.5|18.3"/>
</p:tagLst>
</file>

<file path=ppt/tags/tag36.xml><?xml version="1.0" encoding="utf-8"?>
<p:tagLst xmlns:p="http://schemas.openxmlformats.org/presentationml/2006/main">
  <p:tag name="TIMING" val="|32.2|1.1|0.7"/>
</p:tagLst>
</file>

<file path=ppt/tags/tag37.xml><?xml version="1.0" encoding="utf-8"?>
<p:tagLst xmlns:p="http://schemas.openxmlformats.org/presentationml/2006/main">
  <p:tag name="TIMING" val="|98.4|57.9"/>
</p:tagLst>
</file>

<file path=ppt/tags/tag38.xml><?xml version="1.0" encoding="utf-8"?>
<p:tagLst xmlns:p="http://schemas.openxmlformats.org/presentationml/2006/main">
  <p:tag name="TIMING" val="|86.8|14.1|19.3|5.9|39.2"/>
</p:tagLst>
</file>

<file path=ppt/tags/tag39.xml><?xml version="1.0" encoding="utf-8"?>
<p:tagLst xmlns:p="http://schemas.openxmlformats.org/presentationml/2006/main">
  <p:tag name="TIMING" val="|41.9"/>
</p:tagLst>
</file>

<file path=ppt/tags/tag40.xml><?xml version="1.0" encoding="utf-8"?>
<p:tagLst xmlns:p="http://schemas.openxmlformats.org/presentationml/2006/main">
  <p:tag name="TIMING" val="|6.5|15.7|24.4|4.7|3.8|9.5|18.3"/>
</p:tagLst>
</file>

<file path=ppt/tags/tag41.xml><?xml version="1.0" encoding="utf-8"?>
<p:tagLst xmlns:p="http://schemas.openxmlformats.org/presentationml/2006/main">
  <p:tag name="TIMING" val="|32.2|1.1|0.7"/>
</p:tagLst>
</file>

<file path=ppt/tags/tag42.xml><?xml version="1.0" encoding="utf-8"?>
<p:tagLst xmlns:p="http://schemas.openxmlformats.org/presentationml/2006/main">
  <p:tag name="TIMING" val="|56.3|8.5|28.4"/>
</p:tagLst>
</file>

<file path=ppt/tags/tag43.xml><?xml version="1.0" encoding="utf-8"?>
<p:tagLst xmlns:p="http://schemas.openxmlformats.org/presentationml/2006/main">
  <p:tag name="TIMING" val="|7.6|56|99.7"/>
</p:tagLst>
</file>

<file path=ppt/tags/tag44.xml><?xml version="1.0" encoding="utf-8"?>
<p:tagLst xmlns:p="http://schemas.openxmlformats.org/presentationml/2006/main">
  <p:tag name="TIMING" val="|60.3|36.6|34.4|49.9"/>
</p:tagLst>
</file>

<file path=ppt/tags/tag45.xml><?xml version="1.0" encoding="utf-8"?>
<p:tagLst xmlns:p="http://schemas.openxmlformats.org/presentationml/2006/main">
  <p:tag name="TIMING" val="|23.7|10.4|41|27.9|144.3"/>
</p:tagLst>
</file>

<file path=ppt/tags/tag46.xml><?xml version="1.0" encoding="utf-8"?>
<p:tagLst xmlns:p="http://schemas.openxmlformats.org/presentationml/2006/main">
  <p:tag name="TIMING" val="|138|22.1|35.9"/>
</p:tagLst>
</file>

<file path=ppt/tags/tag47.xml><?xml version="1.0" encoding="utf-8"?>
<p:tagLst xmlns:p="http://schemas.openxmlformats.org/presentationml/2006/main">
  <p:tag name="TIMING" val="|10.8|1.4|28.6|39|16.5|12.3|136.2|9.5"/>
</p:tagLst>
</file>

<file path=ppt/tags/tag48.xml><?xml version="1.0" encoding="utf-8"?>
<p:tagLst xmlns:p="http://schemas.openxmlformats.org/presentationml/2006/main">
  <p:tag name="TIMING" val="|133.7|23.1|5|7.8|1.2"/>
</p:tagLst>
</file>

<file path=ppt/tags/tag49.xml><?xml version="1.0" encoding="utf-8"?>
<p:tagLst xmlns:p="http://schemas.openxmlformats.org/presentationml/2006/main">
  <p:tag name="TIMING" val="|48.7|12.6|10.2|26.9|6.8|7.4|39.7|12.2|2.5|11|1.7|18.3|6.5"/>
</p:tagLst>
</file>

<file path=ppt/tags/tag50.xml><?xml version="1.0" encoding="utf-8"?>
<p:tagLst xmlns:p="http://schemas.openxmlformats.org/presentationml/2006/main">
  <p:tag name="TIMING" val="|68.7|122.4|2.4|49.3|3.4|21.4|25.9|15"/>
</p:tagLst>
</file>

<file path=ppt/tags/tag51.xml><?xml version="1.0" encoding="utf-8"?>
<p:tagLst xmlns:p="http://schemas.openxmlformats.org/presentationml/2006/main">
  <p:tag name="TIMING" val="|16|2.8"/>
</p:tagLst>
</file>

<file path=ppt/tags/tag52.xml><?xml version="1.0" encoding="utf-8"?>
<p:tagLst xmlns:p="http://schemas.openxmlformats.org/presentationml/2006/main">
  <p:tag name="TIMING" val="|31.6"/>
</p:tagLst>
</file>

<file path=ppt/tags/tag53.xml><?xml version="1.0" encoding="utf-8"?>
<p:tagLst xmlns:p="http://schemas.openxmlformats.org/presentationml/2006/main">
  <p:tag name="TIMING" val="|12.7|52.5|48.3"/>
</p:tagLst>
</file>

<file path=ppt/tags/tag54.xml><?xml version="1.0" encoding="utf-8"?>
<p:tagLst xmlns:p="http://schemas.openxmlformats.org/presentationml/2006/main">
  <p:tag name="TIMING" val="|23.4|3.7|40.4|1.8|5.6|1.9|3.2|2.8|5.1"/>
</p:tagLst>
</file>

<file path=ppt/tags/tag55.xml><?xml version="1.0" encoding="utf-8"?>
<p:tagLst xmlns:p="http://schemas.openxmlformats.org/presentationml/2006/main">
  <p:tag name="TIMING" val="|14.8|3.6|4.5|2.2|4.3|3.2|6.3"/>
</p:tagLst>
</file>

<file path=ppt/tags/tag56.xml><?xml version="1.0" encoding="utf-8"?>
<p:tagLst xmlns:p="http://schemas.openxmlformats.org/presentationml/2006/main">
  <p:tag name="TIMING" val="|32.5|3.9|16.3|22.7|10.1|3.9"/>
</p:tagLst>
</file>

<file path=ppt/tags/tag57.xml><?xml version="1.0" encoding="utf-8"?>
<p:tagLst xmlns:p="http://schemas.openxmlformats.org/presentationml/2006/main">
  <p:tag name="TIMING" val="|15|14.2|9.3|3.3|3.4|5.5|7.1|5.9|18.3"/>
</p:tagLst>
</file>

<file path=ppt/tags/tag58.xml><?xml version="1.0" encoding="utf-8"?>
<p:tagLst xmlns:p="http://schemas.openxmlformats.org/presentationml/2006/main">
  <p:tag name="TIMING" val="|98.4|57.9"/>
</p:tagLst>
</file>

<file path=ppt/tags/tag59.xml><?xml version="1.0" encoding="utf-8"?>
<p:tagLst xmlns:p="http://schemas.openxmlformats.org/presentationml/2006/main">
  <p:tag name="TIMING" val="|56.3|8.5|28.4"/>
</p:tagLst>
</file>

<file path=ppt/tags/tag60.xml><?xml version="1.0" encoding="utf-8"?>
<p:tagLst xmlns:p="http://schemas.openxmlformats.org/presentationml/2006/main">
  <p:tag name="TIMING" val="|47.9"/>
</p:tagLst>
</file>

<file path=ppt/tags/tag61.xml><?xml version="1.0" encoding="utf-8"?>
<p:tagLst xmlns:p="http://schemas.openxmlformats.org/presentationml/2006/main">
  <p:tag name="TIMING" val="|140.3|16.5|1.1|6.7"/>
</p:tagLst>
</file>

<file path=ppt/tags/tag62.xml><?xml version="1.0" encoding="utf-8"?>
<p:tagLst xmlns:p="http://schemas.openxmlformats.org/presentationml/2006/main">
  <p:tag name="TIMING" val="|35.4|25.5|21.3|10.6"/>
</p:tagLst>
</file>

<file path=ppt/tags/tag63.xml><?xml version="1.0" encoding="utf-8"?>
<p:tagLst xmlns:p="http://schemas.openxmlformats.org/presentationml/2006/main">
  <p:tag name="TIMING" val="|119.9"/>
</p:tagLst>
</file>

<file path=ppt/tags/tag64.xml><?xml version="1.0" encoding="utf-8"?>
<p:tagLst xmlns:p="http://schemas.openxmlformats.org/presentationml/2006/main">
  <p:tag name="TIMING" val="|27.8|1.2|37.2|22.4|0.5|49"/>
</p:tagLst>
</file>

<file path=ppt/tags/tag65.xml><?xml version="1.0" encoding="utf-8"?>
<p:tagLst xmlns:p="http://schemas.openxmlformats.org/presentationml/2006/main">
  <p:tag name="TIMING" val="|36.4|5.1|5.1|10.5|6.9|3|12.4"/>
</p:tagLst>
</file>

<file path=ppt/tags/tag66.xml><?xml version="1.0" encoding="utf-8"?>
<p:tagLst xmlns:p="http://schemas.openxmlformats.org/presentationml/2006/main">
  <p:tag name="TIMING" val="|2.5"/>
</p:tagLst>
</file>

<file path=ppt/tags/tag67.xml><?xml version="1.0" encoding="utf-8"?>
<p:tagLst xmlns:p="http://schemas.openxmlformats.org/presentationml/2006/main">
  <p:tag name="TIMING" val="|17.3|1.5"/>
</p:tagLst>
</file>

<file path=ppt/tags/tag68.xml><?xml version="1.0" encoding="utf-8"?>
<p:tagLst xmlns:p="http://schemas.openxmlformats.org/presentationml/2006/main">
  <p:tag name="TIMING" val="|35.5|9.4|60.6|11.5"/>
</p:tagLst>
</file>

<file path=ppt/tags/tag69.xml><?xml version="1.0" encoding="utf-8"?>
<p:tagLst xmlns:p="http://schemas.openxmlformats.org/presentationml/2006/main">
  <p:tag name="TIMING" val="|94.2"/>
</p:tagLst>
</file>

<file path=ppt/tags/tag70.xml><?xml version="1.0" encoding="utf-8"?>
<p:tagLst xmlns:p="http://schemas.openxmlformats.org/presentationml/2006/main">
  <p:tag name="TIMING" val="|12.3|111.5|6.5|8.6|30.6|33.5|3|7.7"/>
</p:tagLst>
</file>

<file path=ppt/tags/tag71.xml><?xml version="1.0" encoding="utf-8"?>
<p:tagLst xmlns:p="http://schemas.openxmlformats.org/presentationml/2006/main">
  <p:tag name="TIMING" val="|10|21.9|50.5|17"/>
</p:tagLst>
</file>

<file path=ppt/tags/tag72.xml><?xml version="1.0" encoding="utf-8"?>
<p:tagLst xmlns:p="http://schemas.openxmlformats.org/presentationml/2006/main">
  <p:tag name="TIMING" val="|11.4|33.4|37"/>
</p:tagLst>
</file>

<file path=ppt/tags/tag73.xml><?xml version="1.0" encoding="utf-8"?>
<p:tagLst xmlns:p="http://schemas.openxmlformats.org/presentationml/2006/main">
  <p:tag name="TIMING" val="|79.9|53.2"/>
</p:tagLst>
</file>

<file path=ppt/tags/tag74.xml><?xml version="1.0" encoding="utf-8"?>
<p:tagLst xmlns:p="http://schemas.openxmlformats.org/presentationml/2006/main">
  <p:tag name="TIMING" val="|81.8|18.7|20.5|51.7"/>
</p:tagLst>
</file>

<file path=ppt/tags/tag75.xml><?xml version="1.0" encoding="utf-8"?>
<p:tagLst xmlns:p="http://schemas.openxmlformats.org/presentationml/2006/main">
  <p:tag name="TIMING" val="|96.4|13.2|8"/>
</p:tagLst>
</file>

<file path=ppt/tags/tag76.xml><?xml version="1.0" encoding="utf-8"?>
<p:tagLst xmlns:p="http://schemas.openxmlformats.org/presentationml/2006/main">
  <p:tag name="TIMING" val="|49.4|144.8|8.7|43.6|29.6"/>
</p:tagLst>
</file>

<file path=ppt/tags/tag77.xml><?xml version="1.0" encoding="utf-8"?>
<p:tagLst xmlns:p="http://schemas.openxmlformats.org/presentationml/2006/main">
  <p:tag name="TIMING" val="|6.2|1.8|20.6|43.8|2.9|6|77.2|37.9"/>
</p:tagLst>
</file>

<file path=ppt/tags/tag78.xml><?xml version="1.0" encoding="utf-8"?>
<p:tagLst xmlns:p="http://schemas.openxmlformats.org/presentationml/2006/main">
  <p:tag name="TIMING" val="|0.3|13.4|1.6|0.2|0.3|0.3|0.5|0.4|0.4|0.5"/>
</p:tagLst>
</file>

<file path=ppt/tags/tag79.xml><?xml version="1.0" encoding="utf-8"?>
<p:tagLst xmlns:p="http://schemas.openxmlformats.org/presentationml/2006/main">
  <p:tag name="TIMING" val="|80.6"/>
</p:tagLst>
</file>

<file path=ppt/tags/tag80.xml><?xml version="1.0" encoding="utf-8"?>
<p:tagLst xmlns:p="http://schemas.openxmlformats.org/presentationml/2006/main">
  <p:tag name="TIMING" val="|1.5|10.3|7.9|5.5|5.9|8.7|12.2|3.4|25.6"/>
</p:tagLst>
</file>

<file path=ppt/tags/tag81.xml><?xml version="1.0" encoding="utf-8"?>
<p:tagLst xmlns:p="http://schemas.openxmlformats.org/presentationml/2006/main">
  <p:tag name="TIMING" val="|14.6|39.8|20.4"/>
</p:tagLst>
</file>

<file path=ppt/tags/tag82.xml><?xml version="1.0" encoding="utf-8"?>
<p:tagLst xmlns:p="http://schemas.openxmlformats.org/presentationml/2006/main">
  <p:tag name="TIMING" val="|2.1"/>
</p:tagLst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sm"/>
        </a:ln>
      </a:spPr>
      <a:bodyPr vert="horz" wrap="square" lIns="91440" tIns="45720" rIns="91440" bIns="45720" numCol="1" anchor="t" anchorCtr="0" compatLnSpc="1">
        <a:spAutoFit/>
      </a:bodyPr>
      <a:lstStyle>
        <a:defPPr marL="367030" marR="0" indent="-187325" algn="ctr" defTabSz="914400" rtl="0" eaLnBrk="1" fontAlgn="base" latinLnBrk="0" hangingPunct="1">
          <a:lnSpc>
            <a:spcPct val="85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sm"/>
        </a:ln>
      </a:spPr>
      <a:bodyPr vert="horz" wrap="square" lIns="91440" tIns="45720" rIns="91440" bIns="45720" numCol="1" anchor="t" anchorCtr="0" compatLnSpc="1">
        <a:spAutoFit/>
      </a:bodyPr>
      <a:lstStyle>
        <a:defPPr marL="367030" marR="0" indent="-187325" algn="ctr" defTabSz="914400" rtl="0" eaLnBrk="1" fontAlgn="base" latinLnBrk="0" hangingPunct="1">
          <a:lnSpc>
            <a:spcPct val="85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anose="05000000000000000000" pitchFamily="2" charset="2"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6880</Words>
  <Application>WPS 演示</Application>
  <PresentationFormat>全屏显示(4:3)</PresentationFormat>
  <Paragraphs>1022</Paragraphs>
  <Slides>98</Slides>
  <Notes>29</Notes>
  <HiddenSlides>0</HiddenSlides>
  <MMClips>0</MMClips>
  <ScaleCrop>false</ScaleCrop>
  <HeadingPairs>
    <vt:vector size="8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459</vt:i4>
      </vt:variant>
      <vt:variant>
        <vt:lpstr>幻灯片标题</vt:lpstr>
      </vt:variant>
      <vt:variant>
        <vt:i4>98</vt:i4>
      </vt:variant>
    </vt:vector>
  </HeadingPairs>
  <TitlesOfParts>
    <vt:vector size="584" baseType="lpstr">
      <vt:lpstr>Arial</vt:lpstr>
      <vt:lpstr>宋体</vt:lpstr>
      <vt:lpstr>Wingdings</vt:lpstr>
      <vt:lpstr>黑体</vt:lpstr>
      <vt:lpstr>Times New Roman</vt:lpstr>
      <vt:lpstr>方正舒体</vt:lpstr>
      <vt:lpstr>Verdana</vt:lpstr>
      <vt:lpstr>Aardvark Cafe</vt:lpstr>
      <vt:lpstr>华文行楷</vt:lpstr>
      <vt:lpstr>华文中宋</vt:lpstr>
      <vt:lpstr>华文新魏</vt:lpstr>
      <vt:lpstr>华文楷体</vt:lpstr>
      <vt:lpstr>华康少女文字W5</vt:lpstr>
      <vt:lpstr>微软雅黑</vt:lpstr>
      <vt:lpstr>Arial Unicode MS</vt:lpstr>
      <vt:lpstr>Tahoma</vt:lpstr>
      <vt:lpstr>楷体_GB2312</vt:lpstr>
      <vt:lpstr>新宋体</vt:lpstr>
      <vt:lpstr>Courier New</vt:lpstr>
      <vt:lpstr>Symbol</vt:lpstr>
      <vt:lpstr>Cambria Math</vt:lpstr>
      <vt:lpstr>Monotype Sorts</vt:lpstr>
      <vt:lpstr>Wingdings</vt:lpstr>
      <vt:lpstr>Monotype Sorts</vt:lpstr>
      <vt:lpstr>KSOF3FB35F8F</vt:lpstr>
      <vt:lpstr>AMGDT</vt:lpstr>
      <vt:lpstr>Profile</vt:lpstr>
      <vt:lpstr>MS_ClipArt_Gallery.2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Visio.Drawing.5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SmartDraw.2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Visio.Drawing.5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Visio.Drawing.5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Word.Document.8</vt:lpstr>
      <vt:lpstr>Equation.3</vt:lpstr>
      <vt:lpstr>Equation.3</vt:lpstr>
      <vt:lpstr>Equation.3</vt:lpstr>
      <vt:lpstr>Equation.3</vt:lpstr>
      <vt:lpstr>Paint.Picture</vt:lpstr>
      <vt:lpstr>Equation.3</vt:lpstr>
      <vt:lpstr>Visio.Drawing.5</vt:lpstr>
      <vt:lpstr>Visio.Drawing.5</vt:lpstr>
      <vt:lpstr>Visio.Drawing.5</vt:lpstr>
      <vt:lpstr>Visio.Drawing.5</vt:lpstr>
      <vt:lpstr>Visio.Drawing.5</vt:lpstr>
      <vt:lpstr>Visio.Drawing.5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Paint.Picture</vt:lpstr>
      <vt:lpstr>Paint.Picture</vt:lpstr>
      <vt:lpstr>Equation.3</vt:lpstr>
      <vt:lpstr>Equation.3</vt:lpstr>
      <vt:lpstr>Word.Document.8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§8.1 引言</vt:lpstr>
      <vt:lpstr>§8.2 z变换定义及其收敛区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§8.3 Z变换的性质</vt:lpstr>
      <vt:lpstr>1、线性特性：表现为叠加性和齐次性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例:    求下列序列的Z变换。</vt:lpstr>
      <vt:lpstr>3、z域尺度变换性：</vt:lpstr>
      <vt:lpstr>4、 Z域微分性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例1：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例1：</vt:lpstr>
      <vt:lpstr>例3：</vt:lpstr>
      <vt:lpstr>练习1：</vt:lpstr>
      <vt:lpstr>练习2：</vt:lpstr>
      <vt:lpstr>3、 围线积分法  (留数法)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例2：</vt:lpstr>
      <vt:lpstr>PowerPoint 演示文稿</vt:lpstr>
      <vt:lpstr>例3:</vt:lpstr>
      <vt:lpstr>例4:</vt:lpstr>
      <vt:lpstr>PowerPoint 演示文稿</vt:lpstr>
      <vt:lpstr>PowerPoint 演示文稿</vt:lpstr>
      <vt:lpstr>PowerPoint 演示文稿</vt:lpstr>
      <vt:lpstr>PowerPoint 演示文稿</vt:lpstr>
      <vt:lpstr>§8.5 离散时间系统的Z变换分析法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(2)H(z) 求法</vt:lpstr>
      <vt:lpstr>例1 求系统函数H(z) 。已知某系统模型如下，求系统函数</vt:lpstr>
      <vt:lpstr>(3)系统函数的零、极点分析**</vt:lpstr>
      <vt:lpstr>零极点图：</vt:lpstr>
      <vt:lpstr>ii)零点与极点分布与系统的时域特性</vt:lpstr>
      <vt:lpstr>PowerPoint 演示文稿</vt:lpstr>
      <vt:lpstr>PowerPoint 演示文稿</vt:lpstr>
      <vt:lpstr>结论：</vt:lpstr>
      <vt:lpstr>PowerPoint 演示文稿</vt:lpstr>
      <vt:lpstr>PowerPoint 演示文稿</vt:lpstr>
      <vt:lpstr>PowerPoint 演示文稿</vt:lpstr>
      <vt:lpstr>补充题</vt:lpstr>
      <vt:lpstr>总结-基本要求</vt:lpstr>
      <vt:lpstr>PowerPoint 演示文稿</vt:lpstr>
      <vt:lpstr>PowerPoint 演示文稿</vt:lpstr>
      <vt:lpstr>PowerPoint 演示文稿</vt:lpstr>
      <vt:lpstr>结束</vt:lpstr>
    </vt:vector>
  </TitlesOfParts>
  <Company>syict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第8章  离散时间系统的变换域分析</dc:title>
  <dc:creator>翟正军</dc:creator>
  <cp:lastModifiedBy>缘聚（正军）</cp:lastModifiedBy>
  <cp:revision>256</cp:revision>
  <dcterms:created xsi:type="dcterms:W3CDTF">2000-06-04T02:32:00Z</dcterms:created>
  <dcterms:modified xsi:type="dcterms:W3CDTF">2026-05-26T09:47:13Z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2E02D8420DEF4F95BC4457DF1EF177F5_12</vt:lpwstr>
  </property>
  <property fmtid="{D5CDD505-2E9C-101B-9397-08002B2CF9AE}" pid="3" name="KSOProductBuildVer">
    <vt:lpwstr>2052-12.1.0.26375</vt:lpwstr>
  </property>
</Properties>
</file>