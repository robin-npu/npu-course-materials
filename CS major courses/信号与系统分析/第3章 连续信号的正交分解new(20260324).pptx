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media/image20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Lst>
  <p:notesMasterIdLst>
    <p:notesMasterId r:id="rId15"/>
  </p:notesMasterIdLst>
  <p:handoutMasterIdLst>
    <p:handoutMasterId r:id="rId179"/>
  </p:handoutMasterIdLst>
  <p:sldIdLst>
    <p:sldId id="522" r:id="rId4"/>
    <p:sldId id="523" r:id="rId5"/>
    <p:sldId id="524" r:id="rId6"/>
    <p:sldId id="525" r:id="rId7"/>
    <p:sldId id="526" r:id="rId8"/>
    <p:sldId id="527" r:id="rId9"/>
    <p:sldId id="528" r:id="rId10"/>
    <p:sldId id="767" r:id="rId11"/>
    <p:sldId id="301" r:id="rId12"/>
    <p:sldId id="530" r:id="rId13"/>
    <p:sldId id="531" r:id="rId14"/>
    <p:sldId id="532" r:id="rId16"/>
    <p:sldId id="533" r:id="rId17"/>
    <p:sldId id="534" r:id="rId18"/>
    <p:sldId id="535" r:id="rId19"/>
    <p:sldId id="536" r:id="rId20"/>
    <p:sldId id="537" r:id="rId21"/>
    <p:sldId id="538" r:id="rId22"/>
    <p:sldId id="539" r:id="rId23"/>
    <p:sldId id="540" r:id="rId24"/>
    <p:sldId id="1493" r:id="rId25"/>
    <p:sldId id="1491" r:id="rId26"/>
    <p:sldId id="1492" r:id="rId27"/>
    <p:sldId id="544" r:id="rId28"/>
    <p:sldId id="545" r:id="rId29"/>
    <p:sldId id="546" r:id="rId30"/>
    <p:sldId id="1480" r:id="rId31"/>
    <p:sldId id="1481" r:id="rId32"/>
    <p:sldId id="548" r:id="rId33"/>
    <p:sldId id="549" r:id="rId34"/>
    <p:sldId id="551" r:id="rId35"/>
    <p:sldId id="553" r:id="rId36"/>
    <p:sldId id="554" r:id="rId37"/>
    <p:sldId id="555" r:id="rId38"/>
    <p:sldId id="1889" r:id="rId39"/>
    <p:sldId id="1890" r:id="rId40"/>
    <p:sldId id="556" r:id="rId41"/>
    <p:sldId id="557" r:id="rId42"/>
    <p:sldId id="558" r:id="rId43"/>
    <p:sldId id="559" r:id="rId44"/>
    <p:sldId id="560" r:id="rId45"/>
    <p:sldId id="561" r:id="rId46"/>
    <p:sldId id="562" r:id="rId47"/>
    <p:sldId id="563" r:id="rId48"/>
    <p:sldId id="567" r:id="rId49"/>
    <p:sldId id="568" r:id="rId50"/>
    <p:sldId id="338" r:id="rId51"/>
    <p:sldId id="570" r:id="rId52"/>
    <p:sldId id="329" r:id="rId53"/>
    <p:sldId id="572" r:id="rId54"/>
    <p:sldId id="331" r:id="rId55"/>
    <p:sldId id="500" r:id="rId56"/>
    <p:sldId id="575" r:id="rId57"/>
    <p:sldId id="576" r:id="rId58"/>
    <p:sldId id="579" r:id="rId59"/>
    <p:sldId id="580" r:id="rId60"/>
    <p:sldId id="581" r:id="rId61"/>
    <p:sldId id="582" r:id="rId62"/>
    <p:sldId id="583" r:id="rId63"/>
    <p:sldId id="1773" r:id="rId64"/>
    <p:sldId id="1774" r:id="rId65"/>
    <p:sldId id="1775" r:id="rId66"/>
    <p:sldId id="1776" r:id="rId67"/>
    <p:sldId id="1777" r:id="rId68"/>
    <p:sldId id="1778" r:id="rId69"/>
    <p:sldId id="1779" r:id="rId70"/>
    <p:sldId id="1888" r:id="rId71"/>
    <p:sldId id="587" r:id="rId72"/>
    <p:sldId id="377" r:id="rId73"/>
    <p:sldId id="594" r:id="rId74"/>
    <p:sldId id="957" r:id="rId75"/>
    <p:sldId id="360" r:id="rId76"/>
    <p:sldId id="598" r:id="rId77"/>
    <p:sldId id="599" r:id="rId78"/>
    <p:sldId id="365" r:id="rId79"/>
    <p:sldId id="601" r:id="rId80"/>
    <p:sldId id="602" r:id="rId81"/>
    <p:sldId id="603" r:id="rId82"/>
    <p:sldId id="604" r:id="rId83"/>
    <p:sldId id="605" r:id="rId84"/>
    <p:sldId id="606" r:id="rId85"/>
    <p:sldId id="607" r:id="rId86"/>
    <p:sldId id="608" r:id="rId87"/>
    <p:sldId id="609" r:id="rId88"/>
    <p:sldId id="968" r:id="rId89"/>
    <p:sldId id="967" r:id="rId90"/>
    <p:sldId id="610" r:id="rId91"/>
    <p:sldId id="611" r:id="rId92"/>
    <p:sldId id="612" r:id="rId93"/>
    <p:sldId id="613" r:id="rId94"/>
    <p:sldId id="614" r:id="rId95"/>
    <p:sldId id="615" r:id="rId96"/>
    <p:sldId id="616" r:id="rId97"/>
    <p:sldId id="1781" r:id="rId98"/>
    <p:sldId id="1782" r:id="rId99"/>
    <p:sldId id="1780" r:id="rId100"/>
    <p:sldId id="617" r:id="rId101"/>
    <p:sldId id="618" r:id="rId102"/>
    <p:sldId id="619" r:id="rId103"/>
    <p:sldId id="620" r:id="rId104"/>
    <p:sldId id="621" r:id="rId105"/>
    <p:sldId id="622" r:id="rId106"/>
    <p:sldId id="623" r:id="rId107"/>
    <p:sldId id="624" r:id="rId108"/>
    <p:sldId id="625" r:id="rId109"/>
    <p:sldId id="626" r:id="rId110"/>
    <p:sldId id="627" r:id="rId111"/>
    <p:sldId id="628" r:id="rId112"/>
    <p:sldId id="629" r:id="rId113"/>
    <p:sldId id="630" r:id="rId114"/>
    <p:sldId id="631" r:id="rId115"/>
    <p:sldId id="632" r:id="rId116"/>
    <p:sldId id="633" r:id="rId117"/>
    <p:sldId id="634" r:id="rId118"/>
    <p:sldId id="635" r:id="rId119"/>
    <p:sldId id="636" r:id="rId120"/>
    <p:sldId id="637" r:id="rId121"/>
    <p:sldId id="1484" r:id="rId122"/>
    <p:sldId id="971" r:id="rId123"/>
    <p:sldId id="973" r:id="rId124"/>
    <p:sldId id="974" r:id="rId125"/>
    <p:sldId id="1660" r:id="rId126"/>
    <p:sldId id="1661" r:id="rId127"/>
    <p:sldId id="1662" r:id="rId128"/>
    <p:sldId id="639" r:id="rId129"/>
    <p:sldId id="640" r:id="rId130"/>
    <p:sldId id="641" r:id="rId131"/>
    <p:sldId id="642" r:id="rId132"/>
    <p:sldId id="643" r:id="rId133"/>
    <p:sldId id="644" r:id="rId134"/>
    <p:sldId id="645" r:id="rId135"/>
    <p:sldId id="646" r:id="rId136"/>
    <p:sldId id="647" r:id="rId137"/>
    <p:sldId id="648" r:id="rId138"/>
    <p:sldId id="649" r:id="rId139"/>
    <p:sldId id="650" r:id="rId140"/>
    <p:sldId id="651" r:id="rId141"/>
    <p:sldId id="652" r:id="rId142"/>
    <p:sldId id="653" r:id="rId143"/>
    <p:sldId id="654" r:id="rId144"/>
    <p:sldId id="655" r:id="rId145"/>
    <p:sldId id="1472" r:id="rId146"/>
    <p:sldId id="1473" r:id="rId147"/>
    <p:sldId id="658" r:id="rId148"/>
    <p:sldId id="661" r:id="rId149"/>
    <p:sldId id="1663" r:id="rId150"/>
    <p:sldId id="1664" r:id="rId151"/>
    <p:sldId id="662" r:id="rId152"/>
    <p:sldId id="663" r:id="rId153"/>
    <p:sldId id="664" r:id="rId154"/>
    <p:sldId id="665" r:id="rId155"/>
    <p:sldId id="666" r:id="rId156"/>
    <p:sldId id="667" r:id="rId157"/>
    <p:sldId id="668" r:id="rId158"/>
    <p:sldId id="669" r:id="rId159"/>
    <p:sldId id="670" r:id="rId160"/>
    <p:sldId id="671" r:id="rId161"/>
    <p:sldId id="672" r:id="rId162"/>
    <p:sldId id="673" r:id="rId163"/>
    <p:sldId id="674" r:id="rId164"/>
    <p:sldId id="675" r:id="rId165"/>
    <p:sldId id="676" r:id="rId166"/>
    <p:sldId id="677" r:id="rId167"/>
    <p:sldId id="678" r:id="rId168"/>
    <p:sldId id="679" r:id="rId169"/>
    <p:sldId id="680" r:id="rId170"/>
    <p:sldId id="681" r:id="rId171"/>
    <p:sldId id="682" r:id="rId172"/>
    <p:sldId id="683" r:id="rId173"/>
    <p:sldId id="684" r:id="rId174"/>
    <p:sldId id="685" r:id="rId175"/>
    <p:sldId id="686" r:id="rId176"/>
    <p:sldId id="687" r:id="rId177"/>
    <p:sldId id="688" r:id="rId178"/>
  </p:sldIdLst>
  <p:sldSz cx="9144000" cy="6858000" type="screen4x3"/>
  <p:notesSz cx="9144000" cy="6858000"/>
  <p:custDataLst>
    <p:tags r:id="rId183"/>
  </p:custDataLst>
  <p:defaultTextStyle>
    <a:defPPr>
      <a:defRPr lang="en-US"/>
    </a:defPPr>
    <a:lvl1pPr algn="l" rtl="0" eaLnBrk="0" fontAlgn="base" hangingPunct="0">
      <a:spcBef>
        <a:spcPct val="0"/>
      </a:spcBef>
      <a:spcAft>
        <a:spcPct val="0"/>
      </a:spcAft>
      <a:defRPr sz="2800" kern="1200">
        <a:solidFill>
          <a:schemeClr val="tx1"/>
        </a:solidFill>
        <a:latin typeface="黑体" panose="02010609060101010101" pitchFamily="49" charset="-122"/>
        <a:ea typeface="宋体" panose="02010600030101010101" pitchFamily="2" charset="-122"/>
        <a:cs typeface="+mn-cs"/>
      </a:defRPr>
    </a:lvl1pPr>
    <a:lvl2pPr marL="457200" algn="l" rtl="0" eaLnBrk="0" fontAlgn="base" hangingPunct="0">
      <a:spcBef>
        <a:spcPct val="0"/>
      </a:spcBef>
      <a:spcAft>
        <a:spcPct val="0"/>
      </a:spcAft>
      <a:defRPr sz="2800" kern="1200">
        <a:solidFill>
          <a:schemeClr val="tx1"/>
        </a:solidFill>
        <a:latin typeface="黑体" panose="02010609060101010101" pitchFamily="49" charset="-122"/>
        <a:ea typeface="宋体" panose="02010600030101010101" pitchFamily="2" charset="-122"/>
        <a:cs typeface="+mn-cs"/>
      </a:defRPr>
    </a:lvl2pPr>
    <a:lvl3pPr marL="914400" algn="l" rtl="0" eaLnBrk="0" fontAlgn="base" hangingPunct="0">
      <a:spcBef>
        <a:spcPct val="0"/>
      </a:spcBef>
      <a:spcAft>
        <a:spcPct val="0"/>
      </a:spcAft>
      <a:defRPr sz="2800" kern="1200">
        <a:solidFill>
          <a:schemeClr val="tx1"/>
        </a:solidFill>
        <a:latin typeface="黑体" panose="02010609060101010101" pitchFamily="49" charset="-122"/>
        <a:ea typeface="宋体" panose="02010600030101010101" pitchFamily="2" charset="-122"/>
        <a:cs typeface="+mn-cs"/>
      </a:defRPr>
    </a:lvl3pPr>
    <a:lvl4pPr marL="1371600" algn="l" rtl="0" eaLnBrk="0" fontAlgn="base" hangingPunct="0">
      <a:spcBef>
        <a:spcPct val="0"/>
      </a:spcBef>
      <a:spcAft>
        <a:spcPct val="0"/>
      </a:spcAft>
      <a:defRPr sz="2800" kern="1200">
        <a:solidFill>
          <a:schemeClr val="tx1"/>
        </a:solidFill>
        <a:latin typeface="黑体" panose="02010609060101010101" pitchFamily="49" charset="-122"/>
        <a:ea typeface="宋体" panose="02010600030101010101" pitchFamily="2" charset="-122"/>
        <a:cs typeface="+mn-cs"/>
      </a:defRPr>
    </a:lvl4pPr>
    <a:lvl5pPr marL="1828800" algn="l" rtl="0" eaLnBrk="0" fontAlgn="base" hangingPunct="0">
      <a:spcBef>
        <a:spcPct val="0"/>
      </a:spcBef>
      <a:spcAft>
        <a:spcPct val="0"/>
      </a:spcAft>
      <a:defRPr sz="2800" kern="1200">
        <a:solidFill>
          <a:schemeClr val="tx1"/>
        </a:solidFill>
        <a:latin typeface="黑体" panose="02010609060101010101" pitchFamily="49" charset="-122"/>
        <a:ea typeface="宋体" panose="02010600030101010101" pitchFamily="2" charset="-122"/>
        <a:cs typeface="+mn-cs"/>
      </a:defRPr>
    </a:lvl5pPr>
    <a:lvl6pPr marL="2286000" algn="l" defTabSz="914400" rtl="0" eaLnBrk="1" latinLnBrk="0" hangingPunct="1">
      <a:defRPr sz="2800" kern="1200">
        <a:solidFill>
          <a:schemeClr val="tx1"/>
        </a:solidFill>
        <a:latin typeface="黑体" panose="02010609060101010101" pitchFamily="49" charset="-122"/>
        <a:ea typeface="宋体" panose="02010600030101010101" pitchFamily="2" charset="-122"/>
        <a:cs typeface="+mn-cs"/>
      </a:defRPr>
    </a:lvl6pPr>
    <a:lvl7pPr marL="2743200" algn="l" defTabSz="914400" rtl="0" eaLnBrk="1" latinLnBrk="0" hangingPunct="1">
      <a:defRPr sz="2800" kern="1200">
        <a:solidFill>
          <a:schemeClr val="tx1"/>
        </a:solidFill>
        <a:latin typeface="黑体" panose="02010609060101010101" pitchFamily="49" charset="-122"/>
        <a:ea typeface="宋体" panose="02010600030101010101" pitchFamily="2" charset="-122"/>
        <a:cs typeface="+mn-cs"/>
      </a:defRPr>
    </a:lvl7pPr>
    <a:lvl8pPr marL="3200400" algn="l" defTabSz="914400" rtl="0" eaLnBrk="1" latinLnBrk="0" hangingPunct="1">
      <a:defRPr sz="2800" kern="1200">
        <a:solidFill>
          <a:schemeClr val="tx1"/>
        </a:solidFill>
        <a:latin typeface="黑体" panose="02010609060101010101" pitchFamily="49" charset="-122"/>
        <a:ea typeface="宋体" panose="02010600030101010101" pitchFamily="2" charset="-122"/>
        <a:cs typeface="+mn-cs"/>
      </a:defRPr>
    </a:lvl8pPr>
    <a:lvl9pPr marL="3657600" algn="l" defTabSz="914400" rtl="0" eaLnBrk="1" latinLnBrk="0" hangingPunct="1">
      <a:defRPr sz="2800" kern="1200">
        <a:solidFill>
          <a:schemeClr val="tx1"/>
        </a:solidFill>
        <a:latin typeface="黑体" panose="02010609060101010101" pitchFamily="49"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886" userDrawn="1">
          <p15:clr>
            <a:srgbClr val="A4A3A4"/>
          </p15:clr>
        </p15:guide>
        <p15:guide id="2" pos="21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00FF"/>
    <a:srgbClr val="FF3300"/>
    <a:srgbClr val="33CC33"/>
    <a:srgbClr val="009999"/>
    <a:srgbClr val="CC0066"/>
    <a:srgbClr val="A50021"/>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655" autoAdjust="0"/>
    <p:restoredTop sz="89114" autoAdjust="0"/>
  </p:normalViewPr>
  <p:slideViewPr>
    <p:cSldViewPr snapToGrid="0" showGuides="1">
      <p:cViewPr varScale="1">
        <p:scale>
          <a:sx n="70" d="100"/>
          <a:sy n="70" d="100"/>
        </p:scale>
        <p:origin x="192" y="72"/>
      </p:cViewPr>
      <p:guideLst>
        <p:guide orient="horz" pos="2886"/>
        <p:guide pos="215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3242"/>
    </p:cViewPr>
  </p:sorterViewPr>
  <p:notesViewPr>
    <p:cSldViewPr snapToGrid="0">
      <p:cViewPr varScale="1">
        <p:scale>
          <a:sx n="73" d="100"/>
          <a:sy n="73" d="100"/>
        </p:scale>
        <p:origin x="-924" y="-102"/>
      </p:cViewPr>
      <p:guideLst>
        <p:guide orient="horz" pos="2191"/>
        <p:guide pos="2880"/>
      </p:guideLst>
    </p:cSldViewPr>
  </p:notesViewPr>
  <p:gridSpacing cx="45005" cy="45005"/>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3" Type="http://schemas.openxmlformats.org/officeDocument/2006/relationships/tags" Target="tags/tag133.xml"/><Relationship Id="rId182" Type="http://schemas.openxmlformats.org/officeDocument/2006/relationships/tableStyles" Target="tableStyles.xml"/><Relationship Id="rId181" Type="http://schemas.openxmlformats.org/officeDocument/2006/relationships/viewProps" Target="viewProps.xml"/><Relationship Id="rId180" Type="http://schemas.openxmlformats.org/officeDocument/2006/relationships/presProps" Target="presProps.xml"/><Relationship Id="rId18" Type="http://schemas.openxmlformats.org/officeDocument/2006/relationships/slide" Target="slides/slide14.xml"/><Relationship Id="rId179" Type="http://schemas.openxmlformats.org/officeDocument/2006/relationships/handoutMaster" Target="handoutMasters/handoutMaster1.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notesMaster" Target="notesMasters/notesMaster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e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19.wmf"/><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22.wmf"/><Relationship Id="rId4" Type="http://schemas.openxmlformats.org/officeDocument/2006/relationships/image" Target="../media/image21.wmf"/><Relationship Id="rId3" Type="http://schemas.openxmlformats.org/officeDocument/2006/relationships/image" Target="../media/image14.png"/><Relationship Id="rId2" Type="http://schemas.openxmlformats.org/officeDocument/2006/relationships/image" Target="../media/image19.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7.wmf"/><Relationship Id="rId4" Type="http://schemas.openxmlformats.org/officeDocument/2006/relationships/image" Target="../media/image26.wmf"/><Relationship Id="rId3" Type="http://schemas.openxmlformats.org/officeDocument/2006/relationships/image" Target="../media/image14.png"/><Relationship Id="rId2" Type="http://schemas.openxmlformats.org/officeDocument/2006/relationships/image" Target="../media/image25.wmf"/><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2.wmf"/><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png"/></Relationships>
</file>

<file path=ppt/drawings/_rels/vmlDrawing8.vml.rels><?xml version="1.0" encoding="UTF-8" standalone="yes"?>
<Relationships xmlns="http://schemas.openxmlformats.org/package/2006/relationships"><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png"/><Relationship Id="rId1"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45.wmf"/><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14.png"/><Relationship Id="rId1" Type="http://schemas.openxmlformats.org/officeDocument/2006/relationships/image" Target="../media/image46.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6.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14.png"/><Relationship Id="rId1" Type="http://schemas.openxmlformats.org/officeDocument/2006/relationships/image" Target="../media/image46.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18.vml.rels><?xml version="1.0" encoding="UTF-8" standalone="yes"?>
<Relationships xmlns="http://schemas.openxmlformats.org/package/2006/relationships"><Relationship Id="rId5" Type="http://schemas.openxmlformats.org/officeDocument/2006/relationships/image" Target="../media/image86.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02.emf"/><Relationship Id="rId7" Type="http://schemas.openxmlformats.org/officeDocument/2006/relationships/image" Target="../media/image101.emf"/><Relationship Id="rId6" Type="http://schemas.openxmlformats.org/officeDocument/2006/relationships/image" Target="../media/image100.emf"/><Relationship Id="rId5" Type="http://schemas.openxmlformats.org/officeDocument/2006/relationships/image" Target="../media/image99.emf"/><Relationship Id="rId4" Type="http://schemas.openxmlformats.org/officeDocument/2006/relationships/image" Target="../media/image98.emf"/><Relationship Id="rId3" Type="http://schemas.openxmlformats.org/officeDocument/2006/relationships/image" Target="../media/image97.emf"/><Relationship Id="rId2" Type="http://schemas.openxmlformats.org/officeDocument/2006/relationships/image" Target="../media/image96.emf"/><Relationship Id="rId1" Type="http://schemas.openxmlformats.org/officeDocument/2006/relationships/image" Target="../media/image95.emf"/></Relationships>
</file>

<file path=ppt/drawings/_rels/vmlDrawing25.vml.rels><?xml version="1.0" encoding="UTF-8" standalone="yes"?>
<Relationships xmlns="http://schemas.openxmlformats.org/package/2006/relationships"><Relationship Id="rId5" Type="http://schemas.openxmlformats.org/officeDocument/2006/relationships/image" Target="../media/image96.emf"/><Relationship Id="rId4" Type="http://schemas.openxmlformats.org/officeDocument/2006/relationships/image" Target="../media/image95.emf"/><Relationship Id="rId3" Type="http://schemas.openxmlformats.org/officeDocument/2006/relationships/image" Target="../media/image108.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0.wmf"/></Relationships>
</file>

<file path=ppt/drawings/_rels/vmlDrawing27.vml.rels><?xml version="1.0" encoding="UTF-8" standalone="yes"?>
<Relationships xmlns="http://schemas.openxmlformats.org/package/2006/relationships"><Relationship Id="rId4" Type="http://schemas.openxmlformats.org/officeDocument/2006/relationships/image" Target="../media/image116.wmf"/><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125.wmf"/><Relationship Id="rId3" Type="http://schemas.openxmlformats.org/officeDocument/2006/relationships/image" Target="../media/image122.wmf"/><Relationship Id="rId2" Type="http://schemas.openxmlformats.org/officeDocument/2006/relationships/image" Target="../media/image120.wmf"/><Relationship Id="rId1" Type="http://schemas.openxmlformats.org/officeDocument/2006/relationships/image" Target="../media/image12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32.vml.rels><?xml version="1.0" encoding="UTF-8" standalone="yes"?>
<Relationships xmlns="http://schemas.openxmlformats.org/package/2006/relationships"><Relationship Id="rId6" Type="http://schemas.openxmlformats.org/officeDocument/2006/relationships/image" Target="../media/image133.wmf"/><Relationship Id="rId5" Type="http://schemas.openxmlformats.org/officeDocument/2006/relationships/image" Target="../media/image132.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33.vml.rels><?xml version="1.0" encoding="UTF-8" standalone="yes"?>
<Relationships xmlns="http://schemas.openxmlformats.org/package/2006/relationships"><Relationship Id="rId9" Type="http://schemas.openxmlformats.org/officeDocument/2006/relationships/image" Target="../media/image120.wmf"/><Relationship Id="rId8" Type="http://schemas.openxmlformats.org/officeDocument/2006/relationships/image" Target="../media/image141.wmf"/><Relationship Id="rId7" Type="http://schemas.openxmlformats.org/officeDocument/2006/relationships/image" Target="../media/image140.wmf"/><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emf"/><Relationship Id="rId1" Type="http://schemas.openxmlformats.org/officeDocument/2006/relationships/image" Target="../media/image134.png"/></Relationships>
</file>

<file path=ppt/drawings/_rels/vmlDrawing34.v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image" Target="../media/image149.wmf"/><Relationship Id="rId7" Type="http://schemas.openxmlformats.org/officeDocument/2006/relationships/image" Target="../media/image148.wmf"/><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 Id="rId3" Type="http://schemas.openxmlformats.org/officeDocument/2006/relationships/image" Target="../media/image144.wmf"/><Relationship Id="rId2" Type="http://schemas.openxmlformats.org/officeDocument/2006/relationships/image" Target="../media/image143.wmf"/><Relationship Id="rId11" Type="http://schemas.openxmlformats.org/officeDocument/2006/relationships/image" Target="../media/image152.wmf"/><Relationship Id="rId10" Type="http://schemas.openxmlformats.org/officeDocument/2006/relationships/image" Target="../media/image151.wmf"/><Relationship Id="rId1" Type="http://schemas.openxmlformats.org/officeDocument/2006/relationships/image" Target="../media/image142.png"/></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54.wmf"/><Relationship Id="rId1" Type="http://schemas.openxmlformats.org/officeDocument/2006/relationships/image" Target="../media/image153.wmf"/></Relationships>
</file>

<file path=ppt/drawings/_rels/vmlDrawing36.vml.rels><?xml version="1.0" encoding="UTF-8" standalone="yes"?>
<Relationships xmlns="http://schemas.openxmlformats.org/package/2006/relationships"><Relationship Id="rId7" Type="http://schemas.openxmlformats.org/officeDocument/2006/relationships/image" Target="../media/image167.wmf"/><Relationship Id="rId6" Type="http://schemas.openxmlformats.org/officeDocument/2006/relationships/image" Target="../media/image166.wmf"/><Relationship Id="rId5" Type="http://schemas.openxmlformats.org/officeDocument/2006/relationships/image" Target="../media/image165.wmf"/><Relationship Id="rId4" Type="http://schemas.openxmlformats.org/officeDocument/2006/relationships/image" Target="../media/image161.wmf"/><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5.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image" Target="../media/image169.png"/></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73.wmf"/><Relationship Id="rId1" Type="http://schemas.openxmlformats.org/officeDocument/2006/relationships/image" Target="../media/image172.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177.wmf"/><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85.wmf"/><Relationship Id="rId7" Type="http://schemas.openxmlformats.org/officeDocument/2006/relationships/image" Target="../media/image184.wmf"/><Relationship Id="rId6" Type="http://schemas.openxmlformats.org/officeDocument/2006/relationships/image" Target="../media/image183.wmf"/><Relationship Id="rId5" Type="http://schemas.openxmlformats.org/officeDocument/2006/relationships/image" Target="../media/image182.wmf"/><Relationship Id="rId4" Type="http://schemas.openxmlformats.org/officeDocument/2006/relationships/image" Target="../media/image181.wmf"/><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78.wmf"/><Relationship Id="rId1" Type="http://schemas.openxmlformats.org/officeDocument/2006/relationships/image" Target="../media/image186.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88.wmf"/><Relationship Id="rId1" Type="http://schemas.openxmlformats.org/officeDocument/2006/relationships/image" Target="../media/image186.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90.wmf"/><Relationship Id="rId1" Type="http://schemas.openxmlformats.org/officeDocument/2006/relationships/image" Target="../media/image189.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92.wmf"/><Relationship Id="rId1" Type="http://schemas.openxmlformats.org/officeDocument/2006/relationships/image" Target="../media/image191.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93.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95.wmf"/><Relationship Id="rId1" Type="http://schemas.openxmlformats.org/officeDocument/2006/relationships/image" Target="../media/image194.wmf"/></Relationships>
</file>

<file path=ppt/drawings/_rels/vmlDrawing47.vml.rels><?xml version="1.0" encoding="UTF-8" standalone="yes"?>
<Relationships xmlns="http://schemas.openxmlformats.org/package/2006/relationships"><Relationship Id="rId4" Type="http://schemas.openxmlformats.org/officeDocument/2006/relationships/image" Target="../media/image199.emf"/><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202.wmf"/><Relationship Id="rId1" Type="http://schemas.openxmlformats.org/officeDocument/2006/relationships/image" Target="../media/image201.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0.wmf"/></Relationships>
</file>

<file path=ppt/drawings/_rels/vmlDrawing50.vml.rels><?xml version="1.0" encoding="UTF-8" standalone="yes"?>
<Relationships xmlns="http://schemas.openxmlformats.org/package/2006/relationships"><Relationship Id="rId4" Type="http://schemas.openxmlformats.org/officeDocument/2006/relationships/image" Target="../media/image116.wmf"/><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2.wmf"/></Relationships>
</file>

<file path=ppt/drawings/_rels/vmlDrawing51.vml.rels><?xml version="1.0" encoding="UTF-8" standalone="yes"?>
<Relationships xmlns="http://schemas.openxmlformats.org/package/2006/relationships"><Relationship Id="rId7" Type="http://schemas.openxmlformats.org/officeDocument/2006/relationships/image" Target="../media/image117.wmf"/><Relationship Id="rId6" Type="http://schemas.openxmlformats.org/officeDocument/2006/relationships/image" Target="../media/image133.wmf"/><Relationship Id="rId5" Type="http://schemas.openxmlformats.org/officeDocument/2006/relationships/image" Target="../media/image132.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52.vml.rels><?xml version="1.0" encoding="UTF-8" standalone="yes"?>
<Relationships xmlns="http://schemas.openxmlformats.org/package/2006/relationships"><Relationship Id="rId6" Type="http://schemas.openxmlformats.org/officeDocument/2006/relationships/image" Target="../media/image177.wmf"/><Relationship Id="rId5" Type="http://schemas.openxmlformats.org/officeDocument/2006/relationships/image" Target="../media/image176.wmf"/><Relationship Id="rId4" Type="http://schemas.openxmlformats.org/officeDocument/2006/relationships/image" Target="../media/image175.wmf"/><Relationship Id="rId3" Type="http://schemas.openxmlformats.org/officeDocument/2006/relationships/image" Target="../media/image174.wmf"/><Relationship Id="rId2" Type="http://schemas.openxmlformats.org/officeDocument/2006/relationships/image" Target="../media/image204.emf"/><Relationship Id="rId1" Type="http://schemas.openxmlformats.org/officeDocument/2006/relationships/image" Target="../media/image203.e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78.wmf"/><Relationship Id="rId1" Type="http://schemas.openxmlformats.org/officeDocument/2006/relationships/image" Target="../media/image186.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216.wmf"/><Relationship Id="rId7" Type="http://schemas.openxmlformats.org/officeDocument/2006/relationships/image" Target="../media/image215.wmf"/><Relationship Id="rId6" Type="http://schemas.openxmlformats.org/officeDocument/2006/relationships/image" Target="../media/image214.png"/><Relationship Id="rId5" Type="http://schemas.openxmlformats.org/officeDocument/2006/relationships/image" Target="../media/image213.wmf"/><Relationship Id="rId4" Type="http://schemas.openxmlformats.org/officeDocument/2006/relationships/image" Target="../media/image212.wmf"/><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png"/></Relationships>
</file>

<file path=ppt/drawings/_rels/vmlDrawing55.vml.rels><?xml version="1.0" encoding="UTF-8" standalone="yes"?>
<Relationships xmlns="http://schemas.openxmlformats.org/package/2006/relationships"><Relationship Id="rId5" Type="http://schemas.openxmlformats.org/officeDocument/2006/relationships/image" Target="../media/image222.wmf"/><Relationship Id="rId4" Type="http://schemas.openxmlformats.org/officeDocument/2006/relationships/image" Target="../media/image221.wmf"/><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s>
</file>

<file path=ppt/drawings/_rels/vmlDrawing56.vml.rels><?xml version="1.0" encoding="UTF-8" standalone="yes"?>
<Relationships xmlns="http://schemas.openxmlformats.org/package/2006/relationships"><Relationship Id="rId7" Type="http://schemas.openxmlformats.org/officeDocument/2006/relationships/image" Target="../media/image230.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27.wmf"/><Relationship Id="rId3" Type="http://schemas.openxmlformats.org/officeDocument/2006/relationships/image" Target="../media/image226.wmf"/><Relationship Id="rId2" Type="http://schemas.openxmlformats.org/officeDocument/2006/relationships/image" Target="../media/image224.wmf"/><Relationship Id="rId1" Type="http://schemas.openxmlformats.org/officeDocument/2006/relationships/image" Target="../media/image223.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235.wmf"/><Relationship Id="rId2" Type="http://schemas.openxmlformats.org/officeDocument/2006/relationships/image" Target="../media/image234.wmf"/><Relationship Id="rId1" Type="http://schemas.openxmlformats.org/officeDocument/2006/relationships/image" Target="../media/image232.wmf"/></Relationships>
</file>

<file path=ppt/drawings/_rels/vmlDrawing58.vml.rels><?xml version="1.0" encoding="UTF-8" standalone="yes"?>
<Relationships xmlns="http://schemas.openxmlformats.org/package/2006/relationships"><Relationship Id="rId8" Type="http://schemas.openxmlformats.org/officeDocument/2006/relationships/image" Target="../media/image243.wmf"/><Relationship Id="rId7" Type="http://schemas.openxmlformats.org/officeDocument/2006/relationships/image" Target="../media/image221.wmf"/><Relationship Id="rId6" Type="http://schemas.openxmlformats.org/officeDocument/2006/relationships/image" Target="../media/image242.wmf"/><Relationship Id="rId5" Type="http://schemas.openxmlformats.org/officeDocument/2006/relationships/image" Target="../media/image241.wmf"/><Relationship Id="rId4" Type="http://schemas.openxmlformats.org/officeDocument/2006/relationships/image" Target="../media/image240.wmf"/><Relationship Id="rId3" Type="http://schemas.openxmlformats.org/officeDocument/2006/relationships/image" Target="../media/image239.wmf"/><Relationship Id="rId2" Type="http://schemas.openxmlformats.org/officeDocument/2006/relationships/image" Target="../media/image238.wmf"/><Relationship Id="rId1" Type="http://schemas.openxmlformats.org/officeDocument/2006/relationships/image" Target="../media/image237.wmf"/></Relationships>
</file>

<file path=ppt/drawings/_rels/vmlDrawing59.vml.rels><?xml version="1.0" encoding="UTF-8" standalone="yes"?>
<Relationships xmlns="http://schemas.openxmlformats.org/package/2006/relationships"><Relationship Id="rId7" Type="http://schemas.openxmlformats.org/officeDocument/2006/relationships/image" Target="../media/image247.wmf"/><Relationship Id="rId6" Type="http://schemas.openxmlformats.org/officeDocument/2006/relationships/image" Target="../media/image246.wmf"/><Relationship Id="rId5" Type="http://schemas.openxmlformats.org/officeDocument/2006/relationships/image" Target="../media/image245.wmf"/><Relationship Id="rId4" Type="http://schemas.openxmlformats.org/officeDocument/2006/relationships/image" Target="../media/image240.wmf"/><Relationship Id="rId3" Type="http://schemas.openxmlformats.org/officeDocument/2006/relationships/image" Target="../media/image239.wmf"/><Relationship Id="rId2" Type="http://schemas.openxmlformats.org/officeDocument/2006/relationships/image" Target="../media/image238.wmf"/><Relationship Id="rId1" Type="http://schemas.openxmlformats.org/officeDocument/2006/relationships/image" Target="../media/image244.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21.wmf"/></Relationships>
</file>

<file path=ppt/drawings/_rels/vmlDrawing61.vml.rels><?xml version="1.0" encoding="UTF-8" standalone="yes"?>
<Relationships xmlns="http://schemas.openxmlformats.org/package/2006/relationships"><Relationship Id="rId4" Type="http://schemas.openxmlformats.org/officeDocument/2006/relationships/image" Target="../media/image240.wmf"/><Relationship Id="rId3" Type="http://schemas.openxmlformats.org/officeDocument/2006/relationships/image" Target="../media/image239.wmf"/><Relationship Id="rId2" Type="http://schemas.openxmlformats.org/officeDocument/2006/relationships/image" Target="../media/image238.wmf"/><Relationship Id="rId1" Type="http://schemas.openxmlformats.org/officeDocument/2006/relationships/image" Target="../media/image244.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48.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s>
</file>

<file path=ppt/drawings/_rels/vmlDrawing65.vml.rels><?xml version="1.0" encoding="UTF-8" standalone="yes"?>
<Relationships xmlns="http://schemas.openxmlformats.org/package/2006/relationships"><Relationship Id="rId4" Type="http://schemas.openxmlformats.org/officeDocument/2006/relationships/image" Target="../media/image258.wmf"/><Relationship Id="rId3" Type="http://schemas.openxmlformats.org/officeDocument/2006/relationships/image" Target="../media/image257.wmf"/><Relationship Id="rId2" Type="http://schemas.openxmlformats.org/officeDocument/2006/relationships/image" Target="../media/image256.wmf"/><Relationship Id="rId1" Type="http://schemas.openxmlformats.org/officeDocument/2006/relationships/image" Target="../media/image255.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259.wmf"/><Relationship Id="rId1" Type="http://schemas.openxmlformats.org/officeDocument/2006/relationships/image" Target="../media/image256.wmf"/></Relationships>
</file>

<file path=ppt/drawings/_rels/vmlDrawing67.vml.rels><?xml version="1.0" encoding="UTF-8" standalone="yes"?>
<Relationships xmlns="http://schemas.openxmlformats.org/package/2006/relationships"><Relationship Id="rId5" Type="http://schemas.openxmlformats.org/officeDocument/2006/relationships/image" Target="../media/image264.wmf"/><Relationship Id="rId4" Type="http://schemas.openxmlformats.org/officeDocument/2006/relationships/image" Target="../media/image263.wmf"/><Relationship Id="rId3" Type="http://schemas.openxmlformats.org/officeDocument/2006/relationships/image" Target="../media/image262.wmf"/><Relationship Id="rId2" Type="http://schemas.openxmlformats.org/officeDocument/2006/relationships/image" Target="../media/image261.wmf"/><Relationship Id="rId1" Type="http://schemas.openxmlformats.org/officeDocument/2006/relationships/image" Target="../media/image260.wmf"/></Relationships>
</file>

<file path=ppt/drawings/_rels/vmlDrawing68.vml.rels><?xml version="1.0" encoding="UTF-8" standalone="yes"?>
<Relationships xmlns="http://schemas.openxmlformats.org/package/2006/relationships"><Relationship Id="rId9" Type="http://schemas.openxmlformats.org/officeDocument/2006/relationships/image" Target="../media/image272.wmf"/><Relationship Id="rId8" Type="http://schemas.openxmlformats.org/officeDocument/2006/relationships/image" Target="../media/image271.wmf"/><Relationship Id="rId7" Type="http://schemas.openxmlformats.org/officeDocument/2006/relationships/image" Target="../media/image270.wmf"/><Relationship Id="rId6" Type="http://schemas.openxmlformats.org/officeDocument/2006/relationships/image" Target="../media/image254.wmf"/><Relationship Id="rId5" Type="http://schemas.openxmlformats.org/officeDocument/2006/relationships/image" Target="../media/image269.wmf"/><Relationship Id="rId4" Type="http://schemas.openxmlformats.org/officeDocument/2006/relationships/image" Target="../media/image268.wmf"/><Relationship Id="rId3" Type="http://schemas.openxmlformats.org/officeDocument/2006/relationships/image" Target="../media/image267.wmf"/><Relationship Id="rId2" Type="http://schemas.openxmlformats.org/officeDocument/2006/relationships/image" Target="../media/image266.wmf"/><Relationship Id="rId10" Type="http://schemas.openxmlformats.org/officeDocument/2006/relationships/image" Target="../media/image273.wmf"/><Relationship Id="rId1" Type="http://schemas.openxmlformats.org/officeDocument/2006/relationships/image" Target="../media/image265.wmf"/></Relationships>
</file>

<file path=ppt/drawings/_rels/vmlDrawing69.vml.rels><?xml version="1.0" encoding="UTF-8" standalone="yes"?>
<Relationships xmlns="http://schemas.openxmlformats.org/package/2006/relationships"><Relationship Id="rId2" Type="http://schemas.openxmlformats.org/officeDocument/2006/relationships/image" Target="../media/image275.wmf"/><Relationship Id="rId1" Type="http://schemas.openxmlformats.org/officeDocument/2006/relationships/image" Target="../media/image274.w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65.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275.wmf"/><Relationship Id="rId1" Type="http://schemas.openxmlformats.org/officeDocument/2006/relationships/image" Target="../media/image274.wmf"/></Relationships>
</file>

<file path=ppt/drawings/_rels/vmlDrawing72.vml.rels><?xml version="1.0" encoding="UTF-8" standalone="yes"?>
<Relationships xmlns="http://schemas.openxmlformats.org/package/2006/relationships"><Relationship Id="rId4" Type="http://schemas.openxmlformats.org/officeDocument/2006/relationships/image" Target="../media/image283.wmf"/><Relationship Id="rId3" Type="http://schemas.openxmlformats.org/officeDocument/2006/relationships/image" Target="../media/image282.wmf"/><Relationship Id="rId2" Type="http://schemas.openxmlformats.org/officeDocument/2006/relationships/image" Target="../media/image281.wmf"/><Relationship Id="rId1" Type="http://schemas.openxmlformats.org/officeDocument/2006/relationships/image" Target="../media/image280.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286.wmf"/><Relationship Id="rId2" Type="http://schemas.openxmlformats.org/officeDocument/2006/relationships/image" Target="../media/image285.wmf"/><Relationship Id="rId1" Type="http://schemas.openxmlformats.org/officeDocument/2006/relationships/image" Target="../media/image284.w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88.png"/></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291.wmf"/><Relationship Id="rId1" Type="http://schemas.openxmlformats.org/officeDocument/2006/relationships/image" Target="../media/image289.w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94.wmf"/></Relationships>
</file>

<file path=ppt/drawings/_rels/vmlDrawing77.vml.rels><?xml version="1.0" encoding="UTF-8" standalone="yes"?>
<Relationships xmlns="http://schemas.openxmlformats.org/package/2006/relationships"><Relationship Id="rId2" Type="http://schemas.openxmlformats.org/officeDocument/2006/relationships/image" Target="../media/image298.wmf"/><Relationship Id="rId1" Type="http://schemas.openxmlformats.org/officeDocument/2006/relationships/image" Target="../media/image297.wmf"/></Relationships>
</file>

<file path=ppt/drawings/_rels/vmlDrawing78.vml.rels><?xml version="1.0" encoding="UTF-8" standalone="yes"?>
<Relationships xmlns="http://schemas.openxmlformats.org/package/2006/relationships"><Relationship Id="rId2" Type="http://schemas.openxmlformats.org/officeDocument/2006/relationships/image" Target="../media/image300.wmf"/><Relationship Id="rId1" Type="http://schemas.openxmlformats.org/officeDocument/2006/relationships/image" Target="../media/image299.wmf"/></Relationships>
</file>

<file path=ppt/drawings/_rels/vmlDrawing79.vml.rels><?xml version="1.0" encoding="UTF-8" standalone="yes"?>
<Relationships xmlns="http://schemas.openxmlformats.org/package/2006/relationships"><Relationship Id="rId9" Type="http://schemas.openxmlformats.org/officeDocument/2006/relationships/image" Target="../media/image309.wmf"/><Relationship Id="rId8" Type="http://schemas.openxmlformats.org/officeDocument/2006/relationships/image" Target="../media/image308.wmf"/><Relationship Id="rId7" Type="http://schemas.openxmlformats.org/officeDocument/2006/relationships/image" Target="../media/image307.wmf"/><Relationship Id="rId6" Type="http://schemas.openxmlformats.org/officeDocument/2006/relationships/image" Target="../media/image306.wmf"/><Relationship Id="rId5" Type="http://schemas.openxmlformats.org/officeDocument/2006/relationships/image" Target="../media/image305.wmf"/><Relationship Id="rId4" Type="http://schemas.openxmlformats.org/officeDocument/2006/relationships/image" Target="../media/image304.wmf"/><Relationship Id="rId3" Type="http://schemas.openxmlformats.org/officeDocument/2006/relationships/image" Target="../media/image303.wmf"/><Relationship Id="rId2" Type="http://schemas.openxmlformats.org/officeDocument/2006/relationships/image" Target="../media/image302.wmf"/><Relationship Id="rId1" Type="http://schemas.openxmlformats.org/officeDocument/2006/relationships/image" Target="../media/image301.wmf"/></Relationships>
</file>

<file path=ppt/drawings/_rels/vmlDrawing80.vml.rels><?xml version="1.0" encoding="UTF-8" standalone="yes"?>
<Relationships xmlns="http://schemas.openxmlformats.org/package/2006/relationships"><Relationship Id="rId4" Type="http://schemas.openxmlformats.org/officeDocument/2006/relationships/image" Target="../media/image313.wmf"/><Relationship Id="rId3" Type="http://schemas.openxmlformats.org/officeDocument/2006/relationships/image" Target="../media/image312.wmf"/><Relationship Id="rId2" Type="http://schemas.openxmlformats.org/officeDocument/2006/relationships/image" Target="../media/image311.wmf"/><Relationship Id="rId1" Type="http://schemas.openxmlformats.org/officeDocument/2006/relationships/image" Target="../media/image310.wmf"/></Relationships>
</file>

<file path=ppt/drawings/_rels/vmlDrawing81.vml.rels><?xml version="1.0" encoding="UTF-8" standalone="yes"?>
<Relationships xmlns="http://schemas.openxmlformats.org/package/2006/relationships"><Relationship Id="rId5" Type="http://schemas.openxmlformats.org/officeDocument/2006/relationships/image" Target="../media/image316.wmf"/><Relationship Id="rId4" Type="http://schemas.openxmlformats.org/officeDocument/2006/relationships/image" Target="../media/image302.wmf"/><Relationship Id="rId3" Type="http://schemas.openxmlformats.org/officeDocument/2006/relationships/image" Target="../media/image305.wmf"/><Relationship Id="rId2" Type="http://schemas.openxmlformats.org/officeDocument/2006/relationships/image" Target="../media/image315.wmf"/><Relationship Id="rId1" Type="http://schemas.openxmlformats.org/officeDocument/2006/relationships/image" Target="../media/image314.wmf"/></Relationships>
</file>

<file path=ppt/drawings/_rels/vmlDrawing82.vml.rels><?xml version="1.0" encoding="UTF-8" standalone="yes"?>
<Relationships xmlns="http://schemas.openxmlformats.org/package/2006/relationships"><Relationship Id="rId2" Type="http://schemas.openxmlformats.org/officeDocument/2006/relationships/image" Target="../media/image319.wmf"/><Relationship Id="rId1" Type="http://schemas.openxmlformats.org/officeDocument/2006/relationships/image" Target="../media/image318.wmf"/></Relationships>
</file>

<file path=ppt/drawings/_rels/vmlDrawing83.vml.rels><?xml version="1.0" encoding="UTF-8" standalone="yes"?>
<Relationships xmlns="http://schemas.openxmlformats.org/package/2006/relationships"><Relationship Id="rId2" Type="http://schemas.openxmlformats.org/officeDocument/2006/relationships/image" Target="../media/image324.wmf"/><Relationship Id="rId1" Type="http://schemas.openxmlformats.org/officeDocument/2006/relationships/image" Target="../media/image320.w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325.wmf"/></Relationships>
</file>

<file path=ppt/drawings/_rels/vmlDrawing85.vml.rels><?xml version="1.0" encoding="UTF-8" standalone="yes"?>
<Relationships xmlns="http://schemas.openxmlformats.org/package/2006/relationships"><Relationship Id="rId9" Type="http://schemas.openxmlformats.org/officeDocument/2006/relationships/image" Target="../media/image335.wmf"/><Relationship Id="rId8" Type="http://schemas.openxmlformats.org/officeDocument/2006/relationships/image" Target="../media/image334.wmf"/><Relationship Id="rId7" Type="http://schemas.openxmlformats.org/officeDocument/2006/relationships/image" Target="../media/image333.wmf"/><Relationship Id="rId6" Type="http://schemas.openxmlformats.org/officeDocument/2006/relationships/image" Target="../media/image332.wmf"/><Relationship Id="rId5" Type="http://schemas.openxmlformats.org/officeDocument/2006/relationships/image" Target="../media/image331.wmf"/><Relationship Id="rId4" Type="http://schemas.openxmlformats.org/officeDocument/2006/relationships/image" Target="../media/image330.wmf"/><Relationship Id="rId3" Type="http://schemas.openxmlformats.org/officeDocument/2006/relationships/image" Target="../media/image329.wmf"/><Relationship Id="rId2" Type="http://schemas.openxmlformats.org/officeDocument/2006/relationships/image" Target="../media/image328.wmf"/><Relationship Id="rId10" Type="http://schemas.openxmlformats.org/officeDocument/2006/relationships/image" Target="../media/image336.wmf"/><Relationship Id="rId1" Type="http://schemas.openxmlformats.org/officeDocument/2006/relationships/image" Target="../media/image327.wmf"/></Relationships>
</file>

<file path=ppt/drawings/_rels/vmlDrawing86.vml.rels><?xml version="1.0" encoding="UTF-8" standalone="yes"?>
<Relationships xmlns="http://schemas.openxmlformats.org/package/2006/relationships"><Relationship Id="rId6" Type="http://schemas.openxmlformats.org/officeDocument/2006/relationships/image" Target="../media/image342.wmf"/><Relationship Id="rId5" Type="http://schemas.openxmlformats.org/officeDocument/2006/relationships/image" Target="../media/image341.wmf"/><Relationship Id="rId4" Type="http://schemas.openxmlformats.org/officeDocument/2006/relationships/image" Target="../media/image340.wmf"/><Relationship Id="rId3" Type="http://schemas.openxmlformats.org/officeDocument/2006/relationships/image" Target="../media/image339.wmf"/><Relationship Id="rId2" Type="http://schemas.openxmlformats.org/officeDocument/2006/relationships/image" Target="../media/image338.wmf"/><Relationship Id="rId1" Type="http://schemas.openxmlformats.org/officeDocument/2006/relationships/image" Target="../media/image337.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275.wmf"/><Relationship Id="rId1" Type="http://schemas.openxmlformats.org/officeDocument/2006/relationships/image" Target="../media/image274.w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340.wmf"/></Relationships>
</file>

<file path=ppt/drawings/_rels/vmlDrawing89.vml.rels><?xml version="1.0" encoding="UTF-8" standalone="yes"?>
<Relationships xmlns="http://schemas.openxmlformats.org/package/2006/relationships"><Relationship Id="rId4" Type="http://schemas.openxmlformats.org/officeDocument/2006/relationships/image" Target="../media/image370.wmf"/><Relationship Id="rId3" Type="http://schemas.openxmlformats.org/officeDocument/2006/relationships/image" Target="../media/image369.wmf"/><Relationship Id="rId2" Type="http://schemas.openxmlformats.org/officeDocument/2006/relationships/image" Target="../media/image368.wmf"/><Relationship Id="rId1" Type="http://schemas.openxmlformats.org/officeDocument/2006/relationships/image" Target="../media/image367.wmf"/></Relationships>
</file>

<file path=ppt/drawings/_rels/vmlDrawing90.vml.rels><?xml version="1.0" encoding="UTF-8" standalone="yes"?>
<Relationships xmlns="http://schemas.openxmlformats.org/package/2006/relationships"><Relationship Id="rId4" Type="http://schemas.openxmlformats.org/officeDocument/2006/relationships/image" Target="../media/image375.wmf"/><Relationship Id="rId3" Type="http://schemas.openxmlformats.org/officeDocument/2006/relationships/image" Target="../media/image374.wmf"/><Relationship Id="rId2" Type="http://schemas.openxmlformats.org/officeDocument/2006/relationships/image" Target="../media/image373.wmf"/><Relationship Id="rId1" Type="http://schemas.openxmlformats.org/officeDocument/2006/relationships/image" Target="../media/image371.wmf"/></Relationships>
</file>

<file path=ppt/drawings/_rels/vmlDrawing91.vml.rels><?xml version="1.0" encoding="UTF-8" standalone="yes"?>
<Relationships xmlns="http://schemas.openxmlformats.org/package/2006/relationships"><Relationship Id="rId4" Type="http://schemas.openxmlformats.org/officeDocument/2006/relationships/image" Target="../media/image378.wmf"/><Relationship Id="rId3" Type="http://schemas.openxmlformats.org/officeDocument/2006/relationships/image" Target="../media/image377.wmf"/><Relationship Id="rId2" Type="http://schemas.openxmlformats.org/officeDocument/2006/relationships/image" Target="../media/image376.wmf"/><Relationship Id="rId1" Type="http://schemas.openxmlformats.org/officeDocument/2006/relationships/image" Target="../media/image368.wmf"/></Relationships>
</file>

<file path=ppt/drawings/_rels/vmlDrawing92.vml.rels><?xml version="1.0" encoding="UTF-8" standalone="yes"?>
<Relationships xmlns="http://schemas.openxmlformats.org/package/2006/relationships"><Relationship Id="rId6" Type="http://schemas.openxmlformats.org/officeDocument/2006/relationships/image" Target="../media/image383.wmf"/><Relationship Id="rId5" Type="http://schemas.openxmlformats.org/officeDocument/2006/relationships/image" Target="../media/image382.wmf"/><Relationship Id="rId4" Type="http://schemas.openxmlformats.org/officeDocument/2006/relationships/image" Target="../media/image381.wmf"/><Relationship Id="rId3" Type="http://schemas.openxmlformats.org/officeDocument/2006/relationships/image" Target="../media/image380.wmf"/><Relationship Id="rId2" Type="http://schemas.openxmlformats.org/officeDocument/2006/relationships/image" Target="../media/image379.wmf"/><Relationship Id="rId1" Type="http://schemas.openxmlformats.org/officeDocument/2006/relationships/image" Target="../media/image368.wmf"/></Relationships>
</file>

<file path=ppt/drawings/_rels/vmlDrawing93.vml.rels><?xml version="1.0" encoding="UTF-8" standalone="yes"?>
<Relationships xmlns="http://schemas.openxmlformats.org/package/2006/relationships"><Relationship Id="rId2" Type="http://schemas.openxmlformats.org/officeDocument/2006/relationships/image" Target="../media/image384.wmf"/><Relationship Id="rId1" Type="http://schemas.openxmlformats.org/officeDocument/2006/relationships/image" Target="../media/image368.wmf"/></Relationships>
</file>

<file path=ppt/drawings/_rels/vmlDrawing94.vml.rels><?xml version="1.0" encoding="UTF-8" standalone="yes"?>
<Relationships xmlns="http://schemas.openxmlformats.org/package/2006/relationships"><Relationship Id="rId5" Type="http://schemas.openxmlformats.org/officeDocument/2006/relationships/image" Target="../media/image389.wmf"/><Relationship Id="rId4" Type="http://schemas.openxmlformats.org/officeDocument/2006/relationships/image" Target="../media/image388.wmf"/><Relationship Id="rId3" Type="http://schemas.openxmlformats.org/officeDocument/2006/relationships/image" Target="../media/image387.wmf"/><Relationship Id="rId2" Type="http://schemas.openxmlformats.org/officeDocument/2006/relationships/image" Target="../media/image386.wmf"/><Relationship Id="rId1" Type="http://schemas.openxmlformats.org/officeDocument/2006/relationships/image" Target="../media/image385.wmf"/></Relationships>
</file>

<file path=ppt/drawings/_rels/vmlDrawing95.vml.rels><?xml version="1.0" encoding="UTF-8" standalone="yes"?>
<Relationships xmlns="http://schemas.openxmlformats.org/package/2006/relationships"><Relationship Id="rId5" Type="http://schemas.openxmlformats.org/officeDocument/2006/relationships/image" Target="../media/image395.wmf"/><Relationship Id="rId4" Type="http://schemas.openxmlformats.org/officeDocument/2006/relationships/image" Target="../media/image394.wmf"/><Relationship Id="rId3" Type="http://schemas.openxmlformats.org/officeDocument/2006/relationships/image" Target="../media/image393.wmf"/><Relationship Id="rId2" Type="http://schemas.openxmlformats.org/officeDocument/2006/relationships/image" Target="../media/image392.wmf"/><Relationship Id="rId1" Type="http://schemas.openxmlformats.org/officeDocument/2006/relationships/image" Target="../media/image391.wmf"/></Relationships>
</file>

<file path=ppt/drawings/_rels/vmlDrawing96.vml.rels><?xml version="1.0" encoding="UTF-8" standalone="yes"?>
<Relationships xmlns="http://schemas.openxmlformats.org/package/2006/relationships"><Relationship Id="rId5" Type="http://schemas.openxmlformats.org/officeDocument/2006/relationships/image" Target="../media/image400.emf"/><Relationship Id="rId4" Type="http://schemas.openxmlformats.org/officeDocument/2006/relationships/image" Target="../media/image399.emf"/><Relationship Id="rId3" Type="http://schemas.openxmlformats.org/officeDocument/2006/relationships/image" Target="../media/image398.wmf"/><Relationship Id="rId2" Type="http://schemas.openxmlformats.org/officeDocument/2006/relationships/image" Target="../media/image397.emf"/><Relationship Id="rId1" Type="http://schemas.openxmlformats.org/officeDocument/2006/relationships/image" Target="../media/image396.emf"/></Relationships>
</file>

<file path=ppt/drawings/_rels/vmlDrawing97.vml.rels><?xml version="1.0" encoding="UTF-8" standalone="yes"?>
<Relationships xmlns="http://schemas.openxmlformats.org/package/2006/relationships"><Relationship Id="rId3" Type="http://schemas.openxmlformats.org/officeDocument/2006/relationships/image" Target="../media/image406.wmf"/><Relationship Id="rId2" Type="http://schemas.openxmlformats.org/officeDocument/2006/relationships/image" Target="../media/image405.wmf"/><Relationship Id="rId1" Type="http://schemas.openxmlformats.org/officeDocument/2006/relationships/image" Target="../media/image368.wmf"/></Relationships>
</file>

<file path=ppt/drawings/_rels/vmlDrawing98.vml.rels><?xml version="1.0" encoding="UTF-8" standalone="yes"?>
<Relationships xmlns="http://schemas.openxmlformats.org/package/2006/relationships"><Relationship Id="rId8" Type="http://schemas.openxmlformats.org/officeDocument/2006/relationships/image" Target="../media/image413.wmf"/><Relationship Id="rId7" Type="http://schemas.openxmlformats.org/officeDocument/2006/relationships/image" Target="../media/image412.wmf"/><Relationship Id="rId6" Type="http://schemas.openxmlformats.org/officeDocument/2006/relationships/image" Target="../media/image411.wmf"/><Relationship Id="rId5" Type="http://schemas.openxmlformats.org/officeDocument/2006/relationships/image" Target="../media/image410.wmf"/><Relationship Id="rId4" Type="http://schemas.openxmlformats.org/officeDocument/2006/relationships/image" Target="../media/image409.wmf"/><Relationship Id="rId3" Type="http://schemas.openxmlformats.org/officeDocument/2006/relationships/image" Target="../media/image406.wmf"/><Relationship Id="rId2" Type="http://schemas.openxmlformats.org/officeDocument/2006/relationships/image" Target="../media/image408.wmf"/><Relationship Id="rId1" Type="http://schemas.openxmlformats.org/officeDocument/2006/relationships/image" Target="../media/image407.wmf"/></Relationships>
</file>

<file path=ppt/drawings/_rels/vmlDrawing99.vml.rels><?xml version="1.0" encoding="UTF-8" standalone="yes"?>
<Relationships xmlns="http://schemas.openxmlformats.org/package/2006/relationships"><Relationship Id="rId2" Type="http://schemas.openxmlformats.org/officeDocument/2006/relationships/image" Target="../media/image415.wmf"/><Relationship Id="rId1" Type="http://schemas.openxmlformats.org/officeDocument/2006/relationships/image" Target="../media/image414.wmf"/></Relationships>
</file>

<file path=ppt/drawings/_rels/vmlDrawing100.vml.rels><?xml version="1.0" encoding="UTF-8" standalone="yes"?>
<Relationships xmlns="http://schemas.openxmlformats.org/package/2006/relationships"><Relationship Id="rId9" Type="http://schemas.openxmlformats.org/officeDocument/2006/relationships/image" Target="../media/image425.emf"/><Relationship Id="rId8" Type="http://schemas.openxmlformats.org/officeDocument/2006/relationships/image" Target="../media/image423.wmf"/><Relationship Id="rId7" Type="http://schemas.openxmlformats.org/officeDocument/2006/relationships/image" Target="../media/image422.emf"/><Relationship Id="rId6" Type="http://schemas.openxmlformats.org/officeDocument/2006/relationships/image" Target="../media/image421.emf"/><Relationship Id="rId5" Type="http://schemas.openxmlformats.org/officeDocument/2006/relationships/image" Target="../media/image420.emf"/><Relationship Id="rId4" Type="http://schemas.openxmlformats.org/officeDocument/2006/relationships/image" Target="../media/image419.emf"/><Relationship Id="rId3" Type="http://schemas.openxmlformats.org/officeDocument/2006/relationships/image" Target="../media/image418.wmf"/><Relationship Id="rId2" Type="http://schemas.openxmlformats.org/officeDocument/2006/relationships/image" Target="../media/image417.wmf"/><Relationship Id="rId1" Type="http://schemas.openxmlformats.org/officeDocument/2006/relationships/image" Target="../media/image416.emf"/></Relationships>
</file>

<file path=ppt/drawings/_rels/vmlDrawing101.vml.rels><?xml version="1.0" encoding="UTF-8" standalone="yes"?>
<Relationships xmlns="http://schemas.openxmlformats.org/package/2006/relationships"><Relationship Id="rId3" Type="http://schemas.openxmlformats.org/officeDocument/2006/relationships/image" Target="../media/image428.wmf"/><Relationship Id="rId2" Type="http://schemas.openxmlformats.org/officeDocument/2006/relationships/image" Target="../media/image427.wmf"/><Relationship Id="rId1" Type="http://schemas.openxmlformats.org/officeDocument/2006/relationships/image" Target="../media/image426.wmf"/></Relationships>
</file>

<file path=ppt/drawings/_rels/vmlDrawing102.vml.rels><?xml version="1.0" encoding="UTF-8" standalone="yes"?>
<Relationships xmlns="http://schemas.openxmlformats.org/package/2006/relationships"><Relationship Id="rId2" Type="http://schemas.openxmlformats.org/officeDocument/2006/relationships/image" Target="../media/image430.wmf"/><Relationship Id="rId1" Type="http://schemas.openxmlformats.org/officeDocument/2006/relationships/image" Target="../media/image429.wmf"/></Relationships>
</file>

<file path=ppt/drawings/_rels/vmlDrawing103.vml.rels><?xml version="1.0" encoding="UTF-8" standalone="yes"?>
<Relationships xmlns="http://schemas.openxmlformats.org/package/2006/relationships"><Relationship Id="rId3" Type="http://schemas.openxmlformats.org/officeDocument/2006/relationships/image" Target="../media/image436.wmf"/><Relationship Id="rId2" Type="http://schemas.openxmlformats.org/officeDocument/2006/relationships/image" Target="../media/image435.wmf"/><Relationship Id="rId1" Type="http://schemas.openxmlformats.org/officeDocument/2006/relationships/image" Target="../media/image434.wmf"/></Relationships>
</file>

<file path=ppt/drawings/_rels/vmlDrawing104.vml.rels><?xml version="1.0" encoding="UTF-8" standalone="yes"?>
<Relationships xmlns="http://schemas.openxmlformats.org/package/2006/relationships"><Relationship Id="rId8" Type="http://schemas.openxmlformats.org/officeDocument/2006/relationships/image" Target="../media/image448.wmf"/><Relationship Id="rId7" Type="http://schemas.openxmlformats.org/officeDocument/2006/relationships/image" Target="../media/image446.wmf"/><Relationship Id="rId6" Type="http://schemas.openxmlformats.org/officeDocument/2006/relationships/image" Target="../media/image445.wmf"/><Relationship Id="rId5" Type="http://schemas.openxmlformats.org/officeDocument/2006/relationships/image" Target="../media/image443.wmf"/><Relationship Id="rId4" Type="http://schemas.openxmlformats.org/officeDocument/2006/relationships/image" Target="../media/image442.wmf"/><Relationship Id="rId3" Type="http://schemas.openxmlformats.org/officeDocument/2006/relationships/image" Target="../media/image440.wmf"/><Relationship Id="rId2" Type="http://schemas.openxmlformats.org/officeDocument/2006/relationships/image" Target="../media/image439.png"/><Relationship Id="rId1" Type="http://schemas.openxmlformats.org/officeDocument/2006/relationships/image" Target="../media/image438.png"/></Relationships>
</file>

<file path=ppt/drawings/_rels/vmlDrawing105.vml.rels><?xml version="1.0" encoding="UTF-8" standalone="yes"?>
<Relationships xmlns="http://schemas.openxmlformats.org/package/2006/relationships"><Relationship Id="rId9" Type="http://schemas.openxmlformats.org/officeDocument/2006/relationships/image" Target="../media/image459.emf"/><Relationship Id="rId8" Type="http://schemas.openxmlformats.org/officeDocument/2006/relationships/image" Target="../media/image457.wmf"/><Relationship Id="rId7" Type="http://schemas.openxmlformats.org/officeDocument/2006/relationships/image" Target="../media/image454.emf"/><Relationship Id="rId6" Type="http://schemas.openxmlformats.org/officeDocument/2006/relationships/image" Target="../media/image452.emf"/><Relationship Id="rId5" Type="http://schemas.openxmlformats.org/officeDocument/2006/relationships/image" Target="../media/image451.png"/><Relationship Id="rId4" Type="http://schemas.openxmlformats.org/officeDocument/2006/relationships/image" Target="../media/image439.png"/><Relationship Id="rId3" Type="http://schemas.openxmlformats.org/officeDocument/2006/relationships/image" Target="../media/image438.png"/><Relationship Id="rId2" Type="http://schemas.openxmlformats.org/officeDocument/2006/relationships/image" Target="../media/image450.emf"/><Relationship Id="rId1" Type="http://schemas.openxmlformats.org/officeDocument/2006/relationships/image" Target="../media/image449.emf"/></Relationships>
</file>

<file path=ppt/drawings/_rels/vmlDrawing106.vml.rels><?xml version="1.0" encoding="UTF-8" standalone="yes"?>
<Relationships xmlns="http://schemas.openxmlformats.org/package/2006/relationships"><Relationship Id="rId7" Type="http://schemas.openxmlformats.org/officeDocument/2006/relationships/image" Target="../media/image469.wmf"/><Relationship Id="rId6" Type="http://schemas.openxmlformats.org/officeDocument/2006/relationships/image" Target="../media/image468.wmf"/><Relationship Id="rId5" Type="http://schemas.openxmlformats.org/officeDocument/2006/relationships/image" Target="../media/image467.wmf"/><Relationship Id="rId4" Type="http://schemas.openxmlformats.org/officeDocument/2006/relationships/image" Target="../media/image466.wmf"/><Relationship Id="rId3" Type="http://schemas.openxmlformats.org/officeDocument/2006/relationships/image" Target="../media/image465.wmf"/><Relationship Id="rId2" Type="http://schemas.openxmlformats.org/officeDocument/2006/relationships/image" Target="../media/image464.emf"/><Relationship Id="rId1" Type="http://schemas.openxmlformats.org/officeDocument/2006/relationships/image" Target="../media/image463.wmf"/></Relationships>
</file>

<file path=ppt/drawings/_rels/vmlDrawing107.vml.rels><?xml version="1.0" encoding="UTF-8" standalone="yes"?>
<Relationships xmlns="http://schemas.openxmlformats.org/package/2006/relationships"><Relationship Id="rId8" Type="http://schemas.openxmlformats.org/officeDocument/2006/relationships/image" Target="../media/image477.wmf"/><Relationship Id="rId7" Type="http://schemas.openxmlformats.org/officeDocument/2006/relationships/image" Target="../media/image476.wmf"/><Relationship Id="rId6" Type="http://schemas.openxmlformats.org/officeDocument/2006/relationships/image" Target="../media/image475.wmf"/><Relationship Id="rId5" Type="http://schemas.openxmlformats.org/officeDocument/2006/relationships/image" Target="../media/image474.wmf"/><Relationship Id="rId4" Type="http://schemas.openxmlformats.org/officeDocument/2006/relationships/image" Target="../media/image473.wmf"/><Relationship Id="rId3" Type="http://schemas.openxmlformats.org/officeDocument/2006/relationships/image" Target="../media/image472.wmf"/><Relationship Id="rId2" Type="http://schemas.openxmlformats.org/officeDocument/2006/relationships/image" Target="../media/image471.wmf"/><Relationship Id="rId1" Type="http://schemas.openxmlformats.org/officeDocument/2006/relationships/image" Target="../media/image470.wmf"/></Relationships>
</file>

<file path=ppt/drawings/_rels/vmlDrawing108.vml.rels><?xml version="1.0" encoding="UTF-8" standalone="yes"?>
<Relationships xmlns="http://schemas.openxmlformats.org/package/2006/relationships"><Relationship Id="rId9" Type="http://schemas.openxmlformats.org/officeDocument/2006/relationships/image" Target="../media/image486.wmf"/><Relationship Id="rId8" Type="http://schemas.openxmlformats.org/officeDocument/2006/relationships/image" Target="../media/image485.emf"/><Relationship Id="rId7" Type="http://schemas.openxmlformats.org/officeDocument/2006/relationships/image" Target="../media/image484.emf"/><Relationship Id="rId6" Type="http://schemas.openxmlformats.org/officeDocument/2006/relationships/image" Target="../media/image483.emf"/><Relationship Id="rId5" Type="http://schemas.openxmlformats.org/officeDocument/2006/relationships/image" Target="../media/image482.wmf"/><Relationship Id="rId4" Type="http://schemas.openxmlformats.org/officeDocument/2006/relationships/image" Target="../media/image481.emf"/><Relationship Id="rId3" Type="http://schemas.openxmlformats.org/officeDocument/2006/relationships/image" Target="../media/image480.emf"/><Relationship Id="rId2" Type="http://schemas.openxmlformats.org/officeDocument/2006/relationships/image" Target="../media/image479.emf"/><Relationship Id="rId10" Type="http://schemas.openxmlformats.org/officeDocument/2006/relationships/image" Target="../media/image487.emf"/><Relationship Id="rId1" Type="http://schemas.openxmlformats.org/officeDocument/2006/relationships/image" Target="../media/image478.emf"/></Relationships>
</file>

<file path=ppt/drawings/_rels/vmlDrawing109.vml.rels><?xml version="1.0" encoding="UTF-8" standalone="yes"?>
<Relationships xmlns="http://schemas.openxmlformats.org/package/2006/relationships"><Relationship Id="rId9" Type="http://schemas.openxmlformats.org/officeDocument/2006/relationships/image" Target="../media/image496.emf"/><Relationship Id="rId8" Type="http://schemas.openxmlformats.org/officeDocument/2006/relationships/image" Target="../media/image495.emf"/><Relationship Id="rId7" Type="http://schemas.openxmlformats.org/officeDocument/2006/relationships/image" Target="../media/image494.emf"/><Relationship Id="rId6" Type="http://schemas.openxmlformats.org/officeDocument/2006/relationships/image" Target="../media/image493.emf"/><Relationship Id="rId5" Type="http://schemas.openxmlformats.org/officeDocument/2006/relationships/image" Target="../media/image492.emf"/><Relationship Id="rId4" Type="http://schemas.openxmlformats.org/officeDocument/2006/relationships/image" Target="../media/image491.emf"/><Relationship Id="rId3" Type="http://schemas.openxmlformats.org/officeDocument/2006/relationships/image" Target="../media/image490.emf"/><Relationship Id="rId2" Type="http://schemas.openxmlformats.org/officeDocument/2006/relationships/image" Target="../media/image489.emf"/><Relationship Id="rId14" Type="http://schemas.openxmlformats.org/officeDocument/2006/relationships/image" Target="../media/image501.emf"/><Relationship Id="rId13" Type="http://schemas.openxmlformats.org/officeDocument/2006/relationships/image" Target="../media/image500.emf"/><Relationship Id="rId12" Type="http://schemas.openxmlformats.org/officeDocument/2006/relationships/image" Target="../media/image499.emf"/><Relationship Id="rId11" Type="http://schemas.openxmlformats.org/officeDocument/2006/relationships/image" Target="../media/image498.emf"/><Relationship Id="rId10" Type="http://schemas.openxmlformats.org/officeDocument/2006/relationships/image" Target="../media/image497.emf"/><Relationship Id="rId1" Type="http://schemas.openxmlformats.org/officeDocument/2006/relationships/image" Target="../media/image488.emf"/></Relationships>
</file>

<file path=ppt/drawings/_rels/vmlDrawing110.vml.rels><?xml version="1.0" encoding="UTF-8" standalone="yes"?>
<Relationships xmlns="http://schemas.openxmlformats.org/package/2006/relationships"><Relationship Id="rId2" Type="http://schemas.openxmlformats.org/officeDocument/2006/relationships/image" Target="../media/image503.wmf"/><Relationship Id="rId1" Type="http://schemas.openxmlformats.org/officeDocument/2006/relationships/image" Target="../media/image502.w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514.emf"/></Relationships>
</file>

<file path=ppt/drawings/_rels/vmlDrawing112.vml.rels><?xml version="1.0" encoding="UTF-8" standalone="yes"?>
<Relationships xmlns="http://schemas.openxmlformats.org/package/2006/relationships"><Relationship Id="rId4" Type="http://schemas.openxmlformats.org/officeDocument/2006/relationships/image" Target="../media/image521.wmf"/><Relationship Id="rId3" Type="http://schemas.openxmlformats.org/officeDocument/2006/relationships/image" Target="../media/image520.wmf"/><Relationship Id="rId2" Type="http://schemas.openxmlformats.org/officeDocument/2006/relationships/image" Target="../media/image518.wmf"/><Relationship Id="rId1" Type="http://schemas.openxmlformats.org/officeDocument/2006/relationships/image" Target="../media/image516.wmf"/></Relationships>
</file>

<file path=ppt/drawings/_rels/vmlDrawing113.vml.rels><?xml version="1.0" encoding="UTF-8" standalone="yes"?>
<Relationships xmlns="http://schemas.openxmlformats.org/package/2006/relationships"><Relationship Id="rId7" Type="http://schemas.openxmlformats.org/officeDocument/2006/relationships/image" Target="../media/image529.wmf"/><Relationship Id="rId6" Type="http://schemas.openxmlformats.org/officeDocument/2006/relationships/image" Target="../media/image528.wmf"/><Relationship Id="rId5" Type="http://schemas.openxmlformats.org/officeDocument/2006/relationships/image" Target="../media/image527.wmf"/><Relationship Id="rId4" Type="http://schemas.openxmlformats.org/officeDocument/2006/relationships/image" Target="../media/image526.wmf"/><Relationship Id="rId3" Type="http://schemas.openxmlformats.org/officeDocument/2006/relationships/image" Target="../media/image525.wmf"/><Relationship Id="rId2" Type="http://schemas.openxmlformats.org/officeDocument/2006/relationships/image" Target="../media/image524.wmf"/><Relationship Id="rId1" Type="http://schemas.openxmlformats.org/officeDocument/2006/relationships/image" Target="../media/image523.wmf"/></Relationships>
</file>

<file path=ppt/drawings/_rels/vmlDrawing114.vml.rels><?xml version="1.0" encoding="UTF-8" standalone="yes"?>
<Relationships xmlns="http://schemas.openxmlformats.org/package/2006/relationships"><Relationship Id="rId9" Type="http://schemas.openxmlformats.org/officeDocument/2006/relationships/image" Target="../media/image537.emf"/><Relationship Id="rId8" Type="http://schemas.openxmlformats.org/officeDocument/2006/relationships/image" Target="../media/image536.emf"/><Relationship Id="rId7" Type="http://schemas.openxmlformats.org/officeDocument/2006/relationships/image" Target="../media/image535.emf"/><Relationship Id="rId6" Type="http://schemas.openxmlformats.org/officeDocument/2006/relationships/image" Target="../media/image534.png"/><Relationship Id="rId5" Type="http://schemas.openxmlformats.org/officeDocument/2006/relationships/image" Target="../media/image533.emf"/><Relationship Id="rId4" Type="http://schemas.openxmlformats.org/officeDocument/2006/relationships/image" Target="../media/image438.png"/><Relationship Id="rId3" Type="http://schemas.openxmlformats.org/officeDocument/2006/relationships/image" Target="../media/image532.emf"/><Relationship Id="rId2" Type="http://schemas.openxmlformats.org/officeDocument/2006/relationships/image" Target="../media/image531.emf"/><Relationship Id="rId1" Type="http://schemas.openxmlformats.org/officeDocument/2006/relationships/image" Target="../media/image530.emf"/></Relationships>
</file>

<file path=ppt/drawings/_rels/vmlDrawing115.vml.rels><?xml version="1.0" encoding="UTF-8" standalone="yes"?>
<Relationships xmlns="http://schemas.openxmlformats.org/package/2006/relationships"><Relationship Id="rId6" Type="http://schemas.openxmlformats.org/officeDocument/2006/relationships/image" Target="../media/image546.emf"/><Relationship Id="rId5" Type="http://schemas.openxmlformats.org/officeDocument/2006/relationships/image" Target="../media/image544.emf"/><Relationship Id="rId4" Type="http://schemas.openxmlformats.org/officeDocument/2006/relationships/image" Target="../media/image543.emf"/><Relationship Id="rId3" Type="http://schemas.openxmlformats.org/officeDocument/2006/relationships/image" Target="../media/image541.emf"/><Relationship Id="rId2" Type="http://schemas.openxmlformats.org/officeDocument/2006/relationships/image" Target="../media/image540.emf"/><Relationship Id="rId1" Type="http://schemas.openxmlformats.org/officeDocument/2006/relationships/image" Target="../media/image539.emf"/></Relationships>
</file>

<file path=ppt/drawings/_rels/vmlDrawing116.vml.rels><?xml version="1.0" encoding="UTF-8" standalone="yes"?>
<Relationships xmlns="http://schemas.openxmlformats.org/package/2006/relationships"><Relationship Id="rId4" Type="http://schemas.openxmlformats.org/officeDocument/2006/relationships/image" Target="../media/image556.png"/><Relationship Id="rId3" Type="http://schemas.openxmlformats.org/officeDocument/2006/relationships/image" Target="../media/image550.emf"/><Relationship Id="rId2" Type="http://schemas.openxmlformats.org/officeDocument/2006/relationships/image" Target="../media/image549.wmf"/><Relationship Id="rId1" Type="http://schemas.openxmlformats.org/officeDocument/2006/relationships/image" Target="../media/image547.emf"/></Relationships>
</file>

<file path=ppt/drawings/_rels/vmlDrawing117.vml.rels><?xml version="1.0" encoding="UTF-8" standalone="yes"?>
<Relationships xmlns="http://schemas.openxmlformats.org/package/2006/relationships"><Relationship Id="rId9" Type="http://schemas.openxmlformats.org/officeDocument/2006/relationships/image" Target="../media/image570.emf"/><Relationship Id="rId8" Type="http://schemas.openxmlformats.org/officeDocument/2006/relationships/image" Target="../media/image569.emf"/><Relationship Id="rId7" Type="http://schemas.openxmlformats.org/officeDocument/2006/relationships/image" Target="../media/image568.emf"/><Relationship Id="rId6" Type="http://schemas.openxmlformats.org/officeDocument/2006/relationships/image" Target="../media/image567.emf"/><Relationship Id="rId5" Type="http://schemas.openxmlformats.org/officeDocument/2006/relationships/image" Target="../media/image566.emf"/><Relationship Id="rId4" Type="http://schemas.openxmlformats.org/officeDocument/2006/relationships/image" Target="../media/image565.emf"/><Relationship Id="rId3" Type="http://schemas.openxmlformats.org/officeDocument/2006/relationships/image" Target="../media/image564.emf"/><Relationship Id="rId2" Type="http://schemas.openxmlformats.org/officeDocument/2006/relationships/image" Target="../media/image563.emf"/><Relationship Id="rId12" Type="http://schemas.openxmlformats.org/officeDocument/2006/relationships/image" Target="../media/image573.emf"/><Relationship Id="rId11" Type="http://schemas.openxmlformats.org/officeDocument/2006/relationships/image" Target="../media/image572.emf"/><Relationship Id="rId10" Type="http://schemas.openxmlformats.org/officeDocument/2006/relationships/image" Target="../media/image571.emf"/><Relationship Id="rId1" Type="http://schemas.openxmlformats.org/officeDocument/2006/relationships/image" Target="../media/image562.emf"/></Relationships>
</file>

<file path=ppt/drawings/_rels/vmlDrawing118.vml.rels><?xml version="1.0" encoding="UTF-8" standalone="yes"?>
<Relationships xmlns="http://schemas.openxmlformats.org/package/2006/relationships"><Relationship Id="rId8" Type="http://schemas.openxmlformats.org/officeDocument/2006/relationships/image" Target="../media/image581.png"/><Relationship Id="rId7" Type="http://schemas.openxmlformats.org/officeDocument/2006/relationships/image" Target="../media/image580.emf"/><Relationship Id="rId6" Type="http://schemas.openxmlformats.org/officeDocument/2006/relationships/image" Target="../media/image579.wmf"/><Relationship Id="rId5" Type="http://schemas.openxmlformats.org/officeDocument/2006/relationships/image" Target="../media/image578.wmf"/><Relationship Id="rId4" Type="http://schemas.openxmlformats.org/officeDocument/2006/relationships/image" Target="../media/image577.wmf"/><Relationship Id="rId3" Type="http://schemas.openxmlformats.org/officeDocument/2006/relationships/image" Target="../media/image576.wmf"/><Relationship Id="rId2" Type="http://schemas.openxmlformats.org/officeDocument/2006/relationships/image" Target="../media/image575.wmf"/><Relationship Id="rId1" Type="http://schemas.openxmlformats.org/officeDocument/2006/relationships/image" Target="../media/image574.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583.wmf"/></Relationships>
</file>

<file path=ppt/drawings/_rels/vmlDrawing120.vml.rels><?xml version="1.0" encoding="UTF-8" standalone="yes"?>
<Relationships xmlns="http://schemas.openxmlformats.org/package/2006/relationships"><Relationship Id="rId6" Type="http://schemas.openxmlformats.org/officeDocument/2006/relationships/image" Target="../media/image589.wmf"/><Relationship Id="rId5" Type="http://schemas.openxmlformats.org/officeDocument/2006/relationships/image" Target="../media/image588.wmf"/><Relationship Id="rId4" Type="http://schemas.openxmlformats.org/officeDocument/2006/relationships/image" Target="../media/image587.wmf"/><Relationship Id="rId3" Type="http://schemas.openxmlformats.org/officeDocument/2006/relationships/image" Target="../media/image586.wmf"/><Relationship Id="rId2" Type="http://schemas.openxmlformats.org/officeDocument/2006/relationships/image" Target="../media/image585.wmf"/><Relationship Id="rId1" Type="http://schemas.openxmlformats.org/officeDocument/2006/relationships/image" Target="../media/image584.wmf"/></Relationships>
</file>

<file path=ppt/drawings/_rels/vmlDrawing121.vml.rels><?xml version="1.0" encoding="UTF-8" standalone="yes"?>
<Relationships xmlns="http://schemas.openxmlformats.org/package/2006/relationships"><Relationship Id="rId2" Type="http://schemas.openxmlformats.org/officeDocument/2006/relationships/image" Target="../media/image591.wmf"/><Relationship Id="rId1" Type="http://schemas.openxmlformats.org/officeDocument/2006/relationships/image" Target="../media/image590.wmf"/></Relationships>
</file>

<file path=ppt/drawings/_rels/vmlDrawing122.vml.rels><?xml version="1.0" encoding="UTF-8" standalone="yes"?>
<Relationships xmlns="http://schemas.openxmlformats.org/package/2006/relationships"><Relationship Id="rId2" Type="http://schemas.openxmlformats.org/officeDocument/2006/relationships/image" Target="../media/image593.emf"/><Relationship Id="rId1" Type="http://schemas.openxmlformats.org/officeDocument/2006/relationships/image" Target="../media/image592.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594.wmf"/></Relationships>
</file>

<file path=ppt/drawings/_rels/vmlDrawing124.vml.rels><?xml version="1.0" encoding="UTF-8" standalone="yes"?>
<Relationships xmlns="http://schemas.openxmlformats.org/package/2006/relationships"><Relationship Id="rId2" Type="http://schemas.openxmlformats.org/officeDocument/2006/relationships/image" Target="../media/image596.wmf"/><Relationship Id="rId1" Type="http://schemas.openxmlformats.org/officeDocument/2006/relationships/image" Target="../media/image595.w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597.wmf"/></Relationships>
</file>

<file path=ppt/drawings/_rels/vmlDrawing126.vml.rels><?xml version="1.0" encoding="UTF-8" standalone="yes"?>
<Relationships xmlns="http://schemas.openxmlformats.org/package/2006/relationships"><Relationship Id="rId7" Type="http://schemas.openxmlformats.org/officeDocument/2006/relationships/image" Target="../media/image604.wmf"/><Relationship Id="rId6" Type="http://schemas.openxmlformats.org/officeDocument/2006/relationships/image" Target="../media/image603.wmf"/><Relationship Id="rId5" Type="http://schemas.openxmlformats.org/officeDocument/2006/relationships/image" Target="../media/image602.wmf"/><Relationship Id="rId4" Type="http://schemas.openxmlformats.org/officeDocument/2006/relationships/image" Target="../media/image601.wmf"/><Relationship Id="rId3" Type="http://schemas.openxmlformats.org/officeDocument/2006/relationships/image" Target="../media/image600.wmf"/><Relationship Id="rId2" Type="http://schemas.openxmlformats.org/officeDocument/2006/relationships/image" Target="../media/image599.wmf"/><Relationship Id="rId1" Type="http://schemas.openxmlformats.org/officeDocument/2006/relationships/image" Target="../media/image598.wmf"/></Relationships>
</file>

<file path=ppt/drawings/_rels/vmlDrawing127.vml.rels><?xml version="1.0" encoding="UTF-8" standalone="yes"?>
<Relationships xmlns="http://schemas.openxmlformats.org/package/2006/relationships"><Relationship Id="rId2" Type="http://schemas.openxmlformats.org/officeDocument/2006/relationships/image" Target="../media/image606.wmf"/><Relationship Id="rId1" Type="http://schemas.openxmlformats.org/officeDocument/2006/relationships/image" Target="../media/image605.wmf"/></Relationships>
</file>

<file path=ppt/drawings/_rels/vmlDrawing128.vml.rels><?xml version="1.0" encoding="UTF-8" standalone="yes"?>
<Relationships xmlns="http://schemas.openxmlformats.org/package/2006/relationships"><Relationship Id="rId9" Type="http://schemas.openxmlformats.org/officeDocument/2006/relationships/image" Target="../media/image615.emf"/><Relationship Id="rId8" Type="http://schemas.openxmlformats.org/officeDocument/2006/relationships/image" Target="../media/image614.emf"/><Relationship Id="rId7" Type="http://schemas.openxmlformats.org/officeDocument/2006/relationships/image" Target="../media/image613.emf"/><Relationship Id="rId6" Type="http://schemas.openxmlformats.org/officeDocument/2006/relationships/image" Target="../media/image612.emf"/><Relationship Id="rId5" Type="http://schemas.openxmlformats.org/officeDocument/2006/relationships/image" Target="../media/image611.emf"/><Relationship Id="rId4" Type="http://schemas.openxmlformats.org/officeDocument/2006/relationships/image" Target="../media/image610.emf"/><Relationship Id="rId3" Type="http://schemas.openxmlformats.org/officeDocument/2006/relationships/image" Target="../media/image609.emf"/><Relationship Id="rId2" Type="http://schemas.openxmlformats.org/officeDocument/2006/relationships/image" Target="../media/image608.wmf"/><Relationship Id="rId14" Type="http://schemas.openxmlformats.org/officeDocument/2006/relationships/image" Target="../media/image620.wmf"/><Relationship Id="rId13" Type="http://schemas.openxmlformats.org/officeDocument/2006/relationships/image" Target="../media/image619.wmf"/><Relationship Id="rId12" Type="http://schemas.openxmlformats.org/officeDocument/2006/relationships/image" Target="../media/image618.wmf"/><Relationship Id="rId11" Type="http://schemas.openxmlformats.org/officeDocument/2006/relationships/image" Target="../media/image617.emf"/><Relationship Id="rId10" Type="http://schemas.openxmlformats.org/officeDocument/2006/relationships/image" Target="../media/image616.emf"/><Relationship Id="rId1" Type="http://schemas.openxmlformats.org/officeDocument/2006/relationships/image" Target="../media/image607.png"/></Relationships>
</file>

<file path=ppt/drawings/_rels/vmlDrawing129.vml.rels><?xml version="1.0" encoding="UTF-8" standalone="yes"?>
<Relationships xmlns="http://schemas.openxmlformats.org/package/2006/relationships"><Relationship Id="rId9" Type="http://schemas.openxmlformats.org/officeDocument/2006/relationships/image" Target="../media/image629.wmf"/><Relationship Id="rId8" Type="http://schemas.openxmlformats.org/officeDocument/2006/relationships/image" Target="../media/image628.emf"/><Relationship Id="rId7" Type="http://schemas.openxmlformats.org/officeDocument/2006/relationships/image" Target="../media/image627.emf"/><Relationship Id="rId6" Type="http://schemas.openxmlformats.org/officeDocument/2006/relationships/image" Target="../media/image626.emf"/><Relationship Id="rId5" Type="http://schemas.openxmlformats.org/officeDocument/2006/relationships/image" Target="../media/image625.emf"/><Relationship Id="rId4" Type="http://schemas.openxmlformats.org/officeDocument/2006/relationships/image" Target="../media/image624.emf"/><Relationship Id="rId3" Type="http://schemas.openxmlformats.org/officeDocument/2006/relationships/image" Target="../media/image623.emf"/><Relationship Id="rId2" Type="http://schemas.openxmlformats.org/officeDocument/2006/relationships/image" Target="../media/image622.wmf"/><Relationship Id="rId10" Type="http://schemas.openxmlformats.org/officeDocument/2006/relationships/image" Target="../media/image630.emf"/><Relationship Id="rId1" Type="http://schemas.openxmlformats.org/officeDocument/2006/relationships/image" Target="../media/image621.png"/></Relationships>
</file>

<file path=ppt/drawings/_rels/vmlDrawing130.vml.rels><?xml version="1.0" encoding="UTF-8" standalone="yes"?>
<Relationships xmlns="http://schemas.openxmlformats.org/package/2006/relationships"><Relationship Id="rId8" Type="http://schemas.openxmlformats.org/officeDocument/2006/relationships/image" Target="../media/image638.wmf"/><Relationship Id="rId7" Type="http://schemas.openxmlformats.org/officeDocument/2006/relationships/image" Target="../media/image637.wmf"/><Relationship Id="rId6" Type="http://schemas.openxmlformats.org/officeDocument/2006/relationships/image" Target="../media/image636.wmf"/><Relationship Id="rId5" Type="http://schemas.openxmlformats.org/officeDocument/2006/relationships/image" Target="../media/image635.wmf"/><Relationship Id="rId4" Type="http://schemas.openxmlformats.org/officeDocument/2006/relationships/image" Target="../media/image634.wmf"/><Relationship Id="rId3" Type="http://schemas.openxmlformats.org/officeDocument/2006/relationships/image" Target="../media/image633.wmf"/><Relationship Id="rId2" Type="http://schemas.openxmlformats.org/officeDocument/2006/relationships/image" Target="../media/image632.wmf"/><Relationship Id="rId1" Type="http://schemas.openxmlformats.org/officeDocument/2006/relationships/image" Target="../media/image631.wmf"/></Relationships>
</file>

<file path=ppt/drawings/_rels/vmlDrawing131.vml.rels><?xml version="1.0" encoding="UTF-8" standalone="yes"?>
<Relationships xmlns="http://schemas.openxmlformats.org/package/2006/relationships"><Relationship Id="rId9" Type="http://schemas.openxmlformats.org/officeDocument/2006/relationships/image" Target="../media/image647.emf"/><Relationship Id="rId8" Type="http://schemas.openxmlformats.org/officeDocument/2006/relationships/image" Target="../media/image646.emf"/><Relationship Id="rId7" Type="http://schemas.openxmlformats.org/officeDocument/2006/relationships/image" Target="../media/image645.emf"/><Relationship Id="rId6" Type="http://schemas.openxmlformats.org/officeDocument/2006/relationships/image" Target="../media/image644.wmf"/><Relationship Id="rId5" Type="http://schemas.openxmlformats.org/officeDocument/2006/relationships/image" Target="../media/image643.emf"/><Relationship Id="rId4" Type="http://schemas.openxmlformats.org/officeDocument/2006/relationships/image" Target="../media/image642.emf"/><Relationship Id="rId3" Type="http://schemas.openxmlformats.org/officeDocument/2006/relationships/image" Target="../media/image641.emf"/><Relationship Id="rId2" Type="http://schemas.openxmlformats.org/officeDocument/2006/relationships/image" Target="../media/image640.emf"/><Relationship Id="rId14" Type="http://schemas.openxmlformats.org/officeDocument/2006/relationships/image" Target="../media/image652.emf"/><Relationship Id="rId13" Type="http://schemas.openxmlformats.org/officeDocument/2006/relationships/image" Target="../media/image651.emf"/><Relationship Id="rId12" Type="http://schemas.openxmlformats.org/officeDocument/2006/relationships/image" Target="../media/image650.emf"/><Relationship Id="rId11" Type="http://schemas.openxmlformats.org/officeDocument/2006/relationships/image" Target="../media/image649.emf"/><Relationship Id="rId10" Type="http://schemas.openxmlformats.org/officeDocument/2006/relationships/image" Target="../media/image648.emf"/><Relationship Id="rId1" Type="http://schemas.openxmlformats.org/officeDocument/2006/relationships/image" Target="../media/image639.emf"/></Relationships>
</file>

<file path=ppt/drawings/_rels/vmlDrawing132.vml.rels><?xml version="1.0" encoding="UTF-8" standalone="yes"?>
<Relationships xmlns="http://schemas.openxmlformats.org/package/2006/relationships"><Relationship Id="rId4" Type="http://schemas.openxmlformats.org/officeDocument/2006/relationships/image" Target="../media/image656.wmf"/><Relationship Id="rId3" Type="http://schemas.openxmlformats.org/officeDocument/2006/relationships/image" Target="../media/image655.wmf"/><Relationship Id="rId2" Type="http://schemas.openxmlformats.org/officeDocument/2006/relationships/image" Target="../media/image654.wmf"/><Relationship Id="rId1" Type="http://schemas.openxmlformats.org/officeDocument/2006/relationships/image" Target="../media/image65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962400" cy="342900"/>
          </a:xfrm>
          <a:prstGeom prst="rect">
            <a:avLst/>
          </a:prstGeom>
          <a:noFill/>
          <a:ln w="9525">
            <a:noFill/>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kumimoji="1" sz="1200" b="0">
                <a:latin typeface="Times New Roman" panose="02020603050405020304" pitchFamily="18" charset="0"/>
                <a:ea typeface="宋体" panose="02010600030101010101" pitchFamily="2" charset="-122"/>
              </a:defRPr>
            </a:lvl1pPr>
          </a:lstStyle>
          <a:p>
            <a:pPr>
              <a:defRPr/>
            </a:pPr>
            <a:r>
              <a:rPr lang="en-US" altLang="zh-CN"/>
              <a:t>计算机控制技术</a:t>
            </a:r>
            <a:endParaRPr lang="en-US" altLang="zh-CN">
              <a:latin typeface="Arial" panose="020B0604020202020204" pitchFamily="34" charset="0"/>
            </a:endParaRPr>
          </a:p>
        </p:txBody>
      </p:sp>
      <p:sp>
        <p:nvSpPr>
          <p:cNvPr id="3075" name="Rectangle 3"/>
          <p:cNvSpPr>
            <a:spLocks noGrp="1" noChangeArrowheads="1"/>
          </p:cNvSpPr>
          <p:nvPr>
            <p:ph type="dt" sz="quarter" idx="1"/>
          </p:nvPr>
        </p:nvSpPr>
        <p:spPr bwMode="auto">
          <a:xfrm>
            <a:off x="5181600" y="0"/>
            <a:ext cx="396240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fld id="{48A34909-9409-4A55-B30C-CE7CF279EE04}" type="datetimeFigureOut">
              <a:rPr lang="en-US" altLang="zh-CN"/>
            </a:fld>
            <a:endParaRPr lang="en-US" altLang="zh-CN"/>
          </a:p>
        </p:txBody>
      </p:sp>
      <p:sp>
        <p:nvSpPr>
          <p:cNvPr id="3076" name="Rectangle 4"/>
          <p:cNvSpPr>
            <a:spLocks noGrp="1" noChangeArrowheads="1"/>
          </p:cNvSpPr>
          <p:nvPr>
            <p:ph type="ftr" sz="quarter" idx="2"/>
          </p:nvPr>
        </p:nvSpPr>
        <p:spPr bwMode="auto">
          <a:xfrm>
            <a:off x="0" y="6515100"/>
            <a:ext cx="3962400" cy="342900"/>
          </a:xfrm>
          <a:prstGeom prst="rect">
            <a:avLst/>
          </a:prstGeom>
          <a:noFill/>
          <a:ln w="9525">
            <a:noFill/>
            <a:miter lim="800000"/>
          </a:ln>
        </p:spPr>
        <p:txBody>
          <a:bodyPr vert="horz" wrap="square" lIns="91440" tIns="45720" rIns="91440" bIns="45720" numCol="1" anchor="b" anchorCtr="0" compatLnSpc="1"/>
          <a:lstStyle>
            <a:lvl1pPr algn="l"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endParaRPr lang="en-US" altLang="zh-CN"/>
          </a:p>
        </p:txBody>
      </p:sp>
      <p:sp>
        <p:nvSpPr>
          <p:cNvPr id="3077" name="Rectangle 5"/>
          <p:cNvSpPr>
            <a:spLocks noGrp="1" noChangeArrowheads="1"/>
          </p:cNvSpPr>
          <p:nvPr>
            <p:ph type="sldNum" sz="quarter" idx="3"/>
          </p:nvPr>
        </p:nvSpPr>
        <p:spPr bwMode="auto">
          <a:xfrm>
            <a:off x="5181600" y="6515100"/>
            <a:ext cx="3962400" cy="342900"/>
          </a:xfrm>
          <a:prstGeom prst="rect">
            <a:avLst/>
          </a:prstGeom>
          <a:noFill/>
          <a:ln w="9525">
            <a:noFill/>
            <a:miter lim="800000"/>
          </a:ln>
        </p:spPr>
        <p:txBody>
          <a:bodyPr vert="horz" wrap="square" lIns="91440" tIns="45720" rIns="91440" bIns="45720" numCol="1" anchor="b" anchorCtr="0" compatLnSpc="1"/>
          <a:lstStyle>
            <a:lvl1pPr algn="r" eaLnBrk="1" hangingPunct="1">
              <a:defRPr kumimoji="1" sz="1200">
                <a:latin typeface="Arial" panose="020B0604020202020204" pitchFamily="34" charset="0"/>
              </a:defRPr>
            </a:lvl1pPr>
          </a:lstStyle>
          <a:p>
            <a:pPr>
              <a:defRPr/>
            </a:pPr>
            <a:fld id="{A0A4C6F0-EE1E-4518-8326-E19C81CC1FB5}"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16T02:31:50"/>
    </inkml:context>
    <inkml:brush xml:id="br0">
      <inkml:brushProperty name="width" value="0.05292" units="cm"/>
      <inkml:brushProperty name="height" value="0.05292" units="cm"/>
      <inkml:brushProperty name="color" value="#ff0000"/>
    </inkml:brush>
  </inkml:definitions>
  <inkml:trace contextRef="#ctx0" brushRef="#br0">8491.000 7017.000 864 0,'0.000'0.000'38'8,"0.000"0.000"8"-7,0.000 0.000-37 0,0.000 0.000-9 0,0.000 0.000 0 0,0.000 0.000 0 0,0.000 0.000 131 0,0.000 0.000 24 0,0.000 0.000 5 1,0.000 0.000 0 1,0.000 0.000-80-2,0.000 0.000-16 7,0.000 0.000-3-7,0.000 0.000-1 5,0.000-6.000-40-5,0.000 6.000-8 7,0.000-5.000-1-7,0.000 5.000-1 3,3.000-2.000-10-3,-3.000 2.000 0 5,0.000 0.000 0-5,0.000 0.000-11 7,0.000 0.000 11-7,0.000 0.000 9 4,0.000 0.000-1-4,0.000 0.000-8 10,0.000 0.000 50-10,0.000-6.000 3 1,0.000 6.000 1-1,0.000 0.000 0 9,0.000 0.000 6-9,0.000 0.000 0 7,0.000 0.000 1-7,0.000 0.000 0 6,0.000 0.000-9-6,0.000 0.000-3 8,0.000 0.000 0-8,0.000 0.000 0 2,0.000 0.000-6-2,0.000 0.000-2 4,0.000 0.000 0-4,0.000 0.000 0 3,0.000 0.000-13-3,0.000 0.000-2 7,0.000 0.000-1-7,0.000 0.000 0 8,0.000 0.000-12-8,0.000 0.000-2 4,0.000 0.000-1-4,0.000 0.000 0 4,3.000-2.000-10-4,-3.000 2.000 0 8,0.000 0.000 0-8,6.000 2.000 0 3,3.000-2.000 0-3,-3.000 0.000 8 8,0.000 3.000-8-8,0.000 0.000 0 6,3.000-3.000 0-6,-3.000 0.000 8 1,-6.000 0.000-8-1,0.000 0.000 0 7,0.000 0.000 9-6,0.000 0.000-9 3,9.000 5.000 10-4,-4.000-3.000-10 11,1.000 1.000 12-11,3.000-3.000-3 0,-3.000 3.000-1 0,0.000-3.000 0 7,3.000 5.000 12-7,-3.000-2.000 3 4,-6.000-3.000 0-5,9.000 0.000 0 14,0.000 0.000-12-13,-3.000 2.000-3 0,-6.000-2.000 0 0,9.000 0.000 0 8,-9.000 0.000 4-8,12.000 3.000 0 6,-12.000-3.000 0-6,0.000 0.000 0 10,9.000 0.000-4-10,-9.000 0.000-8 0,12.000 0.000 12 0,-12.000 0.000-4 3,9.000 3.000 2-3,-1.000-3.000 0 8,1.000 0.000 0-8,-9.000 0.000 0 3,0.000 0.000 0-3,6.000 0.000 0 8,0.000 2.000 0-7,3.000 1.000 0 12,-9.000-3.000 0-11,6.000 0.000 0-2,-6.000 0.000 0-1,6.000 0.000 0 4,-6.000 0.000-2-3,9.000 0.000-8 4,-9.000 0.000 12-1,6.000 0.000-4 1,3.000 0.000-8-4,-9.000 0.000 10 1,0.000 0.000-10-1,6.000 0.000 10 10,3.000 3.000-10-10,-9.000-3.000 0 1,9.000 0.000 0-1,-3.000 2.000 8 11,0.000-2.000-8-11,3.000 0.000 0 0,-3.000-2.000 9 1,0.000 2.000-9 6,-6.000 0.000 0-7,8.000 2.000 9 5,1.000-2.000-9-5,-3.000 0.000 0 11,0.000 0.000 9-11,3.000 0.000-9 2,-6.000 0.000 0-2,6.000 0.000 9 6,-3.000 0.000-1-6,0.000 0.000 0 9,3.000 3.000 0-8,-3.000-3.000 0-1,0.000-3.000-8 0,0.000 3.000 0 5,3.000 0.000 0-5,-3.000 0.000 0 3,3.000 3.000 0-3,0.000-3.000 0 8,-3.000 0.000 0-8,-1.000 0.000 0 4,4.000 3.000 0-4,-3.000-3.000 12 10,3.000 0.000-12-10,0.000 0.000 12 0,-3.000 2.000-12 3,0.000 1.000 0 1,3.000-1.000 0-3,-3.000 1.000 8 9,3.000-3.000-8-10,-3.000 3.000 0 0,0.000-3.000 0 0,3.000 2.000 8 8,3.000-2.000-8-8,-3.000 3.000 0 4,-3.000-3.000 9-4,2.000 3.000-9 10,1.000-3.000 0-10,0.000 2.000 9 0,0.000-2.000-9 0,0.000 0.000 0 9,0.000 0.000 8-9,0.000 0.000-8 2,0.000 0.000 0-2,0.000 3.000 0 7,-9.000-3.000 0-7,9.000 0.000 8 2,3.000 0.000-8-2,-3.000 0.000 0 11,3.000 0.000 8-11,-3.000 0.000-8 2,-1.000 0.000 0-2,1.000 0.000 0 6,0.000 0.000 8-6,0.000 0.000-8 7,3.000 0.000 0-7,-3.000 3.000 0 3,0.000-3.000 8-3,0.000 0.000-8 9,0.000 0.000 0-9,3.000 0.000 0 2,-3.000 0.000 8-2,3.000 0.000-8 9,-3.000 0.000 0-9,-1.000-3.000 0 2,4.000 3.000 0-2,0.000 0.000 0 9,0.000 0.000 0-3,0.000 0.000 0-5,0.000-3.000 0-1,0.000 3.000 0 1,0.000-2.000 0 0,3.000 2.000 0 7,-3.000 0.000 16-8,0.000 0.000-3 5,-1.000-3.000-1-3,1.000 3.000 0 3,0.000-3.000-12-4,0.000 3.000-15-1,0.000 0.000 3 0,0.000-2.000 1 8,0.000 2.000 11-8,0.000 0.000 0 3,-3.000 0.000 0-3,3.000 0.000 0 13,-3.000 0.000 0-13,2.000 0.000 0 0,-2.000 0.000 0 0,0.000 0.000 0 5,0.000 0.000 0-3,0.000 0.000 0 3,0.000 0.000 0-4,-3.000 0.000 0 2,0.000 0.000 0-1,0.000 0.000 0 5,0.000 0.000 0-6,-6.000 0.000 8-1,0.000 0.000-8 0,9.000 0.000 0 13,-3.000 0.000 0-13,-6.000 0.000 0 0,6.000 2.000 0 0,-6.000-2.000 8 6,9.000 0.000-8-6,-3.000 0.000 0 2,-6.000 0.000 0-2,6.000 3.000 8 6,-6.000-3.000-8-6,6.000 0.000 0 4,-6.000 0.000 0-4,5.000 0.000 0 5,-5.000 0.000 0-5,0.000 0.000 8 9,0.000 0.000-8-9,6.000 3.000 0 2,-6.000-3.000 0-2,0.000 0.000 8 10,0.000 0.000-8-10,6.000 0.000 0 1,-6.000 0.000 8-1,0.000 0.000-8 10,0.000 0.000 9-10,0.000 0.000-9 1,6.000 0.000 12-1,-6.000 0.000-12 6,0.000 0.000 9-6,0.000 0.000-9 17,0.000 0.000 0-17,6.000-3.000 9 0,-6.000 3.000-9 0,0.000 0.000 0 4,0.000 0.000 0-4,0.000 0.000 0 16,6.000-3.000-60-16,-6.000 3.000-13 0,6.000-2.000-3 0,-6.000 2.000-832 8,3.000-8.000-167-8</inkml:trace>
  <inkml:trace contextRef="#ctx0" brushRef="#br0">11084.000 7004.000 1638 0,'-15.000'0.000'72'0,"15.000"0.000"16"1,-6.000 0.000-71 0,0.000 0.000-17 1,0.000 0.000 0-1,0.000 0.000 0 10,6.000 0.000 54-10,-3.000 0.000 7 1,-3.000-3.000 2-1,0.000 3.000 0 9,0.000 3.000-15-9,0.000-3.000-2 2,0.000 0.000-1-2,0.000 0.000 0 9,3.000 0.000-32-9,-3.000 0.000-13 4,0.000 2.000 11-4,0.000-2.000-11 7,0.000 3.000 18-7,3.000-1.000-2 3,-3.000 1.000-1-3,1.000 0.000 0 5,2.000-3.000 12-5,-3.000 2.000 2 9,0.000 4.000 1-9,3.000-6.000 0 2,-3.000 2.000 1-2,6.000-2.000 0 6,-3.000 3.000 0-6,0.000 2.000 0 9,3.000-5.000 7-9,0.000 0.000 2 9,0.000 0.000 0-9,0.000 0.000 0 0,0.000 0.000-5 0,0.000 0.000-1 4,-6.000 6.000 0-4,6.000-6.000 0 7,0.000 0.000-6-7,0.000 0.000-2 4,0.000 0.000 0-4,0.000 0.000 0 7,3.000 5.000-2-7,0.000-2.000-1 3,3.000 2.000 0-3,0.000 0.000 0 10,0.000-2.000-8-10,3.000-1.000-2 2,-3.000 4.000 0-2,2.000-4.000 0 8,1.000 1.000-2-8,0.000-3.000-1 1,0.000 3.000 0-1,0.000 2.000 0 9,0.000-2.000 0-9,3.000-1.000 0 4,-3.000 1.000 0-4,6.000 2.000 0 17,-6.000-5.000 2-18,3.000 3.000 1 1,3.000-1.000 0 0,-1.000 4.000 0 1,1.000-4.000-1-1,3.000-2.000 0 8,-3.000 0.000 0-7,6.000 0.000 0 3,0.000 3.000-4-4,-3.000 0.000-8 8,-4.000-3.000 11-6,4.000 0.000-11-2,6.000 0.000 15 0,-3.000 0.000-4 9,-3.000-3.000-1-9,3.000 3.000 0 3,-1.000 0.000 0-3,1.000 0.000 0 18,0.000 0.000 0-17,-3.000 0.000 0-1,0.000 0.000-10 0,-3.000 0.000 12 0,6.000 0.000-12 0,-4.000 0.000 12 4,-2.000 0.000-4-4,3.000 0.000 0 2,0.000 0.000 0-1,0.000-3.000 0 8,-3.000 3.000 0-9,3.000 0.000-8 1,0.000-2.000 12 6,-1.000-1.000-4 0,4.000 0.000 0-7,-6.000 3.000 0 0,3.000 0.000 0 0,0.000-2.000 0 8,-6.000 2.000-8-8,6.000 0.000 12 1,-4.000-3.000-12-1,1.000 3.000 12 12,0.000 0.000-12-12,3.000-3.000 10 4,0.000 3.000-10-3,0.000-2.000 10-1,0.000 2.000-10 0,0.000-3.000 0 8,-4.000 3.000 0-8,4.000-2.000 8 1,0.000 2.000-8-1,-3.000-3.000 0 7,0.000 3.000 9-7,0.000-3.000-9 4,3.000 3.000 0-4,-3.000-2.000 8 9,-1.000 4.000-8-9,1.000-2.000 0 2,3.000 0.000 0-2,-3.000 0.000 8 8,0.000 0.000-8-8,0.000 0.000 0 8,0.000 0.000 0-8,0.000 3.000 9 0,-1.000 0.000-9 0,1.000-1.000 0 7,-3.000-2.000 8-7,0.000 0.000-8 3,-6.000 0.000 0-3,0.000 0.000 0 11,3.000 3.000 8-11,0.000-1.000-8 2,3.000 1.000 0-2,-3.000-3.000 0 9,-3.000 3.000 10-9,0.000-3.000-10 2,0.000 0.000 8-2,-6.000 0.000-8 7,6.000 2.000 12-7,-6.000-2.000-4 4,6.000 3.000 0-4,-6.000-3.000 0 14,0.000 0.000-8-14,0.000 0.000 0 0,0.000 0.000 0 0,0.000 0.000 0 6,5.000 0.000 0-6,-5.000 0.000-17 6,0.000 0.000 4-4,0.000 0.000-960 12,3.000-5.000-192-14</inkml:trace>
  <inkml:trace contextRef="#ctx0" brushRef="#br0">6324.000 8244.000 748 0,'0.000'0.000'33'1,"0.000"0.000"7"0,-3.000-5.000-32 0,-3.000 2.000-8 3,-3.000 1.000 0-3,9.000 2.000 0 7,0.000 0.000 234-7,0.000 0.000 45 5,0.000 0.000 9-4,0.000-5.000 1 6,0.000 5.000-179-7,-9.000-6.000-36 4,3.000 4.000-7-4,6.000 2.000-2 7,0.000 0.000-37-7,0.000 0.000-8 3,0.000 0.000-2-3,0.000 0.000 0 19,0.000 0.000-8-19,0.000 0.000-2 0,0.000 0.000 0 0,0.000 0.000 0 3,0.000 0.000 5-3,0.000 0.000 1 0,0.000 0.000 0 0,0.000 0.000 0 10,9.000-3.000 7-10,-3.000 3.000 2 6,0.000 0.000 0-6,3.000-3.000 0 7,0.000 6.000-3-7,3.000-3.000 0 1,-3.000 0.000 0-1,0.000 0.000 0 4,3.000 0.000 0-4,0.000-3.000 0 7,-3.000 3.000 0-5,5.000 0.000 0 4,-5.000-2.000 2-3,6.000-1.000 0 2,-6.000 3.000 0-4,3.000 0.000 0-1,-3.000-3.000-2 0,3.000 3.000-1 8,3.000-2.000 0-8,-3.000 2.000 0 4,0.000-3.000 1-4,2.000 3.000 0 17,1.000 0.000 0-17,0.000-3.000 0 0,3.000 3.000-8 0,-3.000-2.000 0 0,0.000-1.000-1 0,0.000 3.000 0 6,6.000 0.000 3-6,-4.000-2.000 1 1,4.000 2.000 0-1,0.000 0.000 0 14,-6.000 0.000-6-14,3.000 0.000-1 0,3.000 0.000 0 0,0.000 0.000 0 7,2.000 2.000-8-7,-2.000 1.000 12 2,3.000-6.000-12-2,0.000 3.000 12 7,-3.000 0.000-12-7,2.000 0.000 0 9,1.000 0.000 0-9,0.000 3.000 0 10,-3.000-3.000 9-10,3.000 2.000-9 0,0.000-2.000 10 0,-4.000 0.000-10 2,-2.000 3.000 12-2,3.000 0.000-3 13,6.000-3.000-1-11,-3.000 2.000 0 6,-12.000 1.000 0-8,2.000-3.000 0 0,10.000 0.000 0 0,3.000 0.000 0 0,-6.000 5.000 2 0,3.000-2.000 0 8,-3.000 2.000 0-7,2.000 1.000 0 1,1.000-4.000-10-2,-3.000 3.000-17 6,-3.000 1.000 4-4,0.000-4.000 1 7,6.000 4.000 21-9,-4.000-1.000 5 0,-2.000-2.000 1 0,0.000 2.000 0 6,0.000 0.000-15-6,6.000-2.000 0 2,-3.000 2.000 0-2,-4.000 0.000 0 12,-2.000-2.000 0-12,3.000 2.000 0 0,3.000-2.000 0 0,-3.000 2.000 0 9,-3.000 1.000 17-9,6.000-4.000-2 3,5.000 4.000-1-3,-2.000-1.000 0 14,3.000 0.000-14-14,-6.000-2.000 0 0,3.000 2.000 8 0,2.000 0.000-8 7,1.000-2.000 0-7,-3.000 0.000-8 2,-3.000-1.000 8-2,3.000 1.000-13 3,5.000 0.000 13-3,1.000-3.000 0 10,-6.000 2.000 0-10,0.000 4.000 0 2,0.000-6.000 10-2,5.000 5.000-2 9,-2.000-5.000 0-9,3.000 2.000 0 2,-3.000 1.000-8-2,3.000 0.000 10 7,-1.000-1.000-10-7,1.000 1.000 10 5,0.000-3.000-10-5,-3.000 3.000 0 5,2.000-1.000 0-5,1.000-2.000 0 6,0.000 3.000 0-6,0.000-6.000 0 6,-1.000 3.000 8 1,4.000 0.000-8-7,-3.000 0.000 0 0,0.000 0.000 0 2,-1.000 0.000 0-2,1.000 0.000 8 17,3.000 0.000-8-17,-3.000 0.000 8-1,0.000 3.000-8 1,-1.000-3.000 8 9,-2.000 0.000-8-9,3.000 0.000 10 0,0.000 0.000-10 0,-1.000 0.000 10 12,1.000-3.000-10-12,3.000 3.000 0 0,0.000-2.000 9 0,2.000 2.000-9 5,1.000 0.000 0-5,0.000-3.000 8 7,-3.000 3.000-8-7,-1.000 0.000 0 2,4.000-3.000 0-1,-3.000 1.000 8 6,-1.000 2.000-8-7,1.000-3.000 0 2,-3.000 3.000 0-2,3.000-3.000 0 6,2.000 3.000 0-6,-2.000 0.000 0 5,-3.000-2.000 0-5,3.000 2.000 0 8,-1.000 0.000 0-6,1.000 0.000 0 0,-3.000 0.000 0-2,3.000 0.000 0 6,-4.000 0.000 0-6,1.000 2.000 0 9,0.000-2.000 0-10,-3.000 0.000 0 11,0.000 0.000 0-10,-1.000 0.000 0 0,4.000 0.000 0 0,0.000 3.000 0 4,0.000-3.000 0-4,-4.000 0.000 0 9,-2.000 0.000 0-9,6.000 0.000 8 1,-3.000 3.000-8-1,0.000-3.000 0 9,2.000 0.000 0-9,1.000 0.000 0 1,0.000 0.000 0-1,0.000 0.000 0 11,-1.000 0.000 0-11,-2.000 0.000 0 3,0.000-3.000 0-3,0.000 3.000 8 5,0.000 0.000-8-5,-1.000 0.000 0 8,-2.000 0.000 0-8,3.000 0.000 8 15,-6.000-3.000-8-14,3.000 3.000 0-1,2.000 0.000 8 0,1.000-2.000-8 0,0.000 2.000 0 0,3.000 0.000 9 4,-3.000 0.000-9-4,-1.000-3.000 0 4,-2.000 3.000 11-4,0.000-2.000-11 7,3.000 2.000 10-7,-3.000-3.000-10 6,-1.000 0.000 8-6,1.000 1.000-8 10,-3.000 2.000 0-10,3.000 0.000 9 0,-3.000-3.000-9 0,2.000 0.000 10 57,-2.000 3.000-10-57,0.000-2.000 10 0,3.000 2.000-10 0,-3.000-3.000 12 0,0.000 3.000-12 0,-1.000-3.000 12 0,4.000 3.000-12 0,-3.000 0.000 8 0,0.000 0.000-8 0,0.000 0.000 8 0,-3.000 0.000-8 0,-3.000 0.000 0 0,2.000 0.000 0 0,-2.000 0.000 8 0,0.000 0.000-8 0,0.000 3.000 0 0,0.000 0.000 0 0,-3.000-3.000 8 0,0.000 2.000-8 0,0.000-2.000 0 4,3.000 0.000 0-4,-4.000 3.000 0 3,1.000-3.000 0-3,0.000 3.000 0 12,3.000-3.000 8-12,-3.000 0.000-8 0,0.000 2.000 0 0,0.000-2.000 0 8,0.000 0.000 0-8,3.000 3.000 0 4,-3.000 0.000 0-4,2.000-3.000 0 10,1.000 0.000 0-10,-6.000 0.000 0 0,0.000 0.000 0 0,3.000 0.000 0 6,-3.000 0.000 8-6,3.000 2.000-8 9,0.000-2.000 0-9,0.000 3.000 0 0,-3.000-3.000 0 0,3.000 0.000 0 10,-1.000 0.000 0-10,-2.000 0.000 8 2,0.000 0.000-8-2,3.000 0.000 0 8,-3.000 0.000 8-8,0.000 0.000-8 3,0.000 0.000 0-3,3.000 0.000 8 10,-3.000 0.000-8-10,0.000 0.000 0 2,0.000 0.000 9-2,0.000-3.000-9 10,-3.000 3.000 0-10,3.000 0.000 8 1,-4.000-2.000-8-1,4.000 2.000 0 6,-3.000-3.000 0-3,3.000 3.000 8 4,0.000-3.000-8-7,-3.000 1.000 0 0,0.000-1.000 0 0,3.000 0.000 0 6,0.000 3.000 0-6,-3.000 0.000 8 4,0.000-2.000-8-4,0.000 2.000 0 16,0.000-3.000 0-16,0.000 0.000 0 0,3.000 1.000 0 0,-3.000-1.000 9 4,0.000 0.000-9 0,3.000 1.000 0-4,-4.000-1.000 10 0,1.000 1.000-10 9,0.000-1.000 8-9,0.000 0.000-8 3,0.000 1.000 8-3,-3.000-1.000-8 2,-3.000 3.000 0-1,6.000-3.000 8 8,0.000 1.000-8-9,0.000-1.000 0 2,-6.000 3.000 0-1,0.000 0.000 0 6,0.000 0.000 0-7,3.000-3.000 0 2,-3.000 3.000 8-2,0.000 0.000-8 9,3.000-5.000 0-9,-3.000 5.000 0 4,3.000-3.000 0-4,-3.000 3.000 0 11,0.000 0.000-13-11,0.000 0.000-5 0,0.000 0.000-1 0,0.000 0.000 0 28,-3.000-5.000-112-28,-3.000 2.000-22 0,-3.000-2.000-5 0</inkml:trace>
  <inkml:trace contextRef="#ctx0" brushRef="#br0">10277.000 9454.000 345 0,'-12.000'0.000'31'1,"6.000"0.000"-31"1,0.000 0.000 0-1,-3.000-3.000 0 6,0.000 3.000 304-6,0.000 0.000 54 17,3.000 0.000 11-17,0.000 0.000 3 0,0.000 0.000-241-1,1.000 3.000-48 10,-1.000-3.000-10-9,-3.000 2.000-1 0,3.000 1.000-32 0,-3.000 0.000-7 5,3.000-3.000-1-5,0.000 0.000 0 5,0.000 2.000-32-5,3.000-2.000-12 9,-3.000 3.000 0-9,3.000-1.000 0 1,-3.000-2.000 12-1,6.000 0.000 0 4,-3.000 3.000 0-4,3.000-3.000 0 9,-6.000 0.000 0-9,6.000 0.000 16 3,0.000 0.000-3-3,0.000 0.000-1 9,0.000 0.000 21-9,0.000 0.000 4 1,0.000 0.000 1-1,0.000 0.000 0 9,0.000 0.000 0-9,0.000 0.000 0 9,0.000 0.000 0-9,0.000 0.000 0 4,0.000 0.000 5-4,0.000 0.000 1 1,0.000 0.000 0-1,0.000 0.000 0 8,0.000 0.000-3-8,6.000 5.000 0 4,-6.000-5.000 0-4,9.000 0.000 0 7,0.000 3.000-7-7,-3.000-3.000-2 7,3.000 0.000 0-7,0.000 0.000 0 2,0.000 0.000-5-2,0.000 0.000-2 6,3.000 0.000 0-6,-1.000 0.000 0 7,1.000 0.000-5-7,0.000 0.000-2 10,3.000 3.000 0-11,0.000-3.000 0 1,0.000 0.000-5 0,3.000 2.000-1 7,0.000 1.000 0-7,-1.000 0.000 0 6,1.000-3.000-4-6,3.000 2.000 0 4,0.000 1.000-8-4,0.000-3.000 12 8,3.000 3.000 0-8,-1.000-3.000-1 1,1.000 0.000 0-1,0.000 2.000 0 13,0.000-2.000-11-13,3.000 3.000 0 1,-4.000-3.000 0-1,4.000 0.000 0 7,-3.000 0.000 0-7,0.000 0.000 0 2,3.000 0.000 0-2,-1.000 2.000 0 9,-2.000 1.000 0-9,3.000 0.000 0 4,-3.000 2.000 0-4,3.000-2.000 0 4,-1.000-1.000 0-4,1.000 1.000 12 9,0.000 2.000-12-9,0.000 1.000 12 3,3.000 2.000-3-3,-4.000-3.000 0 8,-2.000 0.000 0-8,3.000 3.000 0 2,-3.000-3.000 2-2,3.000 1.000 0 7,-1.000-1.000 0-3,1.000 0.000 0 13,0.000 1.000-11-17,3.000-1.000 12 0,-6.000 3.000-12 0,2.000-3.000 12 0,1.000 0.000-12 0,3.000 3.000 8 1,0.000-2.000-8-1,-1.000 1.000 8 7,-2.000-1.000-8-7,0.000-1.000 0 4,0.000 0.000 9-2,3.000 1.000-9 4,-4.000-1.000 0-6,1.000-2.000 8 4,0.000-1.000-8-3,0.000 1.000 0 9,-1.000 2.000 0-10,4.000-2.000 9 0,0.000-1.000-9 0,0.000-2.000 0 7,0.000 3.000 8-7,-1.000 0.000-8 1,1.000-6.000 0-1,0.000 3.000 0 9,0.000 0.000 9-9,-4.000 0.000-9 6,1.000-3.000 0-6,0.000 3.000 9 10,-3.000-2.000-9-9,3.000 2.000 10 0,-1.000-3.000-10-1,1.000 3.000 10 4,-3.000-2.000-10-4,3.000-1.000 12 7,0.000 3.000-12-6,-1.000-3.000 12 1,4.000 3.000-4-1,-3.000-2.000 0 6,-3.000-1.000 0-7,5.000 0.000 0 3,1.000 3.000-8-3,-3.000 0.000 12 6,-3.000 0.000-12-6,0.000 0.000 12 8,-1.000 0.000-12-8,-2.000 0.000 0 3,0.000 0.000 0-1,0.000 0.000 0 4,-3.000 0.000 0-6,3.000 3.000 0 3,-3.000-3.000 0-2,2.000 0.000 0 9,-5.000 0.000 0-10,6.000 0.000 0 0,0.000 0.000 0 0,0.000 0.000 0 8,-3.000 3.000 0-8,-1.000-1.000 8 8,-2.000-2.000-8-5,6.000 3.000 0-3,-3.000 0.000 0 0,0.000-1.000 8 3,-3.000-2.000-8-3,0.000 3.000 0 11,0.000-1.000 8-11,2.000-2.000-8 0,-5.000-2.000 0 0,0.000 4.000 8 12,3.000-2.000-8-12,-3.000 3.000 0 0,-3.000 0.000 0 1,3.000-3.000 0 3,-3.000 0.000 0-3,3.000 0.000-9 4,0.000 0.000 9-5,0.000 0.000-10 3,-4.000 0.000 10-3,4.000 0.000 16 9,-3.000 0.000-4-9,3.000-3.000-1 4,0.000 3.000-11-4,0.000-3.000 0 10,-3.000 3.000 9-10,0.000 0.000-9 0,3.000 0.000 0 0,-3.000-2.000-15 15,0.000-1.000 3-15,0.000 3.000 0 0,-1.000 0.000 21 0,1.000 0.000 5 6,0.000-2.000 1-3,0.000 2.000 0-3,0.000-3.000 1 0,0.000 0.000 1 1,0.000-2.000 0-1,0.000 2.000 0 11,0.000 1.000-17-11,-3.000 2.000-11 1,3.000-3.000 2-1,0.000 0.000 0 10,-3.000 1.000 9-10,0.000 2.000 9 1,0.000-6.000-1-1,0.000 4.000-8 9,-3.000-4.000 8-9,2.000 4.000-8 5,1.000-3.000 0-5,0.000 2.000 0 9,3.000 0.000 0-9,0.000 1.000 0 0,-6.000-1.000 0 0,6.000-2.000 0 8,-3.000 2.000 0-8,0.000 0.000 0 8,3.000 1.000 0-7,-3.000-4.000 0-1,0.000 4.000 0 0,0.000-3.000 8 13,3.000 2.000 1-13,-3.000 0.000 0 0,0.000-2.000-9 0,0.000 2.000 0 6,0.000 1.000-10-6,3.000-1.000 10 2,-9.000 3.000 0-2,5.000-3.000 0 6,4.000 3.000 8-6,-3.000-2.000-8 10,0.000-1.000 0-10,0.000 3.000-9 2,3.000-3.000-1-1,-3.000 1.000 0 7,0.000 2.000 10-8,0.000-3.000 0 1,0.000 0.000 0 0,0.000 1.000 0 8,-6.000 2.000 0-8,6.000 0.000 0-1,0.000 0.000 0 0,0.000-3.000 0 9,-6.000 3.000 0-9,6.000 0.000 0 3,0.000-2.000 8-3,-6.000 2.000-8 6,0.000 0.000 0-6,6.000-3.000 0 7,-6.000 3.000 0-7,6.000 0.000 0 6,-6.000 0.000 9-6,3.000-3.000-9 2,3.000 1.000 12-2,-6.000 2.000-12 5,0.000 0.000 0-5,0.000 0.000 0 9,0.000 0.000 0-9,3.000-3.000 0 2,-3.000 3.000 0-2,5.000 0.000 0 8,-2.000-5.000 0-8,-3.000 5.000 0 4,0.000 0.000 0-4,0.000 0.000 0 8,0.000 0.000 0-8,0.000 0.000 0 2,0.000 0.000 0-2,0.000 0.000 0 9,0.000 0.000 0-9,0.000 0.000 0 2,0.000 0.000 0-2,0.000 0.000 0 10,6.000 0.000 0-10,-6.000 0.000-12 5,0.000 0.000 12-3,0.000 0.000 10-2,0.000 0.000-2 0,3.000-3.000 0 13,3.000 0.000-8-13,-6.000 3.000 0 0,0.000 0.000 0 0,0.000 0.000 0 9,0.000 0.000 0-9,0.000 0.000 0 1,0.000 0.000 0-1,0.000 0.000 0 9,0.000 0.000 0-9,0.000 0.000 0 0,6.000 0.000 0 0,-6.000 0.000 0 12,0.000 0.000 0-12,0.000 0.000 0 0,0.000 0.000 0 0,0.000 0.000-11 6,0.000 0.000 11-6,0.000 0.000 0 6,0.000 0.000 0-6,0.000 0.000 0 4,0.000 0.000 0-4,0.000 0.000-12 7,0.000 0.000 2-7,0.000 0.000 0 8,0.000 0.000 10-8,0.000 0.000 0 0,0.000 0.000 0 0,0.000 0.000 0 17,0.000 0.000-12-17,0.000 0.000-6 0,0.000 0.000-2 0,0.000 0.000 0 5,0.000 0.000-3-5,0.000 0.000-1 4,0.000 0.000 0-4,0.000 0.000 0 22,0.000 0.000-46-22,0.000 0.000-10 0,0.000 0.000-1 0,0.000 0.000-831 0,0.000 0.000-165 1</inkml:trace>
  <inkml:trace contextRef="#ctx0" brushRef="#br0">9929.000 10806.000 403 0,'0.000'0.000'36'2,"0.000"0.000"-36"1,0.000 0.000 0-2,0.000 0.000 0 6,0.000 0.000 179-6,0.000 0.000 29 7,0.000 0.000 5-7,0.000 0.000 2 3,0.000 0.000-102-3,0.000 0.000-20 8,0.000 0.000-4-8,0.000 0.000-1 6,0.000 0.000-21-6,0.000 0.000-5 4,-3.000-6.000-1-4,3.000 6.000 0 7,0.000 0.000-9-7,0.000 0.000-3 5,0.000 0.000 0-5,0.000 0.000 0 7,-3.000-8.000-3-7,3.000 8.000-1 1,0.000 0.000 0-1,0.000 0.000 0 9,-6.000-5.000 9-9,6.000 5.000 2 5,0.000 0.000 0-5,0.000 0.000 0 16,0.000 0.000-31-16,0.000 0.000-5-1,0.000 0.000-2 1,0.000 0.000 0 1,0.000 0.000 5-1,0.000 0.000 1 5,0.000 0.000 0-5,0.000 0.000 0 6,9.000 0.000-2-6,-9.000 0.000 0 6,0.000 0.000 0-6,0.000 0.000 0 4,6.000-3.000-7-4,3.000 3.000-2 5,0.000 0.000 0-5,-1.000 3.000 0 5,4.000-3.000 7-5,-3.000 0.000 2 9,3.000 0.000 0-9,-3.000 3.000 0 3,3.000-1.000-6-3,0.000-2.000-2 10,0.000 0.000 0-11,0.000 0.000 0 3,0.000 3.000 1-2,3.000 0.000 0 20,-7.000-3.000 0-20,7.000 0.000 0 0,-3.000 0.000-2 0,3.000 2.000 0 0,-3.000-2.000 0 0,3.000 0.000 0 8,-3.000 0.000-2-8,3.000 0.000-1 0,0.000 0.000 0 0,-1.000 0.000 0 7,1.000 0.000 2-7,3.000 0.000 0 2,-3.000-2.000 0-2,3.000 2.000 0 11,-3.000-3.000 1-11,0.000 0.000 1 1,0.000 1.000 0-1,2.000 2.000 0 11,1.000-3.000-2-10,3.000 0.000 0-1,0.000 1.000 0 0,0.000 2.000 0 7,-3.000 0.000 0-7,6.000-3.000 0 4,-4.000-2.000 0-4,1.000 5.000 0 6,0.000-3.000-3-3,0.000 3.000-1 3,0.000-2.000 0-5,-3.000-1.000 0-1,2.000 0.000-8 0,-2.000 3.000 12 10,3.000-2.000-12-9,-3.000 2.000 12-1,3.000 0.000-12 0,-3.000 0.000 8 8,2.000 0.000-8-8,1.000 0.000 8 3,-3.000-3.000-8-3,3.000 3.000 0 8,-3.000 0.000 0-8,3.000 0.000 0 3,3.000-3.000 0-3,-4.000 3.000 0 6,1.000-2.000 0-6,3.000-1.000 0 4,-3.000 0.000 0-4,0.000 1.000 0 5,0.000-1.000 8-5,-1.000 0.000-8 8,1.000 1.000 0-8,-3.000 2.000 0 5,0.000 0.000 9-5,0.000-3.000-9 7,0.000 3.000 10-7,-1.000 0.000-2 2,1.000-2.000-8 0,0.000 2.000 12 5,0.000-3.000 10-3,0.000 3.000 2-2,0.000 0.000 0-2,3.000 3.000 0 13,-4.000-3.000-24-13,-2.000 2.000-13 0,0.000 1.000 1 0,0.000-3.000 1 2,0.000 2.000 11-2,0.000 1.000 0 6,3.000-3.000 0-5,-3.000 3.000 0 3,2.000-1.000 0-2,-2.000-2.000 0 9,3.000 3.000 0-10,0.000-3.000 8-1,0.000 3.000 0 0,0.000-1.000 1 5,-3.000-2.000 0-4,0.000 0.000 0 1,2.000 3.000-9-2,1.000-3.000-9 9,0.000 0.000 9-9,-3.000 0.000-13 3,0.000 3.000 13-3,3.000-3.000 0 6,0.000 0.000 0-6,-1.000 0.000 0 5,1.000 5.000 0-5,3.000-2.000 0 14,-3.000-3.000 0-14,0.000 0.000 0 0,-3.000 0.000 17 0,3.000 0.000-3 1,0.000-3.000-1-1,-1.000 6.000 0 10,1.000-3.000-13-10,0.000 2.000 0 4,3.000 1.000 0-4,-3.000-3.000 0 11,3.000 0.000 0-11,-4.000 2.000-12 0,1.000 1.000 12 0,0.000 0.000-13 6,0.000-3.000 13-6,-3.000 2.000 0 4,3.000 1.000 0-4,-3.000 0.000 0 9,0.000-1.000 0-9,-1.000 1.000 0 2,1.000 0.000 0-2,0.000-1.000 0 3,3.000 4.000 0-3,0.000-4.000 0 9,0.000 1.000 0-9,0.000 0.000 0 1,0.000-1.000 0-1,-1.000 1.000 0 9,4.000-1.000 0-9,0.000 1.000 0 10,-6.000 0.000 8-8,0.000-1.000-8-2,3.000 1.000 0 0,3.000-3.000 0 2,-4.000 0.000 0-2,1.000 3.000 0 11,0.000-3.000 0-11,0.000 5.000 0 3,0.000 0.000 8-3,0.000-2.000-8 3,-3.000 2.000 0-2,-1.000-2.000 0 7,1.000 0.000 0-8,0.000-1.000 0 3,0.000 3.000 0-1,0.000-2.000 0 4,-3.000 0.000 0-6,3.000 2.000 0 2,-3.000 0.000 0-2,3.000-2.000 0 11,-1.000 0.000 8-8,-2.000-1.000-8-3,6.000 1.000 0 0,-3.000 2.000 0 12,3.000-2.000 9-12,3.000 2.000-9 0,-6.000-2.000 0 0,3.000-1.000 9 3,-4.000 1.000-9 15,4.000 2.000 0 16,0.000-2.000 0-34,0.000 0.000 8 0,0.000-3.000-8 0,-3.000 2.000 0 1,3.000 1.000 0-1,-7.000 0.000 8 0,4.000-3.000-8 0,-3.000 2.000 0 0,0.000-2.000 0 0,0.000 0.000 8 0,3.000 0.000-8 0,-6.000 0.000 10 0,0.000 0.000-10 0,0.000-2.000 10 0,0.000 2.000 0 0,-3.000 0.000 0 0,-6.000 0.000 0 0,9.000 0.000 0 2,-9.000 0.000 0-2,0.000 0.000 0 3,0.000 0.000 0-3,8.000-3.000 0 11,-2.000 0.000-2-11,-6.000 3.000 0 1,0.000 0.000 0-1,6.000-2.000 0 7,0.000-4.000-8-7,-6.000 6.000 0 11,0.000 0.000 0-11,0.000 0.000 0 11,0.000 0.000-71-11,0.000 0.000-16 0,0.000 0.000-3 0,0.000 0.000-1314 6</inkml:trace>
  <inkml:trace contextRef="#ctx0" brushRef="#br0">20525.000 10816.000 1666 0,'-9.000'-2.000'74'3,"3.000"-1.000"15"-2,3.000 0.000-71 0,-3.000 1.000-18 3,0.000-1.000 0-3,1.000 0.000 0 9,-1.000 1.000 96-9,0.000-1.000 16 11,0.000 3.000 4-11,0.000-3.000 0 0,3.000-2.000-46 0,-3.000 2.000-9 3,6.000 3.000-1-3,0.000 0.000-1 4,-3.000-2.000-35-4,3.000 2.000-6 6,-3.000-3.000-2-6,3.000 3.000 0 5,0.000 0.000-8-5,0.000 0.000-8 10,0.000 0.000 9-10,0.000 0.000-9 2,0.000 0.000 36-2,0.000 0.000 2 7,0.000 0.000 0-7,0.000 0.000 0 4,0.000 0.000-10-4,0.000 0.000-1 5,0.000 0.000-1-5,0.000 0.000 0 5,0.000 0.000 14-5,0.000 0.000 2 8,0.000 0.000 1-8,6.000 3.000 0 5,3.000-1.000-10-5,-3.000 1.000-1 3,3.000 0.000-1-3,0.000-1.000 0 15,2.000 1.000-1-15,1.000 0.000 0 0,-3.000-1.000 0 0,6.000 1.000 0 6,-3.000 0.000-30-1,3.000-1.000 0-5,0.000 1.000 0 0,0.000 0.000 0 9,3.000-3.000 15-8,-4.000 2.000-3-1,4.000-2.000-1 0,3.000 0.000 0 5,0.000 0.000-11-5,0.000 0.000 8 7,0.000 3.000-8-7,-1.000-1.000 8 3,1.000-2.000 2-3,3.000 3.000 0 10,-3.000 0.000 0-10,6.000-1.000 0 1,-3.000 4.000 0-1,2.000-4.000 0 7,-2.000 1.000 0-7,3.000 0.000 0 6,0.000-1.000-1-6,3.000 1.000 0 17,-4.000 0.000 0-17,1.000-1.000 0 0,3.000 1.000 1 0,-3.000 0.000 0 0,2.000-3.000 0 0,1.000 0.000 0 6,3.000 2.000-1-6,-3.000 1.000 0 3,-1.000-3.000 0-3,4.000 2.000 0 8,0.000-2.000 0-8,3.000 0.000 0 2,-4.000 0.000 0-2,1.000-2.000 0 11,0.000 2.000 2-11,3.000-3.000 0 1,-4.000 1.000 0-1,1.000-1.000 0 12,3.000 0.000-11-12,0.000 3.000 0 4,2.000-2.000 0-4,-2.000-1.000 0 2,0.000 3.000 0-2,-1.000-3.000 0 5,1.000 3.000 9-5,-3.000 0.000-9 4,-3.000 0.000 8-4,-4.000 0.000-8 10,1.000 0.000 10-10,0.000-2.000-10 1,0.000 2.000 0-1,0.000 0.000 8 11,-1.000 0.000-8-11,-2.000 0.000 0 1,3.000 0.000 0-1,-3.000-3.000 0 7,6.000 6.000 0-7,-4.000-1.000 0 3,-2.000 1.000 0-3,0.000-3.000 0 10,3.000 0.000 0-10,0.000 0.000 0 0,-4.000 3.000 0 0,1.000-3.000 8 7,0.000 0.000-8-7,-3.000 2.000 9 4,0.000 1.000-9-4,-1.000 0.000 8 5,-2.000-3.000-8-5,0.000 2.000 8 12,-3.000 1.000-8-12,3.000-1.000 10 0,-6.000-2.000-10 0,3.000 0.000 10 8,0.000 0.000-2-8,-3.000 0.000 0 3,2.000 3.000 0-3,-2.000-3.000 0 8,0.000 3.000 0-8,0.000-3.000-8 11,0.000 0.000 12-8,0.000 2.000-4-3,-3.000-2.000-8 0,0.000 0.000 8 0,0.000 0.000-8 0,0.000 0.000 8 6,0.000 0.000-8-6,-3.000 0.000 0 7,-1.000 3.000 0-7,4.000-3.000 0 4,-9.000 0.000 0-4,6.000-3.000 0 10,0.000 3.000-12-10,-6.000 0.000 12 16,0.000 0.000-101-16,0.000 0.000-13 0,0.000 0.000-2 0,-9.000-2.000-1280 1</inkml:trace>
  <inkml:trace contextRef="#ctx0" brushRef="#br0">6092.000 12015.000 1209 0,'0.000'0.000'108'3,"-3.000"0.000"-87"3,0.000 0.000-21-5,3.000 0.000 0 6,0.000 0.000 250-6,0.000 0.000 46 6,0.000 0.000 8-6,0.000 0.000 3 8,0.000 0.000-213-8,0.000 0.000-42 3,0.000 0.000-9-3,0.000 0.000-2 7,0.000 0.000-27-7,0.000 0.000-6 4,0.000 0.000 0-4,0.000 0.000-8 7,0.000 0.000 0-7,6.000 5.000 0 7,3.000-2.000 0-7,-3.000 2.000 0 12,-6.000-5.000 0-12,9.000 3.000 0 0,0.000-1.000 0 0,0.000 1.000 0 4,-3.000 0.000 20-4,2.000-1.000-4 4,-2.000 1.000 0-5,3.000-1.000 0 11,0.000 1.000 26-10,0.000 0.000 5 2,0.000-1.000 1-2,3.000-2.000 0 6,0.000 3.000-28-6,0.000 0.000-6 7,0.000-3.000-1-7,0.000 2.000 0 3,-3.000 1.000 8-3,2.000 0.000 2 8,1.000-1.000 0-8,0.000 1.000 0 5,3.000-3.000-10-5,3.000 3.000-1 4,-3.000-1.000-1-3,0.000 1.000 0 4,3.000 2.000 5-5,3.000-2.000 0 9,-4.000-1.000 1-9,1.000 1.000 0 10,-3.000 2.000-17-8,6.000-2.000 0-2,-3.000 2.000-8 0,6.000-2.000 8 3,-7.000 0.000 0-3,4.000-1.000 8 4,0.000 1.000 1-3,6.000-3.000 0 5,-3.000 5.000-9-6,0.000-2.000 0 1,2.000 0.000 9-1,-2.000-1.000-9 12,0.000 1.000 11-12,0.000-3.000-3 0,3.000 2.000 0 0,-4.000-2.000 0 8,4.000 0.000-8-8,-3.000 0.000 10 2,3.000 0.000-10-2,-3.000 0.000 10 11,2.000 0.000 0-4,-2.000 0.000 0 0,-3.000 0.000 0-7,3.000 3.000 0 0,0.000 0.000-2 0,2.000-3.000-8 1,1.000 2.000 12-1,0.000-2.000-4 3,-6.000 0.000-8-3,0.000 0.000 0 12,5.000 0.000 9-11,-2.000 0.000-9-1,-3.000-2.000 0 0,3.000 2.000 9 8,3.000 0.000-9-8,-3.000-3.000 0 1,2.000 3.000 0 0,-5.000 0.000-11 9,3.000 0.000 0-10,0.000-3.000 0 1,-3.000 3.000 19-1,2.000-2.000 4 7,-5.000 2.000 1-7,0.000 2.000 0 8,3.000 1.000-13-7,0.000-3.000 0-1,-6.000 0.000 8 0,0.000 0.000-8 7,-1.000 3.000 0-3,4.000-1.000 8-4,0.000 1.000-8 0,-6.000 0.000 0 11,-6.000-3.000 0-11,6.000 0.000 8 0,0.000 2.000-8 0,0.000 1.000 0 8,-6.000-3.000 0-8,6.000 0.000 0 9,0.000 3.000 8-3,2.000-3.000-8-7,1.000 0.000 12 1,-3.000 2.000-1 2,-3.000-4.000 0-2,0.000 2.000 0 5,9.000 0.000-11-5,-6.000 0.000 0 4,-12.000 0.000 0-4,9.000 0.000 0 5,3.000 0.000 0-5,-3.000 0.000 10 8,-3.000 0.000-1-8,-6.000 0.000 0 3,0.000 0.000 2-3,8.000 0.000 0 7,-2.000-3.000 0-7,-6.000 3.000 0 3,0.000 0.000 1-3,0.000 0.000 0 11,9.000 0.000 0-10,-9.000 0.000 0-1,0.000 0.000-4 0,0.000 0.000 0 6,0.000 0.000 0-6,0.000 0.000 0 7,0.000 0.000-8-7,0.000 0.000 0 3,0.000 0.000 0-3,0.000 0.000 8 16,6.000-3.000-8-16,-6.000 3.000-9 1,0.000 0.000 9-1,0.000 0.000-13 13,0.000 0.000-171-13,0.000 0.000-33 0</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16T02:43:51"/>
    </inkml:context>
    <inkml:brush xml:id="br0">
      <inkml:brushProperty name="width" value="0.05292" units="cm"/>
      <inkml:brushProperty name="height" value="0.05292" units="cm"/>
      <inkml:brushProperty name="color" value="#ff0000"/>
    </inkml:brush>
  </inkml:definitions>
  <inkml:trace contextRef="#ctx0" brushRef="#br0">6916.000 7035.000 633 0,'0.000'0.000'56'3,"0.000"0.000"-44"-2,-6.000 3.000-12 0,-2.000-3.000 0 4,-1.000 0.000 128-4,6.000 0.000 23 6,-6.000 0.000 5-6,3.000-3.000 0 7,0.000 3.000-60-6,6.000 0.000-13 3,0.000 0.000-3-4,0.000 0.000 0 5,0.000 0.000-34-5,0.000 0.000-7 4,0.000 0.000-2-4,0.000 0.000 0 7,0.000 0.000-17-7,0.000 0.000-4 8,0.000 0.000-1-8,3.000-5.000 0 6,3.000 2.000-15-6,0.000 1.000 8 1,3.000-1.000-8-1,0.000 0.000 0 8,-1.000 1.000 9-8,1.000 2.000-9 4,0.000-3.000 8-4,3.000 0.000-8 13,0.000 3.000 27-13,3.000 0.000 0 0,0.000-5.000 0 0,3.000 5.000 0 5,-3.000-2.000-13-5,5.000 2.000-2 7,1.000-3.000-1-8,0.000 0.000 0 7,3.000 1.000 11-6,-3.000-1.000 2 6,0.000 0.000 1-6,-1.000 3.000 0 3,10.000-2.000 7-3,-6.000-1.000 2 7,-6.000 3.000 0-7,0.000 0.000 0 4,9.000-3.000-10-4,-7.000 3.000-1 12,-2.000-2.000-1-12,-3.000 2.000 0 2,6.000 0.000-10-2,-6.000 0.000-1 12,3.000-3.000-1-12,-6.000 3.000 0 0,-6.000 0.000 12 0,5.000 0.000 2 1,1.000 3.000 1 0,-3.000-1.000 0 12,-9.000-2.000-25-12,6.000 3.000 0 2,3.000-3.000 0-3,-3.000 0.000 0 3,-6.000 0.000 0-3,0.000 0.000 10 1,0.000 0.000 1-1,6.000 3.000 0 11,0.000-3.000-11-11,-6.000 0.000 0 4,0.000 0.000-12-4,0.000 0.000 12 12,6.000 5.000-26-12,-6.000-5.000 2 0,0.000 0.000 1 0,-3.000 5.000 0 13,3.000-5.000-39-13,-6.000 6.000-8 0,6.000-6.000-2 0,-9.000 7.000-528 11,-3.000-1.000-107-11</inkml:trace>
  <inkml:trace contextRef="#ctx0" brushRef="#br0">7223.000 7146.000 460 0,'-33.000'3.000'41'1,"27.000"0.000"-33"1,6.000-3.000-8-1,0.000 0.000 0 8,0.000 0.000 246-8,0.000 0.000 47 3,0.000 0.000 10-3,0.000 8.000 1 9,0.000-8.000-139-9,0.000 0.000-28 3,-6.000 5.000-5-3,6.000-5.000-2 7,0.000 0.000-78-7,3.000 5.000-16 16,-3.000-5.000-4-16,3.000 6.000 0 0,6.000-1.000-22 0,0.000-3.000-10 4,-6.000 4.000 8-4,6.000-1.000-8 0,-3.000-2.000 0 0,6.000-1.000 0 6,3.000 4.000 0-6,-3.000-6.000 0 6,0.000 2.000 0-6,3.000-2.000 0 7,5.000 3.000 0-5,-2.000-3.000 0 13,-3.000 0.000-39-15,3.000-3.000 0 0,0.000 3.000 0 0,3.000 0.000 0 10,-1.000 0.000-134-9,-2.000 0.000-27-2</inkml:trace>
  <inkml:trace contextRef="#ctx0" brushRef="#br0">12167.000 8808.000 939 0,'0.000'0.000'41'1,"0.000"0.000"10"-1,0.000 0.000-41 0,0.000 0.000-10 2,0.000 0.000 0-1,0.000 0.000 0 7,0.000 0.000 72-7,-3.000-3.000 13 4,-3.000 3.000 3-4,6.000 0.000 0 8,0.000 0.000-28-8,0.000 0.000-6 4,-6.000 0.000-1-4,6.000 0.000 0 7,0.000 0.000-17-7,0.000 0.000-3 4,0.000 0.000-1-4,0.000 0.000 0 4,0.000 0.000 1-4,0.000 0.000 0 10,0.000 0.000 0-10,0.000 0.000 0 5,0.000 0.000-5-5,0.000 0.000 0 4,0.000 0.000-1-4,0.000 0.000 0 8,0.000 0.000 1-8,0.000 0.000 1 15,0.000 0.000 0-3,0.000 0.000 0-12,0.000 0.000-5 0,0.000 0.000 0 0,0.000 0.000-1 0,0.000 0.000 0 0,0.000 0.000 3 0,0.000 0.000 1 0,0.000 0.000 0 0,0.000 0.000 0 5,0.000 0.000 2-5,0.000 0.000 1 2,0.000 0.000 0-2,0.000 0.000 0 8,0.000 0.000 2-8,0.000 0.000 0 3,9.000 0.000 0-3,-9.000 0.000 0 11,0.000 0.000-19-10,0.000 0.000-3-1,0.000 0.000-1 0,6.000 3.000 0 9,3.000 0.000 3-9,0.000-3.000 1 5,0.000 0.000 0-5,-3.000 0.000 0 2,3.000 2.000-13-1,-3.000-2.000 0 6,0.000 0.000 8-7,3.000 3.000-8 3,0.000-3.000 26-3,-1.000 3.000 2 16,1.000-3.000 1-16,-3.000 0.000 0 0,3.000 2.000-29-1,3.000-2.000 0 7,-3.000 0.000 0-6,0.000 0.000 0 2,0.000 0.000 0-1,3.000 0.000 0 9,-3.000 0.000 8-10,0.000 0.000-8 2,0.000-2.000 14-1,3.000 2.000-3 4,-4.000 0.000-1-3,4.000 0.000 0 1,-3.000-3.000 3-3,-3.000 0.000 1 4,3.000 3.000 0-1,0.000 0.000 0 1,3.000 0.000 1-3,-3.000-2.000 0 1,-3.000 2.000 0-2,3.000 0.000 0 8,0.000 2.000-4-8,0.000 1.000-1 6,0.000-3.000 0-6,-3.000 0.000 0 7,3.000 3.000-2-7,-4.000-3.000-8 13,1.000 0.000 12-10,3.000 0.000-4-3,-3.000 2.000 0 0,0.000 1.000-8 0,0.000-3.000 12 0,0.000 3.000-4 10,0.000-3.000-8-10,3.000 5.000 0 0,-3.000-3.000 0 0,3.000 1.000 0 2,-3.000 0.000 0-2,0.000-1.000 13 7,3.000 1.000-1-7,0.000 2.000-1 7,0.000-2.000-11-5,0.000 2.000 0 4,-1.000 1.000 0-5,1.000-4.000 0-1,3.000 1.000 0 0,0.000-1.000 0 7,-3.000 4.000 0-7,3.000-4.000 0 6,0.000 1.000 0-6,0.000 0.000 0 10,0.000-1.000 9-10,0.000 1.000-1 0,0.000-3.000 0 0,-1.000 0.000 1 2,1.000 0.000 0-2,0.000 0.000 0 15,0.000 0.000 0-13,0.000 0.000 0-2,0.000 0.000 0 0,0.000 0.000 0 6,3.000-3.000-1-4,-3.000 3.000 0-2,3.000-2.000 0 0,-3.000-1.000 0 9,2.000 0.000-8-9,-2.000 1.000 10 1,0.000 2.000-10-1,3.000-3.000 10 10,-3.000-2.000-10-10,0.000 2.000 12 0,3.000 1.000-12 0,0.000-1.000 12 9,-3.000-2.000-12-9,-1.000 2.000 0 4,4.000 0.000 0-4,-3.000 3.000 0 5,-3.000-5.000 0-5,3.000 5.000 0 8,0.000-3.000 0-8,-3.000 1.000 0 3,0.000-1.000 0-3,0.000 3.000 0 6,3.000-3.000 0-4,0.000 1.000 0 9,0.000 2.000 15-8,2.000-3.000 1-3,-5.000 1.000 0 0,3.000-1.000 0 0,0.000 0.000-16 0,0.000 1.000 0 6,0.000-1.000 0-6,-3.000 0.000 0 6,6.000 1.000 0-6,-3.000 2.000 0 4,-3.000-3.000 0-4,0.000 0.000 0 9,2.000 1.000 11-7,-2.000-1.000-11-2,0.000 0.000 12 0,0.000 3.000-12 9,0.000-2.000 11-9,-3.000-1.000-11 1,3.000 3.000 10-1,-3.000 0.000-10 12,0.000 0.000 8-12,0.000-3.000-8 0,3.000 1.000 0 0,-3.000 2.000 0 11,0.000 0.000 0-11,0.000 0.000 0 2,3.000 2.000 0-2,-3.000-2.000 0 6,0.000 0.000 0-6,-6.000 0.000 0 13,5.000 0.000 0-11,1.000 0.000 0-2,3.000 3.000 0 0,-3.000-3.000 0 1,0.000 0.000 0-1,0.000 0.000 0 4,0.000 0.000 0-2,0.000 3.000 0 1,0.000-3.000 0-3,3.000 0.000 0 6,-6.000 2.000 0-6,3.000-2.000 0 8,3.000 3.000 0-8,-3.000-3.000 0 5,0.000-3.000 0-5,3.000 3.000 0 10,-3.000 0.000 0-10,0.000 0.000 0 1,3.000 0.000 0-1,-4.000 3.000 0 2,4.000-3.000 0-2,-3.000 3.000 0 10,3.000-3.000 0-10,-3.000 2.000-21 3,-6.000-2.000 3-3,6.000 0.000 1 37,3.000 3.000-88-37,-3.000 0.000-18-1,3.000-3.000-3 1,-3.000 2.000-1 0,0.000 4.000-76 0,0.000-4.000-15 0</inkml:trace>
  <inkml:trace contextRef="#ctx0" brushRef="#br0">13274.000 6686.000 806 0,'0.000'0.000'36'2,"-3.000"0.000"7"-1,-3.000 0.000-35 0,3.000 3.000-8 0,-5.000-1.000 0 0,2.000-2.000 0 2,0.000 0.000 39-2,0.000 0.000 5 7,-3.000 3.000 2-7,0.000 0.000 0 5,0.000-3.000-34-5,0.000 0.000-12 5,3.000 2.000 0-5,-3.000 1.000 9 7,3.000 0.000-9-7,0.000-3.000 0 10,-3.000 0.000 0-10,3.000 0.000 0 0,0.000 0.000 0 0,3.000 2.000 0 4,-3.000 1.000 0-4,6.000-3.000 0 9,0.000 0.000 0-9,0.000 0.000 0 2,-6.000 2.000 8-2,6.000-2.000-8 8,0.000 0.000 71-7,0.000 0.000 12 2,0.000 0.000 2-3,0.000 0.000 1 8,0.000 0.000-13-8,0.000 0.000-2 6,0.000 6.000-1-6,3.000 2.000 0 5,-3.000-8.000-18-5,3.000 5.000-4 2,3.000 3.000-1-2,-3.000-3.000 0 7,0.000 1.000-9-7,3.000-4.000-2 7,0.000 3.000 0-7,0.000 1.000 0 4,0.000-4.000-8-4,0.000 4.000-1 6,0.000-1.000-1-2,0.000 0.000 0-2,0.000 1.000-2-2,0.000-1.000-1 5,0.000-2.000 0-5,0.000 4.000 0 4,0.000-1.000 3-4,0.000-4.000 1 7,3.000 4.000 0-6,-3.000-4.000 0 6,2.000 4.000 4-7,1.000-4.000 1 5,3.000 1.000 0-3,-3.000 2.000 0 1,-3.000-5.000-3-3,3.000 3.000 0 5,0.000-1.000 0-5,-3.000-2.000 0 6,3.000 3.000 1-6,-3.000-3.000 0 3,0.000 0.000 0-3,3.000 0.000 0 11,-9.000 0.000-8-11,6.000 3.000-2 2,-6.000-3.000 0-2,6.000 0.000 0 6,-6.000 0.000-10-6,0.000 0.000-2 3,6.000-3.000-8-3,-6.000 3.000 12 14,0.000 0.000-12-14,0.000 0.000 8 0,0.000 0.000-8 0,0.000 0.000 0 5,0.000 0.000 0-5,0.000 0.000 0 4,0.000 0.000 0-4,0.000 0.000 0 19,0.000 0.000-24-19,0.000 0.000-2 0,0.000 0.000 0 0,0.000 0.000 0 11,0.000 0.000-34-11,0.000 0.000-6-1,0.000 0.000-2 1,-6.000 3.000 0 12,-3.000-1.000-170-12,0.000 4.000-34 1</inkml:trace>
  <inkml:trace contextRef="#ctx0" brushRef="#br0">13117.000 6998.000 115 0,'0.000'0.000'10'1,"0.000"0.000"-10"6,0.000 0.000 0-6,0.000 0.000 0 7,0.000 0.000 376-7,0.000 0.000 72 7,0.000 0.000 16-7,0.000 0.000 2 4,0.000 0.000-283-4,0.000 0.000-57 6,0.000 0.000-11-6,0.000 0.000-3 5,0.000 0.000-52-5,0.000 0.000-12 5,9.000 0.000-1-5,-1.000 0.000-1 6,1.000 3.000-26-6,3.000 0.000-4 14,3.000-3.000-2-14,-3.000 0.000 0 0,3.000 2.000 5 0,0.000 1.000 1 3,0.000-1.000 0-3,0.000 4.000 0 6,-1.000-1.000-20-6,4.000 0.000 0 5,-6.000 1.000 0-5,6.000-1.000 0 8,-3.000 3.000-13-8,0.000-3.000-7 2,0.000 3.000 0-2,3.000 0.000-1 22,-1.000 0.000-22-22,4.000-3.000-4-1,-3.000 1.000-1 1,3.000 1.000-976 5</inkml:trace>
  <inkml:trace contextRef="#ctx0" brushRef="#br0">20832.000 6726.000 471 0,'0.000'0.000'20'2,"0.000"0.000"6"-1,-6.000 0.000-26 0,6.000 0.000 0 4,0.000 0.000 0-4,0.000 0.000 0 8,0.000-3.000 99-8,0.000 3.000 14 5,0.000 0.000 3-5,3.000-5.000 1 6,0.000-1.000 4-6,0.000 4.000 1 2,-3.000 2.000 0-2,6.000-5.000 0 11,0.000 2.000-37-11,-6.000 3.000-7 1,0.000 0.000-2-1,0.000-5.000 0 10,6.000-1.000-2-10,-3.000 4.000-1 3,-3.000 2.000 0-3,0.000 0.000 0 4,0.000 0.000-17-4,0.000 0.000-4 7,0.000 0.000-1-5,0.000 0.000 0 0,0.000 0.000-37-2,0.000 0.000-14 7,0.000 0.000 11-7,0.000 0.000-11 4,0.000 0.000 0-4,0.000 0.000 0 7,0.000 0.000 0-7,-3.000 5.000 0 7,-3.000 3.000 0-7,3.000 0.000 0 9,0.000 0.000 0-9,-3.000 0.000 0 1,3.000 2.000 0-1,-3.000 1.000 9 3,0.000-1.000-9-3,0.000 4.000 12 8,3.000-4.000-12-8,-3.000 4.000 12 4,-3.000-1.000-12-5,3.000 0.000 12 10,-3.000 0.000-12-9,3.000 0.000 0 2,0.000 1.000 9-2,-3.000-1.000-9 12,0.000-3.000 0-12,4.000 1.000 9 2,-1.000 0.000-9-2,0.000-1.000 0 7,0.000-2.000 10-5,0.000 0.000-10 1,0.000 0.000 8-3,0.000 0.000-8 4,0.000-3.000 8-4,3.000 3.000-8 6,-3.000 0.000 0-6,3.000-5.000 8 17,-3.000 2.000-8-17,0.000 0.000 0 0,0.000 1.000 9 0,3.000-4.000-9 0,3.000-2.000 0 0,-6.000 6.000 0 5,0.000-1.000 0-5,3.000-2.000 0 5,3.000-3.000-15-5,0.000 0.000-4 7,-6.000 2.000-1-7,6.000-2.000 0 18,-3.000 3.000-32-18,3.000-3.000-8 0,0.000 0.000 0 0,0.000 0.000-1 11,0.000 0.000-147-11,6.000-5.000-28 0</inkml:trace>
  <inkml:trace contextRef="#ctx0" brushRef="#br0">20963.000 6821.000 1634 0,'3.000'-3.000'36'1,"0.000"1.000"7"0,0.000 2.000 1 0,-3.000 0.000 3-1,0.000 0.000-38 1,0.000 0.000-9 3,6.000 0.000 0-3,-6.000 0.000 0 3,0.000 0.000 88-3,0.000 0.000 16 6,0.000 0.000 4-6,0.000 0.000 0 5,0.000 0.000-62-5,0.000 0.000-12 7,0.000 0.000-2-7,0.000 0.000-1 3,-3.000 8.000-11-3,3.000 0.000-1 6,-6.000-1.000-1-6,3.000 1.000 0 8,-6.000 0.000-6-6,3.000 3.000 0 4,0.000-3.000-1-6,-3.000 2.000 0 3,3.000 1.000 1-3,-3.000 2.000 1 1,0.000 1.000 0-1,0.000-1.000 0 9,-6.000 0.000-13-9,3.000 3.000 0 4,4.000-3.000 0-4,-4.000 0.000 0 7,-3.000 3.000 0-5,0.000 3.000 0-1,0.000-1.000 0-1,-3.000 1.000 0 22,0.000 2.000-25-22,-3.000 0.000-5 0,4.000 0.000-1 1,-1.000 3.000-626 3,-3.000 3.000-126-3</inkml:trace>
  <inkml:trace contextRef="#ctx0" brushRef="#br0">5589.000 8266.000 57 0,'0.000'0.000'0'1,"0.000"0.000"0"10,0.000 0.000 0-10,0.000 0.000 0 2,0.000 0.000 161-2,0.000 0.000 27 3,-3.000-6.000 6-3,3.000 6.000 1 10,-3.000-5.000-109-10,3.000 0.000-22 1,-3.000-1.000-4-1,3.000 6.000 0 9,-3.000-2.000-15-9,3.000 2.000-2 3,0.000-8.000-1-3,0.000 3.000 0 8,0.000-3.000-14-8,3.000 2.000-2 4,-3.000-2.000-1-2,0.000 3.000 0 3,3.000-3.000 0-5,0.000 0.000 0 4,-3.000 0.000 0-4,3.000 3.000 0 8,-3.000 5.000-5-8,3.000-8.000-2 8,0.000 3.000 0-8,3.000-3.000 0 1,-3.000-3.000-3-1,3.000 3.000-1 7,-3.000 3.000 0-7,0.000-3.000 0 4,3.000 0.000 4-4,0.000 0.000 1 5,-3.000-2.000 0-5,0.000 4.000 0 5,2.000-2.000 6-5,-2.000 3.000 2 8,0.000-3.000 0-8,0.000 3.000 0 4,0.000-3.000 3-4,0.000 3.000 1 4,0.000-3.000 0-5,3.000 2.000 0 12,-6.000 6.000-3-11,3.000-5.000-1 3,3.000 0.000 0-2,0.000 0.000 0 6,-3.000 2.000-5-7,3.000 0.000-1 1,0.000-2.000 0-1,-3.000 0.000 0 16,3.000-1.000-8-15,0.000 1.000-1-1,3.000 0.000-1 0,3.000-1.000 0 6,-9.000 1.000-3-6,3.000 0.000-8 1,3.000 2.000 12-1,0.000-2.000-4 10,-3.000 0.000 0-10,2.000 2.000-8 2,1.000-2.000 12-1,-6.000 2.000-4 2,3.000 0.000 9-3,3.000 1.000 2 7,-3.000-3.000 0-5,-6.000 5.000 0 0,0.000 0.000-19-2,6.000-3.000 0 7,0.000 0.000 0-7,3.000 1.000 0 4,-3.000 2.000 9-3,-6.000 0.000-1 6,0.000 0.000-8-7,9.000 0.000 12 3,0.000-3.000-12-3,0.000 6.000 0 10,0.000-3.000 0-10,0.000 0.000 0 2,0.000 2.000 8-2,-1.000-2.000-8 10,-8.000 0.000 0-7,9.000 3.000 0-3,0.000-3.000 0 0,-3.000 3.000 0 2,3.000-1.000 0-2,-3.000 1.000 0 9,-6.000-3.000 0-9,9.000 2.000 0 5,0.000 4.000 0-5,-9.000-6.000 0 7,6.000 2.000 8-7,0.000 4.000-8 4,-6.000-6.000 0-4,9.000 5.000 0 8,3.000 0.000 0-8,-6.000 1.000 8 2,-6.000-6.000-8-2,6.000 7.000 0 5,0.000-1.000 0-3,0.000-1.000 9 6,-6.000-5.000-9-7,3.000 8.000 8-1,3.000-3.000-8 0,-4.000 3.000 0 7,4.000-2.000 9-7,-3.000 1.000-9 3,3.000 1.000 0-3,-6.000 0.000 9 14,0.000-2.000-9-14,3.000 4.000 0 1,0.000-2.000 0-1,-3.000 3.000 0 7,3.000-1.000 0-6,-3.000 1.000 0-1,0.000-3.000 16 0,0.000 0.000-3 7,0.000 0.000-1-5,-3.000 2.000 0 1,3.000-4.000 12-3,0.000 2.000 3 4,-3.000-1.000 0-3,0.000 1.000 0 8,3.000 3.000-27-8,0.000-3.000 0-1,-6.000 0.000 0 0,3.000 0.000 0 9,0.000 2.000 0-9,0.000-2.000 16 1,-2.000 0.000-2-1,-1.000 0.000-1 12,0.000 0.000-13-12,0.000 3.000 0 0,0.000-1.000-9 0,0.000 1.000 9 7,0.000-3.000 0-7,-3.000 2.000 0 5,3.000-2.000 0-5,0.000 3.000 0 14,0.000-3.000 0-14,-3.000 2.000 0 0,3.000-2.000 0 0,-3.000 3.000 0 1,0.000 0.000 0-1,3.000-1.000 0 9,-3.000-2.000 0-9,3.000 0.000 0 3,-2.000 3.000 0 2,2.000-3.000 0-3,-6.000-1.000 0-2,6.000 1.000 0 5,0.000-2.000 0-5,-3.000-1.000 8 11,0.000 3.000-8-9,0.000 0.000 10-2,3.000-3.000-10 0,0.000 0.000 0 5,0.000-2.000 0-4,3.000 2.000 0 3,3.000-5.000 0-4,-6.000 3.000 0 2,-3.000 0.000 0-2,3.000-1.000 0 8,-3.000 1.000 0-8,3.000 0.000 15 3,-3.000-3.000-4 0,4.000 2.000-1 9,-1.000-2.000 4-12,0.000 0.000 1 0,-3.000 3.000 0 0,9.000-3.000 0 7,0.000 0.000-3-7,-6.000-3.000 0 0,-3.000 1.000 0 0,0.000-1.000 0 12,9.000 3.000 0-12,-6.000-3.000-1 4,-3.000 1.000 0-4,3.000-4.000 0 7,-3.000 4.000-3-3,3.000-1.000 0-4,0.000-2.000 0 0,3.000 0.000 0 4,-3.000-1.000 3-4,0.000-2.000 0 7,3.000 3.000 0-7,0.000-3.000 0 3,0.000-3.000-1-1,0.000 4.000 0 8,-6.000-4.000 0-10,7.000 3.000 0 0,-1.000-3.000-10 0,0.000 1.000 10 9,-3.000-3.000-10-9,6.000 2.000 10 1,-6.000 3.000-10-1,6.000-2.000 0 16,-3.000-1.000 9-16,0.000 0.000-9 0,-3.000 1.000 0 0,6.000 2.000 0 3,-3.000 0.000 0 0,-3.000 0.000 8-3,3.000-3.000-8 0,0.000 3.000 0 3,0.000 0.000 0-3,0.000 3.000 0 8,0.000 3.000 0-8,0.000-4.000 0 2,3.000 6.000 0-2,0.000-5.000 0 9,0.000 5.000 0-9,-6.000-3.000 9 2,6.000 3.000-9-2,0.000 0.000 10 11,0.000 0.000-10-11,0.000 0.000-14 1,-3.000-2.000 3-1,3.000 2.000 1 18,-3.000-6.000-14-18,3.000 6.000-2 0,-3.000-2.000-1 0,3.000 2.000 0 21,0.000 0.000-20-21,0.000 0.000-4 0,0.000 0.000-1 0,0.000 0.000 0 6,0.000 0.000-127-6,0.000 0.000-25 0</inkml:trace>
  <inkml:trace contextRef="#ctx0" brushRef="#br0">5779.000 6837.000 781 0,'0.000'0.000'34'1,"0.000"0.000"8"0,0.000 0.000-34-1,0.000 0.000-8 4,0.000 0.000 0-3,0.000 0.000 0 7,0.000 0.000 64-7,0.000 0.000 12 2,-6.000-3.000 1-2,0.000 3.000 1 11,3.000-2.000-35-11,-2.000-1.000-7 2,5.000 3.000-2-2,-6.000-3.000 0 6,0.000 1.000-18-6,3.000-1.000-3 4,3.000 3.000-1-4,0.000 0.000 0 5,-6.000-3.000-12-5,3.000-2.000 9 7,-3.000 0.000-9-7,6.000 5.000 8 5,0.000 0.000-8-5,0.000-3.000 0 9,-9.000 0.000 0-9,9.000 3.000 0 4,0.000-7.000 0-4,0.000 7.000 12 3,-3.000-6.000-12 9,0.000-2.000 12-12,3.000-2.000 5 0,3.000 2.000 2 0,-3.000 0.000 0 0,0.000 0.000 0 7,0.000 3.000 11-7,3.000-3.000 2 3,6.000 0.000 1-3,-9.000 0.000 0 8,6.000-3.000 0-8,-3.000 3.000 0 3,3.000 0.000 0-2,-3.000 0.000 0 11,3.000 3.000 1-12,0.000-3.000 0 1,-1.000 6.000 0-2,4.000-6.000 0 11,-3.000 0.000-8-10,0.000 2.000-2 2,3.000 4.000 0-2,0.000-4.000 0 8,0.000 1.000-8-8,0.000 0.000-3 1,0.000 0.000 0 2,0.000 2.000 0 2,0.000 0.000-13-3,0.000 1.000 0 1,3.000-1.000 0 2,0.000-2.000-10-5,-6.000 5.000 10 0,2.000-3.000 0 13,4.000 0.000 0-11,-3.000 3.000 0-2,0.000 0.000 0 0,3.000 3.000 0 1,-3.000-3.000 0-1,0.000 3.000 0 4,-3.000-3.000 0-4,3.000 5.000 0 10,3.000-2.000 0-10,-9.000 2.000 0 4,-3.000-5.000 0-4,9.000 5.000 8 6,-3.000 0.000-8-6,-3.000 3.000 11 5,3.000-2.000-2-5,-3.000 2.000 0 2,2.000-3.000 0-2,-5.000 6.000 0 9,3.000-6.000 1-9,-3.000 3.000 0 3,-3.000 0.000 0-3,3.000 0.000 0 9,-2.000 2.000 3-9,-1.000 1.000 1 4,0.000-1.000 0-4,0.000 1.000 0 20,0.000 0.000-2-17,-3.000 2.000-1-3,0.000-3.000 0 0,3.000 4.000 0 0,-3.000-4.000-3 0,-3.000 1.000 0 0,-3.000 2.000 0 0,6.000-2.000 0 4,-3.000-1.000-8-4,0.000-2.000 8 3,3.000-3.000-8-3,-6.000 3.000 8 7,3.000 0.000-8-7,3.000 0.000 10 8,-3.000-3.000-10-5,3.000 1.000 10-3,-2.000-4.000 2 5,-1.000 1.000 1-5,3.000 0.000 0 0,0.000-1.000 0 4,0.000-2.000 4-4,-3.000 3.000 1 10,3.000-3.000 0-10,0.000-3.000 0 4,3.000 3.000 5-4,-9.000 0.000 1 4,12.000 0.000 0-4,0.000 0.000 0 7,0.000 0.000-12-7,-6.000-8.000-1 15,0.000 3.000-1-15,3.000 0.000 0 0,-3.000 0.000-10 0,3.000-1.000 0 0,0.000 1.000 0 0,0.000 0.000 0 8,0.000-1.000 0 0,3.000 6.000 0-8,-3.000-8.000 0 0,0.000 3.000 8 13,3.000 0.000-8-12,-6.000 0.000 0-1,6.000-3.000 0 0,-3.000 2.000 0 0,3.000-2.000-15 0,-3.000 3.000 5 9,3.000 5.000 1-9,0.000-5.000 0 24,0.000-3.000-141-18,3.000 3.000-28-6</inkml:trace>
</inkml:ink>
</file>

<file path=ppt/ink/ink3.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16T02:46:33"/>
    </inkml:context>
    <inkml:brush xml:id="br0">
      <inkml:brushProperty name="width" value="0.05292" units="cm"/>
      <inkml:brushProperty name="height" value="0.05292" units="cm"/>
      <inkml:brushProperty name="color" value="#ff0000"/>
    </inkml:brush>
  </inkml:definitions>
  <inkml:trace contextRef="#ctx0" brushRef="#br0">13569.000 8819.000 921 0,'0.000'0.000'82'1,"0.000"0.000"-66"0,-6.000-3.000-16 0,-3.000 0.000 0 9,3.000 1.000 194-9,-3.000 2.000 35 4,3.000-3.000 7-4,0.000 3.000 2 5,-3.000 0.000-112-5,6.000-3.000-22 7,-3.000 3.000-5-7,6.000 0.000-1 2,-5.000 0.000-41-2,5.000 0.000-8 19,0.000 0.000-1-19,0.000 0.000-1 0,0.000 0.000-36 0,0.000 0.000-11 1,-6.000 0.000 0-1,6.000 0.000 0 4,0.000 0.000 16-4,0.000 0.000-4 12,0.000 0.000-1-12,0.000 0.000 0-1,0.000 0.000-2 1,0.000 0.000 0 6,0.000 0.000 0-6,0.000 0.000 0 7,0.000 0.000 5-7,3.000 6.000 1 2,3.000 2.000 0-2,-4.000-3.000 0 8,4.000 3.000-1-8,0.000 0.000 0 4,0.000 0.000 0-4,0.000 0.000 0 10,0.000 0.000-5-10,3.000 2.000-1 0,3.000 1.000 0 0,-3.000-1.000 0 12,3.000 1.000-8-9,3.000-1.000 10-3,-3.000 6.000-10 0,3.000 0.000 10 15,-1.000 3.000-2-12,1.000-1.000 0-3,0.000 1.000 0 0,0.000 2.000 0 0,0.000 0.000-8 0,0.000 3.000-9 5,0.000 0.000 9-5,0.000 0.000-13 2,0.000 2.000 13-2,-1.000-2.000 0 8,4.000 0.000 0-8,-3.000 2.000 0 3,0.000 1.000 0-3,0.000-4.000 0 9,0.000 4.000 0-9,0.000-1.000 0 4,-3.000 1.000 0-4,5.000-1.000 0 11,-2.000 1.000 0-11,0.000-4.000 0-1,3.000 1.000 0 1,-3.000 0.000 0 7,3.000 3.000 0-7,-3.000-4.000 0 5,3.000-1.000 18-5,-1.000-1.000-3 2,-2.000 0.000-1-2,0.000 0.000 0 14,3.000-2.000 1-14,-6.000-4.000 0 0,0.000 1.000 0 0,0.000 0.000 0 7,0.000-3.000 5-7,-3.000 1.000 0 6,3.000-1.000 1-5,-4.000-3.000 0 8,-2.000-2.000-5-9,3.000 3.000-2 0,-3.000 0.000 0 0,-3.000-1.000 0 9,0.000-5.000-3-9,0.000 3.000-1 1,0.000-2.000 0-1,0.000-1.000 0 7,-3.000-5.000-1-7,0.000 0.000 0 3,0.000 0.000 0-2,3.000 5.000 0 4,-3.000 3.000 1-5,0.000-8.000 0 7,0.000 0.000 0-7,0.000 0.000 0 2,0.000 0.000 7-2,0.000 0.000 2 8,0.000 5.000 0-7,0.000-5.000 0 1,0.000 0.000-19-2,0.000 0.000 0 11,0.000 0.000 0-11,0.000 0.000 0 1,0.000 0.000 16-1,0.000 0.000-3 8,0.000 0.000-1-8,0.000 0.000 0 7,0.000 0.000-12-7,0.000 0.000 11 1,0.000 0.000-11-1,0.000 0.000 10 7,0.000 0.000-10-7,0.000 0.000 8 3,0.000 0.000-8-3,0.000 0.000 8 8,0.000 0.000-8-8,0.000 0.000 0 4,0.000 0.000 0-4,0.000 0.000 0 8,0.000 0.000 0-8,0.000 0.000 0 4,0.000 0.000 0-4,0.000 0.000 0 8,0.000 0.000 0-8,0.000 0.000 0 2,0.000 0.000 0-2,0.000 0.000 0 7,0.000 0.000 0-7,0.000 0.000 0 16,0.000 0.000 0-16,0.000 0.000 0 0,0.000 0.000-12-1,0.000 0.000 0 6,0.000 0.000-1-5,0.000 0.000 0 13,0.000 0.000-95-13,0.000 0.000-20 0,0.000 0.000-3 0</inkml:trace>
  <inkml:trace contextRef="#ctx0" brushRef="#br0">16251.000 9094.000 57 0,'-3.000'-3.000'0'2,"-3.000"-2.000"0"4,0.000 0.000 0-5,3.000 2.000 0 6,0.000-2.000 270-6,-3.000-3.000 49 7,0.000 2.000 9-7,0.000-2.000 3 5,0.000 0.000-220-5,3.000 3.000-44 6,-6.000 0.000-9-6,3.000 0.000-2 4,0.000-3.000-22-4,3.000 2.000-5 6,0.000-2.000-1-6,1.000 6.000 0 6,-1.000-4.000-19-6,-3.000 1.000-9 6,3.000 0.000 8-6,3.000 0.000-8 6,0.000 5.000 0-6,0.000 0.000 8 3,0.000 0.000-8-3,0.000 0.000 0 8,0.000 0.000 24-8,0.000 0.000 0 4,0.000 0.000 0 2,0.000 0.000 0 3,0.000 0.000 25-7,0.000 0.000 5-1,0.000 0.000 1-1,0.000 0.000 0 4,0.000 0.000-1-4,0.000 0.000 0 1,0.000 0.000 0-1,3.000 10.000 0 6,-3.000-2.000-8-6,0.000 0.000-2 5,0.000-8.000 0-5,3.000 11.000 0 4,0.000-3.000-7-4,0.000 2.000-1 6,5.000 1.000-1-6,-2.000-1.000 0 5,0.000 1.000-11-5,0.000-3.000-1 15,0.000 2.000-1-16,3.000 4.000 0 3,0.000-1.000-11 0,0.000 0.000-3 6,-3.000 0.000 0-8,3.000 1.000 0 0,3.000 1.000 3 0,0.000 1.000 0 7,-3.000 0.000 0-7,0.000 0.000 0 4,3.000 3.000-1-4,-1.000-1.000 0 2,4.000-2.000 0 0,0.000 3.000 0 5,-3.000-1.000 1-7,3.000 3.000 0 6,0.000 0.000 0-6,0.000 1.000 0 11,0.000-1.000 0-11,-3.000 3.000 0 0,2.000-1.000 0 0,1.000 1.000 0 8,0.000-3.000-1-8,0.000 0.000 0 0,3.000 3.000 0 0,-6.000 0.000 0 8,0.000 3.000 2-8,3.000-6.000 0 14,2.000 0.000 0-12,-2.000-3.000 0-2,6.000 4.000-4 0,-6.000-4.000-8 0,3.000 3.000 12 0,3.000 0.000-4 3,-3.000 1.000 0-3,2.000-4.000-8 7,-2.000 3.000 12-7,6.000 0.000-4 4,3.000-5.000-8-4,-3.000 3.000 10 10,-6.000-1.000-10-10,2.000-2.000 10 1,4.000 3.000 2-1,-3.000-3.000 0 9,-3.000 2.000 0-9,0.000-5.000 0 3,-3.000 3.000-12-3,3.000 0.000 8 10,-1.000-3.000-8-9,-5.000-2.000 8 5,-6.000-3.000-8-4,3.000 2.000 0-2,3.000-2.000 0 0,0.000 0.000 8 7,-9.000-2.000 1-8,3.000-1.000 0 2,0.000 0.000 0-1,0.000-2.000 0 14,-6.000-3.000 16-14,0.000 0.000 3 0,0.000 0.000 1 0,0.000 0.000 0 5,6.000 3.000-4-3,-6.000-3.000-1-1,0.000 0.000 0-1,0.000 0.000 0 7,0.000 0.000-3-7,0.000 0.000-1 5,0.000 0.000 0-5,0.000 0.000 0 6,-6.000-3.000-20-6,0.000 0.000 0 6,6.000 3.000 0-6,0.000 0.000-12 17,-3.000-5.000-143-17,3.000 5.000-29 0</inkml:trace>
  <inkml:trace contextRef="#ctx0" brushRef="#br0">3535.000 10782.000 864 0,'0.000'0.000'38'1,"-6.000"-3.000"8"-1,3.000 0.000-37 1,-3.000 1.000-9 3,6.000-3.000 0-3,-6.000 2.000 0 6,3.000-2.000 148-6,3.000 5.000 28 7,-6.000-3.000 6-7,0.000 0.000 1 5,6.000 3.000-74-5,0.000 0.000-14 8,0.000-2.000-3-8,0.000 2.000-1 3,-6.000-3.000-39-3,6.000 3.000-8 6,0.000 0.000-2-6,0.000 0.000 0 5,-3.000-5.000-4-5,-3.000 2.000-1 4,6.000-2.000 0-4,0.000 5.000 0 11,0.000 0.000 11-11,0.000 0.000 3 0,0.000 0.000 0 0,0.000 0.000 0 8,0.000 0.000-6 1,0.000 0.000-1-9,0.000 0.000 0 0,0.000 0.000 0 8,0.000 0.000-14-8,0.000 0.000-3 0,6.000-3.000-1 0,-6.000 3.000 0 8,3.000-5.000-10-8,-3.000 5.000-1 1,0.000 0.000-1-1,6.000 0.000 0 8,6.000-3.000-2-8,-3.000 3.000-1 7,0.000 0.000 0-7,-3.000 0.000 0 1,-6.000 0.000 0-1,9.000 0.000 0 8,0.000 3.000 0-8,3.000 0.000 0 5,-3.000-1.000-11-5,3.000 1.000 10 8,3.000-3.000-10-9,-4.000 2.000 10 4,4.000 1.000-2-3,0.000-3.000 0 9,6.000 3.000 0-9,-9.000-1.000 0 4,6.000-2.000-8-4,-3.000 0.000 0 13,3.000 0.000 0-11,-1.000 0.000 0-2,-2.000 0.000 0 0,0.000 0.000 0 2,6.000 0.000 11 1,-9.000 3.000-11 1,6.000-3.000 16-4,3.000 0.000-4 1,-7.000 0.000 0-1,4.000 0.000 0 12,0.000 0.000 7-12,3.000 0.000 1 3,0.000-3.000 0-3,-3.000 3.000 0 11,-6.000 0.000 0-11,5.000 0.000 0 0,1.000 0.000 0 0,0.000 0.000 0 7,-3.000 0.000-20-7,6.000 3.000-12 4,0.000-3.000 1-4,0.000 3.000 1 3,-1.000-3.000 10-1,-5.000 0.000 14 4,3.000 0.000-3-6,3.000 0.000-1 3,-3.000-3.000-10-3,0.000 3.000 12 13,3.000 0.000-12-13,-1.000-3.000 12 0,1.000 3.000-12 0,-6.000-2.000 0 5,6.000 2.000 0-5,-3.000 0.000 8 3,0.000 0.000-8-3,3.000 0.000 10 11,-4.000 0.000-10-11,4.000 0.000 10 0,0.000 2.000-10 0,-6.000-2.000 0 7,6.000 0.000 0-7,-3.000 0.000 8 5,2.000 0.000-8-5,-2.000 3.000 10 7,0.000 0.000-10-7,-3.000-3.000 10 8,3.000 2.000-10-8,-3.000-2.000 0 1,3.000 3.000 0-1,-6.000 0.000 0 10,2.000-3.000 8-10,1.000 0.000-8 1,-3.000 2.000 8-1,-3.000-2.000-8 9,0.000 3.000 12-9,0.000-3.000-4 1,0.000 0.000 0-1,0.000 0.000 0 17,-9.000 0.000-8-13,6.000-3.000 10-2,3.000 3.000-10-2,-3.000 0.000 10 0,-6.000 0.000-10 0,9.000 0.000 0 0,0.000 0.000 0 0,2.000 0.000 0 20,-2.000 0.000-65-20,6.000 3.000-19 2,-6.000 0.000-3 0,9.000 4.000-775 3,0.000 1.000-155-5</inkml:trace>
  <inkml:trace contextRef="#ctx0" brushRef="#br0">4053.000 12401.000 1612 0,'-6.000'-3.000'144'1,"-3.000"1.000"-116"1,3.000-1.000-28-1,0.000 0.000 0 7,-3.000 1.000 148-7,0.000-1.000 23 12,9.000 3.000 5-12,0.000 0.000 0 1,0.000 0.000-88-1,-6.000-2.000-17 5,0.000-1.000-4-3,6.000 3.000-1 2,0.000 0.000-54-4,0.000 0.000-12 3,0.000 0.000 0-3,0.000 0.000 0 6,0.000 0.000 0-6,0.000 0.000 0 4,0.000 0.000 0-4,0.000 0.000 0 10,-6.000 0.000 0-10,6.000 0.000 12 2,0.000 0.000-4-2,0.000 0.000-8 9,0.000 0.000 16-9,0.000 0.000-4 3,0.000 0.000-1-3,0.000 0.000 0 9,0.000 0.000 10-9,0.000 0.000 3 5,0.000 0.000 0-5,0.000 0.000 0 4,9.000 5.000 2-4,-3.000-2.000 1 3,-6.000-3.000 0-3,12.000 2.000 0 15,-3.000 1.000-5-15,6.000 0.000-1 0,-3.000-1.000 0 0,3.000 1.000 0 2,-6.000 0.000-8-2,6.000-1.000-1 7,0.000 1.000-1-6,5.000 0.000 0 3,-8.000-1.000 13-4,3.000 1.000 4 9,3.000 0.000 0-9,0.000-1.000 0 3,0.000 1.000-28-3,0.000-1.000 0 8,5.000 4.000 0-8,-8.000-4.000-11 3,6.000 1.000 11-3,0.000 0.000 9 4,0.000 2.000-1-4,3.000-2.000-8 11,-4.000-1.000 11-11,1.000 1.000-11 0,0.000 2.000 10 0,3.000-5.000-10 10,3.000 3.000 10-10,2.000-3.000-10 2,-5.000 3.000 10-2,3.000-1.000-10 17,3.000 1.000 11-17,0.000-1.000-11 0,-10.000-2.000 12 0,10.000 0.000-12 4,-6.000 0.000 9-3,3.000 0.000-9-1,0.000 0.000 0 0,-1.000 0.000 9 10,1.000 0.000 0-10,0.000 3.000 0 1,0.000-3.000 0-1,0.000 3.000 0 7,-1.000-3.000-9-7,-2.000 2.000 0 5,-3.000-2.000 0-5,6.000 3.000 8 5,-3.000-6.000-8-5,2.000 6.000 0 7,-5.000-3.000 9-7,3.000 0.000-9 3,-3.000 0.000 0-3,0.000 3.000 9 7,0.000-1.000-9-6,-1.000-2.000 0 6,4.000 0.000 11-7,-3.000 0.000-11 11,3.000-2.000 10-10,-3.000 2.000-10-1,0.000-3.000 8 0,-1.000 3.000-8 12,-2.000 0.000 0-11,6.000 0.000 9-1,0.000 0.000-9 0,3.000 0.000 0 0,-1.000-3.000 9-1,-2.000 1.000-9 8,3.000 2.000 9-7,-3.000-3.000-9 3,0.000 0.000 12-3,-1.000 3.000-12 8,1.000-2.000 12-8,0.000-1.000-4 6,-3.000 1.000 0-6,0.000-1.000-8 10,-3.000 0.000 10-10,2.000 3.000-10 0,-2.000 0.000 8 0,0.000 0.000-8 8,0.000 0.000 8-8,0.000 0.000-8 5,-3.000 0.000 0-5,3.000 0.000 8 4,2.000 3.000-8-3,-2.000 0.000 0 3,-6.000-3.000 0-4,6.000 2.000 8 4,-3.000 1.000-8-4,0.000-1.000 0 7,0.000-2.000 0-7,0.000 3.000 8 10,2.000 0.000-8-7,-2.000-1.000 0-3,3.000 1.000 0-1,-3.000-3.000 0 5,0.000 3.000 0-4,0.000-1.000 0 11,-3.000 1.000 8-9,3.000 0.000-8-1,0.000-3.000 0-1,-1.000 2.000 0 5,1.000 1.000 0-4,-3.000 0.000 0 3,3.000-1.000 0-4,-3.000-2.000 0 2,3.000 0.000 8-1,-3.000 3.000-8 8,0.000 0.000 0-9,3.000-3.000 0 0,-1.000 2.000 0 1,-2.000-2.000 8 8,3.000 0.000-8-9,-3.000 3.000 0 1,0.000-3.000 0-1,3.000 2.000 8 15,0.000-2.000-8-15,-3.000 0.000 0 0,3.000 3.000 0 0,-6.000 0.000 0 14,2.000-3.000 0-13,-2.000 2.000 0-1,0.000 1.000 0 0,3.000 0.000 0 2,-3.000-3.000 0 0,3.000 2.000 0 1,-3.000 1.000 0-3,3.000-3.000 0 5,0.000 3.000 0-5,0.000-3.000 8 8,0.000 0.000-8-7,-3.000 2.000 0 1,5.000 1.000 0-2,-8.000-3.000 0 6,6.000 3.000 0-5,0.000-1.000 0 2,-3.000-2.000 0-3,3.000 0.000 0 9,0.000 0.000 0-9,-3.000 0.000 0 2,0.000 0.000 0-2,-3.000 0.000 0 11,3.000 3.000 0-11,-3.000-1.000 0 3,3.000 1.000 0-3,-1.000-3.000 0 3,1.000 3.000 8-3,0.000-1.000-8 25,0.000-2.000 0-24,-3.000 0.000 0-1,3.000 0.000 0 0,-3.000 0.000 0 0,0.000 3.000 0 0,0.000 0.000 0 0,0.000-6.000 0 0,0.000 3.000 0 4,-6.000 0.000 0-4,6.000 3.000 0 4,3.000-3.000 0-3,-3.000 0.000 0 3,3.000 0.000 0-2,-3.000 0.000 8 2,0.000 0.000-8-4,3.000 0.000 0 6,-4.000 0.000 0-6,4.000 0.000 0 5,-3.000 0.000 8-5,3.000 0.000-8 3,0.000 0.000 0-3,0.000-3.000 0 9,0.000 3.000 0-9,-3.000 0.000 8 2,0.000 0.000-8-2,0.000-3.000 0 9,-6.000 3.000 9-10,6.000 0.000-9 4,3.000-2.000 8-3,-3.000-1.000-8 15,0.000 3.000 8-14,3.000-3.000-8-1,-6.000 3.000 0 1,6.000-2.000 0-1,-3.000-1.000 0 0,2.000 1.000 0 7,-2.000-1.000 0-7,3.000 3.000 11 3,-9.000 0.000-1-3,6.000-5.000 0 9,-6.000 5.000-10-9,6.000-3.000 0 2,3.000 0.000 0-2,-9.000 3.000 0 10,6.000-2.000 0-10,0.000-1.000 0 0,3.000 0.000 9 0,-9.000 3.000-9 9,6.000-2.000 0-9,-6.000 2.000 0 7,0.000 0.000 0-7,9.000-3.000 0 8,-3.000 0.000 0-8,-6.000 3.000 0 0,0.000 0.000 0 0,0.000 0.000 0 7,9.000 0.000 0-7,-9.000 0.000-15 19,0.000 0.000 3-17,0.000 0.000 0-2,6.000-2.000 12 0,-6.000 2.000 16 0,0.000 0.000-3 0,6.000-3.000-1 0,-6.000 3.000-12 0,9.000-2.000 0 8,-9.000 2.000 0-8,0.000 0.000 0 3,0.000 0.000 0-3,9.000 0.000 0 9,-9.000 0.000 0-9,0.000 0.000 0 5,0.000 0.000 0-5,5.000 0.000 0 1,-5.000 0.000 0 0,0.000 0.000 0 8,0.000 0.000 0-9,0.000 0.000 0 1,0.000 0.000 0-1,0.000 0.000 0 10,0.000 0.000 0-10,0.000 0.000 0 1,0.000 0.000 0-1,0.000 0.000 0 11,0.000 0.000 8-11,0.000 0.000-8 0,0.000 0.000 0 0,0.000 0.000 0 8,0.000 0.000 8-2,0.000 0.000-8-3,0.000 0.000 0-3,0.000 0.000 0 5,0.000 0.000 8-5,0.000 0.000-8 2,6.000-6.000 0-2,-6.000 6.000 9 5,0.000 0.000-9-5,0.000 0.000 0 10,0.000 0.000 0-10,0.000 0.000 0 3,0.000 0.000-11-3,0.000 0.000-4 5,0.000 0.000-1-5,-3.000-2.000 0 17,0.000-1.000-86-17,-2.000 3.000-18 0,-4.000 0.000-3 0,0.000 3.000-782 10,0.000 2.000-157-9</inkml:trace>
  <inkml:trace contextRef="#ctx0" brushRef="#br0">12116.000 11486.000 288 0,'0.000'0.000'25'1,"0.000"0.000"-25"5,0.000 0.000 0-5,0.000 0.000 0 15,0.000 0.000 209-10,0.000 0.000 37-4,0.000 0.000 7 0,0.000 0.000 2-1,0.000 0.000-126 0,0.000 0.000-25 0,0.000 0.000-4 0,0.000 0.000-2 9,0.000 0.000-24-9,0.000 0.000-5 3,0.000 0.000-1-3,0.000 0.000 0 10,0.000 0.000-8-10,0.000 0.000-1 1,0.000 0.000-1-1,0.000 0.000 0 5,0.000 0.000 7-5,0.000 0.000 2 8,0.000 0.000 0-8,0.000 0.000 0 4,0.000 0.000-35-2,0.000 0.000-6 6,0.000 0.000-2-8,0.000 0.000 0 1,6.000-3.000-3-1,3.000 0.000-1 7,-3.000 3.000 0-7,3.000 0.000 0 7,-3.000 0.000-2-7,3.000 3.000-1 14,0.000-3.000 0-14,0.000 3.000 0 0,-3.000-3.000 0 0,3.000 0.000 0 3,0.000 0.000 0-3,0.000 2.000 0 3,3.000 1.000 7-3,3.000-3.000 0 5,-1.000 0.000 1-5,4.000 0.000 0 7,0.000 0.000 10-7,3.000-3.000 1 3,-3.000 3.000 1-3,3.000-2.000 0 12,-1.000 2.000-2-12,-2.000-3.000-1 0,3.000 0.000 0 0,-3.000 1.000 0 9,3.000-1.000-8-9,3.000-2.000-2 1,-3.000 2.000 0-1,-1.000 0.000 0 13,1.000-2.000-7-13,3.000 2.000-1 2,-3.000 1.000-1-1,0.000-1.000 0 8,-3.000 1.000-4-9,2.000-1.000-1 0,1.000-2.000 0 0,-3.000 2.000 0 12,-3.000 0.000-10-12,0.000 1.000 10 0,0.000-4.000-10 0,3.000 4.000 10 5,-7.000-1.000-10-5,4.000 3.000 8 8,-6.000-3.000-8-7,0.000 1.000 8-1,3.000 2.000-8 2,-12.000 0.000 0 9,0.000 0.000 0-10,6.000-3.000 0-1,3.000 3.000 0 0,-9.000 0.000 0 3,0.000 0.000 0-3,0.000 0.000 0 8,0.000 0.000-12-8,0.000 0.000-7 1,9.000-3.000-1-1,-9.000 3.000-1 24,0.000 0.000-34-20,0.000 0.000-6-4,0.000 0.000-2 0,0.000 0.000 0 1,0.000 0.000-136-1,0.000 0.000-27 0,0.000 0.000-6 0</inkml:trace>
  <inkml:trace contextRef="#ctx0" brushRef="#br0">12090.000 11904.000 2142 0,'-9.000'0.000'95'1,"6.000"0.000"19"0,-3.000 0.000-91 7,3.000 0.000-23-7,3.000 0.000 0 0,-6.000 0.000 0 4,3.000 0.000 80-4,3.000 0.000 11 1,0.000 0.000 2-1,0.000 0.000 1 5,0.000 0.000-54-5,0.000 0.000-12 8,0.000 0.000-1-8,0.000 0.000-1 3,0.000-3.000-13-3,6.000-2.000-2 7,0.000-1.000-1-7,3.000 1.000 0 5,3.000 0.000 2-5,3.000-3.000 1 6,2.000 3.000 0-3,1.000-3.000 0-1,-3.000 0.000 11-2,3.000 2.000 1 9,3.000-2.000 1-9,0.000 1.000 0 2,0.000 1.000-10-2,2.000 1.000-3 7,4.000-3.000 0-7,-3.000 5.000 0 8,3.000-2.000 3-8,-3.000 2.000 1 8,-1.000-2.000 0-7,4.000 0.000 0 1,-3.000 2.000-17-2,3.000 1.000 0 2,0.000-4.000 8 0,-4.000 4.000-8 3,7.000 2.000 0-5,-3.000-3.000 8 4,-3.000 3.000-8-4,2.000-3.000 0 8,1.000 3.000 23-5,3.000 0.000-3-2,-3.000 0.000 0-1,-3.000 0.000 0 10,-4.000 3.000-20-9,4.000-3.000 0 0,-3.000 3.000 0-1,3.000-1.000 0 17,-6.000 4.000-12-17,3.000-4.000-6 0,-4.000-2.000-2 0,4.000 0.000 0 2,-3.000 0.000-1-1,0.000 3.000-1 2,0.000-3.000 0-3,0.000 0.000 0 18,3.000-3.000-44-18,-4.000 1.000-9 0,4.000-4.000-1 0,-3.000 1.000-1 9,0.000-3.000-123-9,-3.000 3.000-24 0,0.000-6.000-4 0,0.000 1.000-380 6,3.000-4.000-76-4</inkml:trace>
  <inkml:trace contextRef="#ctx0" brushRef="#br0">13334.000 11454.000 748 0,'0.000'0.000'67'1,"3.000"-5.000"-54"9,3.000-1.000-13-5,-6.000 6.000 0-4,3.000-2.000 199 0,-3.000 2.000 37 1,0.000 0.000 7-1,0.000 0.000 1 12,0.000 0.000-84-12,0.000 0.000-18 0,0.000 0.000-3 0,0.000 0.000-1 7,3.000 5.000-66-7,-3.000 5.000-12 3,0.000 1.000-4-3,-3.000 5.000 0 5,3.000 2.000-24-5,-3.000 4.000-4 9,0.000-1.000-2-9,0.000 3.000 0 2,0.000-1.000-11-2,0.000 7.000-3 8,0.000-4.000 0-8,3.000 0.000 0 4,-3.000 4.000-12-4,3.000-4.000 0 7,0.000 0.000 8-7,0.000-2.000-8 7,3.000 3.000 0-7,-3.000-6.000 0 12,6.000 0.000 0-13,-3.000-2.000 0 1,3.000-4.000 0 0,0.000-1.000 0 7,3.000-4.000 0-7,3.000-2.000 0 3,-3.000-3.000-9-3,5.000-2.000 9 6,1.000-3.000 0-6,3.000-3.000-9 8,0.000-4.000 9-7,3.000-1.000 12-1,3.000-6.000-2 0,-1.000-4.000-1 11,1.000-1.000 5-11,0.000-4.000 1 1,3.000-7.000 0-1,0.000 1.000 0 9,-1.000-2.000-4-9,-5.000 1.000-1 2,0.000-1.000 0-2,0.000 2.000 0 6,-3.000-3.000 2-6,0.000 0.000 1 4,-6.000 0.000 0-4,0.000 3.000 0 5,-4.000-2.000 13-5,-2.000 4.000 2 8,-3.000 3.000 1-5,0.000 0.000 0-3,-3.000 3.000-5 0,-3.000 0.000-2 7,-3.000 3.000 0-7,0.000 2.000 0 6,-5.000 0.000 5-6,-1.000 5.000 1 4,-3.000 1.000 0-2,-3.000 2.000 0 5,0.000 0.000-14-7,-3.000 5.000-2 16,0.000 0.000-1-16,1.000 3.000 0 0,-4.000 0.000-11 0,3.000 0.000 0 0,-3.000 6.000 0 0,3.000-1.000 0 17,-3.000 3.000-44-13,4.000 0.000-12-4,-1.000 3.000-1 0,0.000 2.000-1 13,3.000 0.000-126-13,-3.000 0.000-26 0</inkml:trace>
  <inkml:trace contextRef="#ctx0" brushRef="#br0">19257.000 13817.000 1612 0,'0.000'0.000'72'4,"0.000"0.000"14"-3,0.000 0.000-69 0,0.000 0.000-17 0,0.000 0.000 0 0,0.000 0.000 0 5,0.000 0.000 101-5,0.000 0.000 17 7,0.000 0.000 3-7,6.000 2.000 1 5,-6.000-2.000-61-5,6.000 3.000-12 9,-6.000-3.000-2-9,6.000 2.000-1 1,0.000 1.000-30-1,-3.000 0.000-7 7,-3.000-3.000-1-7,3.000 5.000 0 4,0.000 0.000 7-4,0.000 3.000 1 4,0.000 0.000 0-4,0.000 0.000 0 8,0.000 3.000 5-8,0.000-3.000 2 5,-3.000 2.000 0-5,3.000 4.000 0 8,-3.000-1.000-4-8,3.000 0.000-1 7,-3.000 0.000 0-6,3.000 0.000 0 3,0.000 3.000-1-4,-3.000 0.000 0 1,3.000-3.000 0-1,-3.000 3.000 0 11,3.000 0.000-1-12,-3.000-3.000 0 6,0.000 3.000 0-5,0.000-3.000 0 6,0.000 1.000-4-6,0.000-4.000 0 5,0.000 4.000-1-5,0.000-1.000 0 3,0.000-3.000-11-3,0.000-2.000 0 10,0.000 3.000 9-10,3.000-3.000-9 1,-3.000-3.000 0 0,0.000 3.000 0 9,0.000 0.000 0-10,0.000-3.000 0 1,0.000-5.000 0-1,0.000 0.000 0 8,0.000 0.000 0-8,0.000 6.000-8 22,0.000-6.000-31-21,0.000 0.000-5-1,0.000 0.000-2 0,0.000 0.000 0 5,0.000 0.000-37-4,0.000 0.000-7-1,-3.000-8.000-2 0,6.000-3.000 0 12,-3.000-2.000-176-12,6.000-6.000-35 0</inkml:trace>
  <inkml:trace contextRef="#ctx0" brushRef="#br0">19460.000 13660.000 1440 0,'0.000'0.000'64'0,"0.000"0.000"12"1,0.000 0.000-60 0,-6.000 6.000-16 2,0.000-1.000 0-1,-3.000-2.000 0 9,6.000 2.000 111-10,-3.000 0.000 19 0,6.000-5.000 4 0,-6.000 6.000 1 7,-3.000-4.000-70-7,9.000-2.000-13 3,0.000 0.000-4-3,0.000 0.000 0 10,-3.000 3.000-36-10,3.000-3.000-12 1,0.000 0.000 8-1,0.000 0.000-8 10,0.000 0.000 0-10,0.000 0.000 0 4,6.000 2.000 0-4,6.000-4.000 0 8,3.000-1.000 13-8,-3.000 1.000-4 2,0.000-4.000-1-2,2.000 1.000 0 17,1.000 0.000 8-15,0.000-1.000 2 0,6.000-2.000 0 0,0.000 3.000 0-2,0.000-3.000 1 0,0.000 3.000 0 2,-1.000 0.000 0-3,1.000-1.000 0 6,-3.000 1.000-8-5,0.000 0.000-2 6,0.000-1.000 0-5,3.000 1.000 0 3,-6.000 3.000 2-4,2.000-4.000 0 7,1.000 4.000 0-7,-3.000 2.000 0 3,0.000 0.000 5-3,3.000 2.000 0 13,-6.000 1.000 1-10,3.000 2.000 0-3,0.000 0.000 10 0,-4.000 3.000 1 4,1.000-2.000 1-2,0.000 2.000 0-1,0.000 0.000-11-1,-3.000 2.000-2 3,-3.000 1.000-1-3,-3.000 2.000 0 10,0.000-2.000-6-10,0.000 2.000-1 2,0.000 0.000 0-1,-3.000 6.000 0 6,0.000-4.000 0-3,-3.000 4.000-8-4,0.000-1.000 12 0,0.000 1.000-4 8,-3.000-1.000-8-8,3.000 1.000 0 2,-3.000 2.000 9-2,3.000-2.000-9 9,-3.000 2.000 0-9,0.000-3.000 0 8,0.000-2.000 0-7,0.000-3.000 0-1,0.000 3.000-19 0,0.000 0.000-1 7,-2.000 0.000-1-6,-1.000 0.000 0 14,0.000-3.000-35-15,0.000 0.000-8 0,-3.000 1.000 0 0,0.000-4.000-1 14,0.000 1.000-183-14,3.000-3.000-37 0</inkml:trace>
  <inkml:trace contextRef="#ctx0" brushRef="#br0">19418.000 13851.000 345 0,'0.000'0.000'31'2,"0.000"0.000"-31"-1,0.000 0.000 0 0,0.000 0.000 0 3,0.000 0.000 333-3,0.000 0.000 61 19,0.000 0.000 12-19,0.000 0.000 2 0,6.000 5.000-264 0,3.000 1.000-52 12,-3.000-6.000-12-12,3.000 0.000-1 0,0.000 0.000-43 0,3.000-3.000-9 0,-3.000 0.000-2 0,2.000 1.000 0 9,4.000-4.000-11-9,0.000-2.000-2 0,3.000 3.000-1 0,0.000 0.000 0 5,-3.000-1.000-11-5,3.000 1.000 0 7,-3.000 0.000 0-7,-1.000 2.000 0 19,-2.000-2.000-28-19,0.000 2.000 0-1,-3.000 1.000-1 1,3.000-1.000 0 17,-3.000 0.000-11-14,0.000 3.000-1-3,-9.000 0.000-1 0,0.000 0.000 0 1,0.000 0.000-22-1,6.000 6.000-5 0,0.000-1.000-1 0,-6.000 3.000 0 16,0.000 0.000-98-16,-3.000 2.000-20 0,0.000 1.000-4 0</inkml:trace>
  <inkml:trace contextRef="#ctx0" brushRef="#br0">19543.000 13996.000 172 0,'-6.000'6.000'16'0,"0.000"-1.000"-16"1,-6.000 3.000 0 0,6.000 0.000 0 0,6.000-8.000 268 0,0.000 0.000 50 6,-3.000 5.000 10-4,3.000-5.000 3 3,0.000 0.000-160-5,-3.000 3.000-32 2,-3.000 0.000-7-2,6.000-3.000 0 14,0.000 0.000-49-14,0.000 0.000-10 0,6.000-6.000-1 0,3.000-2.000-1 6,0.000 0.000-37-6,0.000 0.000-7 1,3.000 3.000-2-1,0.000-3.000 0 11,0.000 3.000-25-11,-3.000 0.000 0 3,0.000 2.000 0-3,0.000 0.000 0 17,-1.000 3.000-23-17,1.000 0.000-9-1,-3.000 3.000-3 1,0.000-3.000 0 14,0.000 3.000-19-14,-6.000-3.000-4 0,3.000 8.000-1 0,-3.000-1.000 0 10,0.000 1.000-12-10,-3.000 3.000-2 0,-3.000 0.000-1 0,0.000 2.000-428 6,-3.000 0.000-86-6</inkml:trace>
  <inkml:trace contextRef="#ctx0" brushRef="#br0">19037.000 14377.000 115 0,'-33.000'16.000'10'2,"15.000"-5.000"-10"-1,-2.000 0.000 0 0,-4.000 4.000 0 1,0.000 1.000 228-1,0.000 0.000 43 5,0.000-3.000 9-5,0.000 3.000 1 6,-2.000 0.000-131-6,5.000-3.000-26 6,-3.000 1.000-6-6,6.000-1.000-1 7,0.000 3.000-33-7,3.000-6.000-6 8,-2.000 1.000-2-8,5.000-1.000 0 0,0.000 1.000-23 0,0.000-3.000-5 9,3.000 0.000 0-9,3.000 0.000-1 2,0.000-3.000-11-2,0.000 0.000-1 10,6.000 1.000-1-10,0.000-6.000 0 3,0.000 0.000-10-3,3.000 5.000-3 6,3.000 0.000 0-6,3.000-2.000 0 4,0.000 0.000 5-4,3.000-1.000 1 5,3.000-4.000 0-5,3.000-1.000 0 8,2.000 0.000 23-7,1.000-2.000 5 1,3.000-3.000 1-3,3.000 0.000 0 11,0.000-2.000-7-10,5.000-4.000-1 3,1.000 1.000 0-3,9.000-3.000 0 8,-4.000 0.000-10-8,1.000-2.000-2 3,3.000-1.000-1-3,-1.000 1.000 0 13,1.000-3.000-11-11,3.000 2.000-1-2,-7.000 1.000-1 4,1.000 2.000 0-2,3.000 0.000-14-2,0.000 0.000-8 3,-4.000 0.000 8-3,1.000 0.000-8 5,0.000 0.000 0-5,-1.000-2.000 8 8,-5.000 5.000-8-8,0.000-1.000 0 1,-3.000 1.000 0-1,-1.000 0.000 0 11,-2.000 2.000 0-9,-3.000 3.000 0-2,-3.000 0.000 0 0,0.000 0.000-13 6,-4.000 3.000 5-6,-2.000 0.000 8 19,-3.000 0.000-37-19,0.000 2.000 0 0,-3.000 0.000 0 0,-3.000 1.000 0 14,-6.000 2.000-94-14,0.000 0.000-18 0,0.000 0.000-4 0,0.000 0.000-1 9,-6.000 8.000-29-6,0.000 0.000-5-3,-6.000-3.000-2 0</inkml:trace>
  <inkml:trace contextRef="#ctx0" brushRef="#br0">19266.000 14415.000 288 0,'0.000'0.000'12'1,"0.000"0.000"4"11,0.000 0.000-16-11,0.000 0.000 0 0,0.000 0.000 0 0,0.000 0.000 0 0,6.000 5.000 371 0,-3.000 0.000 71 5,3.000 0.000 14-5,0.000 3.000 4 8,0.000 0.000-332-8,0.000 0.000-65 3,0.000 3.000-14-3,0.000 2.000-2 11,-6.000 0.000-34-10,6.000 3.000-13-1,-3.000 3.000 11 0,0.000-1.000-11 6,0.000 1.000 16-6,0.000 2.000-2 3,0.000 0.000-1-3,-3.000 5.000 0 9,-3.000-2.000 17-9,3.000 3.000 3 2,-3.000 4.000 1-2,3.000 1.000 0 11,0.000-3.000-14-11,-3.000 3.000-2 7,3.000-3.000-1-4,0.000 0.000 0-3,-3.000-2.000-17-1,0.000 2.000 8 6,3.000-3.000-8-4,0.000-2.000 0 2,-3.000-5.000 8-3,0.000 2.000-8 8,3.000-3.000 0-8,-3.000-4.000 0 3,0.000-1.000 0-3,3.000-3.000-16 8,-3.000-2.000 2-8,3.000 0.000 0 21,0.000-8.000-29-21,0.000 0.000-5 0,0.000 0.000-2 0,0.000 0.000 0 10,0.000 0.000-120-10,0.000 0.000-24 0,-3.000-10.000-5 0,3.000-6.000-554 0</inkml:trace>
  <inkml:trace contextRef="#ctx0" brushRef="#br0">19501.000 14335.000 921 0,'6.000'-3.000'82'1,"0.000"-2.000"-66"0,0.000 3.000-16 0,3.000-4.000 0 3,-3.000 4.000 217-3,0.000 2.000 40 3,-6.000 0.000 8-3,6.000-3.000 2 7,0.000 3.000-142-7,-6.000 0.000-28 6,0.000 0.000-5-6,6.000 3.000-2 3,3.000-3.000-45-3,-6.000 5.000-9 9,-3.000-5.000-1-9,3.000 8.000-1 4,0.000 0.000-16-4,0.000-3.000-3 5,3.000 3.000-1-3,-6.000 0.000 0 3,3.000 0.000-14-4,-3.000 2.000 0 0,3.000-4.000 8-1,0.000 4.000-8 11,-3.000-2.000 0-11,3.000 3.000 0 2,0.000-1.000 0-2,0.000 4.000 0 9,2.000-4.000 0-9,-2.000 1.000 0 1,0.000 2.000 0-1,0.000 0.000 0 7,3.000-2.000 0-7,0.000 2.000 0 4,-3.000 3.000 0-4,3.000 0.000 0 10,-3.000-3.000 23-10,3.000 3.000 1 3,-3.000 0.000 1-3,0.000 0.000 0 13,0.000 0.000-17-13,0.000-1.000-8 0,3.000 4.000 0 0,0.000 0.000 8 2,-6.000 2.000 4-2,3.000 0.000 0 15,0.000 0.000 0-15,0.000 3.000 0 0,3.000 0.000-12 0,-3.000 2.000 8 6,0.000-2.000-8-6,0.000 2.000 8 1,0.000 3.000-8-1,0.000 1.000 0 8,-3.000-1.000 0-4,6.000-3.000 0-4,-3.000 3.000 0 0,-3.000-2.000 0 5,3.000-3.000 0-4,-3.000-1.000 0 5,3.000 1.000 0-6,-3.000 0.000 0 3,0.000-3.000 0-3,0.000 3.000 0 9,0.000 0.000 0-9,0.000 0.000 0 1,0.000-3.000 0-1,0.000 0.000-11 10,-3.000-5.000-1-10,0.000-3.000 0 3,3.000 0.000 0-3,-3.000-2.000 0 25,0.000-1.000-48-25,0.000-2.000-9 0,0.000-2.000-3 0,3.000-6.000 0 2,-6.000 2.000-91-2,3.000-2.000-18 0,-3.000-5.000-4 0,0.000 0.000-619 5</inkml:trace>
  <inkml:trace contextRef="#ctx0" brushRef="#br0">19475.000 14600.000 1382 0,'-9.000'10.000'123'1,"6.000"-4.000"-99"0,-3.000-1.000-24 0,-3.000 0.000 0 3,0.000 0.000 133-2,3.000 1.000 22 2,3.000 2.000 4-3,0.000-3.000 1 7,-3.000-2.000-88-7,3.000 2.000-16 4,3.000-5.000-4-4,0.000 0.000-1 6,0.000 0.000-40-6,0.000 0.000-11 7,0.000 0.000 0-7,0.000 0.000 0 5,0.000 0.000-8-5,0.000 0.000-7 6,0.000 0.000-1-6,6.000 0.000 0 4,6.000 0.000 16-4,0.000 0.000 0 10,0.000-3.000 0-10,0.000 1.000 0 1,-4.000-4.000 8-1,1.000 4.000 2 9,6.000-6.000 0-9,0.000 2.000 0 3,0.000 4.000-10-3,0.000-3.000 12 4,0.000-1.000-12-4,-3.000-2.000 12 10,3.000 6.000-23-10,-3.000-1.000-4 6,-1.000-2.000-1-6,-2.000 2.000 0 19,0.000 0.000-31-19,-3.000 3.000-6 0,-6.000 0.000-2 0,0.000 0.000 0 5,9.000 6.000-23-5,-9.000-6.000-5 0,0.000 8.000-1 0,0.000 0.000 0 14,-3.000 0.000 17-14,-3.000 5.000 3 0,0.000-3.000 1 0,0.000 4.000 0 9,-3.000 1.000 12-9,-3.000 1.000 3 0,-2.000 0.000 0 0,2.000-3.000 0 0,-3.000 6.000 36 0,0.000-3.000 12 7,0.000 2.000 0-7,3.000-2.000 0 5,-3.000 0.000 27-3,6.000-3.000 12 7,0.000 1.000 2-9,3.000-4.000 1 0,1.000 1.000 25 0,-1.000-3.000 5 7,0.000 0.000 0-7,3.000-6.000 1 5,3.000-2.000-9-4,0.000 0.000-3 1,0.000 0.000 0-1,0.000 0.000 0 3,0.000 0.000-23-4,0.000 0.000-5 5,0.000 0.000-1-5,0.000 0.000 0 11,6.000 6.000-5-11,0.000-1.000-2 0,-3.000-3.000 0 0,-3.000-2.000 0 12,0.000 0.000-25-12,5.000 8.000 0 0,-5.000-2.000 0 0,3.000 2.000 0 15,3.000 0.000 0-15,0.000 2.000 0 0,-6.000-2.000 0 0,3.000 3.000 0 7,-3.000 2.000-11-7,0.000-3.000-7 0,0.000 1.000-2 0,0.000 2.000 0 6,-3.000 1.000 20-6,0.000-1.000-12 5,0.000 0.000 12-5,0.000 0.000-10 5,0.000 0.000 10-5,-3.000-2.000 0 7,1.000 0.000 10-7,-1.000-1.000-10 4,0.000-2.000 31-4,0.000-3.000 0 10,3.000 1.000 0-9,0.000-1.000 0-1,-3.000-2.000-5 0,6.000-3.000-1 8,0.000 0.000 0-8,0.000 0.000 0 2,0.000 0.000-11-2,3.000-6.000-2 7,3.000-4.000-1-7,3.000-3.000 0 14,3.000-6.000-11-12,-1.000-2.000 0-2,1.000-3.000 0 0,3.000-5.000 0 3,6.000-3.000-10-3,3.000 0.000 10 3,0.000 1.000 0-3,2.000-6.000-9 12,1.000 2.000 37-12,0.000-2.000 7 0,3.000 3.000 1 0,0.000-1.000 1 9,-1.000 4.000 2-9,1.000-1.000 0-1,0.000 3.000 0 1,0.000 2.000 0 9,-7.000 6.000-39-9,1.000 0.000 0 4,0.000 5.000 0-4,3.000 3.000 0 10,-6.000 0.000 0-10,0.000 5.000-20 4,-7.000 0.000 4-4,4.000 3.000 1 4,0.000 2.000 5-3,-6.000 3.000 1 9,0.000 3.000 0-8,-3.000-1.000 0-2,0.000 6.000 9 0,0.000 0.000 0 4,-6.000 3.000 0-4,3.000 2.000 0 3,-3.000 0.000 0-3,-3.000 3.000 0 9,-3.000 5.000 8-8,3.000 0.000-8 3,-6.000 0.000 0-4,0.000 3.000 8 6,-3.000 3.000-8-4,-3.000-1.000 0-2,-3.000 6.000 0 0,-3.000 0.000-8 4,-3.000-1.000 0-4,6.000 1.000 0 25,-2.000 0.000-15-23,2.000 0.000-2-2,-3.000-6.000-1 0,3.000 1.000 0 3,0.000-1.000-27-3,-3.000-5.000-6 0,3.000 0.000-1 0,0.000-5.000 0 13,4.000-2.000-99-12,-1.000-4.000-20-1,0.000-2.000-4 7</inkml:trace>
  <inkml:trace contextRef="#ctx0" brushRef="#br0">19790.000 14708.000 288 0,'0.000'0.000'12'1,"0.000"0.000"4"0,9.000 0.000-16 0,-3.000 3.000 0 3,0.000 2.000 0-3,0.000-2.000 0 5,6.000-1.000 411-5,-3.000 6.000 79 9,6.000-2.000 16-9,-4.000 2.000 3 1,4.000 2.000-320 0,-3.000 1.000-64 2,3.000-1.000-13-3,0.000 1.000-2 19,3.000 0.000-70-19,-3.000-1.000-13 0,0.000 1.000-3 0,0.000-1.000-1 3,2.000 3.000-23-3,-2.000-2.000 0 1,0.000 2.000 0-1,-3.000-5.000 0 9,0.000 3.000 0-9,0.000-3.000-15 5,0.000 0.000 4-5,0.000-3.000 1 19,0.000 0.000-30-19,-3.000-2.000-5-1,-4.000 0.000-2 1,-5.000-3.000 0 9,9.000 0.000-6-9,-3.000-3.000-2 0,0.000-5.000 0 0,0.000 0.000 0 10,-3.000-3.000 14-10,0.000-2.000 2 0,3.000-5.000 1 0,-3.000-3.000 0 13,0.000-6.000-22-13,3.000-2.000-5 0,0.000-3.000-1-1,3.000-2.000 0 15,-3.000-6.000 1-13,3.000-2.000 0-1,0.000-6.000 0 3,3.000-2.000 0 0,3.000-6.000 35-3,-1.000 3.000 7 0,1.000 1.000 2 0,3.000 1.000 0 1,6.000 4.000 71-1,-3.000 2.000 14 4,0.000 2.000 4-4,-1.000 4.000 0 11,-2.000 2.000 32-11,0.000 5.000 6 0,-3.000 5.000 2 0,-3.000 6.000 0 9,0.000 5.000-34-9,-6.000 6.000-6 2,0.000-1.000-2-2,0.000 6.000 0 10,-6.000 5.000-23-10,0.000 0.000-5 2,0.000 8.000-1-2,-3.000 8.000 0 8,-6.000 5.000-26-4,0.000 3.000-11-4,-6.000 5.000 8 0,0.000 5.000-8 3,0.000 3.000 0-3,-6.000 3.000 0 13,-2.000 0.000 8-11,-1.000 2.000-8-1,3.000-2.000 0-1,0.000-1.000 0 4,0.000-2.000 0-3,3.000-2.000 0 2,1.000-6.000 0-3,8.000-3.000-11 8,-3.000-5.000 3-8,6.000-2.000 0 5,0.000-6.000-3-5,3.000-2.000 0 8,3.000-6.000 0-8,0.000-5.000 0 17,0.000 0.000-14-17,6.000 0.000-3 0,6.000-3.000-1 0,-3.000-4.000 0 0,6.000-7.000 14 0,-4.000-2.000 3-1,7.000 3.000 1 1,0.000-5.000 0 9,0.000-1.000 11-9,0.000 3.000 0 2,-3.000 0.000 0-2,3.000 6.000 0 7,-1.000-1.000 12-7,-2.000 6.000-3 13,-6.000 0.000 0-13,6.000 2.000 0 4,-3.000 6.000 3-4,0.000 2.000 0 0,-3.000 3.000 0 0,0.000 2.000 0 4,0.000 9.000 9-4,0.000 2.000 3 11,-3.000 3.000 0-9,-3.000 2.000 0-2,0.000 1.000-13 0,0.000-1.000-3 7,0.000 6.000 0-7,0.000-3.000 0 2,-3.000 3.000-8-2,-3.000 2.000 8 8,6.000-2.000-8-8,-3.000 0.000 8 4,0.000-3.000-8-4,-3.000 0.000 12 8,0.000-3.000-12-8,0.000 1.000 12 3,0.000-3.000-24-3,0.000 0.000-5 8,-3.000-6.000-1-8,3.000-2.000 0 22,0.000-3.000-93-22,0.000-5.000-18 5,0.000 0.000-4-5,3.000-8.000-523 0,0.000 0.000-105 0</inkml:trace>
  <inkml:trace contextRef="#ctx0" brushRef="#br0">20531.000 14512.000 1926 0,'0.000'0.000'85'2,"9.000"-5.000"18"-1,0.000 2.000-83 0,3.000-2.000-20 0,3.000 0.000 0 0,3.000 2.000 0 1,0.000 1.000 115-1,-1.000-1.000 18 10,4.000-2.000 4-10,3.000 2.000 1 2,-3.000 0.000-52-2,3.000 1.000-10 12,0.000 2.000-3-12,2.000-3.000 0 0,-2.000 3.000-42 0,-3.000 0.000-9 4,-6.000 0.000-2-4,3.000 5.000 0 7,0.000-5.000-20-7,-1.000 3.000 0 4,-5.000 0.000 0-4,3.000 2.000 0 19,-3.000-2.000-49-19,0.000-1.000-5 0,0.000 1.000-1 0,-3.000-3.000 0 17,-3.000 3.000-1-17,0.000-1.000-1 0,0.000-2.000 0 0,-6.000 0.000 0 3,0.000 0.000-1-3,0.000 0.000 0 0,0.000 0.000 0 0,0.000 0.000 0 12,3.000-5.000-21-12,-3.000 0.000-4-1,0.000-3.000-1 1,-3.000-6.000 0 15,-3.000 1.000-84-15,3.000-5.000-18 1,-3.000-1.000-3-1,0.000 1.000-1 7,0.000-4.000 97-7,0.000-1.000 19-1,-3.000-1.000 4 1,0.000-3.000 1 2,3.000 6.000 69-2,-3.000 0.000 16 6,0.000 0.000 3-4,0.000 0.000 0 6,6.000 2.000 135-4,0.000 3.000 27-4,-3.000 3.000 6 0,4.000 0.000 1 1,-7.000 2.000-44-2,6.000 6.000-8 7,3.000 0.000-1-6,-3.000-1.000-1 6,0.000 4.000-54-6,3.000 2.000-12 3,0.000 0.000-1-3,-3.000 8.000-1 12,0.000 2.000-50-12,0.000 4.000-16 0,3.000 1.000 10 0,0.000 7.000-10 13,0.000 1.000 0-13,-3.000 6.000 0 0,0.000 3.000 0 0,3.000 3.000 0 11,0.000 2.000-9-11,0.000 2.000 9 0,-3.000 1.000 0 0,0.000 2.000 0 8,0.000 3.000 0-8,3.000-5.000 0 5,3.000 2.000 0-5,0.000 1.000 0 10,-3.000-6.000 0-10,3.000 2.000 0 0,3.000-4.000 0 0,0.000-3.000 0 3,-6.000-1.000 0-1,3.000 1.000 0 5,6.000-5.000 0-7,-3.000-1.000 0 6,5.000-2.000 0-3,-2.000-3.000 0 3,3.000 0.000 0-6,0.000-5.000 0-1,3.000 0.000 0 1,0.000-6.000 0 14,0.000 1.000 0-14,3.000-6.000 0 0,0.000 1.000 0 0,-1.000-4.000 0 7,4.000-2.000 0-7,-3.000 0.000 0 0,3.000 0.000 0 0,0.000-5.000 8 8,0.000-3.000-8-8,-1.000 0.000 0 6,-2.000 3.000 0-5,3.000-3.000 0 5,0.000 0.000 0-5,-3.000 0.000 0 8,0.000 0.000 0-8,-3.000 0.000-18-1,-1.000 0.000 4 0,-2.000 3.000 1 16,-3.000-3.000-23-16,0.000 0.000-4 2,0.000 0.000 0-2,-3.000 0.000-1 7,0.000 0.000-21-7,-3.000 3.000-4 0,-3.000-3.000-1 0,0.000 3.000 0 10,-3.000-6.000-113-10,0.000 3.000-22 0,-3.000-10.000-5 3,-6.000-4.000-1-3</inkml:trace>
  <inkml:trace contextRef="#ctx0" brushRef="#br0">21127.000 14129.000 2109 0,'0.000'0.000'46'0,"2.000"8.000"10"1,1.000 0.000 1 0,3.000 0.000 3 0,-3.000 2.000-48 0,0.000 1.000-12 0,0.000 2.000 0 0,0.000-5.000 0 3,6.000 2.000 42-3,-6.000 1.000 6 10,-3.000 0.000 0-11,3.000-1.000 1 19,-3.000-2.000-153-18,3.000-3.000-32 1</inkml:trace>
  <inkml:trace contextRef="#ctx0" brushRef="#br0">20713.000 14687.000 1670 0,'0.000'0.000'74'1,"0.000"0.000"15"0,0.000 0.000-71 0,0.000 0.000-18 0,0.000 5.000 0 0,0.000-5.000 0 0,0.000 0.000 161 0,0.000 0.000 29 6,0.000 0.000 6-5,3.000 8.000 0 5,-3.000-8.000-147-6,0.000 0.000-29 11,3.000 6.000-7-11,-3.000-6.000-1-1,0.000 0.000-22 1,0.000 0.000-5 3,0.000 7.000-1-3,0.000-1.000 0 6,0.000 2.000 16-6,-6.000 2.000 0 5,3.000 1.000 0-5,0.000 2.000-9 8,-3.000 0.000 37-8,-3.000 3.000 7 4,0.000 0.000 1-4,3.000-3.000 1 8,0.000 3.000-7-8,-3.000 3.000-2 2,0.000-3.000 0-2,3.000-1.000 0 8,0.000-1.000-28-8,3.000-1.000 0 5,-3.000 0.000 0-5,0.000-2.000 0 7,1.000-3.000-14-7,2.000 0.000-9 5,3.000-8.000-1-5,0.000 0.000-1 21,-3.000 5.000-91-21,3.000-5.000-19-1,0.000 0.000-3 1,0.000-5.000-835 0</inkml:trace>
  <inkml:trace contextRef="#ctx0" brushRef="#br0">20853.000 14457.000 403 0,'0.000'0.000'17'0,"0.000"0.000"5"1,0.000 0.000-22 0,0.000 0.000 0 5,0.000 0.000 0-5,0.000 0.000 0 6,0.000 0.000 371-6,0.000 0.000 69 5,0.000 0.000 15-5,0.000 0.000 2 11,0.000 0.000-341-11,0.000 0.000-69 0,0.000 0.000-14 0,0.000 0.000-2 8,0.000 0.000-23-8,0.000 0.000-8 4,0.000 5.000 0-4,-6.000 3.000 9 15,3.000-3.000-9-15,-3.000 3.000 0 0,3.000 0.000 0 0,-3.000 0.000 0 3,-3.000 0.000 22-3,3.000 0.000-1 14,0.000 0.000 0-14,0.000 0.000 0 1,0.000 3.000 3-1,0.000-1.000 0 2,3.000 1.000 0-2,-3.000-1.000 0 6,0.000 1.000-24-6,3.000 2.000 8 4,0.000 0.000-8-4,-3.000 1.000 0 7,3.000-1.000 9-7,0.000 0.000-9 9,-3.000 0.000 12-9,1.000 3.000-12 1,2.000-3.000 0-1,0.000 3.000 0 8,-3.000-3.000 0-8,3.000 1.000 0 5,0.000-1.000 9-5,-3.000 0.000-9 4,3.000 0.000 0-4,0.000-2.000 9 9,0.000 0.000-9-7,0.000-1.000 0-2,0.000 1.000 0 0,0.000-1.000 0 38,0.000-4.000-20-38,0.000 1.000-7-1,3.000-7.000-1 1,0.000 0.000-659 0,-3.000 6.000-132-1</inkml:trace>
  <inkml:trace contextRef="#ctx0" brushRef="#br0">21597.000 13780.000 1191 0,'0.000'0.000'52'1,"6.000"0.000"12"0,0.000 2.000-51 0,0.000-4.000-13 4,0.000 2.000 0-4,0.000-3.000 0 9,0.000 3.000 133-9,2.000 0.000 24 2,-8.000 0.000 5-2,6.000-3.000 1 10,3.000 3.000-47-10,-3.000 0.000-10 6,-6.000 0.000-2-6,6.000-2.000 0 1,0.000-1.000-37-1,-6.000 3.000-8 6,0.000 0.000-2-6,0.000 0.000 0 4,0.000 0.000-21-3,9.000 0.000-5 8,-3.000-3.000-1-9,-6.000 3.000 0 2,0.000 0.000-10-2,0.000 0.000-1 6,0.000 0.000-1-6,0.000 0.000 0 7,0.000 0.000-10-7,0.000 0.000-8 5,0.000 0.000 9-5,0.000 0.000-9 6,0.000 0.000 10-6,0.000 0.000-10 3,0.000 0.000 10-3,0.000 0.000-10 8,0.000 0.000 9-8,0.000 0.000-9 3,0.000 0.000 8-3,0.000 0.000-8 7,0.000 0.000 8-7,0.000 0.000-8 7,0.000 0.000 0-7,0.000 0.000 8 14,0.000 0.000-8-14,0.000 0.000 10 0,0.000 0.000-10 0,0.000 0.000 10 5,0.000 0.000-10-5,0.000 0.000 12 3,0.000 0.000-12-3,0.000 0.000 12 6,0.000 0.000-12-6,0.000 0.000 8 2,0.000 0.000-8-2,0.000 0.000 8 7,0.000 0.000-8-7,-3.000 8.000 0 7,0.000-2.000 0-7,3.000-6.000 0 3,-6.000 7.000 0-3,3.000-1.000 8 6,0.000-1.000-8-6,-3.000 0.000 0 6,3.000 1.000 0-6,-3.000-1.000 0 4,0.000 3.000 0-4,0.000 0.000 0 8,0.000 0.000 8-8,1.000 0.000-8 2,-1.000 0.000 8-2,0.000 0.000-8 32,-3.000-1.000 0-33,0.000 4.000 0 1,0.000 0.000 0 0,0.000-1.000 0 0,0.000 1.000 0 0,3.000 2.000 0 0,-3.000 0.000 0 0,0.000-2.000 8 8,0.000-1.000 4-6,0.000 1.000 0-2,0.000-3.000 0 0,0.000 0.000 0 15,1.000 2.000-36-15,2.000-2.000-6 0,-3.000-2.000-2 0,3.000 2.000 0 8,0.000-3.000-1-6,0.000 0.000-1-2,0.000-2.000 0 0,0.000 2.000 0 12,6.000-5.000-113-12,0.000 0.000-22 0,-6.000-2.000-5 0,3.000-1.000-754 9</inkml:trace>
  <inkml:trace contextRef="#ctx0" brushRef="#br0">21841.000 13645.000 1036 0,'9.000'0.000'92'0,"0.000"2.000"-73"6,3.000 1.000-19-5,6.000 2.000 0 7,-4.000 0.000 304-7,1.000 1.000 56 4,0.000-1.000 12-4,-3.000 3.000 3 8,3.000-3.000-246-8,-3.000 3.000-49 4,0.000-3.000-9-4,0.000 3.000-3 9,0.000-2.000-51-9,-3.000 2.000-17 3,-1.000 0.000 10-3,-2.000 0.000-10 2,0.000-1.000-12-2,3.000 1.000-8 8,-6.000-2.000-2-8,-3.000 4.000 0 19,0.000 1.000-42-19,-3.000-1.000-8 0,0.000 1.000-1 0,-3.000 2.000-643 8,-3.000 0.000-129-8</inkml:trace>
  <inkml:trace contextRef="#ctx0" brushRef="#br0">21630.000 14176.000 2206 0,'0.000'0.000'48'0,"0.000"0.000"11"1,0.000 0.000 1 0,3.000 8.000 3 0,-3.000-2.000-51 0,3.000 2.000-12 0,2.000-3.000 0 0,1.000 0.000 0 0,0.000 0.000 68 0,3.000 1.000 10 9,3.000-1.000 2-9,6.000-2.000 1 1,3.000-1.000-41-1,-3.000 1.000-8 7,0.000 0.000-1-7,2.000 2.000-1 4,-2.000-2.000-22-4,0.000 2.000-8 7,0.000 0.000 0-7,0.000 0.000 9 6,-3.000 3.000-9-6,-3.000 6.000 0 7,3.000-4.000 0-7,-4.000 3.000 0 2,1.000 6.000 0-2,-3.000-1.000 0 5,-3.000 4.000-10-5,3.000-1.000 10 12,-3.000 3.000 0-12,-3.000 2.000 0 0,-3.000 3.000-8 0,-3.000 0.000 8 7,0.000 0.000 0-7,-3.000 0.000 0 5,-3.000 1.000 0-5,0.000-1.000 0 7,0.000-3.000 0-7,-2.000 3.000 0 8,-10.000 3.000 0-8,3.000-3.000 0 11,3.000 3.000 0-11,-6.000-6.000-14 0,-6.000 1.000 1 0,1.000-3.000 0 14,-1.000-1.000-51-14,3.000-4.000-9 0,3.000-3.000-3 1,3.000-8.000 0 9,0.000-3.000-70-10,3.000-8.000-14 0,4.000-2.000-4 0,-1.000-8.000 0 14,6.000-8.000-73-14,3.000-8.000-15 0</inkml:trace>
  <inkml:trace contextRef="#ctx0" brushRef="#br0">21719.000 14290.000 57 0,'15.000'-13.000'0'3,"-12.000"8.000"0"-2,3.000-3.000 0 0,-6.000 8.000 0 9,0.000 0.000 316-7,0.000 0.000 59-2,0.000 0.000 11 0,0.000 0.000 2 5,-9.000 5.000-164-5,0.000 6.000-34 5,-3.000 2.000-6-5,-3.000 8.000-2 6,0.000 0.000-65-6,-3.000 6.000-13 4,0.000 4.000-2-4,-2.000 1.000-1 8,-1.000 2.000-30-8,0.000 1.000-7 7,-3.000-3.000 0-7,0.000 2.000-1 13,0.000-8.000-63-13,4.000 4.000-18 0,-1.000-7.000-1 0,3.000 1.000 0 13,3.000-5.000-138-13,0.000-3.000-28 0,3.000-6.000-6 0,6.000-2.000-474 12,6.000-8.000-95-12</inkml:trace>
  <inkml:trace contextRef="#ctx0" brushRef="#br0">22299.000 13563.000 2318 0,'30.000'0.000'103'0,"-15.000"2.000"21"1,3.000 3.000-100 0,3.000 3.000-24 3,2.000 3.000 0-3,4.000 0.000 0 7,0.000-1.000 93-7,0.000 1.000 14 4,3.000-1.000 2-4,-4.000 1.000 1 5,4.000 0.000-66-5,-3.000-1.000-12 6,-6.000-2.000-4-6,3.000 3.000 0 5,-1.000-1.000-28-5,1.000-2.000 0 4,-9.000 0.000-13-4,0.000 0.000 4 19,0.000 0.000-109-19,-6.000 0.000-22 0,-3.000 0.000-4 0,-3.000 0.000 0 19,0.000 0.000-92-19,-6.000 0.000-17-1,-9.000 10.000-4 1,-3.000-7.000-1 0</inkml:trace>
  <inkml:trace contextRef="#ctx0" brushRef="#br0">22424.000 13920.000 1634 0,'-18.000'13.000'72'3,"12.000"-8.000"16"-2,1.000 3.000-71 0,-1.000 0.000-17 0,0.000 5.000 0 0,-3.000 1.000 0 7,6.000 1.000 131-7,-3.000 1.000 22 0,3.000 3.000 5 0,-3.000 2.000 1 4,3.000-2.000-65-4,3.000 4.000-13 7,0.000-1.000-2-7,0.000 1.000-1 12,0.000-1.000-49-12,0.000 1.000-9 1,3.000-2.000-3-1,-3.000 3.000 0 3,6.000-3.000-17-3,-3.000 1.000 8 11,0.000-4.000-8-11,3.000 3.000 0 20,0.000-2.000-14-20,0.000-3.000-10-1,-3.000 0.000-1 1,3.000-6.000-1 11,-1.000 1.000-2-11,-2.000-3.000 0 0,0.000 0.000 0 0,-3.000-8.000 0 0,0.000 0.000 28 0,9.000 0.000 9 0,-3.000 0.000 0 0,0.000-3.000 0 6,0.000-5.000-20-6,3.000-3.000-4 2,-3.000 1.000-1-2,3.000-3.000 0 8,0.000-3.000 16-7,-3.000 0.000 0 3,0.000-3.000-10-4,0.000 4.000 10 17,0.000-1.000 0-17,0.000 2.000 12 0,0.000 1.000-2 0,0.000 3.000 0 4,-3.000 2.000 10-3,3.000 0.000 1-1,0.000 2.000 1 0,-1.000 6.000 0 8,1.000 0.000 4-8,0.000 3.000 1 10,0.000 5.000 0-10,-3.000 0.000 0 0,6.000 5.000-15 0,-3.000 3.000-4 5,3.000 3.000 0-5,-6.000-1.000 0 4,3.000 6.000-8-4,-3.000-3.000 0 12,0.000 0.000 0-12,0.000 3.000 0 4,3.000-3.000 0 0,-3.000 0.000 0-4,0.000-2.000 0 0,3.000-3.000 0 4,-3.000-3.000 0-4,3.000 0.000 0 5,-3.000 0.000 0-3,3.000-5.000 0 11,-3.000 0.000 0-6,-3.000-8.000 0-7,0.000 0.000 0 0,0.000 0.000 0 0,0.000 0.000-21 0,9.000 0.000 3 0,0.000-5.000 1 2,-1.000-6.000 0 4,4.000-2.000-7-6,-3.000-5.000 0 2,-3.000-3.000-1-2,3.000-3.000 0 9,0.000-8.000 0-4,3.000 0.000 0-5,-3.000-5.000 0 0,6.000-2.000 0 7,-3.000-1.000 25-3,3.000-3.000 0-4,0.000-1.000 0 0,-4.000-1.000 0 3,7.000 0.000 23-2,-6.000 2.000 3 8,3.000 1.000 1-8,-3.000 2.000 0-1,3.000 6.000 5 0,-3.000 2.000 2 9,-3.000 8.000 0-9,0.000 3.000 0 2,0.000 5.000-2-2,-1.000 6.000-1 13,-2.000-1.000 0-13,0.000 3.000 0 0,0.000 3.000-10 0,0.000 2.000-1 4,-6.000 3.000-1-3,0.000 0.000 0 5,6.000 5.000-8-6,0.000 1.000-2 0,0.000 2.000 0 2,0.000 0.000 0 4,0.000 2.000-9-6,3.000 3.000 0 6,-6.000 1.000 0-6,3.000 2.000 0 8,3.000-1.000 0-8,-3.000 4.000 0 3,0.000-3.000 0-1,0.000 2.000 0 5,6.000-2.000 0-6,-3.000 3.000 0-1,-1.000-1.000 0 0,1.000-2.000 0 9,3.000 3.000 0-4,0.000-3.000 0-5,0.000 2.000 0 0,3.000 1.000 0 4,-3.000-4.000 0-4,0.000 1.000 0 7,-6.000 0.000 0-7,3.000-3.000 0 12,-3.000 1.000 9-12,3.000 2.000-9 0,2.000-1.000 10 0,1.000 1.000-10 2,-3.000 3.000 8-1,0.000-1.000-8 10,0.000 1.000 0-11,-3.000 2.000 9 1,3.000 0.000-9 1,0.000 3.000 0 3,-6.000 0.000 0-5,3.000 2.000 0 2,-3.000 1.000 0-2,3.000 4.000 0 8,-3.000-1.000 0-8,3.000 1.000 0 5,0.000 1.000 0-5,0.000 0.000 0 8,-3.000 0.000 0-7,3.000 2.000 0 1,-3.000 0.000 0-2,0.000 3.000 0 3,3.000 0.000 0-3,-1.000 3.000 0 9,-2.000-3.000 0-9,0.000 5.000 0 1,0.000-2.000 0 1,3.000 3.000 0 17,-6.000-4.000 0-15,0.000 1.000 0-4,0.000-3.000 0 0,0.000 0.000 0 0,-3.000 0.000-9 0,-3.000 3.000 9 4,3.000-1.000 0-3,-5.000-2.000 0-1,2.000-5.000-20 0,0.000-3.000 4 3,-6.000-5.000 0-3,3.000-3.000 0 19,0.000-2.000-28-19,3.000-3.000-6 2,-6.000-3.000-1-2,3.000-5.000 0 8,-3.000-3.000-22-8,3.000-2.000-5 0,0.000-6.000-1 0,-3.000-5.000 0 17,3.000 0.000-163-17,1.000-10.000-33 0</inkml:trace>
  <inkml:trace contextRef="#ctx0" brushRef="#br0">22957.000 14139.000 2365 0,'0.000'0.000'52'0,"0.000"0.000"10"0,0.000 0.000 2 1,0.000 0.000 4 0,6.000 3.000-55 0,0.000 2.000-13 1,-6.000-5.000 0-1,6.000 3.000 0 15,0.000 0.000 46-15,3.000-1.000 6 0,0.000 1.000 2 0,0.000 0.000 0 1,3.000-1.000-30-1,-3.000 1.000-7 7,5.000-3.000-1-7,-2.000 2.000 0 6,3.000 1.000-16-6,-3.000 0.000 0 3,3.000-3.000 0-3,-3.000 5.000 0 8,-3.000-2.000-14-8,0.000 2.000 3 5,0.000 0.000 1-5,0.000-2.000 0 7,0.000 2.000-4-7,-3.000 0.000-1 4,-1.000 3.000 0-4,1.000 0.000 0 22,-3.000 0.000-11-21,0.000 3.000-2-1,-3.000 2.000-1-1,-3.000 0.000 0 7,0.000 3.000-16-6,-3.000 0.000-3-1,3.000 3.000-1 1,-2.000-1.000 0 12,-7.000 1.000 10-7,3.000-1.000 3 1,-3.000 3.000 0-6,0.000-5.000 0 0,0.000 3.000 27 0,0.000-6.000 9 0,0.000 3.000 0 0,6.000 0.000 0 0,-3.000-6.000 12 0,3.000 1.000 8 9,3.000-3.000 3-9,0.000-3.000 0 1,3.000-5.000 25-1,6.000 8.000 6 9,0.000-3.000 1-9,9.000-2.000 0 3,6.000 0.000 3-3,-3.000-1.000 1 7,6.000-4.000 0-6,2.000 2.000 0 3,4.000-6.000-11-3,0.000-2.000-1 6,3.000 0.000-1-5,-6.000 1.000 0-2,-1.000-1.000-46 0,-2.000 0.000 0 4,0.000-3.000 0-4,-3.000 3.000-812 34,-3.000 0.000-165-33</inkml:trace>
  <inkml:trace contextRef="#ctx0" brushRef="#br0">20034.000 15658.000 2433 0,'0.000'0.000'53'1,"0.000"0.000"11"0,0.000 0.000 3 0,0.000 0.000 2 0,9.000 0.000-55 0,0.000-3.000-14 2,0.000 1.000 0-2,3.000-4.000 0 6,0.000 1.000 15-6,3.000 0.000 0 2,-1.000-3.000 0-2,1.000 0.000 0 12,3.000-3.000-15-12,0.000 3.000 0 2,0.000 3.000-12-2,-3.000-3.000 12 4,0.000 3.000 0-4,0.000 2.000-8 7,-1.000-2.000 8-7,1.000 2.000 0 4,-3.000 1.000 0-4,3.000 2.000 0 7,0.000 0.000 0-7,0.000 0.000 0 4,-3.000 2.000 0-4,0.000 1.000 0 9,-3.000-3.000 0-3,3.000 5.000 0-5,-1.000-2.000 8-1,-5.000 2.000-8 6,3.000-2.000 0 0,-3.000 2.000 9-6,3.000 0.000-9 0,-6.000 3.000 0 0,-6.000 0.000 0 0,-3.000 3.000 0 8,0.000 2.000 0-8,0.000 0.000-11 5,-6.000 6.000 11-5,1.000-3.000-8 4,-7.000 2.000 8-5,0.000 1.000 0 6,0.000 5.000-9-5,-3.000-3.000 9 12,0.000 3.000 0-12,3.000-3.000 10 0,-2.000 0.000-1 0,2.000-5.000 0 13,0.000 2.000 11-11,0.000-2.000 3-2,3.000-3.000 0 0,3.000-2.000 0 7,0.000-3.000-11-7,3.000 0.000-1 1,0.000-3.000-1 0,4.000 1.000 0 16,5.000-6.000 18-17,0.000 0.000 3 0,0.000 0.000 1 0,0.000 0.000 0 0,0.000 0.000-20 0,0.000 0.000-3 4,5.000-6.000-1-4,1.000 1.000 0 4,0.000 0.000-8-4,6.000-3.000 0 9,-3.000-3.000 0-8,3.000 3.000 0 3,0.000 3.000 0-3,-3.000-3.000 0 9,0.000 3.000 0-9,0.000-1.000 0-1,-3.000 4.000 0 0,3.000-1.000 0 4,-3.000 3.000 0-1,3.000 0.000 0-1,-9.000 0.000-13-1,6.000 5.000-5 3,-6.000-5.000-1-4,0.000 11.000 0 9,3.000 0.000-1-5,-3.000 2.000-1-4,-6.000 3.000 0 0,3.000 2.000 0 13,-6.000 3.000 21-13,-3.000 3.000-9 2,3.000-3.000 9-2,-3.000 3.000 0 6,-3.000 5.000 0-6,-3.000 0.000 0 0,0.000 3.000 0 0,0.000-3.000 0 8,-2.000 3.000 24-8,5.000-6.000 8 3,0.000 3.000 1-3,3.000-5.000 1 4,0.000-3.000-24-4,3.000-2.000-10 11,0.000-3.000 8-11,6.000-3.000-8 1,-3.000-2.000 11 0,3.000-6.000-3 8,3.000-5.000-8-8,0.000 0.000 12-1,9.000 8.000-12 0,0.000-8.000 9 9,3.000 0.000-9-9,0.000-5.000 8 3,6.000-3.000-8-3,0.000-3.000 10 7,3.000-2.000-10-7,-1.000-3.000 10 3,-2.000 0.000-10-3,3.000-2.000 0 13,0.000 2.000 0-13,0.000-3.000 0 1,-3.000 1.000-14-1,2.000-1.000-5 6,-2.000 6.000-1-4,3.000-3.000 0 16,-6.000 0.000-47-18,3.000 3.000-9 0,0.000 0.000-3 0,0.000-1.000 0 11,2.000 4.000-97-11,-8.000 2.000-19 0,0.000-3.000-4 0,0.000 3.000-682 0</inkml:trace>
  <inkml:trace contextRef="#ctx0" brushRef="#br0">20522.000 16005.000 2318 0,'0.000'0.000'51'1,"0.000"0.000"10"0,0.000 0.000 3 0,0.000 0.000 1 0,9.000 5.000-52 0,-3.000 0.000-13 0,-6.000-5.000 0 0,9.000 6.000 0 8,-3.000-1.000 60-5,3.000 0.000 8-3,-6.000 0.000 3 0,3.000 3.000 0 2,-6.000-8.000-25-2,3.000 8.000-5 5,3.000 3.000-1-5,-3.000 2.000 0 8,-3.000-2.000-25-8,0.000 5.000-6 3,0.000 2.000-1-3,-3.000 3.000 0 9,-3.000 0.000-8-9,3.000 6.000 0 4,-3.000-3.000 0-4,0.000 2.000 0 20,0.000 1.000-41-20,-3.000-4.000-4 0,0.000 1.000-1 0,-3.000 0.000 0 7,3.000 2.000-102-7,-3.000-4.000-20 0,4.000-1.000-4 0,-4.000-3.000-799 3</inkml:trace>
  <inkml:trace contextRef="#ctx0" brushRef="#br0">20228.000 16447.000 1994 0,'3.000'18.000'88'0,"-3.000"-7.000"19"1,0.000 2.000-86 0,3.000 0.000-21 3,0.000 8.000 0-3,2.000-2.000 0 6,1.000 7.000 60-6,0.000 1.000 8 6,3.000 2.000 2-6,-3.000 0.000 0 5,6.000 0.000-46-5,-3.000 0.000-10 7,0.000-2.000-2-7,0.000-1.000 0 4,3.000-2.000-12-4,-3.000 0.000 0 6,3.000-3.000 0-6,-6.000-3.000 0 5,3.000 1.000-12-5,-6.000-3.000 4 6,5.000-3.000 8-6,-5.000 0.000-13 6,-3.000-5.000-3-6,3.000 0.000-1 6,0.000-3.000 0-6,-3.000-5.000 0 21,0.000 0.000-18-21,0.000 0.000-3 0,0.000 0.000-1-1,0.000-8.000 0 13,-3.000-5.000-181-12,0.000-3.000-37-1,-2.000-5.000-7 1,-4.000 3.000-2 0</inkml:trace>
  <inkml:trace contextRef="#ctx0" brushRef="#br0">20147.000 16563.000 1558 0,'-21.000'-3.000'69'1,"9.000"3.000"15"0,-5.000 0.000-68 0,-4.000 6.000-16 0,0.000 2.000 0 0,0.000 2.000 0 0,0.000 1.000 113 0,-3.000 7.000 19 0,4.000-2.000 4 0,-1.000 3.000 1 0,0.000 4.000-28 0,0.000-1.000-5 0,0.000-1.000-2 0,3.000 0.000 0 6,7.000 3.000-31-6,-1.000-6.000-7 4,0.000-2.000 0-4,3.000 0.000-1 6,3.000-3.000-36-6,0.000-2.000-7 9,3.000-3.000-2-9,3.000 0.000 0 18,0.000-8.000-43-18,0.000 0.000-9 0,9.000 0.000-2-1,0.000 0.000 0 11,6.000-8.000-36-10,3.000-3.000-7 0,8.000-5.000-1-1,4.000-2.000-1 12,6.000-9.000 37-9,2.000 1.000 7-3,-2.000-6.000 1 1,6.000 0.000 1 0,0.000 1.000 18 0,-1.000-1.000 3 12,4.000 0.000 1-9,0.000 6.000 0-3,2.000 2.000 4 0,-2.000 3.000 1 7,-7.000 2.000 0-6,1.000 3.000 0-1,0.000 6.000 8 0,0.000 2.000 11 7,-7.000 0.000-3-6,1.000 5.000 0-1,-3.000 3.000 54 0,-3.000 3.000 10 8,-1.000 2.000 3-7,-2.000 3.000 0 2,0.000 3.000-5-3,-6.000-1.000-1 8,3.000 3.000 0-8,-6.000 3.000 0 1,-1.000 0.000-19-1,-2.000 0.000-4 9,0.000 0.000-1-9,3.000-3.000 0 2,-6.000-2.000-45-2,0.000-1.000-13 4,-3.000 1.000-1-4,0.000-3.000 0 29,-6.000-8.000-170-29,0.000 0.000-33 0,6.000-8.000-7 0,-6.000-8.000-2 0</inkml:trace>
  <inkml:trace contextRef="#ctx0" brushRef="#br0">21144.000 15597.000 57 0,'0.000'0.000'0'1,"0.000"0.000"0"3,0.000 0.000 0-3,0.000 0.000 0 7,0.000 0.000 442-7,0.000 0.000 83 4,0.000 0.000 17-4,0.000 0.000 3 17,0.000 0.000-359-17,0.000 0.000-72 0,0.000 0.000-14 0,-3.000 5.000-4 0,-3.000 1.000-12 0,3.000 2.000-2 7,-2.000-3.000-1-7,-1.000 6.000 0 3,0.000-1.000-19-3,-3.000 6.000-4 9,0.000 0.000-1-9,-3.000 2.000 0 4,3.000-2.000-11-4,-3.000 3.000-2 5,-3.000-1.000-1-5,3.000 1.000 0 5,-3.000-1.000-43-5,3.000 1.000 0 9,1.000-1.000 0-8,-4.000 1.000 0 2,3.000-3.000-12-3,3.000 0.000 3 3,-3.000-6.000 0-3,3.000 1.000 0 9,3.000-3.000 0-9,0.000-3.000 0 3,6.000-5.000 0-2,0.000 0.000 0 18,0.000 0.000-22-18,0.000 0.000-4-1,0.000 0.000-1 0,6.000 0.000 0 0,6.000-3.000 15 0,3.000-2.000 2 4,0.000-5.000 1-4,6.000-1.000 0 7,5.000-5.000 18-3,-2.000 0.000 0-4,3.000-2.000 0-1,6.000-1.000 0 8,-4.000-2.000 0-5,7.000 3.000-8 8,0.000-1.000 8-2,-3.000 0.000 0-8,-4.000 1.000 0-1,1.000 5.000 16 1,-3.000 0.000-2 0,3.000 2.000 0 0,-6.000 0.000-14 0,-4.000 3.000 0 14,1.000 3.000 0-14,-3.000 2.000 0 0,-3.000 3.000 0 0,-3.000 0.000 0 4,-6.000 3.000 0-4,3.000 2.000 0 3,-6.000 1.000 0-3,0.000 4.000 0 7,-6.000 1.000 0-7,0.000-1.000 0 10,0.000 6.000 0-8,-6.000 0.000-13-2,-3.000 0.000 1 0,0.000 3.000 0 20,-3.000-1.000-24-20,0.000 1.000-4 0,0.000-3.000 0 0,0.000 2.000-1 11,1.000-2.000 2-11,2.000 0.000 1-1,0.000 0.000 0 1,0.000-6.000 0 0,6.000 1.000 38 0,3.000-1.000 0 0,0.000-4.000 0 0,0.000 2.000 0 8,3.000-8.000 11-8,0.000 0.000-3 5,0.000 0.000-8-5,6.000 5.000 12 6,3.000-2.000-12-6,3.000-3.000 0 9,-3.000-3.000 8-9,0.000-2.000-8 0,6.000-3.000 0 0,-4.000 0.000 0 9,4.000-3.000 0-9,-3.000 1.000 0 22,0.000-4.000-94-13,0.000-2.000-22-9,3.000 1.000-4 0,-3.000-4.000-550 0,0.000-2.000-110 0</inkml:trace>
  <inkml:trace contextRef="#ctx0" brushRef="#br0">21323.000 15317.000 1785 0,'0.000'0.000'159'3,"0.000"0.000"-127"-2,0.000 0.000-32 0,0.000 0.000 0 0,0.000 0.000 143 0,-3.000 8.000 22 6,-3.000 2.000 5-5,3.000-2.000 1-1,0.000 0.000-95 0,-3.000 3.000-18 6,0.000 2.000-4-6,-3.000 3.000-1 5,3.000 0.000-38-5,-3.000 5.000-15 7,0.000 0.000 11-7,3.000 3.000-11 5,-2.000 5.000 0-5,2.000 5.000 0 4,-3.000 1.000 0-4,3.000 7.000 0 5,-3.000 0.000 0-5,3.000 6.000-8 4,0.000 5.000 8-4,0.000-3.000 0 8,3.000 3.000 0-5,0.000 0.000 0 0,0.000 3.000 0 7,0.000 2.000 9-10,3.000 0.000-1 0,-3.000-2.000 0 1,3.000-1.000 0 0,3.000 1.000 0 7,0.000-1.000-8-7,3.000-4.000 0 1,-3.000-1.000 0-1,3.000-3.000 0 5,0.000 1.000 0-2,0.000-3.000 0-4,3.000-8.000 0 0,0.000 0.000 8 5,0.000-5.000-8-5,2.000 0.000 0 5,4.000-6.000 0-4,0.000 1.000 8 4,-3.000-6.000-8-3,-3.000-3.000 0 7,3.000-2.000 9-6,0.000-5.000-9-3,3.000-1.000-8 0,-3.000-2.000-7 5,0.000 3.000-1-4,2.000-3.000 0 18,-2.000-6.000-8-17,3.000 1.000-1 0,-3.000-3.000-1-2,3.000 0.000 0 7,0.000-3.000-54-7,0.000-5.000-12 0,-3.000-2.000-1 0,0.000-6.000-594 0,0.000 0.000-118 0</inkml:trace>
  <inkml:trace contextRef="#ctx0" brushRef="#br0">21689.000 15981.000 2098 0,'0.000'0.000'93'1,"-3.000"8.000"19"-1,3.000-3.000-89 0,0.000 6.000-23 2,0.000-3.000 0-1,0.000 0.000 0 7,0.000-8.000 33-7,0.000 5.000 3 9,0.000 5.000 0-9,3.000-2.000 0 6,0.000-2.000-23-6,-3.000-6.000-4 0,0.000 5.000-1 0,0.000 3.000 0 8,0.000 0.000-8-8,0.000 0.000 0 3,0.000-3.000 0-3,-3.000 3.000 0 8,3.000 0.000 0-8,0.000 2.000 0 5,-3.000 1.000 0-5,0.000 0.000 0 6,-3.000 2.000 22-6,3.000 0.000 6 4,0.000 3.000 0-4,-3.000 0.000 1 12,-3.000-3.000 12-12,3.000 6.000 3 0,-3.000 2.000 0 0,1.000-3.000 0 6,-1.000 3.000-26-6,-3.000 1.000-5 6,-3.000 1.000-1-7,0.000 1.000 0 5,0.000 0.000-12-4,-6.000 3.000 0 8,0.000-1.000 0-8,1.000 0.000 0 4,-4.000 4.000 0-4,3.000-1.000 0 6,-6.000-3.000 0-6,6.000-2.000 0 5,0.000 2.000 11-5,1.000 1.000-1 8,-4.000-3.000 0-7,0.000-1.000 0 3,0.000-1.000 16-4,3.000-4.000 3 9,3.000-2.000 1-6,1.000-3.000 0-3,-1.000 0.000-21 0,3.000-5.000-9 17,3.000 0.000 8-16,0.000-2.000-8-1,0.000-4.000 0 0,3.000 4.000 0 0,0.000-4.000 0 0,3.000-2.000 0 5,0.000 0.000 0-3,0.000-5.000 0-2,0.000 2.000 0 0,3.000-5.000 0 19,1.000 0.000-20-19,2.000-5.000-10 0,-3.000-3.000-2 0,3.000 3.000 0 4,3.000-5.000 32-2,-1.000-4.000 0-3,1.000-1.000 0 1,3.000-4.000 0 5,3.000 1.000 0-5,0.000-1.000 0 4,3.000 1.000 0-4,3.000-3.000 10 5,0.000-3.000-10-5,3.000 3.000 0 12,3.000 0.000 0-12,2.000 0.000-11 0,-2.000 2.000 11 0,3.000-2.000 0 7,3.000 0.000 0-7,3.000 2.000-8 11,-1.000-4.000 8-8,1.000 2.000 0-3,0.000 0.000 0 0,0.000 2.000 0 8,-3.000 3.000 0-6,5.000 3.000 0-2,-2.000 3.000 0 0,3.000-1.000 0 6,-6.000 3.000 14-5,5.000 3.000 2-1,1.000 0.000 0 0,0.000 5.000 0 11,-3.000-5.000-1-10,-1.000 5.000 0-1,-2.000 2.000 0 0,0.000 1.000 0 11,-3.000 2.000-15-11,-3.000 1.000 0 0,-1.000 2.000 0 0,1.000 2.000 0 20,-6.000-2.000 12-20,0.000 6.000-3 0,-3.000-4.000-1 0,0.000 4.000 0 0,0.000-1.000-8 0,-3.000 0.000 8 0,0.000 0.000-8 0,-3.000 3.000 8 11,-1.000 3.000 0-11,-2.000-3.000 0 11,0.000 0.000 0-9,0.000 2.000 0-2,-3.000 1.000-8 0,0.000 0.000 8 3,0.000 2.000-8-1,0.000 0.000 8-2,-3.000 0.000-8 0,0.000 3.000 0 8,0.000 5.000 0-8,0.000-2.000 0 3,-2.000-3.000 0-3,-1.000 2.000 0 11,-3.000 3.000 0-9,0.000 1.000 0-2,0.000-1.000 8 0,-3.000 0.000 0 4,0.000 3.000 0-2,0.000-3.000 0 5,-3.000 0.000-8-6,0.000 0.000 0-1,0.000 0.000 0 0,-2.000 1.000 0 6,-1.000-1.000 0-6,0.000 0.000 0 5,-3.000-5.000 0-5,3.000 2.000 0 8,0.000-2.000-14 7,-3.000 3.000-5-15,4.000-6.000-1 0,-1.000-2.000 0 8,0.000-4.000-20-6,0.000 1.000-4-2,3.000 0.000 0 0,0.000-2.000-1 7,0.000-6.000-9-7,3.000 0.000-2 0,-2.000-3.000 0 0,-1.000-2.000 0 12,0.000-3.000-131-12,3.000-5.000-26 0,0.000-3.000-6 0,0.000-3.000-626 10</inkml:trace>
  <inkml:trace contextRef="#ctx0" brushRef="#br0">21624.000 16132.000 1152 0,'0.000'0.000'102'1,"9.000"0.000"-82"0,-1.000 2.000-20 0,4.000 1.000 0 0,0.000 2.000 248 0,0.000 3.000 46 0,6.000 0.000 9 0,0.000 3.000 1 7,0.000-3.000-139-7,0.000 2.000-28 2,-1.000 3.000-5-2,1.000 1.000-2 9,0.000 4.000-66-8,0.000-2.000-12-1,-3.000 5.000-4 0,3.000-2.000 0 8,-3.000 2.000-19-8,3.000 0.000-4 4,-4.000 0.000-1-4,1.000 0.000 0 4,3.000 3.000-24-4,-3.000 0.000 8 10,0.000 0.000-8-10,0.000 0.000 0 1,0.000-3.000 16-1,0.000 3.000-1 8,-1.000-1.000-1-8,1.000 4.000 0 4,0.000-3.000 0 5,3.000-3.000 0-9,-3.000 0.000 0 2,0.000-2.000 0 2,-3.000-1.000-14-3,0.000 1.000 0 10,0.000-6.000 8-11,-1.000 0.000-8 0,-5.000-2.000 0 0,3.000-3.000 0 5,-3.000-6.000 0-4,-6.000-2.000-10 16,0.000 0.000-29-17,0.000 0.000-5 0,0.000 0.000-2 0,0.000 0.000 0 8,-3.000-8.000-94-8,-3.000-2.000-18 1,0.000-6.000-4-1,-5.000-3.000-603 7,-1.000-7.000-121-7</inkml:trace>
  <inkml:trace contextRef="#ctx0" brushRef="#br0">20876.000 16230.000 921 0,'0.000'0.000'82'2,"0.000"0.000"-66"0,0.000 0.000-16-1,0.000 0.000 0 7,0.000 0.000 273-7,0.000 0.000 51 6,0.000 0.000 11-6,0.000 0.000 1 17,0.000 0.000-190-17,9.000 2.000-38 0,0.000 1.000-8 0,-3.000-3.000-2 0,3.000-3.000-59 0,0.000 1.000-12 2,3.000 2.000-3-2,0.000-3.000 0 8,-3.000-2.000-13-8,3.000 2.000-3 3,0.000-2.000-8-2,0.000-1.000 12 9,5.000 4.000 17-10,-2.000-6.000 3 1,0.000 0.000 1-1,0.000 0.000 0 7,3.000 3.000-10-7,3.000-1.000-3 4,0.000 1.000 0-4,-1.000 0.000 0 10,7.000-3.000 19-10,-3.000 0.000 3 3,6.000 0.000 1-3,-3.000 3.000 0 6,-4.000-6.000-21-6,4.000 0.000-4 6,-3.000 4.000-1-6,6.000-4.000 0 6,-3.000 0.000-17-6,-1.000 3.000 0 8,-2.000 1.000 0-7,0.000-1.000 0-1,-3.000 0.000 0 0,0.000 2.000-11 7,-3.000-2.000 2-7,-4.000 3.000 0 21,1.000 2.000-91-19,-6.000-2.000-19-2,0.000 3.000-3 2,-6.000-4.000-1-2</inkml:trace>
</inkml:ink>
</file>

<file path=ppt/ink/ink4.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16T04:29:07"/>
    </inkml:context>
    <inkml:brush xml:id="br0">
      <inkml:brushProperty name="width" value="0.05292" units="cm"/>
      <inkml:brushProperty name="height" value="0.05292" units="cm"/>
      <inkml:brushProperty name="color" value="#ff0000"/>
    </inkml:brush>
  </inkml:definitions>
  <inkml:trace contextRef="#ctx0" brushRef="#br0">9491.000 13965.000 172 0,'0.000'0.000'8'0,"0.000"0.000"1"0,-3.000 0.000-9 0,0.000 0.000 0 16,3.000 0.000 0-16,0.000 0.000 0 0,0.000 0.000 225 0,0.000 0.000 43 16,-6.000 0.000 9-16,3.000 0.000 2 0,3.000 0.000-202 0,-3.000-3.000-40 15,0.000 0.000-8-15,-3.000 1.000-1 0,3.000-4.000-28 0,-3.000 4.000 0 16,3.000-1.000 0-16,-3.000 1.000 0 0,-2.000-4.000 0 0,5.000 1.000-16 15,-3.000 2.000 3-15,0.000 1.000 0 0,-3.000-1.000 2 0,3.000-2.000 1 16,0.000 2.000 0-16,0.000 3.000 0 0,0.000-3.000 10 0,0.000 3.000 14 16,0.000 3.000-3-16,0.000 0.000-1 0,3.000-1.000 11 0,-3.000 1.000 3 0,3.000 0.000 0 0,-3.000 2.000 0 15,3.000 0.000 7-15,-3.000-2.000 1 0,3.000 2.000 1 0,0.000 0.000 0 16,0.000-2.000 6-16,3.000-3.000 1 0,0.000 0.000 0 0,-3.000 5.000 0 16,0.000 1.000 2-16,3.000-6.000 1 0,0.000 0.000 0 0,0.000 8.000 0 15,0.000-3.000-3-15,0.000-5.000 0 0,0.000 8.000 0 0,0.000-8.000 0 16,3.000 5.000-1-16,-3.000-5.000-1 0,0.000 8.000 0 0,6.000-3.000 0 15,-3.000 3.000-11-15,0.000-2.000-3 0,-3.000-6.000 0 0,6.000 8.000 0 16,-6.000-8.000-8-16,6.000 5.000-3 0,0.000 0.000 0 0,3.000-2.000 0 16,-9.000-3.000 13-16,9.000 5.000 2 0,0.000-2.000 1 0,0.000-1.000 0 15,-3.000 4.000-7-15,3.000-4.000-2 0,3.000-2.000 0 0,0.000 3.000 0 16,-4.000 0.000-4-16,1.000-3.000-2 0,0.000 0.000 0 0,0.000 0.000 0 16,0.000 0.000 21-16,0.000 0.000 4 0,3.000 0.000 1 0,-3.000 0.000 0 15,0.000 0.000-27-15,3.000 0.000-5 0,-3.000 0.000 0 0,3.000 0.000-8 0,-3.000 2.000 12 16,2.000-2.000-4-16,-2.000 3.000 0 0,0.000-3.000-8 0,-3.000 3.000 10 0,3.000-3.000-10 15,0.000 0.000 8-15,0.000 2.000-8 0,0.000-2.000 8 0,0.000 3.000-8 16,0.000-1.000 8-16,0.000-2.000-8 0,-3.000 3.000 0 0,3.000-3.000 0 16,-3.000 3.000 0-16,0.000-3.000 0 0,3.000 0.000 19 0,-4.000 0.000-2 15,-5.000 0.000 0-15,0.000 0.000 0 0,9.000 2.000 0 0,-9.000-2.000 0 16,0.000 0.000 0-16,6.000 3.000 0 0,-6.000-3.000-17 0,9.000 3.000 0 16,-9.000-3.000 0-16,0.000 0.000-9 0,0.000 0.000 9 0,0.000 0.000 0 15,9.000 2.000 0-15,-9.000-2.000 0 0,0.000 0.000 0 0,0.000 0.000 0 16,0.000 0.000 0-16,0.000 0.000 0 0,0.000 0.000 0 0,0.000 0.000 0 15,0.000 0.000 0-15,0.000 0.000 11 0,0.000 0.000-24 0,0.000 0.000-5 16,0.000 0.000-1-16,0.000 0.000 0 16,0.000 0.000-38-16,0.000 0.000-8 0,0.000 0.000-2 0,0.000 0.000 0 15,0.000 0.000-86-15,0.000 0.000-18 0,-6.000-5.000-3 0,3.000 2.000-1 16,0.000-2.000-29-16,0.000 0.000-5 0,0.000-3.000-2 0,0.000 3.000 0 16,0.000-3.000 2-16,0.000 0.000 0 0,0.000 0.000 0 0,0.000 3.000 0 0,0.000-3.000 155 0,1.000 2.000 31 0,2.000-2.000 7 0,-3.000 3.000 0 15,3.000 5.000 128-15,0.000-5.000 24 0,-3.000-1.000 6 0,3.000 6.000 1 16,0.000 0.000 10-16,0.000 0.000 3 0,0.000 0.000 0 0,0.000 0.000 0 15,0.000-5.000-40-15,0.000 5.000-7 0,0.000 0.000-1 0,0.000 0.000-1 16,0.000 0.000-28-16,0.000 0.000-6 0,0.000-5.000-1 0,0.000 5.000 0 16,0.000-5.000-19-16,0.000 5.000-4 0,0.000 0.000-1 0,6.000-3.000 0 15,-6.000 3.000-6-15,5.000-3.000-2 0,-5.000 3.000 0 0,9.000 0.000 0 16,0.000 0.000-17-16,0.000 3.000-4 0,-3.000-3.000-1 0,3.000 5.000 0 16,0.000-2.000-2-16,-3.000 0.000-1 0,3.000 2.000 0 0,-3.000 0.000 0 15,3.000 0.000-5-15,0.000 1.000-1 0,0.000-1.000 0 0,0.000 0.000 0 0,-3.000 1.000 2 0,0.000 2.000 0 16,-1.000-3.000 0-16,4.000 3.000 0 0,-3.000 0.000 8 15,0.000-3.000 1-15,0.000 0.000 1 0,0.000 1.000 0 0,-3.000-1.000-5 0,0.000 3.000-2 16,0.000-3.000 0-16,0.000 0.000 0 0,3.000 3.000 12 0,-3.000-2.000 2 16,-3.000-6.000 1-16,-3.000 8.000 0 0,3.000-1.000-4 0,-3.000 1.000-1 15,-3.000 0.000 0-15,3.000-2.000 0 0,-3.000 2.000-8 0,3.000-3.000-3 16,-6.000 3.000 0-16,3.000-3.000 0 0,-3.000 0.000-13 0,3.000 1.000 0 16,-2.000-1.000 0-16,-1.000 0.000-10 15,0.000 1.000-24-15,-3.000-4.000-5 0,3.000 1.000-1 0,0.000-3.000 0 16,-3.000 0.000-150-16,0.000 0.000-30 0</inkml:trace>
  <inkml:trace contextRef="#ctx0" brushRef="#br0">12521.000 14018.000 115 0,'0.000'0.000'0'0,"-6.000"0.000"10"16,3.000-3.000-10-16,-3.000 3.000 0 0,0.000-3.000 0 0,0.000 3.000 0 15,4.000 0.000 280-15,-4.000 0.000 53 0,0.000-2.000 11 0,6.000 2.000 3 0,-6.000 0.000-205 0,3.000-3.000-41 16,3.000 3.000-8-16,-6.000 0.000-1 0,6.000 0.000-25 0,-3.000-3.000-5 16,3.000 3.000-1-16,-6.000-2.000 0 0,3.000-1.000-21 0,3.000 3.000-4 15,0.000 0.000 0-15,0.000 0.000-1 0,0.000 0.000-9 0,0.000 0.000-2 16,0.000 0.000 0-16,0.000 0.000 0 0,0.000 0.000 0 0,0.000 0.000 0 16,0.000 0.000 0-16,0.000 0.000 0 0,0.000 0.000 2 0,0.000 0.000 0 15,0.000 0.000 0-15,0.000 0.000 0 0,0.000 0.000-2 0,0.000 0.000 0 16,0.000 0.000 0-16,0.000 0.000 0 0,0.000 0.000 2 0,9.000-3.000 0 15,0.000 3.000 0-15,-3.000 3.000 0 0,3.000-3.000-2 0,-1.000 0.000 0 16,1.000 3.000 0-16,0.000-1.000 0 0,3.000-2.000-12 0,0.000 0.000-2 16,0.000 3.000-1-16,0.000 0.000 0 0,0.000-3.000 8 0,3.000 2.000 2 15,-3.000 4.000 0-15,0.000-4.000 0 0,2.000 1.000-5 0,-2.000-3.000-1 16,0.000 5.000 0-16,3.000-2.000 0 0,-3.000 0.000-3 0,0.000-1.000-1 0,0.000 3.000 0 0,3.000-2.000 0 16,-6.000 0.000 2-16,3.000-1.000 0 0,-1.000 4.000 0 0,1.000-4.000 0 15,-3.000 1.000-1-15,0.000 0.000 0 0,0.000-1.000 0 0,0.000 1.000 0 16,-3.000 0.000 0-16,3.000-1.000 0 0,-9.000-2.000 0 0,9.000 3.000 0 15,0.000-1.000-2-15,0.000 1.000-8 0,-9.000-3.000 12 0,9.000 3.000-4 16,-3.000-3.000 8-16,-6.000 0.000 0 0,0.000 0.000 1 0,0.000 0.000 0 16,9.000 0.000-17-16,-9.000 0.000-12 0,6.000 0.000 1 0,-6.000 0.000 1 15,0.000 0.000 10-15,0.000 0.000 0 0,0.000 0.000 0 0,0.000 0.000 0 16,0.000 0.000 0-16,6.000 0.000-20 0,-6.000 0.000 4 0,0.000 0.000 1 16,0.000 0.000-22-16,0.000 0.000-5 15,2.000-6.000-1-15,-2.000 1.000 0 0,0.000 0.000-15 0,-2.000 0.000-3 0,-4.000-3.000-1 0,3.000 2.000 0 16,-3.000 1.000-33-16,0.000 0.000-6 0,0.000 0.000-2 0,0.000-3.000 0 15,-3.000 2.000 21-15,3.000-2.000 4 0,0.000 3.000 1 0,3.000-3.000 0 16,-6.000 0.000 33-16,3.000 3.000 8 0,3.000-3.000 0 0,0.000 3.000 1 0,-3.000-3.000 46 0,3.000 2.000 9 16,0.000-2.000 1-16,0.000 3.000 1 0,3.000-3.000 6 0,0.000 8.000 2 15,-3.000-2.000 0-15,3.000 2.000 0 0,0.000 0.000 34 0,3.000-6.000 8 16,-3.000-2.000 0-16,3.000 3.000 1 0,3.000 0.000-19 0,0.000 2.000-4 16,-6.000 3.000-1-16,9.000-5.000 0 0,-3.000 2.000 0 0,6.000 1.000 0 15,0.000-4.000 0-15,0.000 6.000 0 0,0.000-2.000-19 0,0.000-1.000-4 16,2.000 3.000-1-16,1.000 0.000 0 0,-3.000 0.000 0 0,0.000 3.000 0 15,3.000-1.000 0-15,-3.000 1.000 0 0,0.000 2.000-11 0,-3.000-2.000-2 16,-3.000 0.000-1-16,0.000 2.000 0 0,3.000 0.000-3 0,-3.000-2.000-8 16,-3.000 2.000 12-16,-1.000 3.000-4 0,-2.000 3.000 1 0,-2.000-4.000 0 15,-1.000 7.000 0-15,-3.000-1.000 0 0,0.000 0.000-9 0,-3.000 0.000 0 16,0.000 3.000 9-16,0.000 0.000-9 0,-3.000-3.000 0 0,3.000 3.000-13 0,-6.000 0.000 1 0,3.000 0.000 1 31,0.000-3.000-24-31,0.000 3.000-5 0,-2.000 0.000 0 0,2.000-3.000-1 16,0.000 3.000-41-16,-3.000 0.000-8 0,0.000 0.000-2 0,3.000 0.000 0 15,0.000 2.000-108-15,-3.000-2.000-23 0,6.000 3.000-4 0,-3.000-1.000-1 0</inkml:trace>
  <inkml:trace contextRef="#ctx0" brushRef="#br0">12492.000 15367.000 172 0,'0.000'0.000'16'0,"0.000"0.000"-16"0,0.000 0.000 0 0,0.000 0.000 0 16,0.000 0.000 328-16,0.000 0.000 64 0,0.000 0.000 12 0,0.000 0.000 2 16,0.000 0.000-261-16,0.000 0.000-52 0,0.000 0.000-10 0,0.000 0.000-3 15,0.000 0.000-44-15,0.000 0.000-10 0,0.000 0.000-2 0,0.000 0.000 0 16,0.000 0.000-12-16,0.000 0.000-2 0,0.000 0.000-1 0,0.000 0.000 0 15,0.000 0.000 11-15,5.000 5.000 1 0,-5.000-5.000 1 0,6.000 6.000 0 16,-6.000-6.000 8-16,6.000 5.000 2 0,-6.000-5.000 0 0,6.000 5.000 0 16,0.000-2.000-2-16,0.000 2.000 0 0,3.000-2.000 0 0,0.000-1.000 0 0,0.000 4.000-5 0,0.000-6.000-1 15,0.000 5.000 0-15,3.000-2.000 0 0,0.000-3.000 0 0,0.000 2.000 0 16,2.000 1.000 0-16,1.000 0.000 0 0,3.000-1.000 1 0,-3.000 1.000 0 16,-3.000-3.000 0-16,3.000 3.000 0 0,3.000-1.000-25 0,-3.000 1.000 0 15,0.000-1.000 0-15,-1.000 1.000 0 0,1.000 2.000 22 0,0.000-2.000 9 16,-3.000 0.000 1-16,3.000-1.000 1 0,0.000 4.000-20 0,-3.000-4.000-4 15,0.000 1.000-1-15,0.000-3.000 0 0,-1.000 3.000 0 0,1.000 2.000 0 16,0.000-5.000 0-16,-3.000 5.000 0 0,3.000-5.000-8 0,0.000 3.000 10 16,-3.000-1.000-10-16,0.000-2.000 10 0,0.000 3.000-10 0,-3.000-3.000 0 15,0.000 0.000 9-15,-6.000 0.000-9 0,6.000 3.000 0 0,-6.000-3.000 0 16,0.000 0.000 0-16,0.000 0.000 0 0,9.000 0.000 0 0,-9.000 0.000 0 0,0.000 0.000 0 0,0.000 0.000 0 16,0.000 0.000-13-16,0.000 0.000 2 0,0.000 0.000 1 0,0.000 0.000 0 15,0.000 0.000-7-15,0.000 0.000-2 0,0.000 0.000 0 0,0.000 0.000 0 31,0.000 0.000-26-31,-3.000-6.000-6 0,3.000 1.000-1 0,-3.000-3.000 0 16,0.000 0.000-90-16,0.000-2.000-18 0,0.000-1.000-4 0,0.000 1.000-1 16,-3.000-1.000-47-16,3.000-2.000-10 0,-3.000-1.000-2 0,0.000 4.000 0 0</inkml:trace>
  <inkml:trace contextRef="#ctx0" brushRef="#br0">12932.000 15251.000 403 0,'0.000'0.000'36'0,"0.000"0.000"-36"0,0.000 0.000 0 0,0.000 0.000 0 15,0.000 0.000 254-15,0.000 0.000 44 0,0.000 0.000 9 0,0.000 0.000 1 16,0.000 0.000-151-16,0.000 0.000-30 0,0.000 0.000-7 0,0.000 0.000 0 15,0.000 0.000-40-15,6.000 5.000-7 0,-3.000 3.000-1 0,3.000-3.000-1 16,-3.000 3.000-24-16,-3.000-8.000-5 0,6.000 5.000-1 0,0.000 3.000 0 16,0.000-2.000-7-16,0.000 2.000-2 0,0.000-3.000 0 0,0.000 3.000 0 0,0.000-3.000-6 0,0.000 3.000-2 15,-1.000-3.000 0-15,4.000 1.000 0 0,-3.000 1.000-3 0,3.000 1.000-1 16,-3.000-2.000 0-16,3.000-1.000 0 0,-3.000 3.000-4 0,0.000-3.000-2 16,-6.000-5.000 0-16,6.000 8.000 0 0,0.000 0.000-14 0,-3.000 0.000 0 15,0.000-3.000 0-15,-3.000-5.000 0 0,0.000 8.000 0 0,3.000 0.000 0 16,-3.000 0.000 0-16,-3.000-3.000 0 0,0.000 3.000 0 0,0.000 0.000 0 15,-3.000 0.000-13-15,-3.000 3.000 4 16,0.000-3.000-20-16,0.000 0.000-4 0,-6.000 2.000-1 0,0.000-2.000 0 16,1.000 0.000-75-16,-4.000 0.000-15 0,-3.000 3.000-4 0,-3.000-1.000-543 15,0.000-2.000-109-15</inkml:trace>
  <inkml:trace contextRef="#ctx0" brushRef="#br0">11438.000 15536.000 1209 0,'0.000'0.000'53'0,"0.000"0.000"12"0,0.000 0.000-52 0,0.000 0.000-13 0,0.000 0.000 0 0,0.000 0.000 0 16,0.000 0.000 164-16,0.000 0.000 29 0,0.000 0.000 7 0,0.000 0.000 0 16,0.000 0.000-144-16,0.000 0.000-30 0,3.000 6.000-6 0,-3.000-6.000 0 15,6.000 2.000-20-15,0.000 4.000 0 0,0.000-4.000 0 0,-6.000-2.000 0 16,6.000 6.000 0-16,0.000-6.000 0 0,-6.000 0.000 8 0,8.000 5.000-8 16,-2.000-3.000 21-16,0.000 4.000 1 0,3.000-4.000 0 0,0.000 1.000 0 15,0.000 0.000 15-15,3.000-1.000 3 0,-3.000 1.000 1 0,3.000 0.000 0 16,0.000-3.000-8-16,0.000 2.000-1 0,3.000-2.000-1 0,-3.000 0.000 0 15,5.000 0.000-11-15,-5.000 0.000-1 0,3.000-2.000-1 0,0.000 2.000 0 16,0.000 0.000-6-16,0.000-3.000 0 0,-3.000 3.000-1 0,0.000-3.000 0 16,0.000 3.000-11-16,-4.000-2.000 8 0,1.000 2.000-8 0,0.000-3.000 8 15,-6.000 3.000-8-15,-3.000 0.000 12 0,6.000 0.000-12 0,-6.000 0.000 12 0,0.000 0.000-12 0,0.000 0.000-14 16,0.000 0.000 3-16,0.000 0.000 1 16,0.000 0.000-22-16,0.000 0.000-4 0,0.000 0.000 0 0,0.000 0.000-1 15,0.000 0.000-27-15,0.000 0.000-6 0,-9.000 0.000-1 0,3.000 0.000 0 16,-3.000 0.000-9-16,3.000 0.000-1 0,-5.000 0.000-1 0,2.000 0.000 0 15,3.000 0.000 21-15,-3.000-3.000 4 0,-3.000 3.000 1 0,3.000-2.000 0 16,0.000 2.000 24-16,3.000-3.000 4 0,6.000 3.000 2 0,-6.000-5.000 0 0,3.000 5.000 37 0,3.000 0.000 7 16,-3.000-5.000 2-16,3.000 5.000 0 0,0.000 0.000 23 0,0.000 0.000 5 15,3.000-6.000 0-15,3.000 4.000 1 0,-3.000-4.000 5 0,3.000 4.000 1 16,0.000-4.000 0-16,3.000 6.000 0 0,3.000-2.000 5 0,0.000 2.000 2 16,-3.000-3.000 0-16,0.000 3.000 0 0,-3.000 3.000-18 0,2.000-3.000-3 15,1.000 2.000-1-15,-3.000 1.000 0 0,3.000 0.000-14 0,-3.000-1.000-3 0,-6.000-2.000-1 16,0.000 0.000 0-16,6.000 6.000-13 0,-3.000-1.000-9 0,-3.000 0.000 12 0,0.000 3.000-12 15,0.000-8.000 0-15,-3.000 8.000 0 0,0.000 0.000 0 0,0.000-3.000 0 32,0.000 3.000-20-32,0.000-3.000-5 0,-6.000 3.000-1 0,0.000-5.000 0 15,0.000 2.000-43-15,-2.000-2.000-9 0,-1.000-3.000-2 0,0.000 0.000-549 0,-3.000 0.000-111 0</inkml:trace>
  <inkml:trace contextRef="#ctx0" brushRef="#br0">11301.000 14121.000 115 0,'0.000'0.000'10'0,"0.000"0.000"-10"0,0.000 0.000 0 0,0.000 0.000 0 15,0.000 0.000 323-15,0.000 0.000 62 0,0.000 0.000 13 0,0.000 0.000 2 16,0.000 0.000-268-16,0.000 0.000-53 0,0.000 0.000-11 0,0.000 0.000-3 15,-3.000 0.000-26-15,3.000 0.000-6 0,0.000 0.000-1 0,0.000 0.000 0 16,0.000 0.000 1-16,0.000 0.000 0 0,0.000 0.000 0 0,0.000 0.000 0 16,0.000 0.000-12-16,0.000 0.000-2 0,0.000 0.000-1 0,0.000 0.000 0 15,0.000 0.000 0-15,9.000-3.000 0 0,-3.000-2.000 0 0,3.000 2.000 0 16,3.000 1.000 7-16,0.000-1.000 2 0,-4.000 0.000 0 0,4.000 3.000 0 0,0.000-2.000-1 0,3.000 2.000 0 16,0.000 0.000 0-16,-3.000 0.000 0 0,0.000 0.000-4 0,3.000-3.000-1 15,0.000 3.000 0-15,0.000 0.000 0 0,-1.000 0.000-3 0,1.000 0.000-1 16,-3.000 0.000 0-16,0.000 0.000 0 0,3.000 0.000-8 0,-3.000 3.000-1 15,3.000-1.000-8-15,-3.000-2.000 12 0,3.000 3.000-12 0,-4.000-3.000 9 16,1.000 3.000-9-16,0.000-3.000 8 0,-3.000 2.000-8 0,0.000 1.000 0 16,3.000 0.000 9-16,-6.000-1.000-9 0,0.000-2.000 0 0,3.000 3.000 8 15,-3.000-3.000-8-15,0.000 2.000 0 0,-6.000-2.000 0 0,0.000 0.000 0 16,9.000 3.000 0-16,-9.000-3.000 0 16,0.000 0.000-29-16,0.000 0.000-1 0,0.000 0.000 0 0,0.000 0.000 0 15,0.000 0.000-14-15,0.000 0.000-4 0,0.000 0.000 0 0,0.000 0.000 0 16,0.000 0.000-48-16,-3.000-5.000-11 0,-3.000 0.000-1 0,0.000-3.000-1 15,0.000 0.000-17-15,3.000 2.000-3 0,-3.000-2.000-1 0,0.000 3.000 0 16,0.000-3.000 63-16,3.000 0.000 13 0,0.000 0.000 2 0,0.000 3.000 1 0,0.000 0.000 77 0,0.000-1.000 15 0,3.000 6.000 3 0,0.000 0.000 1 16,0.000 0.000 59-16,0.000-5.000 12 0,0.000 5.000 3 0,0.000 0.000 0 15,3.000-5.000-36-15,0.000 2.000-7 0,3.000-2.000-2 0,0.000 2.000 0 16,0.000 1.000-3-16,-6.000 2.000-1 0,0.000 0.000 0 0,9.000 0.000 0 16,0.000 0.000-18-16,-3.000 0.000-3 0,-6.000 0.000-1 0,0.000 0.000 0 15,0.000 0.000-16-15,6.000 5.000-4 0,3.000 0.000-1 0,-6.000 1.000 0 16,-3.000-6.000-15-16,-3.000 7.000-2 0,0.000 1.000-1 0,-3.000 6.000 0 15,-3.000-4.000-39 1,0.000 6.000-8-16,-3.000-3.000-2 0,-3.000 6.000 0 0,-3.000-3.000-119 0,0.000 2.000-24 0,-2.000 1.000-5 16,-1.000 2.000-431-16,-3.000 3.000-86 0</inkml:trace>
  <inkml:trace contextRef="#ctx0" brushRef="#br0">9452.000 15584.000 979 0,'0.000'0.000'43'0,"0.000"0.000"9"15,0.000 0.000-41-15,0.000 0.000-11 0,0.000 0.000 0 0,0.000 0.000 0 0,0.000 0.000 152 0,0.000 0.000 28 16,0.000-5.000 5-16,0.000-1.000 2 0,-6.000-2.000-139 0,6.000 3.000-28 15,3.000 0.000-6-15,-3.000 0.000-1 0,0.000-1.000-13 0,0.000 1.000 0 16,3.000 0.000 0-16,-3.000 5.000 0 0,0.000-3.000 0 0,0.000 3.000 0 16,0.000 0.000 0-16,0.000 0.000 9 0,0.000 0.000 19 0,0.000 0.000 4 15,0.000 0.000 1-15,0.000 0.000 0 0,0.000 0.000-1 0,0.000 0.000 0 16,0.000 0.000 0-16,0.000 0.000 0 0,0.000 0.000-9 0,0.000 0.000-3 16,3.000-5.000 0-16,-3.000 5.000 0 0,0.000 0.000-6 0,0.000 0.000-2 15,0.000 0.000 0-15,0.000 0.000 0 0,0.000 0.000 2 0,0.000 0.000 0 16,0.000 0.000 0-16,0.000 0.000 0 0,0.000 0.000-2 0,0.000 0.000-1 0,0.000 0.000 0 0,0.000 0.000 0 15,0.000 0.000 9-15,0.000 0.000 3 16,0.000 0.000 0-16,0.000 0.000 0 0,9.000 2.000 3 0,-9.000-2.000 1 0,0.000 0.000 0 0,0.000 0.000 0 16,0.000 0.000-4-16,3.000 3.000-1 0,6.000 2.000 0 0,-3.000-2.000 0 15,0.000 0.000-4-15,0.000-1.000-1 0,3.000 1.000 0 0,0.000 0.000 0 16,-3.000-1.000 2-16,3.000 1.000 0 0,0.000 0.000 0 0,3.000-1.000 0 16,0.000 1.000-2-16,0.000-1.000 0 0,2.000 1.000 0 0,-2.000 0.000 0 15,0.000-1.000-3-15,0.000 1.000-1 0,0.000 0.000 0 0,0.000-1.000 0 16,0.000 1.000-2-16,3.000 0.000-1 0,-3.000-1.000 0 0,0.000-2.000 0 15,-1.000 6.000 1-15,1.000-4.000 0 0,0.000-2.000 0 0,0.000 0.000 0 16,0.000 0.000 1-16,-3.000 0.000 0 0,3.000 0.000 0 0,0.000 3.000 0 16,-3.000-3.000-12-16,3.000 0.000 12 0,0.000-3.000-12 0,-4.000 3.000 12 15,1.000 0.000-12-15,0.000 0.000 12 0,-3.000 0.000-12 0,3.000-2.000 12 16,0.000 4.000-12-16,-3.000-2.000 0 0,-6.000 0.000 0 0,0.000 0.000 0 16,3.000-2.000 0-16,-3.000 2.000-11 0,0.000 0.000 3 0,0.000 0.000 0 0,0.000 0.000-13 15,0.000 0.000-3-15,0.000 0.000 0 0,0.000 0.000 0 16,0.000 0.000-12-16,0.000 0.000-2 0,0.000 0.000-1 0,0.000 0.000 0 15,-3.000-6.000-12-15,-3.000 1.000-2 0,3.000-3.000-1 0,-3.000 5.000 0 16,0.000-5.000-6-16,0.000 3.000 0 0,0.000 0.000-1 0,3.000 0.000 0 16,0.000-1.000 27-16,-3.000 1.000 6 0,0.000-3.000 0 0,4.000 3.000 1 0,-1.000-3.000 18 0,0.000 3.000 9 15,0.000-3.000-10-15,-3.000 2.000 10 0,6.000-2.000 0 0,-3.000 3.000 8 16,3.000-3.000 1-16,-3.000 3.000 0 0,0.000-3.000 14 0,0.000 5.000 2 16,3.000-2.000 1-16,0.000 0.000 0 0,-3.000-1.000 6 0,3.000 6.000 2 15,0.000-5.000 0-15,0.000 5.000 0 0,0.000 0.000 4 0,0.000 0.000 1 16,0.000 0.000 0-16,0.000 0.000 0 0,0.000 0.000-1 0,0.000 0.000 0 15,0.000 0.000 0-15,0.000 0.000 0 0,0.000 0.000-18 0,0.000 0.000-4 16,0.000 0.000-1-16,6.000 3.000 0 0,3.000-1.000 20 0,-3.000-2.000 4 0,5.000 3.000 1 0,-2.000 0.000 0 16,-3.000-1.000-28-16,3.000 4.000-4 0,0.000-4.000-8 0,0.000 1.000 11 15,0.000 2.000-2-15,0.000-2.000 0 0,-3.000-1.000 0 0,3.000 1.000 0 16,-3.000 2.000-9-16,0.000 1.000 0 0,-6.000-6.000 0 0,0.000 0.000 0 16,0.000 5.000 10-16,6.000 0.000 0 0,-3.000 1.000 0 0,0.000-1.000 0 15,0.000 3.000-10-15,-3.000-3.000 0 0,0.000 3.000 0 0,-3.000-3.000 0 16,3.000 3.000 0-16,0.000 0.000 0 0,-3.000 0.000 0 0,0.000 3.000 0 15,-3.000-3.000 0-15,0.000 2.000 0 0,0.000-2.000 0 0,-3.000 3.000 0 32,-3.000-3.000-40-32,0.000 0.000-9 0,-3.000 2.000-3 0,0.000-2.000-756 0,-2.000 0.000-151 0</inkml:trace>
</inkml:ink>
</file>

<file path=ppt/ink/ink5.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22:19"/>
    </inkml:context>
    <inkml:brush xml:id="br0">
      <inkml:brushProperty name="width" value="0.1" units="cm"/>
      <inkml:brushProperty name="height" value="0.1" units="cm"/>
      <inkml:brushProperty name="color" value="#ed1c24"/>
      <inkml:brushProperty name="fitToCurve" value="1"/>
    </inkml:brush>
  </inkml:definitions>
  <inkml:trace contextRef="#ctx0" brushRef="#br0">522.000-236.000 1218 0,'0.000'0.000'0'0,"0.000"0.000"0"0,0.000 0.000 0 0,0.000 0.000 69 0,0.000 0.000-1 16,0.000 0.000 1-16,0.000 0.000-1 0,0.000 0.000-50 15,-36.000 28.000 0-15,33.000-22.000 0 0,3.000-6.000 0 0,0.000 0.000 24 16,-4.000 0.000 1-16,1.000 0.000 0 0,0.000 7.000-1 0,0.000-7.000-26 0,0.000 0.000 0 15,0.000 0.000 0-15,3.000 6.000 0 0,0.000-3.000 1 0,-3.000 0.000 1 16,0.000-3.000 0-16,0.000 0.000 0 0,0.000 0.000-8 0,3.000 0.000 0 16,0.000 0.000 0-16,0.000 0.000 0 0,0.000 0.000 6 0,-3.000 0.000 0 0,0.000 0.000 0 15,0.000 0.000 0-15,0.000 3.000-7 0,0.000 3.000 0 0,3.000 0.000 0 16,0.000-2.000 1-16,0.000-1.000 4 0,0.000 0.000 1 0,0.000 0.000-1 16,0.000 3.000 1-16,3.000 0.000-7 0,3.000 0.000 1 0,0.000-6.000 0 15,0.000 7.000-1-15,0.000-7.000-5 0,3.000 6.000 0 0,4.000-6.000-1 16,5.000 6.000 2-16,0.000 3.000-2 0,0.000 0.000 0 0,-6.000-5.000 0 15,7.000-4.000 1-15,-1.000 0.000 2 0,0.000 0.000 2 0,-6.000 0.000-1 16,7.000 0.000 0-16,-1.000 0.000-1 0,-9.000 0.000-1 0,0.000 0.000 1 16,0.000 0.000-1-16,0.000 0.000 4 0,-3.000 0.000 0 0,-3.000 0.000 0 15,7.000 0.000 0-15,2.000 0.000-4 0,-3.000 0.000 2 0,-3.000 0.000-1 0,-3.000 0.000 1 16,0.000 0.000 6-16,0.000 0.000 1 0,0.000 0.000-1 16,0.000 0.000 2-16,0.000 0.000-7 0,-3.000 0.000 1 15,0.000 0.000 0-15,0.000 0.000 0 0,0.000 0.000 7 0,0.000 0.000 0 16,0.000 0.000 1-16,0.000 0.000 0 0,0.000 0.000-7 0,0.000 0.000 0 0,0.000 0.000 0 0,-3.000 3.000 0 15,0.000 3.000 6-15,0.000 3.000 2 0,3.000-3.000 0 0,-3.000 1.000 0 16,-3.000 11.000-8-16,0.000-6.000 1 0,3.000 1.000-1 0,-9.000 2.000 1 16,0.000 10.000 5-16,-1.000-6.000 0 0,4.000-7.000 1 0,0.000 3.000 0 15,0.000 4.000-7-15,3.000-7.000 0 0,3.000-5.000 0 0,-3.000 2.000 1 16,0.000-6.000 1-16,6.000 0.000 1 0,-6.000 3.000 1 0,0.000 4.000-1 16,6.000-1.000-5-16,-7.000-3.000 1 0,7.000-6.000-1 15,0.000 0.000 1-15,0.000 0.000 2 0,0.000 0.000 0 0,0.000 0.000 1 0,0.000 6.000 0 0,0.000 0.000-4 0,0.000-6.000-1 0,0.000 0.000 1 16,-6.000 0.000 0-16,6.000 0.000 3 0,-6.000 0.000 0 0</inkml:trace>
  <inkml:trace contextRef="#ctx0" brushRef="#br0">23.000 0.000 803 0,'0.000'0.000'0'16,"0.000"0.000"0"-16,0.000 0.000 0 0,0.000 0.000 24 0,0.000 0.000 0 0,0.000 0.000 1 16,0.000 0.000 0-16,0.000 0.000-13 0,-6.000 30.000 0 0,6.000-30.000 1 15,0.000 0.000-1-15,0.000 0.000 32 0,0.000 0.000 1 0,0.000 0.000-2 16,-6.000 0.000 2-16,6.000 0.000-29 0,0.000 0.000 1 0,0.000 7.000-1 16,-6.000-1.000 0-16,6.000 0.000 7 0,-6.000-3.000 0 0,6.000 0.000 1 0,0.000 0.000 0 15,0.000 0.000-13-15,0.000 0.000 1 0,0.000 4.000 0 0,0.000-7.000 1 16,0.000 6.000 19-16,0.000-6.000 2 0,0.000 6.000 0 0,0.000-6.000-1 15,0.000 0.000-18-15,0.000 0.000 0 0,0.000 0.000-1 0,0.000 0.000 1 16,0.000 0.000-2-16,0.000 0.000 1 0,0.000 0.000-1 0,0.000 0.000 1 16,0.000 0.000-7-16,0.000 0.000 1 0,0.000 0.000 0 0,0.000 0.000 1 15,0.000-6.000-2-15,0.000 6.000 1 0,0.000-6.000 0 0,0.000 6.000-1 16,0.000 0.000-2-16,0.000 0.000 0 0,0.000 0.000 1 0,0.000 0.000 0 0,0.000 0.000-2 16,0.000 0.000 1-16,0.000 0.000-1 0,0.000 0.000 2 15,0.000-7.000-3-15,0.000 4.000 1 0,0.000 0.000-1 0,0.000 3.000 1 0,0.000 0.000 4 0,0.000 0.000 0 0,0.000 0.000 0 16,0.000 0.000 0-16,0.000 0.000-3 0,0.000 0.000 1 0,0.000 0.000 0 15,0.000 0.000-1-15,12.000 0.000 5 0,-6.000 0.000 0 0,0.000 0.000 1 16,6.000 0.000-1-16,-2.000-3.000-4 0,2.000 3.000 1 0,-3.000 3.000 0 16,6.000 0.000 0-16,6.000 0.000 7 0,-2.000-3.000 1 0,-7.000 0.000-1 15,0.000 0.000 1-15,0.000 0.000-6 0,0.000 0.000 0 0,3.000 0.000 0 16,10.000 7.000 0-16,-1.000-1.000 7 0,-6.000-6.000 0 0,-12.000 0.000 0 16,13.000 0.000 1-16,-1.000 6.000-8 0,0.000 0.000 1 0,-6.000-6.000-1 15,7.000 0.000 1-15,-1.000 0.000 4 0,-6.000 0.000 0 0,0.000 0.000 0 16,3.000 0.000 0-16,4.000 0.000-6 0,-7.000 0.000 1 0,3.000 0.000 0 0,3.000 0.000 0 15,4.000 0.000 6-15,-4.000 0.000 0 0,-6.000 6.000 1 0,0.000-12.000 0 16,0.000 6.000-7-16,-6.000-6.000 0 0,0.000 6.000 0 0,1.000 0.000 1 16,5.000 0.000 10-16,0.000 0.000 1 0,-6.000 0.000 1 0,-6.000-6.000-1 15,6.000 6.000-10-15,0.000-6.000 0 0,0.000 6.000 1 0,0.000 0.000-1 16,0.000 0.000 6-16,-6.000 0.000 1 0,6.000 0.000-2 0,-6.000-7.000 2 16,7.000 4.000-9-16,-7.000 0.000 1 0,6.000 0.000 1 0,-6.000 3.000-1 0,6.000 0.000 4 15,-6.000 0.000 1-15,6.000 0.000-1 0,-6.000 0.000 1 16,0.000 0.000-7-16,0.000 0.000 1 0,0.000 0.000 0 0,0.000 0.000 0 0,0.000 0.000 3 15,0.000 0.000 2-15,0.000 0.000-2 0,0.000-3.000 1 0,0.000 0.000-5 16,0.000 0.000 0-16,0.000 3.000 0 0,0.000 0.000 1 0,0.000-3.000 3 0,0.000 0.000 2 16</inkml:trace>
  <inkml:trace contextRef="#ctx0" brushRef="#br0">2125.000 40.000 1646 0,'0.000'0.000'0'0,"0.000"0.000"0"0,0.000 0.000 0 0,0.000 0.000 51 16,0.000 0.000 2-16,0.000 0.000-1 0,0.000 0.000 0 0,0.000 0.000-35 15,0.000 0.000 0-15,0.000 0.000 0 0,0.000 0.000 1 0,0.000 0.000 14 16,0.000 0.000 2-16,0.000 0.000-1 0,0.000 0.000 0 0,0.000 0.000-19 16,0.000 0.000 0-16,0.000 0.000 1 0,0.000 0.000 0 0,0.000 0.000-8 0,0.000 0.000 1 15,0.000 0.000 0-15,0.000 0.000 1 0,0.000 0.000-3 0,0.000 0.000-1 16,0.000 0.000 1-16,0.000 0.000 0 0,0.000 0.000-6 0,0.000 0.000 0 15,0.000 0.000 0-15,0.000 0.000 1 0,0.000 0.000-1 0,0.000 0.000 0 16,36.000 6.000 0-16,-24.000-3.000 1 0,13.000 6.000-2 0,-4.000 4.000 0 0,0.000-13.000-1 16,7.000 0.000 2-16,2.000 0.000-1 0,-6.000 0.000 1 0,-2.000 6.000-1 15,11.000-12.000 1-15,-2.000 6.000-1 0,-7.000 0.000 1 0,0.000 0.000 0 16,7.000-7.000 0-16,-7.000 4.000-1 0,-3.000 3.000 1 0,4.000 0.000 0 16,-1.000-6.000 0-16,0.000 3.000-1 0,-5.000 3.000 1 0,-4.000 0.000 0 15,9.000-6.000 0-15,-3.000 0.000-1 0,-2.000 3.000 1 0,-7.000 6.000 0 16,6.000-3.000 0-16,0.000-3.000-1 0,-6.000 0.000 1 15,1.000-1.000 0-15,-7.000 4.000 0 0,0.000 0.000-2 0,0.000 0.000 2 0,0.000 0.000 0 16,0.000 0.000 0-16,0.000 0.000 0 0,-6.000 0.000 0 0,6.000 0.000 0 0,-6.000 0.000 0 0,6.000 0.000 0 0,-6.000 0.000 0 0,0.000 0.000 0 16,0.000 0.000 0-16,0.000 0.000 4 0,0.000 0.000-1 0,0.000 0.000 1 15,0.000 0.000 0-15,0.000 0.000-2 0,0.000 0.000 2 0,0.000 0.000-1 16,0.000 0.000 0-16,0.000 0.000 11 0,0.000 0.000-1 0,0.000 0.000 1 16,6.000 0.000-1-16,-6.000 0.000-5 0,6.000 0.000 0 0,-6.000 0.000 0 15,3.000 0.000 1-15,0.000 0.000 9 0,-3.000 0.000 1 0,0.000 0.000 0 16,0.000 0.000 0-16,0.000 0.000-9 0,0.000 0.000 0 0</inkml:trace>
  <inkml:trace contextRef="#ctx0" brushRef="#br0">2541.000-103.000 1646 0,'0.000'0.000'0'0,"0.000"0.000"0"0,0.000 0.000 0 0,0.000 0.000 51 0,0.000 0.000 2 15,0.000 0.000-1-15,0.000 0.000 0 0,0.000 0.000-35 0,0.000 0.000 0 16,0.000 0.000 0-16,31.000-3.000 1 0,-22.000-3.000 17 0,0.000 0.000 1 16,-6.000 6.000-2-16,3.000 0.000 2 0,0.000 0.000-21 0,0.000-6.000 0 15,0.000 6.000-1-15,-3.000-6.000 2 0,1.000 6.000-9 0,-1.000 0.000 0 16,0.000 0.000 1-16,0.000 0.000 0 0,0.000 0.000-3 15,0.000 0.000 0-15,0.000 0.000 1 0,-3.000 0.000-1 0,0.000 0.000-5 0,0.000 0.000 0 0,0.000 0.000 0 16,0.000 0.000 0-16,0.000 0.000 0 0,0.000 0.000 0 0,0.000 0.000 0 16,3.000 0.000 0-16,6.000 0.000 0 0,0.000 6.000 0 0,0.000 0.000 0 15,3.000-3.000 0-15,7.000 0.000 0 0,-7.000 0.000 0 0,0.000 0.000 0 16,0.000 0.000 0-16,0.000 0.000 0 0,0.000 1.000 2 0,1.000-1.000-2 16,-7.000 0.000 1-16,6.000 0.000-1 0,0.000 0.000 0 0,-6.000 3.000 0 15,0.000 0.000 1-15,-6.000 1.000-1 0,6.000-7.000 1 0,-6.000 6.000-1 16,6.000 0.000 1-16,0.000 0.000-1 0,-3.000 0.000 1 0,-3.000-6.000-1 15,0.000 6.000 1-15,-3.000 4.000-1 0,3.000 2.000 1 0,-6.000 1.000-1 16,0.000-1.000 2-16,0.000 6.000-2 0,-6.000-2.000 1 0,6.000 2.000-1 0,-12.000 1.000 1 16,5.000 0.000 2-16,1.000-7.000 1 0,0.000 0.000-1 0,0.000 10.000 1 15,0.000-10.000-1-15,0.000-5.000 0 0,-1.000 2.000 0 0,7.000 3.000 1 16,-9.000-2.000 5-16,6.000-4.000 0 0,3.000 3.000 0 0,-3.000-3.000 1 16,0.000 0.000-5-16,3.000-6.000 2 0,3.000 7.000-1 0,-3.000-1.000 0 15,-1.000 0.000 8-15,1.000-6.000-1 0,0.000 0.000 1 0,3.000 0.000 0 16,3.000 0.000-6-16,-3.000 0.000 1 0,-3.000 0.000-1 0,0.000 0.000 1 0,0.000-6.000 6 15,3.000 6.000-1-15</inkml:trace>
  <inkml:trace contextRef="#ctx0" brushRef="#br0">4582.000 34.000 1632 0,'0.000'0.000'0'0,"0.000"0.000"0"0,0.000 0.000 0 15,0.000 0.000 58-15,0.000 0.000-1 0,0.000 0.000 0 0,0.000 0.000 0 16,0.000 0.000-40-16,0.000 0.000 1 0,0.000 0.000 0 0,0.000 0.000 0 16,0.000 0.000 29-16,0.000 0.000 1 0,0.000 0.000 1 0,0.000 0.000-1 0,0.000 0.000-31 0,0.000 0.000-1 0,0.000 0.000 1 15,0.000 0.000 0-15,0.000 0.000-1 0,0.000 0.000 0 0,0.000 0.000-1 16,0.000 0.000 2-16,0.000 0.000-8 0,0.000 0.000 1 0,0.000 0.000-1 15,0.000 0.000 1-15,0.000 0.000-6 0,0.000 0.000-1 0,0.000 0.000 0 16,0.000 0.000 1-16,37.000 0.000-2 0,-31.000 0.000 1 0,0.000 3.000 0 0,6.000 3.000 0 16,6.000 3.000-3-16,6.000 0.000 1 0,-5.000-6.000-1 0,8.000-3.000 1 15,3.000 7.000-1-15,-2.000-1.000 0 0,-1.000-6.000 0 16,4.000 0.000 1-16,-1.000 0.000-1 0,0.000-6.000 1 0,1.000 6.000 1 0,-7.000-7.000-1 16,1.000 4.000-1-16,-1.000 0.000 1 0,0.000 0.000 0 0,0.000 0.000 0 15,1.000 0.000-1-15,-4.000 3.000 1 0,0.000 0.000-1 0,-2.000-6.000 1 16,-4.000 6.000-1-16,-3.000 0.000 1 0,0.000 0.000-1 0,0.000 0.000 2 0,1.000 0.000-2 0,-7.000 0.000 1 15,0.000 0.000-1-15,0.000-6.000 1 16,0.000 3.000-1-16,-6.000 3.000 1 0,6.000 0.000-1 0,0.000-4.000 1 0,0.000 4.000 2 16,-6.000 0.000 2-16,0.000 0.000-1 0,0.000 0.000 1 0,0.000 0.000-3 0,0.000 0.000 1 15,0.000 0.000 1-15,0.000 0.000-1 0,0.000 0.000 6 0,0.000 0.000 0 16,0.000 0.000 0-16,0.000 0.000 0 0,0.000 0.000-3 0,0.000 0.000 0 16,0.000 0.000 0-16,0.000 0.000 1 0,0.000 0.000 3 0,0.000 0.000 1 15,0.000 0.000-1-15,0.000 0.000 1 0,0.000-6.000-4 0,0.000 6.000 0 16,0.000 0.000 0-16,0.000 0.000 0 0,-6.000-6.000 6 0,6.000 6.000-1 0</inkml:trace>
  <inkml:trace contextRef="#ctx0" brushRef="#br0">5063.000-186.000 1369 0,'0.000'0.000'0'0,"0.000"0.000"0"0,0.000 0.000 0 16,0.000 0.000 31-16,0.000 0.000 0 0,0.000 0.000 1 0,0.000 0.000 0 16,0.000 0.000-18-16,0.000 0.000 0 0,0.000 0.000 0 0,0.000 0.000 0 0,0.000 0.000 17 15,0.000 0.000-1-15,0.000 0.000 0 0,0.000 0.000 2 0,0.000 0.000-19 16,0.000 0.000 2-16,0.000 0.000-2 0,0.000 0.000 2 0,0.000 0.000 1 0,0.000 0.000 0 15,0.000 0.000 0-15,-16.000 37.000 1 0,16.000-37.000-8 16,0.000 6.000 1-16,0.000-6.000-1 0,0.000 6.000 1 0,0.000-6.000 1 0,0.000 7.000 1 16,0.000-7.000-1-16,3.000 0.000 1 0,6.000 0.000-5 0,1.000 0.000 1 0,-4.000 0.000-2 0,3.000 0.000 2 15,3.000 6.000 8-15,0.000 0.000 1 0,-3.000 0.000-1 0,3.000-3.000 0 16,4.000 0.000-7-16,-1.000 0.000 2 0,-3.000 0.000-3 0,0.000 4.000 3 0,0.000-1.000-10 16,1.000-3.000 1-16,-1.000 3.000-1 0,6.000 7.000 1 15,6.000-1.000-1-15,-5.000-6.000 1 0,-7.000 0.000-1 0,6.000-3.000 1 16,0.000 4.000 5-16,-3.000 2.000 1 0,1.000 0.000-1 0,-1.000-3.000 1 0,-6.000 1.000-3 15,-3.000-7.000 0-15,0.000 6.000 1 0,0.000-6.000 0 0,0.000 6.000 8 0,-3.000 0.000 2 16,0.000 0.000-2-16,0.000-6.000 2 0,0.000 6.000-7 0,0.000-6.000 0 16,0.000 7.000 0-16,-3.000 2.000 0 0,-3.000 0.000 9 0,0.000-3.000 0 15,3.000-3.000 0-15,-6.000 10.000 0 0,-3.000-1.000-8 16,-3.000 4.000 0-16,0.000-7.000 0 0,-6.000 10.000 0 0,-4.000 2.000 7 0,-2.000-8.000 0 16,0.000 2.000 0-16,-1.000 1.000 1 0,-5.000-1.000-9 0,12.000-9.000 1 15,-1.000 7.000 0-15,-8.000-7.000 0 0,6.000 0.000 6 0,3.000-3.000-1 0,2.000 6.000 1 16,-5.000 1.000 1-16,-3.000-1.000-8 0,2.000 0.000 0 0,4.000-9.000 0 15,0.000 6.000 1-15,-6.000-6.000 5 0,5.000-6.000-1 0</inkml:trace>
</inkml:ink>
</file>

<file path=ppt/ink/ink6.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24:48"/>
    </inkml:context>
    <inkml:brush xml:id="br0">
      <inkml:brushProperty name="width" value="0.1" units="cm"/>
      <inkml:brushProperty name="height" value="0.1" units="cm"/>
      <inkml:brushProperty name="color" value="#ed1c24"/>
      <inkml:brushProperty name="fitToCurve" value="1"/>
    </inkml:brush>
  </inkml:definitions>
  <inkml:trace contextRef="#ctx0" brushRef="#br0">0.000 28.000 1332 0,'0.000'0.000'0'0,"0.000"0.000"0"0,0.000 0.000 0 0,0.000 0.000 19 0,0.000 0.000 0 16,0.000 0.000 0-16,0.000 0.000 0 0,0.000 0.000-9 0,0.000 0.000 1 15,0.000 0.000-1-15,0.000 0.000 1 0,0.000 0.000 64 0,0.000 0.000-1 16,0.000 0.000 0-16,0.000 0.000 1 0,0.000 0.000-57 0,0.000 0.000 0 16,0.000 0.000 0-16,0.000 0.000 0 0,0.000 0.000 49 0,0.000 0.000 1 15,0.000 0.000 1-15,0.000 0.000-1 0,0.000 0.000-50 0,0.000 0.000 0 16,0.000 0.000 0-16,0.000 0.000 0 0,0.000 0.000 32 0,0.000 0.000-1 0,0.000 0.000 0 16,0.000 0.000 2-16,0.000 0.000-34 0,0.000 0.000 0 0,0.000 0.000-1 15,0.000 0.000 1-15,0.000 0.000 11 0,0.000 0.000 0 0,0.000 0.000 0 16,0.000 0.000 0-16,0.000 0.000-14 0,0.000 0.000-1 0,0.000 0.000 1 15,0.000 0.000-1-15,0.000 0.000-6 0,0.000 0.000 1 0,0.000 0.000 0 16,0.000 0.000 0-16,34.000 3.000-4 0,-13.000 3.000 2 0,3.000 1.000-1 16,4.000-1.000 1-16,5.000-3.000 3 0,1.000 0.000 0 0,-10.000 0.000 0 15,0.000-3.000 1-15,7.000 0.000-4 0,-10.000-3.000 0 0,0.000 3.000 0 16,0.000 6.000 1-16,1.000-6.000 4 0,-4.000-3.000 0 0,-6.000 6.000 0 0,16.000-3.000 0 16,2.000 0.000-4-16,-3.000 0.000 1 0,1.000 0.000-1 0,8.000-3.000 1 15,1.000 6.000 4-15,-7.000 3.000 0 0,0.000-3.000 1 0,4.000-3.000-1 16,-4.000-3.000-5-16,1.000 3.000 1 0,2.000 0.000-1 0,1.000 0.000 1 15,2.000 0.000 8-15,-5.000 0.000 1 0,-7.000 3.000-1 0,6.000 4.000 0 16,-2.000-4.000-7-16,-4.000-3.000 1 0,0.000 0.000-1 0,7.000 3.000 2 0,-4.000 6.000 4 16,-6.000-9.000 1-16,4.000 0.000 0 0,5.000 0.000-1 15,-6.000 0.000-6-15,-5.000 0.000 0 0,5.000 6.000 0 0,6.000 0.000 1 0,1.000-6.000 5 16,-7.000-6.000 0-16,1.000 0.000-1 0,5.000 6.000 2 16,-3.000 0.000-7-16,-5.000 0.000 0 0,2.000-6.000 0 0,6.000 0.000 0 0,4.000 0.000 3 15,-10.000 2.000 2-15,-6.000 4.000-2 0,10.000-3.000 1 0,-4.000-6.000-5 16,-3.000 0.000 0-16,4.000 6.000 0 0,2.000 0.000 1 0,0.000-7.000 1 0,-5.000 4.000 1 15,-7.000 0.000-1-15,3.000 6.000 2 0,-6.000-6.000-6 16,-3.000 6.000 1-16,4.000 0.000 0 0,-1.000 0.000 1 0,-6.000 0.000 1 0,0.000 0.000 1 16,-6.000 0.000-1-16,6.000-10.000 1 0,0.000 7.000-5 0,0.000 3.000 2 15,-6.000 0.000 0-15,0.000-3.000 0 0,0.000 3.000-1 0,0.000 0.000 2 16,0.000 0.000 0-16</inkml:trace>
</inkml:ink>
</file>

<file path=ppt/ink/ink7.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24:49"/>
    </inkml:context>
    <inkml:brush xml:id="br0">
      <inkml:brushProperty name="width" value="0.1" units="cm"/>
      <inkml:brushProperty name="height" value="0.1" units="cm"/>
      <inkml:brushProperty name="color" value="#ed1c24"/>
      <inkml:brushProperty name="fitToCurve" value="1"/>
    </inkml:brush>
  </inkml:definitions>
  <inkml:trace contextRef="#ctx0" brushRef="#br0">0.000 102.000 1997 0,'0.000'0.000'0'16,"0.000"0.000"0"-16,0.000 0.000 0 0,0.000 0.000 55 0,0.000 0.000 0 16,0.000 0.000 0-16,0.000 0.000 0 0,0.000 0.000-38 0,0.000 0.000 1 15,0.000 0.000-1-15,0.000 0.000 1 0,0.000 0.000 39 0,0.000 0.000 1 16,0.000 0.000-1-16,0.000 0.000 2 0,0.000 0.000-42 0,0.000 0.000 0 0,0.000 0.000 1 16,0.000 0.000 0-16,0.000 0.000 7 0,0.000 0.000 1 0,0.000 0.000 0 15,33.000-24.000 0-15,-27.000 21.000-14 0,3.000-1.000 0 0,3.000 4.000 1 16,4.000 4.000 0-16,5.000-1.000-6 0,0.000-3.000-1 0,-3.000 0.000 1 15,1.000 3.000 0-15,-4.000 3.000-3 0,3.000-3.000 1 0,0.000-3.000-1 16,10.000 3.000 2-16,-4.000 3.000-3 0,7.000-3.000 1 0,-10.000-3.000-1 16,6.000 0.000 0-16,7.000 0.000 0 0,-7.000 0.000 0 0,-3.000-3.000-1 15,7.000 3.000 2-15,-4.000 6.000-2 0,-3.000-2.000 0 0,7.000-8.000 0 16,-1.000 4.000 2-16,1.000 0.000-2 0,-7.000-3.000 0 0,0.000 0.000 1 16,10.000 3.000-1-16,-1.000 0.000-1 0,-5.000 0.000 1 0,2.000 0.000 0 15,0.000 0.000 1-15,-2.000-6.000-2 0,-1.000 3.000 0 0,-3.000 3.000 0 16,1.000 0.000 1-16,2.000-3.000 1 0,-2.000 3.000 0 0,-4.000 0.000 0 15,0.000 0.000 1-15,3.000 0.000-2 0,-2.000 0.000 0 0,-1.000 0.000 0 0,3.000-6.000 2 16,4.000 3.000 0-16,-4.000 3.000 2 0,-3.000 0.000-1 16,4.000-7.000 1-16,-1.000 4.000-3 0,-6.000 3.000 2 15,0.000 0.000-2-15,7.000-3.000 2 0,-1.000 0.000 3 0,-9.000 3.000 1 0,1.000-6.000-2 0,11.000 6.000 2 16,-3.000-6.000-3-16,-5.000 6.000 0 0,-1.000-6.000-1 0,15.000-1.000 1 16,-5.000 1.000 7-16,-4.000 3.000 1 0,-6.000 3.000-1 0,6.000-3.000 2 15,-2.000-3.000-7-15,-1.000 0.000 1 0,-3.000-1.000-1 0,4.000 4.000 0 16,-1.000 3.000 6-16,-3.000 0.000 1 0,0.000-3.000-1 0,4.000 3.000 1 15,-1.000 3.000-7-15,-6.000 0.000 1 0,-3.000-3.000 0 0,4.000 0.000 0 0,5.000 0.000 3 0,-9.000 0.000 1 16,0.000 0.000 1-16,6.000 0.000-1 0,1.000 0.000-5 16,-7.000 0.000 0-16,0.000 0.000 0 0,3.000 0.000 1 0,0.000 0.000 0 0,-2.000 0.000 1 15,-4.000-3.000 0-15,6.000 3.000 0 0,3.000 0.000-4 0,0.000 0.000 0 16,-2.000 0.000 1-16,5.000 0.000 0 16,-3.000 0.000 1-16,-6.000 0.000 0 0,0.000 0.000-1 0,1.000 0.000 1 15,-7.000 0.000-3-15,0.000 0.000 0 0,0.000 0.000 1 0,3.000 0.000 0 0,3.000 0.000-2 16,0.000 0.000 1-16,-6.000 0.000-1 0,-6.000 0.000 2 15,6.000 0.000-3-15,-6.000 0.000 0 0,7.000 0.000 1 0,-1.000 0.000 0 0,0.000 0.000 1 16,0.000 0.000 0-16,-6.000 0.000 1 0,6.000 0.000 0 16,-6.000 0.000-3-16,6.000 0.000 1 0,-6.000 0.000 0 0,0.000 0.000 0 15,0.000 0.000 1-15,0.000 0.000 0 0,0.000 0.000 1 0,0.000 0.000 0 0,0.000 0.000-3 16,0.000 0.000 2-16,0.000 0.000-2 0</inkml:trace>
</inkml:ink>
</file>

<file path=ppt/ink/ink8.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24:52"/>
    </inkml:context>
    <inkml:brush xml:id="br0">
      <inkml:brushProperty name="width" value="0.1" units="cm"/>
      <inkml:brushProperty name="height" value="0.1" units="cm"/>
      <inkml:brushProperty name="color" value="#ed1c24"/>
      <inkml:brushProperty name="fitToCurve" value="1"/>
    </inkml:brush>
  </inkml:definitions>
  <inkml:trace contextRef="#ctx0" brushRef="#br0">44.000 195.000 1080 0,'0.000'0.000'0'0,"0.000"0.000"0"0,0.000 0.000 0 0,0.000 0.000 21 16,0.000 0.000 2-16,0.000 0.000-1 0,0.000 0.000 1 15,0.000 0.000-12-15,0.000 0.000 0 0,-24.000-34.000 0 0,24.000 31.000 2 0,-6.000 3.000 27 16,-1.000 0.000 1-16,7.000-3.000-1 0,0.000 0.000 2 15,-6.000 3.000-27-15,6.000 0.000 1 0,0.000 0.000 0 0,0.000-3.000 1 0,0.000 0.000 5 0,0.000-1.000 2 16,0.000 1.000-2-16,0.000 0.000 2 0,0.000 0.000-13 0,0.000 0.000 1 16,0.000 0.000-1-16,0.000 0.000 2 0,0.000 0.000 4 0,6.000-3.000-1 15,1.000 6.000 1-15,5.000-7.000 1 0,3.000 1.000-9 0,3.000-9.000 1 16,-3.000 2.000 0-16,16.000-2.000 0 0,5.000-1.000-2 0,-5.000 4.000 1 16,-7.000 6.000-1-1,-3.000-6.000 1-15,-2.000 8.000-3 0,-1.000 1.000-1 0,-6.000 3.000 1 16,6.000 0.000 0-16,0.000-3.000-2 0,-5.000 3.000 2 0,-1.000 0.000-2 0,0.000 0.000 2 15,0.000 0.000-3-15,-3.000 0.000 2 0,0.000 0.000-2 0,0.000 3.000 1 0,-2.000 4.000 0 16,-1.000-4.000-1-16,0.000 0.000 1 0,-3.000 3.000-1 16,0.000 6.000-1-16,0.000-6.000 0 0,3.000 1.000 1 0,3.000 8.000 0 0,0.000 7.000 4 15,-3.000-1.000 1-15,-6.000-2.000-1 0,0.000 6.000 1 16,0.000 3.000-3-16,-3.000-10.000 0 0,0.000 7.000 1 0,0.000 9.000 0 0,0.000-9.000 7 0,-3.000-4.000 2 16,0.000 4.000-2-16,0.000 3.000 2 0,0.000 3.000-7 15,0.000-6.000 1-15,0.000-7.000-2 0,3.000 7.000 2 0,0.000 3.000 12 0,-4.000 0.000 0 16,4.000 3.000 0-16,3.000 3.000 1 0,-3.000 3.000-11 0,-3.000-9.000 0 15,0.000 0.000 0-15,3.000 15.000 0 0,3.000-6.000 11 0,-3.000-9.000-1 16,-3.000 0.000 0-16,0.000 0.000 2 0,6.000-1.000-12 0,0.000-2.000 0 16,0.000-6.000 1-16,0.000-1.000-1 0,0.000 4.000 8 0,0.000-3.000 1 0,0.000-1.000-1 15,6.000-2.000 1-15,-3.000-1.000-10 0,-3.000-3.000 2 0,0.000 4.000-1 16,3.000-4.000 0-16,3.000 4.000 6 0,-3.000-4.000 0 0,-3.000-3.000 0 16,3.000 4.000-1-16,3.000-4.000-7 0,-3.000-3.000 1 0,-3.000 0.000-1 15,3.000 1.000 2-15,4.000-1.000 2 0,-4.000 0.000 2 0,-3.000 0.000-2 16,3.000 4.000 2-16,3.000 2.000-8 0,-3.000-3.000 2 0,-3.000-6.000-1 15,0.000 3.000 1-15,0.000-6.000 4 0,0.000 7.000-1 0</inkml:trace>
</inkml:ink>
</file>

<file path=ppt/ink/ink9.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24:53"/>
    </inkml:context>
    <inkml:brush xml:id="br0">
      <inkml:brushProperty name="width" value="0.1" units="cm"/>
      <inkml:brushProperty name="height" value="0.1" units="cm"/>
      <inkml:brushProperty name="color" value="#ed1c24"/>
      <inkml:brushProperty name="fitToCurve" value="1"/>
    </inkml:brush>
  </inkml:definitions>
  <inkml:trace contextRef="#ctx0" brushRef="#br0">86.000 0.000 1695 0,'0.000'0.000'0'0,"0.000"0.000"0"0,0.000 0.000 0 0,0.000 0.000 50 16,0.000 0.000-1-16,0.000 0.000 0 0,0.000 0.000 1 16,0.000 0.000-34-16,0.000 0.000 1 0,0.000 0.000 0 0,0.000 0.000 0 0,0.000 0.000 49 15,0.000 0.000 2-15,0.000 0.000-2 0,0.000 0.000 1 0,0.000 0.000-49 16,0.000 0.000 0-16,0.000 0.000 0 0,0.000 0.000 0 0,12.000 31.000 20 0,-12.000-25.000 0 16,0.000 0.000 0-16,0.000 0.000 0 0,0.000 1.000-23 0,0.000-1.000 1 15,6.000 0.000-1-15,-6.000 3.000 1 0,0.000 4.000 7 0,0.000-4.000-1 16,0.000-3.000 1-16,0.000-3.000-1 0,0.000 0.000-11 0,0.000 0.000 2 15,0.000 0.000-2-15,0.000 1.000 1 0,0.000-1.000 6 0,-6.000 0.000 1 0,6.000-3.000-1 16,-6.000 0.000 1-16,6.000 0.000-9 0,0.000 0.000 0 0,0.000 0.000 0 16,0.000 0.000 2-16,0.000 0.000-9 0,0.000 0.000 2 15,0.000 0.000-2-15,0.000 0.000 1 0,0.000 0.000-1 0,0.000 0.000 0 0,0.000 0.000 0 16,0.000 0.000 1-16,0.000 0.000 2 0,0.000 0.000 2 0,0.000 0.000-1 16,0.000 0.000 1-16,0.000 0.000-4 0,0.000 0.000 2 0,0.000 0.000-1 15,0.000 0.000 0-15,0.000 0.000 4 0,0.000 0.000 0 0,0.000 0.000 0 16,-6.000 0.000 1-16,6.000 0.000-4 0,-7.000 0.000 1 0,7.000 0.000-2 15,0.000 0.000 2-15,0.000 0.000 5 0,0.000 0.000 1 0,0.000 0.000-1 16,-6.000 0.000 0-16,6.000-3.000-4 0,-6.000 0.000 0 0,6.000 3.000 0 16,0.000-4.000 0-16,0.000-2.000 5 0,-6.000 0.000 1 0,6.000 0.000-1 15,-6.000-3.000 2-15,6.000-4.000-8 0,-6.000 4.000 2 0,6.000 0.000-1 16,0.000 2.000 1-16,-6.000 7.000 4 0,6.000-3.000-1 0,-6.000-3.000 0 0,6.000 3.000 2 0,6.000 3.000-6 0,0.000 0.000 0 16,-6.000-3.000-1-16,0.000 0.000 1 0,0.000 0.000 2 0,0.000 3.000 2 15,0.000 0.000-2-15,0.000-3.000 1 0,0.000 0.000-4 0,0.000 0.000-1 16,0.000-1.000 1-16,6.000 4.000 1 0,0.000-6.000 0 0,0.000 6.000 1 15,-6.000 0.000-1-15,6.000 0.000 1 0,-6.000 0.000-4 0,6.000 0.000 1 0,-6.000 0.000-1 16,7.000 0.000 1-16,-7.000 0.000 0 0,6.000 0.000 0 0,-6.000 6.000 0 16,0.000 4.000 1-16,0.000 2.000-3 0,-6.000-6.000 1 0,6.000 0.000-1 15,0.000 1.000 1-15,0.000-1.000-2 0,-7.000 0.000 2 0,1.000 0.000-2 16,0.000 0.000 1-16,6.000 1.000-1 0,-6.000-7.000 0 0,0.000 3.000 0 16,6.000 0.000 1-16,-6.000 0.000-2 0,0.000 0.000 0 0,6.000 0.000 0 15,0.000 0.000 2-15,-6.000-3.000-2 0,0.000 0.000 0 0,0.000 0.000 1 16,0.000 0.000-1-16,0.000 0.000-1 0,-1.000 0.000 1 0,7.000 0.000 0 15,0.000 0.000 1-15,-6.000 0.000-2 0,6.000 0.000 0 0,0.000 0.000 0 16,0.000 0.000 1-16,0.000 0.000-1 0,0.000 0.000 1 0,0.000 0.000-1 0</inkml:trace>
</inkml:ink>
</file>

<file path=ppt/ink/ink10.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16T03:28:54"/>
    </inkml:context>
    <inkml:brush xml:id="br0">
      <inkml:brushProperty name="width" value="0.05292" units="cm"/>
      <inkml:brushProperty name="height" value="0.05292" units="cm"/>
      <inkml:brushProperty name="color" value="#ff0000"/>
    </inkml:brush>
  </inkml:definitions>
  <inkml:trace contextRef="#ctx0" brushRef="#br0">8887.000 4778.000 345 0,'0.000'0.000'31'1,"0.000"0.000"-31"2,0.000 0.000 0-2,-3.000 0.000 0 8,3.000 0.000 101-8,-6.000 3.000 15 24,3.000 0.000 2-24,3.000-3.000 1 0,-6.000 0.000-70 0,3.000 2.000-13 0,3.000-2.000-4 0,-6.000 0.000 0 1,6.000 0.000-12-1,0.000 0.000-4 3,0.000 0.000 0-3,0.000 0.000 0 4,0.000 0.000 36-4,0.000 0.000 6 10,-3.000 0.000 2-10,3.000 0.000 0 1,0.000 0.000 30-1,0.000 0.000 6 7,0.000 0.000 2-7,0.000 0.000 0 6,0.000 0.000-7-6,0.000 0.000-2 9,0.000 0.000 0-7,0.000 0.000 0 0,0.000 0.000-7-2,0.000 0.000-2 1,0.000 0.000 0-1,0.000 0.000 0 7,-3.000-2.000-21-7,3.000 2.000-5 4,0.000 0.000-1-4,0.000 0.000 0 11,0.000 0.000-11-10,0.000 0.000-2-1,-6.000-6.000-1 0,6.000 6.000 0 8,0.000 0.000-5-8,0.000 0.000-1 2,0.000 0.000 0-2,0.000 0.000 0 10,0.000-2.000-4-11,0.000 2.000-1 5,-3.000-3.000 0-4,3.000 3.000 0 4,0.000 0.000-5-4,0.000 0.000-2 6,0.000 0.000 0-6,0.000 0.000 0 6,0.000 0.000-3-6,0.000 0.000-1 7,0.000 0.000 0-7,0.000 0.000 0 7,0.000 0.000-1-7,0.000 0.000-1 5,0.000 0.000 0-5,0.000 0.000 0 6,0.000 0.000 6-6,0.000 0.000 2 6,0.000 0.000 0-6,0.000 0.000 0 2,0.000 0.000-12-2,0.000 0.000-3 6,0.000 0.000 0-2,0.000 0.000 0-3,0.000 0.000 4-1,0.000 0.000 0 4,0.000 0.000 0-4,0.000 0.000 0 9,0.000 0.000-1-9,0.000 0.000 0 1,0.000 0.000 0-1,0.000 0.000 0 8,0.000 0.000-11-8,0.000 0.000 10 6,0.000 0.000-10-6,0.000 0.000 10 6,0.000 0.000-10-6,0.000 0.000 0 3,0.000 0.000 9-3,0.000 0.000-9 8,0.000 0.000 0-8,0.000 0.000 0 4,0.000 0.000 0-4,0.000 0.000 8 9,0.000 0.000-8-9,0.000 0.000 0 5,0.000 0.000 8-5,0.000 0.000-8 4,0.000 0.000 0-4,0.000 0.000 8 3,0.000 0.000-8 2,0.000 0.000 0-2,0.000 0.000 8-3,0.000 0.000-8 6,0.000 0.000 10-6,0.000 0.000-10 3,0.000 0.000 12-3,6.000 3.000-4 7,3.000-3.000-8-7,-3.000 0.000 12 3,3.000 2.000-4-3,-3.000-2.000-8 12,0.000 0.000 11-12,0.000 0.000-11 0,0.000 0.000 12 0,3.000 0.000-4 7,-3.000 0.000 0-7,3.000-2.000-8 4,-3.000 2.000 12-4,2.000 0.000-12 6,-2.000 0.000 12-6,3.000-3.000-12 9,3.000 3.000 12-10,-3.000 0.000-12 3,-3.000 3.000 12-2,3.000-3.000-12 8,0.000-3.000 11-8,3.000 3.000-11 2,-3.000 0.000 10-2,0.000 0.000-10 13,3.000-3.000 9-13,-3.000 3.000-9 3,3.000 0.000 8-3,-4.000 0.000-8 7,4.000-2.000 11-7,-3.000 2.000-3 3,0.000-3.000-8-3,0.000 3.000 12 12,3.000 0.000-12-12,-3.000 0.000 0 0,-9.000 0.000 8 0,9.000 0.000-8 3,3.000 0.000 0-3,-3.000 0.000 0 9,-3.000 0.000 0-9,6.000 0.000 0 5,-3.000 0.000 0-1,-1.000 0.000 0-4,-8.000 0.000 0 0,9.000 0.000-10 3,0.000 0.000 10-3,0.000 0.000 0 9,0.000 0.000 0-9,0.000 0.000 0 4,0.000 0.000 0-4,3.000 0.000 0 8,-3.000 0.000 0-4,0.000 0.000 0-4,0.000 0.000 0 0,0.000 0.000 0 7,3.000 3.000 0-2,-3.000-3.000 0-5,-1.000 2.000 0 0,4.000-2.000 0 2,3.000 0.000 0-2,-3.000 3.000 0 10,0.000-3.000 0-10,3.000 0.000 8 0,-3.000 0.000-8 3,3.000 3.000 0 4,3.000-3.000 0-7,-7.000 2.000 8 1,-2.000-2.000-8-1,-3.000 0.000 0 11,6.000 0.000 0-10,-3.000 0.000 0 3,3.000 0.000 0-4,0.000 0.000 8 11,0.000 0.000-8-11,0.000 3.000 0 0,0.000-3.000 0 0,3.000 3.000 0 3,-3.000-3.000 0-3,-1.000 0.000 0 7,1.000 0.000 0-7,3.000 0.000 8 3,-3.000 0.000-8-3,0.000 0.000 0 13,-3.000 0.000 8-13,3.000 0.000-8 0,0.000 0.000 0 0,0.000 0.000 8 8,-3.000 0.000-8-8,3.000 0.000 0 1,-4.000 0.000 0-1,4.000 0.000 8 6,0.000 0.000-8-6,-3.000 0.000 0 6,3.000 0.000 0-6,-3.000 0.000 9 3,3.000 0.000-9-3,3.000 0.000 0 7,-3.000 0.000 8-7,0.000 0.000-8 5,3.000 0.000 0-5,-4.000 0.000 0 7,4.000 0.000 8-7,0.000-3.000-8 5,0.000 3.000 0-5,-3.000 0.000 0 12,3.000 0.000 8-12,-3.000 0.000-8 0,3.000-3.000 12 0,0.000 3.000-12 7,-1.000 0.000 0 5,1.000 0.000 0-12,0.000 0.000 0 5,0.000 0.000 0-5,0.000 0.000 0 0,0.000 0.000 0 0,0.000-2.000 0 0,-3.000 2.000 0 4,5.000 2.000 0-4,-5.000-2.000 0 6,3.000 0.000 0-6,-3.000 0.000 0 6,3.000 0.000 0-6,-3.000 0.000 0 8,3.000 0.000 0-7,-3.000 0.000 0-1,3.000 0.000 8 0,0.000 3.000-8 8,-4.000-3.000 0-8,4.000 3.000 0 2,-3.000-3.000 0-2,0.000 2.000 0 12,3.000-2.000 8-12,0.000 0.000-8 0,0.000 0.000 0 0,0.000 0.000 0 6,0.000 0.000 0-6,-1.000 0.000 0 6,1.000 0.000 8-5,3.000 0.000-8 1,-3.000 0.000 0-1,3.000 0.000 0 11,0.000 0.000 0-12,0.000 0.000 0 0,2.000 0.000 8-1,-2.000 0.000-8 12,0.000 0.000 0-10,0.000 0.000 0-1,0.000 0.000 0 0,0.000 0.000 0 6,-3.000-2.000 0-6,2.000 2.000 0 3,1.000 0.000 0-3,-3.000 0.000 0 8,3.000 0.000 0-8,0.000 0.000 0 7,-3.000 0.000 8-8,0.000-3.000-8 4,6.000 3.000 0-3,-7.000-3.000 0 9,4.000 3.000 0-9,0.000 0.000 0 2,-3.000 0.000 0-2,3.000 0.000 0 9,0.000 0.000 0-9,-3.000 0.000 0 2,2.000 0.000 8-1,1.000 0.000-8 9,3.000 0.000 0-5,-6.000 0.000 0-4,3.000 0.000 0 3,0.000 0.000 0-4,0.000 0.000 0 0,0.000 0.000 0 2,-1.000 0.000 0-1,-2.000 3.000 0 3,3.000-3.000 0-4,-3.000 3.000 0 12,0.000-3.000 0-12,0.000 0.000 0 0,0.000 0.000 0 0,0.000 0.000 0 9,-1.000 0.000 0-9,1.000 2.000 0 0,0.000-2.000 0 0,0.000 0.000 0 10,0.000 0.000 0-10,3.000 3.000 0 1,0.000-3.000 0-1,-3.000 5.000 0 9,2.000-5.000 8-9,-2.000 0.000-8 6,0.000 0.000 0-6,3.000 0.000 0 9,-3.000 3.000 0-9,6.000-3.000 0 0,-3.000 3.000 0 0,-1.000-3.000 0 5,1.000 0.000 0-5,0.000 2.000 0 14,3.000-2.000 0-12,-3.000 5.000 0-2,-3.000-5.000 0 0,3.000 0.000 0 4,-1.000 0.000 0-4,-2.000 0.000 0 3,6.000 0.000 8-3,-3.000 0.000-8 6,0.000 0.000 0-4,0.000 0.000 0 0,-3.000 0.000 0-2,5.000 0.000 0 6,-2.000 0.000 0-4,3.000 3.000 0 3,-3.000-3.000 8-5,3.000-3.000-8 2,0.000 3.000 0 0,-3.000 0.000 0 6,-1.000 0.000 0-8,4.000 0.000 0 4,0.000 0.000 0-4,0.000 0.000 0 7,0.000 0.000 8-6,0.000 0.000-8-1,-1.000 0.000 0 0,1.000 0.000 0 16,-3.000 0.000 0-16,0.000 0.000 0 0,0.000 0.000 0 0,0.000 3.000 0 10,0.000-3.000 0-9,-1.000 0.000 0-1,1.000 3.000 0 0,3.000-3.000 0 6,-3.000 0.000 0-6,3.000 2.000 0 1,0.000 4.000 0-1,0.000-6.000 0 5,-4.000 2.000 0-5,1.000 1.000 0 11,3.000 0.000 0-11,0.000 2.000 0 0,0.000-5.000 0 0,0.000 0.000 0 10,2.000 3.000 0-10,-2.000-1.000 0 5,0.000 1.000 0-5,0.000 2.000 0 9,3.000-2.000 0-9,-3.000-1.000 0 0,-1.000 4.000 0 0,1.000-4.000 0 9,-3.000 1.000 0-9,3.000 0.000 0 2,0.000-1.000 0-1,3.000 1.000 0 3,-7.000-3.000 0 6,4.000 3.000 0-4,0.000-1.000 0-6,0.000 1.000 0 0,3.000 0.000 0 0,0.000-1.000 0 7,-4.000 1.000 0-7,1.000 2.000 0 0,3.000-5.000 0 0,-3.000 0.000 0 7,0.000 3.000 0-7,3.000-1.000 0 3,-4.000-2.000 0-3,-2.000 0.000 0 7,0.000 0.000 8-4,0.000 3.000-8 1,0.000 2.000 0-4,-3.000-5.000 0 11,3.000 0.000 0-11,-1.000 0.000 0 0,-2.000 0.000 0 0,6.000 3.000 0 1,-3.000 0.000 0-1,0.000-3.000 0 11,0.000 0.000 0-11,3.000 0.000 0 1,-4.000 0.000 8-1,4.000 0.000-8 8,-3.000 0.000 0-8,0.000 0.000 0 2,-3.000 0.000 0-2,0.000 0.000 0 12,3.000 0.000 0-12,2.000-3.000 0 1,-5.000 3.000 0-1,3.000 0.000 0 8,0.000 3.000 0-8,0.000-3.000 0 1,0.000-3.000 0-1,0.000 3.000 0 7,-4.000 0.000 0-7,4.000 0.000 0 7,-3.000-3.000 0-8,0.000 3.000 0 5,0.000 3.000 0-4,0.000-3.000 0 8,0.000 0.000 0-8,0.000 0.000 0 4,0.000 0.000 0-4,-1.000 0.000 0 6,-2.000 0.000 0-6,3.000 0.000 0 7,-3.000 0.000 0-6,0.000 3.000 0 8,0.000-1.000 0-9,3.000-2.000 0 0,0.000 0.000 0 0,3.000 0.000 0 6,-7.000 6.000 8-6,4.000-6.000-8 18,-3.000 2.000 0-16,3.000 1.000 0-2,0.000-3.000 0 0,0.000 3.000 8 0,3.000-3.000-8 0,0.000 5.000 0 0,-4.000-5.000 0 0,4.000 0.000 0 6,-3.000 2.000 0-6,3.000 1.000 0 5,0.000-6.000 0-5,-3.000 3.000 0 9,0.000 3.000 0-9,0.000-3.000 0 2,-1.000 0.000 0-2,4.000 0.000 0 11,-3.000 0.000 0-11,3.000 3.000 0 1,-3.000 2.000 0-1,3.000-5.000 0 9,-3.000 0.000 0-9,0.000 3.000 0 5,2.000-6.000 8-4,-2.000 3.000-8-1,0.000 3.000 0 0,0.000-3.000 0 10,0.000 2.000 8-10,0.000-2.000-8 0,-6.000 0.000 0 0,3.000 0.000 0 14,3.000 0.000 10-14,-1.000 3.000-10 0,-5.000-3.000 8 0,3.000 0.000-8 6,0.000 0.000 0-6,0.000 0.000 0 5,-3.000 0.000 0-5,0.000 0.000 0 7,0.000 0.000 0-7,-3.000 0.000 0 3,3.000-3.000 0-3,-3.000 3.000 0 8,-6.000 0.000 0-8,9.000 0.000 0 3,-9.000 0.000 0-3,0.000 0.000 0 4,0.000 0.000 0-4,0.000 0.000 0 8,0.000 0.000-14-8,0.000 0.000 5 19,0.000 0.000-70-19,0.000 0.000-13 0,0.000 0.000-4 0,-3.000-5.000-1361 0</inkml:trace>
  <inkml:trace contextRef="#ctx0" brushRef="#br0">9003.000 9570.000 1324 0,'0.000'0.000'118'1,"0.000"0.000"-94"2,0.000 0.000-24-2,0.000 0.000 0 6,0.000 0.000 108-6,0.000 0.000 18 8,0.000 0.000 3-8,0.000 0.000 1 13,0.000 0.000-30-13,0.000 0.000-7 0,0.000 0.000-1 0,0.000 0.000 0 2,0.000 0.000-37-2,0.000 0.000-8 6,0.000 0.000-2-6,0.000 0.000 0 6,0.000 0.000-31-6,0.000 0.000-6 2,0.000 0.000-8-2,0.000 0.000 11 12,0.000 0.000-1-12,0.000 0.000 0 0,0.000 0.000 0 0,0.000 0.000 0 8,6.000 3.000 2-8,-6.000-3.000 0 4,0.000 0.000 0-4,0.000 0.000 0 10,0.000 0.000-2-10,0.000 0.000 0 6,0.000 0.000 0-6,0.000 0.000 0 0,0.000 0.000 2 0,0.000 8.000 0 9,0.000-8.000 0-9,0.000 0.000 0 2,3.000 8.000 2-2,0.000-1.000 1 11,-3.000-1.000 15-9,6.000 2.000-15-2,-3.000 0.000 0 7,3.000 0.000 0-7,0.000-1.000 0 4,0.000-1.000-4-4,3.000 2.000-1 8,-3.000-3.000 0-7,2.000 3.000 0 0,4.000-3.000 16-1,-3.000 3.000 3 6,0.000-3.000 1-7,3.000 1.000 0 12,-3.000-1.000-22-11,3.000 0.000-8 2,0.000 1.000 0 0,0.000-4.000 0 4,-3.000 1.000 17-5,3.000 2.000-2 1,0.000-2.000-1-2,-1.000 2.000 0 10,1.000-5.000-2-8,0.000 3.000-1 2,0.000-1.000 0-1,0.000-2.000 0-3,0.000 3.000-3 0,3.000 0.000 0 12,-3.000-1.000 0-12,0.000 1.000 0 0,3.000-3.000-8 0,-1.000 0.000 8 2,4.000 3.000-8-2,0.000-3.000 8 6,3.000 0.000 12-6,-3.000 0.000 3 7,0.000 0.000 0-7,0.000 0.000 0 3,-1.000-3.000-23-3,-2.000 3.000 0 9,6.000-3.000 0-9,-3.000 1.000 0 2,0.000-1.000 0 0,0.000 3.000 0 3,3.000-3.000 0-5,-1.000 1.000 8 5,-5.000-1.000 0-5,3.000 3.000 1 10,3.000-2.000 0-10,-3.000 2.000 0 0,0.000-3.000-1 0,0.000 0.000-8 5,-1.000 1.000 12-4,4.000 2.000-4 9,-3.000 0.000-8-7,3.000 0.000 0-3,0.000-3.000 0 0,3.000 3.000 0 17,2.000 0.000 0-12,-2.000 0.000 0-5,-3.000-3.000 8 0,3.000 1.000-8 0,3.000 2.000 0 0,-1.000-3.000 0-1,1.000-2.000 0 1,-3.000 5.000 8 12,3.000 0.000-8-12,0.000 0.000 0 0,-1.000-3.000 0 0,-2.000 0.000 0 7,3.000 1.000 0-7,0.000-1.000 0 5,0.000 3.000 0-5,-1.000-3.000 8 12,4.000 3.000-8-12,0.000-2.000 0 0,-3.000-1.000 0 0,-1.000 3.000 0 1,7.000 0.000 0-1,0.000-2.000 8 6,0.000-1.000-8-6,-4.000 0.000 0 5,4.000 6.000 0-5,-3.000-3.000 0 9,0.000-3.000 0-9,0.000 3.000 0 15,-1.000-2.000 0-15,1.000-1.000 8 0,3.000-2.000-8 2,-3.000 2.000 0-2,-1.000 0.000 11 0,1.000 1.000-3 3,3.000 2.000-8-3,0.000-3.000 12 4,-4.000 0.000-4-4,4.000 1.000-8 5,-3.000 2.000 11-5,3.000 0.000-11 10,-1.000-3.000 8-10,-2.000 0.000-8 1,3.000 1.000 0-1,0.000-1.000 0 14,-1.000 1.000 0-14,1.000 2.000 0 0,0.000-6.000 0 0,0.000 6.000 0 11,2.000 0.000 0-11,4.000 0.000 0 2,-3.000-2.000 0-2,2.000-1.000 0 10,-2.000 6.000 0-10,0.000-6.000 0 0,0.000 0.000 0 0,-1.000-2.000 0 5,1.000 5.000 0-6,3.000-3.000 0 14,2.000 1.000 0-8,-2.000 2.000 0-5,0.000-3.000 0 0,-1.000 0.000 0 2,-2.000 3.000 0-1,3.000-2.000 0-1,0.000 2.000 0 0,-4.000-3.000 0 7,1.000 1.000 0-6,0.000-1.000 0 3,-1.000 3.000 0-4,4.000-3.000 0 16,0.000-2.000 0-12,-1.000 2.000 0-4,1.000 3.000 8 0,0.000-2.000-8 0,3.000-4.000 0 0,-4.000 6.000 0 5,1.000-2.000 8-3,0.000-1.000-8-2,-1.000-2.000 0 0,1.000-1.000 0 4,-3.000 1.000 0-4,5.000 0.000 0 4,4.000 2.000 0-4,0.000 1.000 0 12,-4.000-4.000 18-12,4.000 1.000 0 0,-3.000 2.000 0 0,2.000-2.000 0 13,-2.000 2.000-18-13,0.000 1.000-17 0,-1.000 2.000 3 0,1.000-3.000 1 9,6.000 0.000 13-9,-4.000 3.000 0 1,1.000-2.000 0-1,-3.000 2.000 0 6,2.000-3.000 0-6,1.000 1.000 0 8,-3.000-1.000 0-8,-1.000 3.000 0 2,1.000-5.000 0-2,3.000 5.000 0 9,-1.000-6.000 0-9,1.000 4.000 0 2,-3.000-4.000 13-2,5.000 4.000-1 12,1.000-1.000 0-12,-4.000 0.000 0 1,1.000-2.000-12-1,0.000 3.000-15 8,-1.000-1.000 3-8,4.000 0.000 1 3,-3.000 1.000 11-2,2.000-1.000 0 7,1.000-2.000 8 5,0.000 2.000-8-13,-1.000 0.000 0 0,1.000 1.000 9 0,-4.000-1.000-9 0,1.000 0.000 0 5,0.000 1.000 8-5,2.000-1.000-8 0,1.000 0.000 0 0,0.000 1.000 0 11,-1.000 2.000 0-11,1.000-3.000 0 0,-3.000 1.000 8 0,-4.000-1.000-8 8,1.000 0.000 0-8,0.000 1.000 0 3,-4.000-1.000 0-3,1.000 3.000 0 8,3.000-3.000 8-8,-4.000 1.000-8 5,4.000-1.000 0-5,0.000 3.000 0 4,-4.000-3.000 11-4,1.000 1.000-11 7,-3.000 2.000 10-6,-1.000-3.000-10 1,1.000-2.000 9-1,-3.000 2.000-9 6,-3.000 0.000 8-7,2.000 1.000-8 3,-2.000-3.000 10-3,3.000 2.000-10 12,-3.000 0.000 12-11,2.000 1.000-12-1,-2.000-4.000 10 0,0.000 1.000-10 5,0.000 2.000 8-5,0.000-2.000-8 5,-7.000 0.000 8-5,4.000 2.000-8 8,0.000 1.000 8-8,0.000-4.000-8 3,-6.000 1.000 8-3,2.000 2.000-8 4,-5.000-2.000 8-3,6.000 0.000-8 10,-6.000 2.000 0-11,0.000-5.000 8 0,0.000 3.000-8 0,-1.000 0.000 0 7,1.000 2.000 0-7,0.000-2.000 8 4,-3.000-1.000-8-4,0.000 1.000 0 6,0.000 2.000 0-4,-3.000-2.000 0 0,3.000 2.000 0-2,-1.000-2.000 0 11,-2.000 2.000 0-11,-3.000 1.000 0 11,0.000-1.000 0-6,-3.000 1.000 0-5,0.000-1.000 0 0,0.000 0.000 0 0,3.000 1.000-14 0,-3.000 2.000 5 13,-6.000 0.000-15-13,9.000-3.000-2 0,-3.000 6.000-1 0,0.000-3.000 0 14,0.000 0.000-145-14,-6.000 0.000-28 0,0.000 0.000-7 0,0.000 0.000-993 0</inkml:trace>
  <inkml:trace contextRef="#ctx0" brushRef="#br0">15858.000 8930.000 864 0,'0.000'0.000'76'0,"0.000"0.000"-60"5,-6.000-3.000-16-4,6.000 3.000 0 7,-3.000 0.000 231-7,0.000-3.000 43 7,-3.000 1.000 9-7,6.000 2.000 1 3,0.000 0.000-124-3,0.000 0.000-24 14,0.000 0.000-6-14,0.000 0.000-1 0,0.000 0.000-60 0,0.000 0.000-12 5,0.000 0.000-2-5,0.000 0.000-1 5,0.000 0.000-25-5,0.000 0.000-5 4,0.000 0.000 0-4,0.000 0.000-1 5,0.000 0.000-9-5,0.000 0.000-2 6,0.000 0.000 0-6,0.000 0.000 0 6,0.000 0.000 0-6,9.000 2.000 0 3,3.000 4.000 0-3,0.000-1.000 0 10,3.000-2.000 7-10,-3.000 2.000 1 2,6.000 0.000 0-2,-4.000 1.000 0 6,4.000-1.000-7-6,0.000 0.000-1 6,0.000 0.000 0-7,-3.000 3.000 0 12,3.000-2.000 16-11,-3.000 2.000 4 1,2.000-1.000 0-1,-2.000 1.000 0 11,0.000 0.000-32-8,3.000 0.000 0-3,-3.000 0.000 0 0,0.000 0.000 0 6,-3.000 0.000 0-6,0.000-3.000 0 5,0.000 1.000 0-5,-1.000-1.000 0 2,1.000-2.000 0-2,-3.000 5.000-12 9,-3.000-3.000 12-9,0.000 3.000-10 2,0.000-3.000 10-2,0.000 3.000 0 9,-6.000 0.000 0-9,-3.000 0.000 8 1,0.000 2.000 4-1,0.000 1.000 0 6,-6.000 0.000 1-6,0.000 2.000 0 8,-6.000 3.000 7-8,1.000-3.000 2 6,-7.000 6.000 0-6,0.000-4.000 0 4,0.000 4.000 7-3,-3.000-1.000 2 4,-5.000 1.000 0-5,-1.000-3.000 0 15,-3.000 0.000-31-14,3.000 0.000 0-1,3.000-1.000 0 0,1.000 1.000 0 7,-1.000-2.000 0-6,0.000-1.000 0-1,3.000 0.000 0 0,3.000-2.000 0 3,1.000-1.000 0-3,2.000-2.000 0 3,0.000 0.000 0-3,3.000-3.000 0 19,3.000 1.000-28-19,3.000-1.000 2 0,3.000 0.000 0 0,-3.000-2.000 0 11,3.000 0.000-57-7,6.000-3.000-11-3,0.000 0.000-2-1,0.000 0.000-752 8,0.000 0.000-151-7</inkml:trace>
  <inkml:trace contextRef="#ctx0" brushRef="#br0">17061.000 8615.000 2502 0,'-6.000'-5.000'55'1,"3.000"-3.000"11"0,3.000-3.000 2 0,-6.000 3.000 3-1,-3.000-2.000-57 1,0.000-1.000-14 0,3.000-2.000 0 0,-3.000 2.000 0 11,0.000-2.000 57-11,0.000 0.000 9 0,0.000 2.000 2 0,0.000 0.000 0 13,0.000 4.000-68-13,-3.000-4.000 0 0,-6.000 3.000 0 0,4.000 0.000-12 16,5.000 3.000-68-16,-6.000 0.000-12-1,-9.000 2.000-4 1,3.000 3.000 0 13,0.000 0.000 36-13,3.000 0.000 6 0,1.000 3.000 2 0,-1.000 2.000 0 12,-6.000 0.000 12-12,3.000 3.000 4 0,9.000 0.000 0 0,-3.000 0.000 0 0,-3.000 2.000 26 0,7.000 4.000 10 6,2.000-1.000 0-6,0.000 0.000-9 2,3.000 3.000 9-2,0.000 3.000 14 9,3.000-1.000-3-9,0.000 1.000-1 6,3.000 4.000 10-6,0.000 1.000 1 18,3.000 0.000 1-17,3.000 0.000 0-1,3.000 2.000 4 0,0.000 1.000 1 0,-3.000-1.000 0 0,0.000 3.000 0 7,-1.000-2.000-11-7,7.000-1.000-1 0,0.000 3.000-1 0,-3.000 3.000 0 9,-6.000 0.000-5-8,3.000 0.000-1-1,9.000-1.000 0 0,-6.000 1.000 0 7,-9.000 0.000-8-7,3.000 2.000 12 4,3.000 1.000-12-4,0.000-4.000 12 6,-6.000 4.000-12-6,0.000-1.000 0 6,-3.000 1.000 0-6,3.000-4.000 0 4,6.000 4.000 0-4,-9.000-1.000 0 8,-6.000-5.000 0-8,0.000 3.000 8 2,6.000 0.000-8-2,-6.000-3.000 0 8,-3.000 0.000 0-8,-6.000-3.000 0 3,0.000-2.000-17-2,4.000 0.000-6 15,-7.000-5.000-1-16,3.000 2.000 0 10,-6.000-8.000-16-10,3.000 0.000-4 1,-3.000-2.000-1-1,1.000-3.000 0 11,-4.000-3.000-51-11,3.000-5.000-9 0,-3.000-5.000-3 0,-3.000-3.000-724 0</inkml:trace>
  <inkml:trace contextRef="#ctx0" brushRef="#br0">16230.000 9184.000 864 0,'15.000'-14.000'38'7,"-9.000"9.000"8"-6,3.000-3.000-37 0,3.000-2.000-9 0,0.000 2.000 0 0,6.000-3.000 0 8,-4.000 3.000 270-8,7.000 0.000 52 0,0.000 0.000 10 0,3.000 0.000 3 2,-3.000 3.000-175-2,3.000 2.000-36 8,-4.000 1.000-6-8,4.000-1.000-2 5,3.000 1.000-66-5,0.000-1.000-14 8,-3.000 6.000-2-8,2.000-1.000-1 1,4.000 1.000-22-1,3.000 2.000-11 9,-3.000 3.000 10-9,-7.000-3.000-10 18,4.000 3.000-22-18,-3.000 3.000-10 0,9.000-3.000-3 2,-6.000 5.000 0 8,-7.000-2.000-208-10,1.000-1.000-41 7,27.000 9.000-9-6,-18.000-14.000-2-1</inkml:trace>
  <inkml:trace contextRef="#ctx0" brushRef="#br0">17102.000 9030.000 1785 0,'9.000'3.000'79'0,"-9.000"-3.000"17"1,-3.000 10.000-77 0,0.000 1.000-19 0,3.000 2.000 0 0,-3.000 1.000 0 3,3.000 1.000 199-3,-3.000 1.000 36 6,0.000 3.000 7-6,3.000-1.000 2 9,6.000 3.000-160-9,-6.000 1.000-31 7,-3.000 1.000-6-7,0.000-1.000-2 4,9.000 1.000-45-4,-6.000-1.000 0 2,3.000 1.000-12-2,-3.000-1.000 2 22,0.000-4.000-41-22,3.000-2.000-8-1,6.000 0.000-1 0,-3.000-3.000-1 11,-6.000 0.000-112-10,6.000-5.000-23 0,3.000 3.000-4 0,0.000-6.000-441 7,0.000-2.000-89-6</inkml:trace>
  <inkml:trace contextRef="#ctx0" brushRef="#br0">17352.000 9205.000 172 0,'27.000'-50.000'16'1,"-18.000"23.000"-16"10,3.000-2.000 0-10,0.000-8.000 0 0,0.000-5.000 261 0,0.000 2.000 50 6,5.000-5.000 9-6,-2.000 5.000 3 2,-3.000 3.000-140-2,0.000 3.000-28 8,6.000 5.000-6-8,-6.000 0.000-1 6,0.000 7.000-7-6,0.000 4.000-1 0,0.000 5.000-1 0,-3.000 0.000 0 9,-1.000 5.000-34-9,-5.000 2.000-6 2,-3.000 1.000-2-2,0.000 5.000 0 14,9.000 3.000-71-14,-3.000 7.000-14 0,-6.000 1.000-4 0,0.000 7.000 0 11,0.000 6.000-8-11,0.000 5.000-11-1,-3.000 3.000 3 2,0.000 5.000 0 8,-6.000 0.000 8-9,6.000 5.000 0 1,6.000 1.000 8-2,0.000 2.000-8 21,-6.000 0.000-11-20,3.000 0.000-6 0,3.000-3.000-2 0,6.000-2.000 0 12,0.000-6.000-32-12,0.000-2.000-6 0,-3.000-6.000-2 0,9.000-2.000 0 13,0.000-5.000 3-13,0.000-6.000 0 0,-9.000 0.000 0 0,9.000-8.000 0 8,5.000-5.000-15-8,1.000-5.000-2 0,-3.000-3.000-1 0,3.000-8.000 0 11,6.000-8.000 5-11,0.000-5.000 1 0,-1.000-5.000 0 0,1.000-6.000 0 14,-6.000-7.000-24-13,3.000-1.000-4-1,-6.000 0.000 0 0,-3.000-2.000-1 0,-1.000-3.000 84 0,4.000 0.000 13 0,-3.000-5.000 10 0,-3.000 8.000-2 13,0.000 2.000 60-12,0.000 9.000 11 0,0.000 7.000 2-1,-3.000 8.000 1 7,0.000 3.000 34-6,-6.000 8.000 8-1,3.000 2.000 0 0,-3.000 8.000 1 5,-3.000 3.000-42-5,-3.000 6.000-9 5,3.000 7.000-2-5,-6.000 8.000 0 8,0.000 8.000-30-8,0.000 6.000-6 7,-3.000 4.000-2-7,3.000 4.000 0 11,-3.000 4.000-21-11,3.000 3.000-4 0,0.000 1.000-1 0,3.000-1.000 0 1,0.000 0.000-8-1,3.000-2.000 0 7,0.000-3.000 0-7,3.000-3.000 0 6,0.000-5.000-9-6,3.000 0.000-4 6,3.000-2.000-1-6,0.000-4.000 0 19,3.000-4.000-21-19,0.000-1.000-4 0,0.000-2.000-1 0,-1.000-3.000 0 9,-2.000-5.000-16-9,0.000-5.000-3 0,0.000 2.000-1 0,0.000-8.000 0 10,-9.000-5.000-114-9,0.000 0.000-23-1,6.000-5.000-5 1,-3.000-3.000-1 4</inkml:trace>
  <inkml:trace contextRef="#ctx0" brushRef="#br0">17766.000 8829.000 2023 0,'-18.000'-2.000'89'2,"9.000"-1.000"19"-1,0.000 3.000-86 0,0.000 0.000-22 0,9.000 0.000 0 0,0.000 0.000 0 2,-9.000 0.000 114-2,3.000 3.000 18 6,6.000-3.000 4-6,0.000 0.000 1 4,0.000 5.000-59-4,6.000 0.000-12 8,6.000 3.000-2-8,6.000 0.000-1 5,6.000 3.000-47-5,6.000-4.000-8 8,0.000 1.000-8-8,2.000-2.000 9 2,7.000-1.000-9-1,0.000-2.000 0 3,-1.000-1.000 9-4,1.000 4.000-9 19,3.000-1.000-137-18,-7.000 0.000-32-1,1.000-2.000-7 0</inkml:trace>
  <inkml:trace contextRef="#ctx0" brushRef="#br0">18340.000 8864.000 864 0,'0.000'0.000'76'4,"0.000"0.000"-60"-3,0.000 0.000-16 0,0.000 7.000 0 0,0.000 4.000 293 0,0.000 2.000 56 5,3.000 1.000 11-5,-3.000 4.000 3 7,6.000-2.000-169-7,-6.000 5.000-34 7,3.000 3.000-6-7,0.000 5.000-2 5,0.000 3.000-70-5,0.000 2.000-14 9,0.000 1.000-4-9,0.000 2.000 0 1,0.000 0.000-51-1,-3.000 2.000-13 12,0.000 1.000 0-12,-3.000 0.000 0 16,0.000 2.000-76-15,-3.000 0.000-19-1,0.000 1.000-3 1,-3.000-4.000-1 11,1.000-2.000-117-8,-4.000-2.000-24-5,0.000-3.000-5 0,-6.000-3.000-1 1</inkml:trace>
  <inkml:trace contextRef="#ctx0" brushRef="#br0">18927.000 8543.000 1670 0,'0.000'0.000'74'1,"0.000"0.000"15"1,0.000 0.000-71-1,0.000 0.000-18 4,0.000 0.000 0-4,0.000 0.000 0 7,0.000 0.000 276-7,6.000 0.000 52 7,0.000 3.000 11-7,0.000 2.000 1 2,-3.000 1.000-254-2,6.000 2.000-51 10,-3.000 2.000-11-10,2.000 1.000-1 15,1.000-1.000-39-15,0.000 4.000-8 0,-3.000 1.000-2 0,0.000 1.000 0 13,0.000 3.000-134-13,-3.000-1.000-26 0,0.000 1.000-6 0,-3.000-1.000-546 12,3.000 1.000-110-12</inkml:trace>
  <inkml:trace contextRef="#ctx0" brushRef="#br0">18912.000 8842.000 288 0,'0.000'0.000'25'1,"0.000"0.000"-25"1,0.000 0.000 0-1,0.000 0.000 0 15,0.000 0.000 375-15,0.000 0.000 69 0,0.000 6.000 15 0,3.000 2.000 2 5,-3.000 0.000-289-5,3.000 2.000-59 3,0.000 3.000-11-3,-3.000 3.000-2 5,3.000 5.000-46-5,0.000 1.000-9 5,3.000 1.000-1-5,-3.000 1.000-1 5,-3.000 0.000-27-5,3.000 0.000-4 12,-3.000 0.000-2-11,3.000-3.000 0-1,-3.000 3.000-10 0,3.000-3.000 0 6,0.000 3.000 0-6,-3.000-6.000 0 3,3.000-2.000 0-3,-3.000 0.000 0 9,0.000-3.000 0-7,0.000-2.000 0 1,3.000-3.000-13-2,0.000-3.000 1 3,-3.000 0.000 1-4,0.000-5.000 0 4,0.000 0.000 3-4,0.000 0.000 0 8,0.000 0.000 0-8,0.000 0.000 0 5,6.000 0.000 8-5,2.000-5.000 0 4,1.000-6.000 0-4,0.000 1.000 0 6,0.000-3.000 17-6,0.000-6.000-1 4,3.000-5.000 0-4,0.000 3.000 0 9,-6.000 5.000 0-9,3.000 0.000 0 6,-3.000 0.000 0-6,3.000 3.000 0 13,-3.000 3.000 24-12,-3.000-1.000 4 1,0.000 6.000 0-2,-3.000 5.000 1 0,0.000 0.000-17 0,0.000 0.000-4 1,0.000 0.000-1-1,0.000 0.000 0 7,6.000 8.000-11-7,-3.000 2.000-1 7,0.000 3.000-1-7,-3.000 3.000 0 5,0.000 0.000-10-5,-3.000 3.000 0 7,0.000-3.000 0-7,3.000-1.000 0 3,-3.000 1.000 0-3,0.000 0.000 0 9,3.000-3.000 0-9,-3.000-2.000 0 4,6.000 0.000 0-4,-3.000-3.000-9 3,3.000-3.000 9-3,-3.000-5.000-10 8,0.000 0.000-5-8,6.000 2.000-1 3,0.000 1.000 0-3,3.000-3.000 0 7,-1.000 0.000 7-7,1.000-3.000 1 12,0.000-2.000 0-12,6.000 0.000 0 7,-3.000-6.000 8-7,3.000 1.000 11 0,0.000-6.000-3 0,-3.000 3.000 0 9,0.000 2.000-8-9,0.000-5.000 8 4,-1.000 0.000-8-2,1.000 3.000 8 7,0.000 0.000 10-9,0.000 5.000 2 0,-3.000 3.000 0 0,0.000-1.000 0 3,-3.000-2.000 9-1,0.000 3.000 3 1,-6.000 5.000 0-3,6.000 3.000 0 6,0.000 2.000-14-6,0.000 0.000-2 7,-3.000 9.000-1-7,-3.000-1.000 0 2,0.000 3.000-7-2,0.000 2.000-8 9,-3.000 1.000 11-9,3.000 2.000-11 2,-6.000 0.000 8-2,3.000 0.000-8 8,-3.000-2.000 0-8,0.000 2.000 0 11,0.000 0.000-14-7,3.000-2.000-6-4,-6.000-4.000-2 0,3.000-1.000 0 17,3.000-1.000-32-16,-3.000-3.000-6-1,3.000-2.000-2 0,0.000-2.000 0 9,3.000-6.000-96-9,0.000 0.000-19 0,0.000 0.000-4 0,-3.000-3.000-848 0</inkml:trace>
  <inkml:trace contextRef="#ctx0" brushRef="#br0">19644.000 8882.000 2264 0,'0.000'0.000'100'1,"6.000"3.000"21"-1,3.000 2.000-97 1,-3.000 0.000-24 12,0.000 1.000 0-12,3.000-1.000 0 3,-3.000 3.000 87-3,0.000 0.000 12 0,0.000-3.000 2 0,0.000 3.000 1 9,0.000 0.000-60-9,0.000 0.000-12 2,-3.000 0.000-2-2,0.000 0.000-1 9,0.000 0.000-18-9,0.000 0.000-9 3,0.000 0.000 10-3,-3.000-1.000-10 15,0.000 1.000 0-15,2.000 0.000-13 0,-4.000 6.000 1 0,2.000-6.000 0 16,-3.000-1.000-13-16,0.000 1.000-3 0,0.000 3.000 0-1,-3.000 0.000 0 1,3.000-3.000 13 0,-3.000 2.000 3 7,0.000 3.000 0-7,0.000-2.000 0 2,0.000-1.000 12-2,-3.000-2.000 0 9,0.000-2.000 0-9,0.000 2.000 10 2,0.000 2.000-10-2,-3.000-4.000 0 11,6.000 1.000 0-11,-6.000 1.000 0 0,3.000-2.000 8 0,0.000-1.000-8 8,4.000 0.000 12-8,-1.000-2.000-4 4,6.000-3.000-8-4,0.000 0.000 0 6,0.000 0.000 0-6,0.000 0.000 0 7,0.000 0.000 0-7,6.000-3.000 0 12,2.000 1.000 0-12,1.000-4.000 0 0,9.000-4.000 0 0,-3.000 2.000 0 1,3.000-3.000 0-1,0.000 1.000 0 10,3.000 2.000 0-10,3.000-6.000 0 2,2.000 1.000 0-2,1.000 0.000 0 8,3.000 5.000 32-8,0.000 0.000 2 3,2.000-2.000 0-3,1.000-4.000 0 12,0.000 6.000-3-11,0.000 0.000-1 1,-4.000 3.000 0-2,1.000 0.000 0 2,0.000 0.000 2-2,-3.000-1.000 0 10,-4.000 4.000 0-10,-2.000 2.000 0 1,0.000 0.000-32 0,-3.000 2.000 0 8,0.000 4.000 0-8,-3.000-1.000 0-1,-3.000 3.000 0 0,0.000-3.000 0 7,-3.000 0.000 0-7,-4.000 3.000 0 6,4.000 6.000 0-5,-6.000-4.000 0 9,0.000 3.000 0-10,-3.000 1.000 0 0,0.000 4.000 0 0,-3.000 1.000 0 8,0.000-1.000 0-8,-3.000 1.000 0 2,0.000-1.000 12-2,1.000 3.000-3 3,-4.000-2.000-1-3,0.000 2.000 0 10,0.000 0.000-8-10,-3.000 0.000 0 1,0.000 1.000 0-1,0.000-4.000 0 11,0.000 3.000 0-11,-3.000 0.000 0 4,0.000 1.000 0-5,0.000-1.000 0 11,4.000 0.000 0-10,-1.000-3.000-11 0,-6.000-4.000 3 0,3.000-1.000 0 36,3.000 0.000-29-36,0.000-5.000-6 0,-3.000-5.000-1 2,3.000 2.000 0-2,-3.000-2.000-13 0,1.000-3.000-3 0,5.000 0.000-1 0,-3.000-6.000 0 1,-3.000 1.000-79-1,3.000-6.000-15 0,3.000-2.000-3 0,0.000-3.000-508 9,3.000-5.000-102-8</inkml:trace>
  <inkml:trace contextRef="#ctx0" brushRef="#br0">20257.000 8546.000 2358 0,'0.000'0.000'52'0,"0.000"0.000"10"1,6.000 0.000 2 0,-6.000 0.000 3 0,0.000 0.000-54 0,9.000 5.000-13 0,-3.000-2.000 0 0,3.000 5.000 0 9,-6.000 0.000 62-9,0.000 2.000 10 2,-3.000 6.000 1-2,0.000 8.000 1 5,-6.000 3.000-38-5,-3.000 4.000-8 5,0.000 4.000-2-5,-6.000 2.000 0 9,1.000 5.000-14-9,-4.000 0.000-4 3,-3.000 1.000 0-3,-3.000 2.000 0 4,3.000 8.000-8-4,-3.000-3.000 0 8,-2.000 3.000 0-8,-1.000-3.000 0 6,-3.000 3.000 0-7,0.000 0.000-11 10,3.000 0.000 3-9,-5.000 0.000 0 20,2.000-6.000-22-20,-3.000 1.000-4 0,3.000 0.000-1 0,4.000-3.000 0 8,-4.000-6.000 5-8,3.000 1.000 1 0,0.000-6.000 0 0,1.000-2.000 0 13,2.000-5.000-20-13,0.000-9.000-4 0,0.000-5.000-1-1,6.000-2.000 0 12,-3.000-3.000-68-5,4.000-8.000-14-6,2.000-5.000-2 0,0.000-9.000-1 0</inkml:trace>
  <inkml:trace contextRef="#ctx0" brushRef="#br0">20978.000 8242.000 403 0,'0.000'0.000'36'1,"0.000"0.000"-36"1,0.000 0.000 0 0,0.000 0.000 0 3,6.000 0.000 496-4,-6.000 0.000 92 8,6.000 2.000 18-8,0.000 4.000 4 3,-6.000-6.000-405-3,6.000 2.000-81 10,-6.000-2.000-16-10,5.000 3.000-3 2,1.000-3.000-77-2,-6.000 0.000-16 5,0.000 0.000-4-5,6.000 3.000 0 8,3.000 2.000-19-8,-3.000-2.000-4 3,-6.000-3.000-1-3,6.000 2.000 0 22,-6.000-2.000-68-22,6.000 6.000-13 0,-6.000-6.000-3 0,0.000 0.000-1 16,0.000 0.000-95-16,3.000 5.000-18 0,-3.000 3.000-4 0</inkml:trace>
  <inkml:trace contextRef="#ctx0" brushRef="#br0">20522.000 8623.000 518 0,'-15.000'5.000'23'2,"9.000"-5.000"5"-1,0.000 3.000-28 0,1.000 2.000 0 2,-1.000-2.000 0-2,3.000-1.000 0 2,3.000-2.000 392-2,0.000 0.000 72 8,0.000 0.000 16-8,0.000 0.000 2 8,9.000 3.000-319-8,5.000 0.000-64 1,4.000-1.000-13 1,6.000-2.000-2 4,0.000-2.000-48-6,3.000-1.000-8 2,2.000 0.000-3-2,7.000-2.000 0 8,3.000-3.000-9-8,0.000 3.000-1 4,-7.000-3.000-1-4,4.000 3.000 0 9,3.000-6.000-14-9,-1.000 3.000 11 5,1.000 0.000-11-5,-3.000 3.000 10 15,-3.000-3.000-33-14,-1.000 3.000-6-1,-2.000-1.000-2-1,0.000 4.000 0 11,-3.000-4.000-2-10,-4.000 6.000-1-1,-5.000 0.000 0 1,0.000 0.000 0 15,-3.000 3.000-126-15,-6.000 0.000-26 0,-3.000-1.000-5 0,-3.000 4.000-719 6</inkml:trace>
  <inkml:trace contextRef="#ctx0" brushRef="#br0">20549.000 8858.000 864 0,'0.000'0.000'76'1,"9.000"0.000"-60"7,0.000 0.000-16-1,0.000 0.000 0-6,3.000-2.000 320 0,0.000 2.000 60 3,3.000-3.000 13-3,2.000 0.000 3 3,-2.000 1.000-260-3,0.000-1.000-52 4,3.000-2.000-11-4,0.000 2.000-1 9,-3.000-2.000-58-9,3.000 0.000-14 6,2.000 2.000 0-6,-2.000 0.000 0 15,-3.000 1.000-46-15,3.000 2.000-12 0,-6.000-3.000-2 0,3.000 3.000-1 12,0.000 0.000-18-12,-6.000 3.000-3 0,-9.000-3.000-1 0,3.000 8.000 0 15,0.000-1.000-30-15,-6.000 4.000-7 0,-3.000 0.000 0 1,-3.000-1.000-1 16,-6.000 1.000 33-13,0.000 2.000 6-4,-6.000 3.000 2 0,0.000 0.000 0-1,-5.000-3.000 25 10,5.000 3.000 6-10,0.000 0.000 1 7,0.000 0.000 0-6,0.000-3.000 48 0,3.000 0.000 11 0,0.000-2.000 1 0,4.000 2.000 1 0,-1.000-5.000 54 0,3.000 0.000 10 0,0.000-3.000 3 0,6.000 0.000 0 5,3.000 1.000 9-5,0.000-4.000 3 3,3.000-2.000 0-3,0.000 0.000 0 10,0.000 0.000-23-10,0.000 0.000-4 3,3.000-5.000-1-3,3.000-3.000 0 6,6.000 0.000-51-6,3.000-2.000-13 4,3.000-6.000 0-3,2.000 2.000 0 28,4.000 1.000-42-29,0.000-3.000-11 0,6.000 0.000-3 0,-3.000 1.000 0 0,-1.000-1.000-47 0,4.000 2.000-9 0,-3.000-4.000-3 0,0.000 5.000-581 2</inkml:trace>
  <inkml:trace contextRef="#ctx0" brushRef="#br0">21067.000 8792.000 990 0,'0.000'0.000'44'0,"0.000"0.000"8"1,0.000 0.000-41 0,0.000 0.000-11 0,0.000 0.000 0 0,0.000 0.000 0 2,-3.000 5.000 122-2,-3.000 1.000 22 0,0.000 2.000 5 0,-3.000-3.000 1 10,0.000 0.000-46-10,0.000 1.000-8 3,-3.000-1.000-3-3,1.000 0.000 0 14,2.000 3.000-38-13,-3.000-3.000-8-1,3.000 1.000-2 0,0.000 2.000 0 1,0.000-3.000-29-1,3.000-3.000-7 7,0.000-2.000-1-7,6.000 0.000 0 6,0.000 0.000-8-6,0.000 0.000 0 5,0.000 0.000 0-5,0.000 0.000 0 4,0.000 0.000 0-4,0.000 0.000 0 8,6.000 3.000 0-8,0.000-6.000 0 2,3.000 1.000 12-2,0.000-1.000 0 8,0.000 1.000 0-8,0.000-1.000 0 5,0.000 0.000-1-5,-1.000 3.000 0 5,-2.000 0.000 0-5,-6.000 0.000 0 7,6.000 3.000-11-7,-6.000-3.000 0 5,0.000 0.000 0-5,6.000 8.000 8 6,-6.000 0.000-8-6,-3.000 2.000 0 13,-3.000 1.000-10-14,-3.000 2.000 10 1,1.000 6.000 0 0,-4.000-1.000 0 4,-3.000-2.000 0-4,0.000 3.000 0 10,-3.000-1.000 0-11,3.000-5.000 0 5,3.000 6.000 8-4,-3.000-6.000-8 11,3.000 3.000 26-10,-2.000-3.000-2-1,2.000-2.000 0 0,0.000-1.000 0 1,3.000-2.000 0-1,3.000 0.000-1 10,0.000 0.000 0-10,3.000-3.000 0 2,3.000-5.000 2-2,0.000 0.000 1 7,0.000 0.000 0-7,0.000 0.000 0 3,0.000 0.000-9-3,3.000 6.000-1 8,6.000-6.000-1-8,0.000 0.000 0 4,0.000 0.000 4-4,3.000 0.000 1 6,-1.000-3.000 0-6,4.000 0.000 0 9,-3.000 3.000-10-7,0.000-2.000-2-2,-3.000 2.000 0 0,3.000-5.000 0 5,-3.000-1.000-8-5,-3.000 6.000 0 3,-6.000 0.000 0-3,6.000 0.000 8 10,-6.000 0.000-19-10,0.000 0.000-4 2,3.000 8.000-1-2,0.000 3.000 0 19,-6.000-3.000-13-19,-3.000 2.000-3-1,-3.000 4.000-1 0,-3.000 4.000 0 11,-6.000-2.000 13-10,3.000 2.000 4 0,0.000 1.000 0 0,-2.000-1.000 0 9,-4.000-2.000-2-7,0.000 0.000 0-2,0.000 0.000 0 0,3.000 3.000 0 3,-3.000-3.000 8-3,3.000-3.000 2 8,1.000 0.000 0-8,5.000-2.000 0 13,-3.000-4.000 8-13,3.000 1.000 0 0,3.000 3.000 0 0,3.000-3.000 0 1,6.000-8.000 0-1,0.000 0.000 11 7,0.000 0.000-11-7,0.000 0.000 12 2,0.000 0.000 11-2,9.000 0.000 2 10,6.000-3.000 1-4,3.000 1.000 0-6,3.000-4.000 6 0,2.000-2.000 2 2,4.000-2.000 0-1,0.000-3.000 0 6,0.000-1.000-34-7,3.000 1.000-19 4,-4.000 0.000 3-2,1.000 0.000 0 5,0.000 2.000-4-6,0.000-2.000 0-1,-4.000 0.000 0 0,-2.000 2.000 0 19,3.000-2.000-28-18,-6.000 2.000-5-1,3.000 1.000-2 0,-3.000 4.000 0 13,-3.000-2.000-15-13,-4.000 3.000-3 0,1.000 3.000-1 0,-6.000-1.000 0 7,3.000 0.000-97-6,-3.000-2.000-19-1,-6.000 5.000-4 0,0.000 0.000-1 0</inkml:trace>
  <inkml:trace contextRef="#ctx0" brushRef="#br0">21100.000 9057.000 806 0,'0.000'0.000'72'0,"0.000"0.000"-58"5,0.000 0.000-14-4,0.000 0.000 0 8,0.000 0.000 229-8,0.000 0.000 43 4,6.000 8.000 9-4,-3.000-3.000 2 8,-3.000-5.000-118-8,6.000 5.000-23 3,-3.000 1.000-5-3,0.000 1.000-1 6,3.000-1.000-54-6,-4.000 2.000-11 4,4.000 0.000-3-4,0.000 0.000 0 5,0.000-3.000-44-5,-3.000 3.000-10 7,3.000 0.000-2-7,-3.000 0.000 0 4,3.000 2.000-12-4,-3.000 1.000-10 10,0.000-3.000 2-10,0.000 0.000 0 17,0.000 2.000-40-17,-3.000-2.000-8 0,0.000 0.000-2-1,0.000 3.000-670 5,-3.000-3.000-133-4</inkml:trace>
  <inkml:trace contextRef="#ctx0" brushRef="#br0">20460.000 9663.000 2480 0,'-6.000'8.000'110'3,"3.000"-6.000"22"-2,-3.000 3.000-105 0,3.000-2.000-27 0,0.000 2.000 0 0,3.000-5.000 0 6,0.000 0.000 44-4,0.000 0.000 4-2,-3.000 3.000 1 0,3.000-3.000 0 6,0.000 0.000-19-6,6.000 5.000-4 4,3.000-2.000-1-4,6.000 0.000 0 20,6.000-3.000-52-20,-1.000-3.000-10-1,1.000 3.000-3 1,0.000-3.000 0 0,3.000 1.000 40 0,3.000-1.000 0 2,-1.000 0.000 0-2,4.000 1.000 0 11,-3.000-4.000 0-11,6.000 4.000 0 7,-3.000-1.000 0-7,2.000 3.000 0 1,1.000-5.000 0 0,-3.000 0.000 0 3,0.000 2.000 0-4,-4.000 0.000 0 11,4.000 1.000-13-11,-6.000-1.000 1 0,0.000 0.000 1 0,-3.000 1.000 0 18,-4.000-4.000-30-18,1.000 4.000-7 0,-6.000-4.000 0 0,0.000 4.000-1 10,-3.000-1.000-35-10,-3.000-2.000-8 0,0.000 0.000 0 0,-6.000-1.000-1 14,3.000 1.000-36-14,-3.000-3.000-7 0,-3.000 3.000-2 0,-3.000-3.000 0 10,-3.000-3.000-6-8,0.000 3.000-2-2,0.000-2.000 0 0,-3.000-1.000 0 0,0.000-2.000 107 0,0.000 2.000 22 0,-2.000-2.000 4 0,-1.000 5.000 1 10,3.000 0.000 115-10,3.000 3.000 23 1,-3.000 0.000 5 0,0.000 2.000 1 6,3.000 3.000 18-7,0.000 0.000 4 2,3.000-3.000 1-1,0.000 6.000 0 6,-3.000 2.000-54-7,3.000 1.000-10 5,0.000 2.000-3-5,0.000 2.000 0 10,-2.000 1.000-21-10,2.000 5.000-5 3,0.000 5.000-1-3,0.000 0.000 0 12,3.000 3.000-17-11,-3.000 0.000-3-1,3.000-1.000-1 0,0.000 4.000 0 3,3.000-3.000-19-1,0.000-1.000-4 2,3.000 1.000-1-4,0.000 0.000 0 4,0.000 0.000-16-3,0.000 0.000-16 1,0.000-6.000 4-2,0.000 3.000 0 24,0.000-2.000-32-24,3.000-3.000-5-1,-3.000-8.000-2 0,0.000 2.000 0 8,3.000 1.000-70-7,-4.000-3.000-15 0,-2.000-8.000-2 1,0.000 0.000-1 12,6.000-11.000-76-13,3.000 1.000-15 0,6.000-22.000-3 5,0.000-2.000-1-5</inkml:trace>
  <inkml:trace contextRef="#ctx0" brushRef="#br0">21255.000 8800.000 2480 0,'0.000'0.000'55'1,"0.000"0.000"11"0,0.000 0.000 2 0,0.000 0.000 1 0,0.000 0.000-55 0,0.000 0.000-14 0,0.000 0.000 0 0,0.000 0.000 0 2,0.000 0.000 30-2,5.000 3.000 3 4,4.000-1.000 1-4,-3.000 1.000 0 8,-6.000-3.000-34-8,6.000 3.000 0 4,0.000-3.000 0-4,-6.000 0.000 0 20,0.000 0.000-46-19,0.000 0.000-10-1,6.000 5.000-1 0,0.000-2.000-1 7,-6.000-3.000-139-7,0.000 0.000-28 0,0.000 0.000-6 0,0.000 0.000-337 10,6.000 5.000-67-10</inkml:trace>
  <inkml:trace contextRef="#ctx0" brushRef="#br0">21278.000 8895.000 403 0,'0.000'0.000'36'1,"-3.000"6.000"-36"0,0.000 2.000 0 0,0.000-3.000 0 0,3.000-5.000 265 0,0.000 8.000 47 6,0.000-8.000 8-6,0.000 5.000 3 3,0.000-5.000-147-3,3.000 8.000-28 9,0.000 0.000-7-3,6.000 0.000-1-4,6.000 0.000-46 1,-3.000 0.000-10-3,-3.000-3.000-1 0,6.000 0.000-1 5,3.000 1.000-38-5,0.000-4.000-8 10,-4.000 1.000-2-9,1.000-3.000 0 15,3.000 0.000-176-16,-6.000 3.000-35 0,12.000-3.000-7 0,-6.000 0.000-2 0</inkml:trace>
  <inkml:trace contextRef="#ctx0" brushRef="#br0">14010.000 12877.000 748 0,'0.000'0.000'67'1,"0.000"0.000"-54"3,-3.000-2.000-13-3,0.000-1.000 0 8,0.000 0.000 296-8,0.000 1.000 57 9,0.000-4.000 11-9,-3.000 4.000 3 2,0.000-1.000-246-2,3.000 0.000-49 7,0.000-2.000-9-7,0.000 3.000-3 2,0.000-1.000-28-2,3.000 3.000-5 8,0.000-5.000-2-8,0.000 5.000 0 16,0.000 0.000-5-16,-3.000-3.000 0 0,0.000-2.000-1 0,3.000 5.000 0 0,0.000 0.000-11 0,0.000 0.000-8 7,0.000 0.000 12-7,0.000 0.000-12 5,6.000-6.000 17-5,-6.000 6.000-3 4,6.000-2.000-1-4,0.000-1.000 0 6,-6.000 3.000-3-5,9.000-3.000-1 3,0.000-2.000 0-4,0.000 2.000 0 7,-3.000 1.000-9-7,2.000-1.000 0 3,4.000 1.000 0-3,0.000 2.000 0 9,-12.000 0.000 0-9,12.000-3.000 8 2,0.000 0.000-8-2,0.000 3.000 0 11,0.000-2.000 9-12,0.000 2.000-9 4,0.000-3.000 10-3,-3.000 3.000-10 16,3.000 0.000 16-16,-4.000 0.000-4 0,1.000 0.000 0 0,0.000 0.000 0-1,3.000 0.000 13 1,0.000 3.000 3 6,0.000-3.000 0-3,3.000 2.000 0 0,-3.000 1.000-16-1,3.000-3.000-4 7,0.000 3.000 0-8,-1.000-3.000 0-1,1.000 0.000-8 0,6.000 0.000 8 11,0.000 0.000-8-11,0.000 0.000 8 0,0.000 0.000 0 2,3.000 0.000 0 5,-1.000 0.000 0-5,-2.000 0.000 0-2,3.000 0.000 2 0,-3.000 0.000 0 2,-3.000 0.000 0-2,5.000 2.000 0 13,-2.000-2.000-10-13,0.000 3.000 0 0,-3.000-3.000 0 0,3.000 0.000 8 8,-3.000 0.000 10-8,3.000 2.000 2 10,-4.000 1.000 0-6,1.000-3.000 0-4,0.000 0.000 0 0,0.000 0.000 0 0,0.000 3.000 0 0,-3.000-3.000 0 8,3.000 2.000-12-8,-1.000-2.000-8 2,1.000 0.000 12-2,3.000 3.000-12 8,-6.000-3.000 12-8,6.000 3.000-12 5,0.000-1.000 12-5,0.000 4.000-12 8,-7.000-6.000 8-8,4.000 2.000-8 3,0.000 4.000 0-3,-3.000-4.000 0 3,3.000 1.000 8-3,0.000 0.000-8 8,-6.000-1.000 0-8,3.000 1.000 0 3,-1.000-1.000 0-3,-2.000 1.000 0 10,-3.000-3.000 0-10,3.000 3.000 0 3,-3.000-1.000 8-3,3.000-2.000-8 4,-3.000 3.000 0-4,3.000 0.000 0 11,-3.000-1.000 0-8,0.000 1.000 8-3,0.000-6.000-8 0,-3.000 3.000 0 5,0.000 3.000 0-5,2.000 0.000 0 2,-2.000-3.000 0-2,0.000 2.000 0 8,0.000-2.000-12-8,0.000 3.000-7 3,0.000 0.000-1-3,0.000-1.000 0 23,0.000 1.000-164-23,3.000 2.000-32 5,-3.000 0.000-8-5,3.000 1.000 0 0</inkml:trace>
  <inkml:trace contextRef="#ctx0" brushRef="#br0">16965.000 12795.000 1472 0,'-6.000'0.000'32'0,"-3.000"-2.000"8"1,9.000 2.000 0 0,-3.000-3.000 1 0,-3.000-2.000-33 0,1.000 2.000-8 0,-1.000-2.000 0 0,0.000 2.000 0 8,0.000-2.000 0-8,-3.000 0.000 0 6,0.000 2.000-12-6,3.000-2.000 12 2,6.000 2.000 0 5,-9.000-2.000 0-4,-3.000 2.000 0-3,0.000-2.000 0 1,6.000-1.000-20-1,-3.000 4.000 4 9,-3.000 2.000 1-8,0.000-3.000 0 1,-5.000 3.000 15-2,2.000 3.000 0 9,6.000-3.000 0-9,-3.000 2.000 0 1,-6.000-2.000 0-1,3.000 3.000 0 8,6.000 0.000 0-7,0.000-3.000 0 4,0.000 2.000-9-5,0.000 1.000 9 4,-3.000-3.000-8-4,7.000 3.000 8 5,-1.000-1.000 0-5,0.000 1.000 0 5,0.000 2.000 0-5,6.000-5.000 0 7,0.000 0.000 11-7,-3.000 3.000 7 4,-3.000 0.000 2-4,6.000-3.000 0 8,0.000 0.000 60-8,0.000 0.000 12 14,0.000 0.000 2-14,0.000 0.000 1 0,-6.000 2.000-19 0,6.000-2.000-3 5,0.000 0.000-1-5,0.000 0.000 0 1,0.000 0.000-5-1,9.000 3.000-2 8,0.000-3.000 0-8,3.000 0.000 0 5,-1.000 0.000-17-5,4.000 0.000-4 6,0.000 0.000-1-6,6.000 0.000 0 3,-3.000-3.000-9-3,0.000 3.000-2 13,-3.000-2.000 0-13,3.000 2.000 0 0,2.000 0.000-15 0,1.000 0.000-3 11,-6.000 0.000-1-10,0.000 0.000 0-1,3.000 0.000 15 0,3.000 0.000 4 6,-1.000 2.000 0-6,-2.000 1.000 0 2,-3.000-3.000-16-2,3.000 2.000-4 10,3.000 4.000 0-10,0.000-4.000 0 8,0.000 4.000-3-6,2.000-1.000-1-2,4.000-2.000 0 0,0.000-1.000 0 4,0.000 1.000 2-4,0.000 2.000 0 2,-7.000 0.000 0-2,4.000-2.000 0 11,6.000 2.000 17-11,-3.000 1.000 3 2,-3.000-1.000 1-2,-1.000 0.000 0 10,4.000 1.000-23-10,0.000-1.000-8 0,-6.000 0.000 0 0,0.000-2.000 9 9,5.000 2.000-1-9,-2.000 0.000 0 4,0.000-2.000 0-4,-3.000 2.000 0 8,0.000-2.000 1-8,3.000 0.000 0 6,8.000-1.000 0-5,-2.000 1.000 0-1,-9.000 0.000-9 0,6.000-3.000 10 6,2.000 2.000-10-6,1.000 1.000 10 14,0.000-3.000-2-11,-3.000 0.000 0-3,0.000 3.000 0 0,-4.000-1.000 0 0,4.000-2.000-8 0,-3.000 3.000 10 9,-3.000-3.000-10-9,3.000 0.000 10 4,-4.000 2.000-10-4,4.000-2.000 0 3,-3.000 0.000-12-1,3.000 3.000 12 3,-3.000-3.000 0-5,3.000 5.000 18 4,-1.000-2.000-2-1,1.000 0.000 0 2,3.000-1.000-16-5,-3.000-2.000 0 3,0.000 3.000 0-3,-1.000 0.000 0 9,-2.000-1.000 8-9,0.000-2.000-8 4,0.000 3.000 0-4,0.000 0.000 0 11,-3.000-3.000 0-11,-1.000 0.000 0 0,4.000 0.000 0 0,-3.000 0.000 0 8,0.000 0.000 8-8,3.000 0.000-8 5,0.000 0.000 0-5,0.000-3.000 0 4,-1.000 3.000 18-3,1.000-3.000-3 5,6.000 3.000-1-5,-3.000 0.000 0-1,-3.000-2.000-14 0,2.000 2.000-8 10,1.000-3.000 8-10,3.000 0.000-13 2,0.000 1.000 13-2,-3.000-1.000 0 8,-1.000 3.000 0-8,1.000-3.000 10 2,-3.000 3.000 0-2,0.000-2.000 0 6,0.000 2.000 0-6,0.000-3.000 0 5,-4.000 3.000-10-5,4.000-3.000 0 5,-3.000 1.000-12-5,3.000 2.000 12 7,-3.000 0.000 0-7,0.000 0.000 0 3,3.000-3.000 0-3,-1.000 3.000 8 8,-2.000-2.000-8-8,0.000 2.000 12 6,-3.000-3.000-12-6,3.000 3.000 12 14,0.000 0.000-12-14,-3.000-3.000 10 0,-1.000 3.000-10 0,1.000 0.000 10 7,-3.000 0.000-10-7,0.000 0.000 0 0,0.000 0.000 0 0,0.000 0.000 0 10,-3.000-2.000 0-10,0.000 2.000 0 5,0.000 2.000 0-5,0.000-2.000 0 12,0.000 0.000 0-12,0.000 0.000 0 0,-9.000 0.000 0 0,6.000 0.000 0 0,-6.000 0.000-12 1,0.000 0.000 1 8,0.000 0.000 1-9,0.000 0.000 0 15,0.000 0.000-89-15,0.000 0.000-17 0,0.000 0.000-4 0,-9.000 0.000-1180 0</inkml:trace>
  <inkml:trace contextRef="#ctx0" brushRef="#br0">5887.000 16431.000 1926 0,'-6.000'-3.000'42'0,"-3.000"0.000"9"0,-3.000 3.000 1 1,6.000 0.000 3 0,-3.000 0.000-44 0,0.000 0.000-11 0,3.000 0.000 0 0,-6.000 0.000 0 5,3.000 3.000 47-5,0.000-3.000 7 8,-3.000 0.000 2-8,3.000 3.000 0 4,3.000-3.000-31-4,-3.000 0.000-5 7,4.000 2.000-2-7,-1.000 1.000 0 3,-3.000 0.000-2-3,0.000-1.000-1 7,3.000 1.000 0-7,0.000 0.000 0 7,-3.000 2.000-26-7,0.000-3.000-5 6,0.000 4.000 0-6,3.000-1.000-1 8,0.000 0.000 17-8,0.000 1.000 0 1,-3.000-1.000 0-1,3.000 0.000 0 12,3.000 0.000 0-12,-3.000 1.000 19 0,0.000-4.000-3 0,0.000 4.000 0 10,3.000-1.000 8-10,3.000-5.000 0 0,-5.000 3.000 1 0,5.000-3.000 0 8,0.000 0.000 1-8,0.000 0.000 0 4,0.000 0.000 0-4,0.000 0.000 0 8,0.000 0.000-2-8,0.000 0.000 0 3,0.000 0.000 0-3,0.000 0.000 0 4,0.000 0.000-8-4,0.000 0.000-3 7,8.000 0.000 0-6,1.000-3.000 0 5,0.000 0.000 3-6,3.000-2.000 1 6,0.000 5.000 0-6,0.000-3.000 0 4,6.000 1.000-3-4,-3.000-4.000-1 7,3.000 4.000 0-7,2.000-1.000 0 14,1.000 1.000 1-13,-3.000-1.000 0-1,6.000-2.000 0 0,-9.000 2.000 0 0,6.000 0.000-14 0,2.000 1.000 0 6,-2.000-1.000 0-6,0.000-2.000 0 5,0.000 2.000 0-5,0.000 0.000 0 4,3.000 1.000 0-4,-6.000-1.000 0 10,-1.000-2.000 0-10,4.000 5.000 9 2,3.000-3.000-9-1,-3.000 1.000 12 7,-3.000 2.000 0-6,0.000-3.000 1-2,5.000 0.000 0 0,1.000 3.000 0 8,-3.000 0.000-13-8,-3.000 0.000 9 6,0.000-2.000-9-6,0.000 2.000 8 6,-1.000 0.000-8-2,1.000 0.000 10-4,-3.000 0.000-10 0,3.000 0.000 10 4,-3.000 2.000-10-4,3.000-2.000 0 13,-6.000 3.000 0-13,0.000-3.000 0 0,0.000 0.000 0 0,-4.000 0.000 8 5,1.000 0.000-8-5,-3.000 0.000 0 2,3.000 0.000 0-2,-3.000 0.000 0 7,0.000 3.000 8-3,-6.000-3.000-8-4,0.000 0.000 0 0,0.000 0.000 0 10,9.000 0.000 0-10,-9.000 0.000 0 3,0.000 0.000 8-3,0.000 0.000-8 2,0.000 0.000 8-2,0.000 0.000-8 8,0.000 0.000 0-8,0.000 0.000 0 4,0.000 0.000 8-4,0.000 0.000-8 10,0.000 0.000 0-10,0.000 0.000 12 0,0.000 0.000-12 0,-6.000 5.000 12 11,0.000 0.000-12-6,-3.000 0.000 0-2,0.000-2.000 9-3,0.000 2.000-9 4,-8.000-2.000 19-4,-1.000 0.000-1 5,3.000 2.000 0-4,0.000-2.000 0 17,-3.000 2.000-39-18,0.000-2.000-8 0,-3.000 2.000-2 0,1.000 3.000 0 0,-4.000-6.000 31 0,0.000 4.000 0 4,0.000-1.000 0-2,3.000 0.000 0-2,-3.000 3.000 0-1,1.000-2.000 0 11,-1.000 1.000 0-10,3.000-1.000-9 1,-3.000 2.000 9-1,3.000 0.000 0 11,-2.000-3.000 0-11,-1.000 0.000 0 0,0.000 3.000 0 0,0.000 0.000 0 9,3.000 0.000 0-9,0.000-3.000 0 5,-2.000-2.000 0-5,5.000 0.000 0 4,0.000 5.000 0-4,3.000-6.000 0 11,0.000 1.000 0-10,3.000-1.000 0-1,-3.000 1.000 0 0,3.000 0.000 0 5,1.000-1.000 0-5,2.000-2.000 0 2,-6.000 0.000 0-2,9.000-2.000 0 11,0.000 4.000 0-11,0.000-4.000 0 1,0.000-1.000 0 0,3.000 0.000 0 7,3.000 3.000 0-8,0.000 0.000 0 1,0.000 0.000 0-1,-6.000 0.000 8 13,6.000 0.000-8-13,0.000 0.000 0 0,0.000 0.000 8 0,0.000 0.000-8 5,-3.000-5.000 0-5,3.000 5.000 0 9,0.000 0.000 0-9,6.000 0.000 0 2,-3.000-2.000 0-2,3.000-1.000 0 8,3.000 3.000 0-8,0.000 0.000 0 18,3.000 0.000 0-18,0.000 0.000-10 0,-1.000 0.000 10 0,1.000 3.000 0 0,3.000-3.000 0 0,0.000 0.000 0 0,-3.000-3.000 0 0,6.000 3.000 0 7,0.000-3.000 0-7,0.000 1.000 0 9,2.000-1.000 0-9,1.000 0.000 9 2,0.000 1.000-9-2,0.000-1.000 0 6,3.000-2.000 0-6,-6.000 2.000 0 7,5.000 0.000 0-7,-2.000-2.000 0 2,3.000 3.000 0-2,0.000 2.000 0 11,0.000-3.000 0-11,0.000 3.000 0 1,2.000 0.000 0-1,-2.000 0.000 0 10,0.000-3.000 0-10,0.000 3.000 0 1,-3.000 3.000-8-1,-1.000 0.000 8 8,1.000-6.000 0-8,3.000 3.000 8 15,-6.000 0.000 0-15,3.000 0.000 0 3,-3.000 3.000-8-2,2.000-1.000-11-1,-5.000-2.000 3 0,0.000 3.000 0 7,-3.000-3.000 8-7,-3.000 0.000 9 4,3.000 0.000-1 1,-3.000 0.000-8-5,0.000 2.000 0 0,-3.000-2.000 0 3,3.000 0.000 0-3,-3.000 0.000 0 9,-6.000 0.000 8-5,0.000 0.000-8-4,0.000 0.000 0 0,0.000 0.000 0 3,0.000 0.000 11-3,0.000 0.000-11 10,0.000 0.000 10-10,0.000 0.000-10 1,0.000 0.000 15-1,0.000 0.000-3 4,0.000 0.000-1-4,-6.000-2.000 0 8,0.000-3.000-3-8,-3.000 2.000-8 14,0.000 0.000 12-10,-6.000 1.000-4-4,0.000-1.000-8 0,-3.000 0.000 0 0,0.000 3.000 0 0,-5.000-2.000 8 17,-4.000-1.000-8-17,3.000 3.000 0 0,-3.000 0.000 0 0,3.000 0.000-11 7,-2.000 0.000 0-6,-7.000 0.000 0-1,3.000 3.000 0 0,3.000-1.000 0 7,1.000 1.000 11-7,-4.000 0.000-13 0,0.000-1.000 5 0,3.000 1.000 8 3,0.000 2.000 0-3,-2.000 0.000 0 9,2.000-2.000 0-9,3.000 0.000 0 3,-3.000-3.000 0-3,6.000 0.000 0 10,4.000 0.000 0-9,-1.000 0.000 0-1,-3.000-3.000 11 0,9.000 0.000-3 8,-6.000 3.000-8-8,6.000 0.000 12 9,0.000-5.000-12-5,3.000 3.000 0-4,3.000-1.000 0 0,6.000 3.000 0 3,-6.000-3.000 0-3,6.000 3.000 0 1,0.000 0.000 0-1,0.000 0.000 0 11,0.000 0.000 0-11,0.000 0.000 0 1,0.000 0.000-13-1,0.000 0.000 4 8,0.000 0.000 0-8,6.000 0.000 0 3,0.000-2.000 0-3,6.000 2.000 0 12,0.000 0.000 9-12,0.000-3.000 0 0,3.000 3.000-9 0,0.000-3.000 9 8,0.000 1.000 0-8,6.000-1.000 0 4,-4.000 3.000 0-4,4.000 0.000 0 8,0.000-3.000 0-8,3.000 1.000 0 3,0.000 2.000 0-3,-3.000-3.000 0 4,2.000 0.000 0-4,1.000 1.000 0 13,-3.000 2.000 0-13,3.000 0.000 0-1,-3.000-3.000 0 0,2.000 3.000 0 11,1.000 0.000 0-10,-3.000 0.000 0 1,0.000 0.000 0-1,-3.000 0.000 0 8,0.000 0.000 0-8,-3.000 0.000 0 4,5.000 0.000 0-4,-5.000 0.000 0 10,0.000-3.000 0-10,0.000 3.000 0 0,0.000 0.000 0 0,0.000 0.000 0 5,-3.000 0.000 0-5,0.000 0.000 0 10,-3.000 0.000 0-10,-3.000 0.000 0 1,5.000 0.000 0-1,-11.000 0.000 0 9,0.000-2.000 0-9,0.000 2.000 0 2,0.000 0.000 0-2,0.000 0.000 0 8,0.000 0.000 10-8,0.000 0.000-10 5,0.000 0.000 12-5,0.000 0.000-12 12,0.000 0.000 13-12,0.000-3.000-4 0,-11.000-2.000-1 0,2.000 0.000 0 5,0.000-1.000-8-5,-3.000 4.000 0 6,-3.000-4.000 9-6,-3.000 1.000-9 8,0.000 0.000 11-8,0.000-3.000-3 8,0.000 5.000 0-8,-5.000-2.000 0 0,-1.000 0.000-8 0,-3.000-1.000-14 11,3.000 4.000 3-11,-3.000-1.000 1 3,4.000-2.000 10-2,-1.000 2.000 0 6,0.000 0.000 0-7,0.000 1.000 0 0,0.000 2.000 0 0,1.000 0.000 0 4,-1.000 0.000 0-3,3.000-3.000 0 4,0.000 6.000 0-5,6.000-3.000 14 5,-9.000 0.000-3-5,6.000 2.000-1 14,1.000-2.000-10-12,5.000 0.000 0-2,0.000 0.000 0-1,3.000 0.000 0 6,0.000 0.000 0-5,9.000 0.000 0 2,0.000 0.000-10-2,0.000 0.000 10 8,-9.000 0.000-8-8,9.000 0.000 8 4,0.000 0.000 0-4,0.000 0.000-9 8,0.000 0.000 9-8,9.000 3.000-8 1,0.000-3.000 8-1,3.000 3.000-8 11,3.000-1.000 16-11,3.000 1.000 3 3,2.000-6.000 1-3,1.000 3.000 0 8,3.000 0.000-24-7,-3.000 0.000-5 5,6.000 0.000-1-5,-4.000-2.000 0-1,4.000 2.000 18 0,0.000 0.000 0 7,3.000 0.000 0-7,0.000-3.000 0 12,5.000 3.000 0-8,-5.000 0.000 0-4,-3.000 0.000 0 0,3.000 0.000 0 0,-4.000 0.000 16 0,4.000 0.000 0 4,-6.000 3.000 0-4,3.000-1.000 0 6,-3.000 1.000-27-6,-1.000-3.000-5 3,-5.000 3.000 0-3,-3.000-1.000-1 10,0.000 1.000 17-10,0.000 0.000 0 1,-6.000-1.000 0-1,0.000-2.000 0 10,-3.000 0.000 0-10,-6.000 0.000 0 2,0.000 0.000 0-2,0.000 0.000 9 7,0.000 0.000-1-7,0.000 0.000 0 6,0.000 0.000 0-6,0.000 0.000 0 8,-6.000 0.000 5-8,-6.000 0.000 1 1,0.000 0.000 0-1,-6.000 0.000 0 5,-6.000 0.000-14-5,0.000 0.000 11 12,-5.000 0.000-11-11,-1.000 3.000 10-1,0.000 0.000-10 0,-3.000-3.000 0 7,-2.000 2.000 0-7,-1.000 1.000 0 3,0.000 2.000 0-3,1.000-2.000 0 8,-1.000-3.000-8-6,0.000 2.000 8 1,3.000 1.000 0-1,1.000 0.000 0 7,-1.000-1.000 0-8,0.000 1.000 0-1,3.000 0.000 0 4,7.000-1.000 8-2,2.000-4.000-8-2,3.000 2.000 8 5,0.000 2.000 0-5,6.000-2.000 0 8,3.000 3.000 0-5,3.000 0.000 0-3,0.000-6.000-8 0,6.000 3.000 0 1,0.000 0.000 0-1,0.000 0.000 8 11,0.000 0.000-8-11,0.000 0.000 0 0,9.000 0.000-10 0,0.000 3.000 10 15,3.000-3.000-12-15,3.000 0.000 12 0,6.000-3.000-13 0,3.000 3.000 5 6,-7.000-3.000 8-6,7.000 3.000 0 6,0.000-2.000 0-6,3.000-1.000 0 5,0.000 3.000 0-5,-1.000-3.000 0 5,-2.000 3.000 0-5,3.000-2.000 0 2,0.000-1.000 0-2,0.000 3.000 0 9,-1.000 0.000 0-9,-2.000 0.000 0 3,0.000-3.000 0-3,-3.000 3.000 0 9,-6.000 3.000 0-9,0.000-3.000 0 2,2.000 3.000 0-2,-5.000-1.000 0 9,-3.000-2.000 0-9,3.000 0.000 0 3,-3.000 3.000 0-3,0.000 0.000 0 5,-9.000-3.000 0-5,0.000 0.000 0 13,0.000 0.000 0-13,0.000 0.000 12 0,0.000 0.000-4 0,0.000 0.000 0 8,-9.000 2.000 10-8,0.000 1.000 2 0,3.000 0.000 1 0,-6.000-3.000 0 5,-3.000 0.000-9-5,-2.000 0.000-1 5,-4.000 0.000-1-5,-3.000 2.000 0 9,0.000-2.000-10-9,-3.000 0.000 0 2,1.000 3.000 0-2,2.000 0.000 8 9,-3.000-1.000-8-9,3.000 1.000 0 3,-3.000-1.000 0-3,4.000 1.000 0 10,-4.000 2.000 0-10,6.000-2.000 0 5,-3.000 0.000 0-5,0.000-1.000 0 4,3.000 1.000 0-1,1.000 0.000 0 3,5.000-1.000 0-6,3.000 1.000 0 0,3.000-3.000 9 12,3.000 0.000-9-8,-6.000 0.000 10-4,9.000 0.000-10 0,-6.000 0.000 8 0,9.000 0.000-8 7,0.000 0.000 0-2,0.000 0.000 0-5,0.000 0.000 0-1,0.000 0.000-13 5,0.000 0.000 1-4,12.000 0.000 0 4,6.000 3.000 12-4,3.000-3.000-12 7,-3.000 0.000 12-5,5.000 0.000-12 1,1.000-3.000-1-3,0.000 0.000 0 4,3.000 3.000 0-3,0.000-2.000 0 5,-1.000 2.000 13-2,1.000 0.000 16-4,3.000-3.000-3 0,-3.000 3.000-1 6,3.000 0.000-12-6,-1.000 0.000 0 3,1.000 0.000 0-3,0.000 0.000 0 8,-9.000-3.000 0-8,2.000 3.000-16 6,4.000-2.000 3-6,-3.000 2.000 1 7,-3.000-3.000 12-7,0.000 0.000 0 5,0.000 3.000 0-5,-1.000-2.000 0 5,-8.000 2.000 8-4,0.000 0.000 4 3,0.000-3.000 0-4,-3.000 3.000 1 2,-3.000 3.000-13-2,0.000-6.000 8 8,-6.000 3.000-8-8,0.000 0.000 0 4,0.000 0.000 0-4,0.000 0.000 8 7,0.000 0.000-8-7,0.000 0.000 0 20,0.000 0.000-117-20,0.000 0.000-27 0</inkml:trace>
  <inkml:trace contextRef="#ctx0" brushRef="#br0">4050.000 15102.000 2026 0,'0.000'0.000'90'1,"-12.000"3.000"18"0,3.000 0.000-86 0,0.000-1.000-22 3,9.000-2.000 0-3,0.000 0.000 0 8,-9.000 3.000 63-8,0.000 2.000 8 4,3.000-2.000 1-4,-6.000 0.000 1 9,7.000-1.000-34-9,-4.000 4.000-7 3,0.000-1.000-2-3,-3.000 3.000 0 5,3.000-3.000-16-5,0.000 3.000-3 5,-3.000 3.000-1-5,0.000-1.000 0 5,0.000 3.000 14-5,-3.000 1.000 2 15,3.000 4.000 1-15,-2.000 1.000 0 0,-1.000-1.000 5 0,0.000 3.000 0 4,-3.000 3.000 1-4,0.000 0.000 0 3,3.000 0.000-13-3,-6.000 0.000-2 5,6.000-1.000-1-5,-5.000 4.000 0 7,-1.000-3.000-17-6,0.000-1.000 0 5,3.000 1.000 8-6,3.000 0.000-8 6,-6.000 0.000 0-6,6.000-3.000 0 3,1.000 0.000 8-2,-7.000 0.000-8 7,6.000-2.000 8-8,0.000-1.000-8 2,0.000-2.000 9-2,3.000-2.000-9 8,0.000-1.000 0-8,3.000-3.000 0 4,-3.000-2.000-11-4,4.000 0.000 11 21,5.000-2.000-43-21,-6.000-1.000-1 0,3.000-5.000 0 0,3.000-5.000 0 6,0.000-1.000-164-6,3.000-7.000-34 0</inkml:trace>
  <inkml:trace contextRef="#ctx0" brushRef="#br0">3976.000 15190.000 2487 0,'0.000'0.000'110'1,"0.000"0.000"23"0,6.000 8.000-106 0,-1.000 0.000-27 0,4.000 0.000 0 0,-6.000 2.000 0 9,6.000 1.000 56-9,3.000-1.000 7 1,-3.000 1.000 1-1,3.000-3.000 0 6,0.000 2.000-42-6,3.000-2.000-8 6,-3.000 6.000-2-6,6.000-4.000 0 3,-9.000 3.000-12-3,2.000 1.000 0 8,1.000-1.000 0-8,-3.000 0.000 0 16,0.000 0.000-43-16,-3.000 1.000-11 0,0.000-4.000-2 0,3.000 3.000-1 11,-9.000-2.000-104-11,0.000 2.000-21 0,0.000 3.000-4 0</inkml:trace>
  <inkml:trace contextRef="#ctx0" brushRef="#br0">3824.000 15891.000 2131 0,'0.000'0.000'94'1,"0.000"0.000"20"0,0.000 0.000-91 0,9.000 3.000-23 6,3.000-3.000 0-6,0.000 2.000 0 5,-1.000-2.000 105-5,4.000 0.000 17 4,0.000 0.000 3-3,6.000 0.000 1 3,-6.000 0.000-90-4,3.000 0.000-19 4,-3.000 0.000-3-4,-3.000 3.000-1 6,5.000-1.000-24-6,-8.000 1.000-5 5,3.000 0.000 0-5,-9.000 5.000-1 10,3.000 0.000-5-10,-3.000 2.000-1 1,-6.000 1.000 0-1,3.000 5.000 0 31,0.000 2.000-5-31,-6.000 3.000 0 0,-6.000 3.000-1 0,0.000 3.000 0 0,-5.000 2.000 8 0,-1.000 2.000 1 0,-3.000 4.000 1 0,0.000-1.000 0 10,-3.000 1.000-19-11,-3.000-4.000-4 1,7.000 1.000-1 0,-1.000-3.000 0 12,-3.000-5.000-31-12,6.000-3.000-6 0,0.000 0.000-2 0,3.000-7.000 0 12,0.000-4.000-26-11,7.000-4.000-6-1,-4.000-4.000-1 0,9.000-4.000 0 14,-3.000-9.000 41-14,0.000-2.000 8 0,3.000-8.000 2 0,3.000-3.000 0 13,0.000-3.000 0-13,0.000-4.000 0 0,3.000-4.000 0 0,0.000 3.000 0 0,0.000 3.000 128 0,3.000 0.000 25 2,-3.000 5.000 6 0,3.000 3.000 1-2,-6.000 3.000-4 5,0.000 4.000 0-2,3.000 7.000 0-1,-3.000-1.000 0 1,0.000 8.000 9-2,0.000 0.000 2-1,0.000 0.000 0 0,-9.000 8.000 0 11,0.000 5.000-35-11,0.000 5.000-8 5,-6.000 9.000 0-5,3.000 7.000-1 6,-6.000 1.000-35-4,0.000 4.000-6 5,3.000 1.000-2-7,-5.000 5.000 0 0,-1.000 2.000-16 0,3.000 1.000 0 11,-3.000-3.000 8-10,0.000 3.000-8-1,0.000 2.000-11 0,0.000-5.000-5 8,7.000-5.000-2-9,-1.000-3.000 0 15,0.000-8.000-139-13,3.000 0.000-28 0</inkml:trace>
  <inkml:trace contextRef="#ctx0" brushRef="#br0">4639.000 15010.000 2289 0,'0.000'0.000'101'2,"0.000"0.000"22"-1,0.000 0.000-99 0,0.000 0.000-24 0,0.000 0.000 0 0,0.000 0.000 0 4,0.000 0.000 68-4,0.000 0.000 8 8,6.000 8.000 1-8,-3.000 2.000 1 2,3.000-2.000-57-2,0.000 3.000-11 9,0.000-1.000-2-9,-3.000 1.000-8 16,3.000 2.000-72-16,-6.000 3.000-22 0,0.000-3.000-4 0,0.000 3.000-957 0</inkml:trace>
  <inkml:trace contextRef="#ctx0" brushRef="#br0">4464.000 15441.000 1324 0,'-9.000'13.000'118'2,"6.000"-2.000"-94"3,3.000-1.000-24-4,-6.000 6.000 0 1,6.000 0.000 343 1,0.000 3.000 64 15,0.000 2.000 13-13,6.000 3.000 2-4,-6.000 0.000-319-1,0.000 2.000-64 1,6.000 3.000-13 0,-3.000 0.000-2 1,3.000-2.000-24-1,0.000 2.000 9 4,-6.000-3.000-9-4,0.000 3.000 0 20,3.000-5.000-43-20,-3.000 0.000-15 0,-3.000-3.000-3-1,3.000-2.000-1 15,3.000-3.000-2-14,-3.000-6.000 0 0,0.000 1.000 0 0,-3.000-6.000 0 9,3.000-5.000 9-9,0.000 0.000 2 0,0.000 0.000 0 0,0.000 0.000 0 8,0.000 0.000 14-8,0.000-5.000 3-1,0.000-6.000 1 1,0.000-5.000 0 8,3.000-2.000 11-8,-3.000-3.000 1 0,3.000-3.000 1 0,0.000-3.000 0 10,8.000-2.000 30-11,-8.000 3.000 7 7,3.000-1.000 1-6,3.000 1.000 0 2,3.000 5.000 8 0,-3.000 2.000 1 3,-3.000 3.000 1-5,3.000 6.000 0 4,0.000 2.000 2-2,0.000 2.000 1 6,-9.000 6.000 0-7,9.000 0.000 0-1,-3.000 6.000 15 0,3.000 4.000 2 7,-3.000 4.000 1-7,-3.000 4.000 0 3,3.000 3.000-26-3,-6.000 6.000-5 6,6.000-1.000 0-3,-3.000 6.000-1 3,-3.000-3.000-7-6,0.000 0.000 0 3,-3.000 3.000-8-3,3.000-3.000 12 8,-3.000-3.000-12-7,0.000 1.000 0-1,3.000-6.000 8 0,0.000 0.000-8 16,-6.000-2.000 0-15,6.000-3.000 0 8,-3.000-8.000 0-9,3.000 2.000 0 0,0.000-5.000-19 0,0.000-5.000-3 0,0.000 0.000-1 0,0.000 0.000 0 14,0.000-10.000-23-14,0.000-9.000-5 0,9.000-2.000-1 0,-9.000-5.000 0 9,9.000-9.000 18-5,-3.000-2.000 3-2,2.000-8.000 1-2,1.000-2.000 0 0,3.000-4.000 30 0,-3.000-2.000 0 3,0.000-2.000-8-3,0.000-3.000 8 8,6.000-3.000 10-8,-3.000 0.000 5 3,0.000-3.000 1-3,0.000 9.000 0 4,3.000 7.000 9-4,-1.000 3.000 3 9,-2.000 8.000 0-7,-3.000 8.000 0-2,3.000 3.000 10 0,-3.000 5.000 2 12,0.000 2.000 1-12,0.000 8.000 0 0,-3.000 3.000 8 0,0.000 1.000 2 2,0.000 4.000 0 0,3.000 3.000 0 11,-3.000 3.000-36-11,0.000 2.000-7-2,3.000 3.000-8 0,0.000 2.000 11 5,-4.000 6.000-11-2,4.000 0.000 8-3,3.000 3.000-8 0,-6.000 2.000 8 12,0.000 0.000-8-12,0.000 3.000 0 0,0.000 0.000 0 0,0.000-1.000 0 8,3.000 1.000 8-5,-3.000 0.000-8-3,3.000 2.000 8 5,-3.000-2.000-8-3,3.000 0.000 0-2,3.000-3.000 0 7,-6.000 0.000 0-4,0.000 1.000 0-3,3.000-1.000 0 0,-4.000 0.000 0 10,4.000 0.000 0-8,-3.000-2.000 0-2,3.000 2.000 12 0,-3.000 3.000-4 8,0.000-1.000 0-6,3.000 1.000 0-3,-6.000 3.000-8 0,0.000-1.000 0 6,3.000 1.000 0-5,-3.000 2.000 0 5,3.000 2.000 0-5,-3.000 4.000 8 6,3.000 2.000-8-6,-6.000 3.000 8 7,3.000 2.000 0-7,0.000 3.000 0 3,-3.000 0.000 0-3,3.000 5.000 0 9,0.000 3.000-8-8,-3.000 0.000 0-1,0.000 3.000 0 0,0.000-4.000 0 8,0.000 1.000 0-8,0.000 0.000 0 3,0.000 0.000 0-3,0.000 0.000 0 11,-3.000 0.000 0-11,3.000-3.000 0 2,-3.000 1.000 0-2,3.000-6.000 0 14,-3.000-6.000 0-11,0.000-2.000-11-3,3.000-2.000 3 0,-6.000-9.000 0 7,3.000 1.000-5-5,0.000-6.000-1-2,-3.000-3.000 0 0,0.000-2.000 0 15,3.000-5.000-41-15,0.000-3.000-8 0,-3.000-6.000-1 0,0.000-2.000-1 9,-3.000-5.000-141-9,3.000-8.000-28 0,-3.000-8.000-6 0,0.000-8.000 0 0</inkml:trace>
  <inkml:trace contextRef="#ctx0" brushRef="#br0">4934.000 15552.000 2487 0,'0.000'0.000'55'5,"0.000"0.000"11"-4,0.000 0.000 2 0,-6.000 8.000 2 0,6.000-3.000-56 0,-6.000 1.000-14 0,0.000 2.000 0 0,3.000-3.000 0 2,0.000 3.000 38-1,0.000 0.000 5 10,3.000 0.000 1-6,0.000 0.000 0-4,0.000-3.000-33-1,3.000 3.000-11 3,0.000 3.000 0-3,0.000-1.000 9 0,0.000 1.000-9 0,0.000-3.000-9 3,3.000 5.000 9-3,-6.000-3.000-13 5,6.000 1.000-3-5,0.000 0.000 0 4,3.000-1.000 0-4,0.000-2.000 0 9,0.000 0.000 0-9,3.000 3.000 0 2,-9.000-3.000 0-2,3.000 0.000 0 24,6.000-1.000-37-24,-10.000 1.000-8-1,4.000 0.000-2 0,0.000 0.000 0 11,0.000 6.000-8-10,-6.000-4.000-1 0,-3.000-2.000-1-1,3.000 5.000 0 11,-3.000-2.000-16-10,-3.000-1.000-3-1,0.000 1.000-1 0,-2.000 0.000 0 6,2.000 2.000 69-5,-3.000-3.000 15 2,0.000 1.000 9-2,0.000-3.000-12 17,3.000 0.000 81-17,0.000 0.000 16 0,6.000-3.000 3 0,-9.000 3.000 1 0,9.000-8.000 8 0,-3.000 5.000 2 8,3.000-5.000 0-8,0.000 0.000 0 1,0.000 0.000-42-1,0.000 0.000-8 7,0.000 0.000-1-7,0.000 0.000-1 5,12.000 6.000-35-5,-9.000-4.000-12 17,-3.000-2.000 0-17,12.000 3.000 9 0,3.000 0.000-9 0,-6.000-1.000-16 16,3.000 1.000 4-15,-1.000-1.000-730-1,-2.000 1.000-146 0</inkml:trace>
  <inkml:trace contextRef="#ctx0" brushRef="#br0">4101.000 16407.000 1324 0,'0.000'5.000'118'2,"-3.000"-2.000"-94"4,-3.000-1.000-24 0,-3.000 6.000 0 1,3.000-2.000 160-6,0.000 2.000 28 1,3.000-3.000 6-1,-6.000 3.000 1 9,0.000-3.000-127-9,6.000 3.000-24 2,-3.000 0.000-6-2,0.000-3.000-1 6,3.000 1.000-9-6,0.000-1.000-3 4,0.000 3.000 0-4,3.000-8.000 0 9,0.000 0.000-14-9,0.000 5.000-3 2,0.000 3.000-8-2,0.000-8.000 12 9,6.000 8.000-3-9,0.000-3.000-1 2,3.000-2.000 0-2,0.000 0.000 0 12,3.000 2.000 35-12,-3.000-3.000 6 0,6.000-4.000 2 0,-3.000-1.000 0 11,2.000 3.000-31-11,4.000 0.000-7 2,-6.000-2.000-1-2,9.000 2.000 0 12,-12.000-3.000-1-12,6.000 0.000-1 1,-3.000 3.000 0-2,3.000-2.000 0 8,-12.000-4.000-10-7,6.000 6.000 10 5,-3.000 0.000-10-4,-6.000 0.000 10 1,0.000 0.000-10-2,0.000 0.000 0 7,0.000 0.000 0-7,2.000 8.000 8 3,1.000 0.000-8-3,-6.000 3.000 0 9,-2.000-3.000-10-9,-4.000 5.000 10 3,3.000 5.000-19-3,-9.000 1.000 3 6,-3.000 2.000 0-4,0.000 3.000 0 18,-3.000 0.000-10-20,3.000 2.000-2 0,-2.000-5.000 0 1,2.000-2.000 0-1,-3.000 2.000 17 0,3.000-5.000 11 0,6.000 2.000-13 0,-3.000-7.000 5 11,6.000-3.000 8-11,0.000 3.000 9 0,3.000-3.000-1 0,0.000-3.000-8 10,6.000-5.000 23-9,0.000 0.000-3-1,-6.000 2.000 0 0,6.000-2.000 0 7,0.000 0.000-10-7,6.000 6.000-2 4,-6.000-6.000-8-4,6.000-3.000 12 5,3.000 3.000-3-5,6.000-3.000-1 5,-6.000-2.000 0-5,3.000 3.000 0 4,-3.000-1.000 4-3,6.000 0.000 0 6,-3.000-2.000 0-7,3.000 2.000 0 3,-6.000 1.000-12-3,2.000-1.000 0 11,-2.000 3.000 0-10,-3.000 0.000 0-1,3.000 0.000-9 0,-3.000 5.000 9 12,0.000 1.000 0-12,0.000-1.000 0 0,-3.000 3.000-18 0,3.000 0.000 3 17,-6.000 5.000 1-17,0.000 0.000 0 8,-6.000 3.000-23-7,0.000 3.000-5-2,0.000-6.000-1 2,3.000 5.000 0 13,-9.000 1.000 11-11,6.000-1.000 1-3,-3.000-2.000 1 0,-2.000 0.000 0 8,2.000 0.000-4-5,-3.000 0.000-1-3,3.000-3.000 0 0,0.000-2.000 0 0,6.000-3.000 20 0,-6.000 0.000 4 0,9.000-8.000 1 0,0.000 0.000 0 0,0.000 0.000-2 0,0.000 0.000-1 4,9.000 5.000 0-4,0.000-2.000 0 18,0.000-3.000 13-18,6.000 0.000 0 0,2.000-3.000 0 0,-5.000 0.000 0 6,6.000 3.000 12-3,3.000 0.000 0-3,-3.000 0.000-1 0,0.000 0.000 0 17,0.000 0.000-11-16,-3.000 6.000 0-1,2.000-1.000 0 0,-2.000 0.000 8 0,0.000 0.000-8 0,0.000 3.000 0 5,-6.000 0.000 0-5,3.000 3.000 8 3,-9.000-1.000-8-3,0.000 4.000 8 10,0.000 2.000-8-8,-3.000 2.000 8-2,0.000 1.000 5 0,-3.000 2.000 1 4,-3.000 0.000 0-2,-6.000 3.000 0 2,3.000-3.000-2-4,-6.000 3.000-1 3,0.000 2.000 0-1,0.000 1.000 0 5,-5.000-1.000 19-6,-1.000 1.000 4-1,-3.000-4.000 1 5,3.000-1.000 0 0,0.000-1.000 13-5,-6.000-3.000 4 2,4.000-2.000 0-2,2.000-3.000 0 23,0.000-2.000-27-22,6.000-3.000-5-1,0.000-3.000 0 0,0.000 0.000-1 0,3.000-2.000 21 0,0.000-3.000 5 0,4.000-3.000 1 0,5.000-2.000 0 5,-6.000 0.000-29-5,9.000 5.000-5 9,0.000-8.000-2-9,3.000-3.000 0 2,3.000-2.000-10-2,-3.000-3.000 10 8,2.000 0.000-10-8,7.000-2.000 10 3,3.000-1.000 2-2,0.000-2.000 1 5,6.000 3.000 0-5,3.000-4.000 0 4,-3.000 4.000-13-3,5.000-3.000-8 5,-5.000-3.000 8-7,3.000 0.000-13 14,0.000 0.000-99-14,3.000 0.000-20 2,-1.000-5.000-4-1,-2.000-2.000-1 9,0.000-6.000-91-10,3.000 5.000-17 0,18.000-32.000-4 0,-13.000 14.000-1 0</inkml:trace>
  <inkml:trace contextRef="#ctx0" brushRef="#br0">4574.000 16671.000 1324 0,'0.000'-10.000'59'3,"0.000"7.000"12"-2,0.000-2.000-57 0,0.000 2.000-14 0,-6.000-2.000 0 0,3.000 0.000 0 30,0.000 2.000 205-30,3.000 0.000 39 0,0.000 3.000 7 0,-3.000 0.000 1 0,-3.000 0.000-139 0,0.000 3.000-28 0,-3.000 0.000-5 0,3.000 5.000-2 0,0.000 2.000-58 0,3.000 3.000-12 5,-9.000 3.000-8-5,6.000 3.000 9 1,3.000-1.000-9-1,-3.000 1.000 0 4,-2.000-1.000 0-4,2.000-2.000 0 8,0.000 3.000-11-8,3.000-3.000-1 3,3.000-3.000 0-3,0.000 0.000 0 20,0.000-2.000-26-20,3.000-3.000-6 0,6.000-3.000 0 0,2.000-2.000-1 13,4.000-6.000 12-12,3.000-2.000 2-1,6.000-3.000 1 0,0.000-3.000 0 0,3.000-5.000 39-1,2.000-2.000 8 7,1.000-1.000 2-6,3.000 1.000 0 11,-3.000-4.000 7-11,-1.000-1.000 2 0,4.000-1.000 0 0,-3.000 0.000 0 13,-6.000 3.000-2-12,0.000 5.000 0-1,-1.000 0.000 0 0,-5.000 3.000 0 0,3.000 0.000-14 0,-9.000 5.000-2 8,0.000 0.000-1-8,-6.000 3.000 0 4,-6.000 5.000 1-3,0.000 0.000 0 4,0.000 0.000 0-5,0.000 0.000 0 5,-3.000 13.000-10-5,-3.000 3.000 10 4,0.000 2.000-10-2,-6.000 6.000 10 2,-6.000 0.000-10-4,-3.000 2.000 0 10,-2.000 3.000 0-8,-4.000 3.000 0-2,0.000 0.000-21 0,0.000-3.000 0 5,0.000 0.000 0-4,4.000 0.000 0 25,-1.000 0.000-10-26,6.000-5.000-1 4,-3.000 0.000-1-4,3.000-6.000 0 0,6.000-2.000 25 0,0.000-3.000 8 0,3.000-5.000 0 0,4.000 0.000 0 5,-1.000-2.000 0-5,6.000-6.000 0 0,0.000 0.000 12 0,0.000 0.000-3 6,11.000-6.000-9 1,1.000 1.000 0-7,3.000-3.000-12 0,9.000-2.000 12 1,-3.000-6.000 0-1,-3.000 0.000 0 9,9.000 0.000 0-8,-4.000-3.000 0-1,4.000 1.000 0 0,0.000-3.000 0 7,3.000-3.000 0-5,-6.000 3.000 0 12,2.000 2.000-82-14,-8.000 1.000-18 0,0.000-6.000-4 0,-3.000 0.000-537 9,0.000 3.000-107-8</inkml:trace>
  <inkml:trace contextRef="#ctx0" brushRef="#br0">4746.000 16399.000 1908 0,'0.000'0.000'84'4,"0.000"5.000"18"-3,-8.000 3.000-82 0,5.000 5.000-20 0,-3.000 1.000 0 0,3.000 1.000 0 1,3.000 1.000 82 1,-6.000 5.000 12 6,6.000 6.000 2-8,0.000 5.000 1 6,6.000 5.000-73-6,-6.000 2.000-14 10,6.000 6.000-10-10,0.000 0.000 12 0,2.000 3.000-12 0,-2.000 0.000 0 5,3.000 2.000 0-5,0.000 5.000 8 6,-3.000 6.000 3-2,3.000 0.000 0-3,3.000-3.000 0-1,-6.000-2.000 0 10,6.000-3.000-11-10,0.000-3.000 0 0,0.000 3.000 9 0,3.000-3.000-9 11,-6.000 3.000 0-9,5.000-2.000 0-2,-5.000-7.000 0 0,3.000 1.000 8 12,-6.000-5.000-8-12,3.000-5.000 0 0,-3.000-6.000 0 0,3.000-6.000 8 12,-3.000 1.000-8-12,0.000-8.000 9 0,3.000-3.000-9 17,-9.000-2.000 10-15,6.000-3.000-10-2,-3.000-3.000 0 0,-3.000-5.000 0 0,0.000 0.000 0 0,0.000 0.000 0 0,0.000 0.000-11 5,0.000-8.000 3-5,0.000-5.000 0 0,0.000-3.000 8 0,-3.000-5.000 0 5,3.000-5.000 0-5,-3.000-6.000 0 5,0.000-3.000 0-5,-3.000-7.000 0 13,3.000 0.000 0-13,3.000 2.000-8 15,3.000 0.000-16-15,3.000 3.000-4 2,-3.000 3.000 0-2,3.000 0.000 0 0,0.000-1.000 11 0,3.000 6.000 1 0,0.000-3.000 1 0,0.000 6.000 0 15,2.000 2.000 15-13,-2.000 3.000 0-2,-3.000 0.000 0 0,6.000 2.000 0 0,-3.000 3.000 8-1,3.000 6.000 8 20,-3.000-4.000 2-19,0.000 7.000 0 1,-3.000-1.000 3-1,3.000 2.000 1 0,0.000 1.000 0 0,0.000 0.000 0 9,0.000 5.000-8-8,0.000-3.000-2-1,-1.000 6.000 0 0,-2.000-3.000 0 9,0.000 0.000-4-8,6.000 0.000-8-1,-6.000 5.000 11 0,0.000 0.000-11 4,0.000-2.000 11-4,3.000 2.000-11 6,-3.000 1.000 10-6,3.000-1.000-10 4,0.000 3.000 0-2,-3.000-3.000 8 8,-6.000-5.000-8-10,6.000 5.000 0 0,-6.000-5.000 0 0,6.000 6.000 11 8,-6.000-6.000-11-6,0.000 0.000 10-2,6.000 5.000 15 0,-3.000 3.000 3 15,-3.000-8.000 1-15,3.000 5.000 0 0,-3.000-5.000-6 0,0.000 11.000-2 2,0.000-3.000 0-2,0.000 2.000 0 6,-3.000 1.000-9-6,0.000 2.000-1 6,-3.000 0.000-1-3,-3.000 3.000 0 1,6.000 0.000-2-4,-3.000 0.000-8 3,-6.000 0.000 12-2,0.000 5.000-4 10,3.000-3.000-8-9,-6.000 1.000 8-2,0.000 2.000-8 0,1.000-2.000 8 6,-4.000 2.000-8-3,0.000-3.000 0-3,-3.000 1.000 0 6,3.000-3.000 0-4,-3.000 0.000 11-2,3.000 0.000 0 7,1.000-6.000 0-5,2.000-2.000 0 9,-6.000 0.000-38-11,6.000-3.000-7 0,0.000 1.000-2-1,0.000-4.000 0 13,3.000-2.000-20-12,-3.000-5.000-4-1,6.000-3.000 0 0,-2.000-3.000-1 15,5.000-4.000-27-13,0.000-7.000-6-1,0.000 4.000-1 0,6.000-3.000 0 12,0.000-1.000 11-9,3.000-1.000 1-3,0.000-1.000 1 0,6.000 3.000 0 0,0.000 0.000 54 0,-1.000-1.000 10 0,1.000 6.000 2 0,0.000-2.000 1 3,0.000 2.000 46-3,0.000 0.000 9 5,3.000 8.000 1-3,3.000 0.000 1 9,-6.000-2.000 18-10,3.000 4.000 3-1,3.000 4.000 1 0,-3.000 2.000 0 7,-1.000 2.000-7-6,1.000 4.000-1-1,3.000-1.000 0 0,-6.000 3.000 0 15,6.000 3.000 4-14,-3.000 2.000 0-1,3.000 0.000 0 0,-6.000 0.000 0 7,3.000 6.000-24-5,0.000 2.000-4-2,2.000-3.000 0 0,1.000 4.000-1 11,-3.000-1.000-8-9,3.000 3.000-2-2,0.000-3.000 0 0,3.000 3.000 0 6,-9.000-1.000-11-3,6.000-1.000-2-3,0.000 1.000-8 0,-1.000-1.000 12 4,-2.000-4.000-12-2,3.000 1.000 0 7,0.000-4.000 0-9,-3.000-1.000 0 0,0.000-4.000 0 0,0.000-2.000-13 8,-3.000-2.000 1-8,3.000-1.000 0 17,-6.000-3.000-94-17,0.000-2.000-18 0,3.000-2.000-4 14,-9.000-6.000-579-10,3.000 0.000-115-4</inkml:trace>
  <inkml:trace contextRef="#ctx0" brushRef="#br0">4714.000 17201.000 2228 0,'0.000'0.000'99'0,"0.000"0.000"20"1,0.000 0.000-95 0,0.000 0.000-24 0,0.000 0.000 0 0,0.000 0.000 0 2,0.000 0.000 24-2,0.000 0.000 1 4,0.000 0.000 0-4,0.000 0.000 0 11,0.000 0.000-25-11,0.000 8.000 0 1,0.000-1.000 0-1,0.000-1.000 0 17,0.000-1.000-19-17,-3.000 3.000 4 0,0.000 3.000 1 0,0.000 2.000 0 0,0.000-3.000 14 0,-3.000 4.000-11 6,0.000-1.000 11-6,0.000 0.000-10 4,0.000-2.000 10-4,3.000 2.000 12 8,-6.000 0.000-2-8,3.000-2.000-1 7,0.000 2.000-1-7,0.000-3.000 0 7,3.000 1.000 0-7,-3.000-3.000 0 1,0.000 3.000 1-1,3.000-3.000 0 5,-3.000-3.000 0-5,6.000 0.000 0 7,0.000 0.000-9-7,0.000-5.000 0 3,0.000 0.000 9-3,0.000 0.000-9 9,0.000 0.000 0-9,0.000 0.000-10 4,0.000 0.000 1-4,0.000 0.000 0 9,3.000 3.000 0-3,6.000-3.000 0-2,0.000 3.000 0-4,0.000-3.000 0 0,3.000-3.000 9 0,-3.000 3.000 8 5,6.000-3.000-8-5,-3.000 3.000 11 3,3.000 0.000-11-3,0.000-2.000 0 8,-1.000 2.000 0-8,-5.000-3.000 8 4,6.000 3.000-8-4,0.000 3.000 0 7,0.000-1.000 0-7,0.000 1.000 8 3,-3.000-3.000-8-3,3.000 3.000 0 10,-3.000-1.000 0-10,0.000-2.000 0 0,2.000 0.000 0 0,-2.000 3.000 0 8,0.000-3.000-8-7,0.000 0.000 8 18,0.000 0.000-52-19,-6.000 0.000-7 0,0.000 0.000-1 0,3.000 0.000-584 14,-3.000 0.000-118-13</inkml:trace>
  <inkml:trace contextRef="#ctx0" brushRef="#br0">4913.000 17209.000 403 0,'0.000'0.000'36'0,"0.000"0.000"-36"6,0.000 0.000 0-5,0.000 0.000 0 8,0.000 0.000 268-8,0.000 0.000 46 3,0.000 0.000 10-3,0.000 0.000 1 18,0.000 0.000-267-18,0.000 0.000-58 0,0.000 0.000 0 0,0.000 0.000-463 8,3.000-8.000-89-8</inkml:trace>
  <inkml:trace contextRef="#ctx0" brushRef="#br0">4973.000 17468.000 403 0,'0.000'0.000'36'1,"0.000"0.000"-36"6,-3.000 0.000 0-6,-3.000 0.000 0 6,-3.000 0.000 166-6,6.000-3.000 26 7,0.000 1.000 6-7,3.000 2.000 1 6,0.000-3.000-143-6,-6.000 0.000-29 4,0.000 3.000-6-4,6.000 0.000-1 5,0.000 0.000-6-5,0.000 0.000-2 7,0.000 0.000 0-7,0.000 0.000 0 6,0.000 0.000 35-6,-3.000 3.000 6 4,3.000-3.000 2-4,-6.000 3.000 0 7,0.000 2.000 21-7,0.000 0.000 4 3,3.000 0.000 0-3,-3.000 3.000 1 12,3.000 0.000-17-11,0.000 0.000-3 0,0.000 0.000-1-1,-6.000 3.000 0 7,3.000-1.000-12-7,3.000 1.000-4 4,0.000-1.000 0-4,3.000 4.000 0 8,-5.000-1.000-6-8,2.000 0.000-2 4,3.000 0.000 0-5,-3.000 1.000 0 17,3.000-1.000-9-16,0.000 0.000-3 0,0.000 0.000 0 0,3.000-2.000 0 11,0.000-1.000-3-11,2.000 1.000-1 0,-5.000 2.000 0 0,3.000-2.000 0 0,0.000 2.000-12 1,0.000-2.000-8 8,3.000-1.000 8-7,0.000-2.000-8-2,0.000 5.000 0 0,-3.000-5.000 8 20,6.000 0.000-8-19,-9.000 0.000 0-1,0.000 0.000 0 0,0.000 0.000 0 0,6.000 0.000 0 0,0.000-3.000 8 0,-3.000 3.000 8 0,0.000-2.000 3 9,-3.000-6.000 0-9,0.000 5.000 0 12,3.000 0.000-19-7,0.000 3.000-12-5,-6.000-5.000 1 0,3.000-3.000 1 13,0.000 0.000-16-12,0.000 0.000-3-1,0.000 0.000-1 0,0.000 0.000 0 7,0.000 0.000-53-7,0.000 0.000-10 0,-3.000-3.000-3 0,-3.000-2.000 0 8,-3.000-3.000-33-8,0.000-5.000-7 5,3.000-1.000-2-3,0.000-4.000 0 2,-3.000 2.000 33-4,3.000-3.000 6-1,0.000-2.000 2 1,6.000 0.000 0 1,0.000 3.000 86 7,0.000-1.000 11 0,0.000 1.000 16-8,3.000-1.000-4 0,0.000 3.000 64 0,0.000 3.000 12 5,3.000 0.000 4-4,0.000 0.000 0-1,-6.000 2.000 0 0,3.000 6.000 1 7,3.000-3.000 0-7,3.000 2.000 0 4,-3.000 4.000-11-4,0.000-4.000-2 8,-6.000 6.000-1-8,6.000 3.000 0 3,3.000 2.000-29-3,0.000 1.000-6 5,0.000 2.000 0-5,-3.000 0.000-1 8,0.000 2.000-17-8,0.000 3.000-3 5,0.000 1.000-1-4,3.000-1.000 0 5,-1.000 3.000-6-6,-5.000-3.000 0 1,0.000 3.000-1-1,3.000-3.000 0 10,-3.000 3.000-3-10,0.000 0.000 0 12,-3.000-3.000 0-10,3.000 0.000 0-2,3.000 0.000-12 0,-6.000 1.000 8 0,0.000-1.000-8 0,3.000 0.000 0 9,0.000-2.000 0-9,-3.000-1.000 0 1,0.000 1.000 0-1,0.000-3.000 0 10,0.000 2.000 0-10,3.000-2.000 9 4,-3.000 0.000-9-4,0.000-2.000 8 8,-3.000-1.000-8-5,3.000 3.000 0-3,0.000-8.000 0 0,0.000 0.000 0 2,0.000 5.000-18-2,0.000-5.000-2 6,0.000 0.000-1-6,0.000 0.000 0 18,0.000 0.000-11-18,0.000 0.000-1 0,0.000 0.000-1 0,0.000 0.000 0 16,0.000 0.000-29-16,0.000 0.000-5 0,0.000 0.000-2 0,0.000 0.000 0 9,0.000 0.000-38-9,0.000 0.000-7 0,-3.000-5.000-1 0,3.000-3.000-416 5,-3.000 0.000-84-5</inkml:trace>
  <inkml:trace contextRef="#ctx0" brushRef="#br0">5023.000 17624.000 1566 0,'0.000'0.000'69'0,"0.000"0.000"15"7,0.000 0.000-68-6,0.000 0.000-16 0,0.000 0.000 0 0,0.000 0.000 0 0,0.000 0.000 103 0,0.000 0.000 17 0,0.000 0.000 3 2,0.000 0.000 1 0,0.000 0.000-64-2,0.000 0.000-12 7,-6.000-3.000-2-7,6.000 3.000-1 3,0.000 0.000-19-3,0.000 0.000-4 7,-6.000 0.000-1-7,0.000 0.000 0 6,6.000 0.000-34-6,0.000 0.000-7 2,-5.000 3.000-2-2,-1.000 0.000 0 11,0.000 2.000 6-11,0.000-5.000 0 0,3.000 2.000 1 1,-6.000 1.000 0 6,3.000 2.000-8-7,0.000-2.000-1 5,6.000-3.000-1-5,0.000 0.000 0 17,-6.000 3.000-11-17,6.000-3.000-1 0,0.000 0.000-1 0,0.000 0.000 0 10,0.000 0.000 7-10,0.000 0.000 2 0,0.000 0.000 0 0,0.000 0.000 0 0,0.000 0.000 29 0,6.000 5.000 0 7,-6.000-5.000 0-7,0.000 0.000 0 4,6.000 5.000-20-4,-3.000 1.000 1 6,-3.000-6.000 1-6,12.000 5.000 0 4,-9.000-2.000 18-4,3.000 2.000 0 11,6.000-5.000-8-11,-10.000 2.000 8 2,-2.000-2.000 0-2,6.000 3.000 0 3,3.000 0.000 0-3,3.000-3.000 0 8,-6.000 2.000 0-8,0.000 1.000 0 4,3.000-3.000-8-4,-3.000 0.000 8 8,0.000 3.000-14-8,0.000-3.000 1 3,0.000-3.000 0 4,0.000 3.000 0 12,0.000-3.000-139-20,-3.000 1.000-27 1,0.000-4.000-5 0,0.000 1.000-2 0</inkml:trace>
  <inkml:trace contextRef="#ctx0" brushRef="#br0">5101.000 17418.000 1692 0,'-6.000'2.000'75'7,"6.000"-2.000"15"-7,0.000 0.000-72 1,0.000 0.000-18 0,-3.000 3.000 0 0,0.000-1.000 0 3,0.000 1.000 102-3,3.000-3.000 17 4,0.000 0.000 3-4,-3.000 8.000 1 5,0.000-3.000-79-5,3.000 1.000-16 3,0.000-6.000-4-3,0.000 8.000 0 9,0.000 0.000-24-9,0.000-3.000 8 4,0.000 3.000-8-4,0.000 2.000 0 8,0.000-10.000 0-8,0.000 11.000 0 1,0.000-1.000 0-1,0.000 4.000 0 9,0.000-4.000 0-9,3.000 4.000 0 4,-6.000-1.000 0-3,3.000-3.000 0 4,0.000 1.000 0-5,0.000 2.000 0 6,0.000-2.000 0-6,-6.000-1.000 0 4,3.000 1.000 0-4,0.000-1.000 0 15,-3.000 1.000 0-15,3.000 0.000 0 0,0.000-3.000 0-1,-3.000 0.000 0 11,6.000-1.000 0-10,-6.000 1.000 0 0,0.000 3.000 0 0,0.000-6.000 0 9,3.000 3.000-14-9,-6.000-2.000 5 1,6.000 1.000-9-1,-6.000-1.000-2 11,3.000-1.000 0-11,-2.000 0.000 0 15,2.000-2.000-9-15,0.000 2.000-3 1,-3.000-5.000 0 3,0.000 3.000 0 2,3.000 0.000-22-6,0.000-1.000-5 0,3.000-2.000-1 0,3.000 0.000 0 7,0.000 0.000-48-6,-9.000 0.000-11-1,3.000 0.000-1 3,6.000 0.000-340 13,-6.000 0.000-67-10</inkml:trace>
  <inkml:trace contextRef="#ctx0" brushRef="#br0">5101.000 17484.000 1818 0,'0.000'0.000'40'2,"0.000"0.000"8"-1,0.000 0.000 1 0,0.000 0.000 3 0,0.000 0.000-42 0,0.000 0.000-10 0,0.000 8.000 0-1,0.000 0.000 0 1,-6.000-1.000 55 0,3.000 1.000 9 0,-3.000 0.000 1 0,0.000 3.000 1 11,0.000 2.000-39-8,-3.000-2.000-8-3,3.000 2.000-2 0,0.000 0.000 0 4,-3.000 3.000-5-4,-3.000-3.000-2 5,0.000 3.000 0-5,0.000 0.000 0 5,-2.000 0.000-10-5,-1.000 0.000 12 10,0.000 0.000-12-10,0.000 2.000 12 2,0.000-2.000-12-2,-3.000 3.000 0 28,0.000-4.000 0-23,3.000-1.000 0-5,-2.000 2.000 0 0,-1.000-3.000-12 0,0.000 0.000 2 0,3.000 0.000 1 7,0.000-2.000-23-8,0.000-3.000-4 4,0.000 0.000 0-3,3.000 0.000-1 8,0.000-3.000-6-7,-5.000-2.000-1-1,2.000-1.000 0 0,3.000 1.000 0 11,-3.000-3.000-7-11,3.000-3.000-1 0,0.000 1.000-1 0,3.000-6.000 0 0,0.000 0.000 22 0,-3.000 0.000 5 2,3.000-3.000 1 0,4.000 1.000 0 1,-1.000-4.000 25-3,0.000 1.000 0 5,3.000-3.000 0-5,-3.000 0.000 8 13,6.000 3.000 10-13,-3.000-3.000 2 0,3.000 0.000 1 0,0.000 3.000 0 18,0.000 0.000 7-15,0.000 2.000 2-3,3.000 1.000 0 0,-3.000-1.000 0-1,6.000 3.000 4 0,-6.000 0.000 1 4,6.000 3.000 0-3,0.000 2.000 0 2,2.000-2.000-7-1,-5.000 2.000 0 5,3.000 1.000-1-3,6.000 2.000 0-2,-3.000 0.000 2-1,0.000 0.000 1 9,3.000 0.000 0-7,3.000 0.000 0-2,0.000 0.000-7 1,0.000 0.000-2 6,0.000 0.000 0-5,5.000 0.000 0 1,1.000 0.000 7-3,0.000 0.000 0 7,-6.000-3.000 1-5,6.000 1.000 0 5,3.000-1.000 4-7,-1.000 3.000 1 0,-2.000-5.000 0 1,6.000-1.000 0 5,-6.000 1.000 7-6,3.000 0.000 2 17,3.000-1.000 0-16,-7.000-1.000 0-1,-2.000-1.000-20 0,3.000 2.000-4 0,0.000 1.000-1 0,-6.000 0.000 0 5,3.000-3.000-18-3,-4.000 2.000 8-2,-2.000 1.000-8 0,0.000-3.000 0 9,0.000 3.000 0-9,-3.000 2.000 0 3,-3.000-2.000 0-2,3.000 2.000 0 14,-3.000 1.000-86-15,3.000-1.000-14 0,-9.000 3.000-4 0</inkml:trace>
</inkml:ink>
</file>

<file path=ppt/ink/ink11.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7:57"/>
    </inkml:context>
    <inkml:brush xml:id="br0">
      <inkml:brushProperty name="width" value="0.05292" units="cm"/>
      <inkml:brushProperty name="height" value="0.05292" units="cm"/>
      <inkml:brushProperty name="color" value="#ff0000"/>
    </inkml:brush>
  </inkml:definitions>
  <inkml:trace contextRef="#ctx0" brushRef="#br0">22058.000 3454.000 929 0,'0.000'0.000'0'0,"0.000"0.000"0"0,0.000 0.000 0 0,0.000 0.000 30 0,0.000 0.000 0 0,0.000 0.000 1 15,-8.000 20.000 0-15,4.000-10.000-18 0,4.000 2.000 2 0,-4.000-1.000-1 16,-3.000 5.000 0-16,-1.000-2.000 27 0,2.000 1.000-1 0,4.000 5.000 0 16,-1.000 5.000 1-16,-1.000 1.000-26 0,2.000-7.000 1 0,2.000 1.000 0 15,-2.000 1.000 0-15,0.000-5.000 9 0,2.000 0.000 2 0,2.000 1.000-1 16,0.000-1.000 1-16,2.000-2.000-15 0,-1.000-2.000 2 0,1.000-1.000-2 15,0.000 1.000 2-15,0.000 2.000 0 0,0.000-6.000 1 0,2.000-4.000-1 16,-3.000 3.000 1-16,5.000 1.000-7 0,0.000 0.000 1 0,-4.000-4.000 0 16,3.000 0.000 0-16,3.000 2.000-1 0,0.000 2.000 1 0,-1.000-8.000-2 15,1.000 0.000 2-15,-2.000 0.000-3 0,-3.000 0.000 0 0,1.000 0.000-1 16,0.000 0.000 1-16,0.000 0.000-3 0,-2.000 0.000 2 0</inkml:trace>
  <inkml:trace contextRef="#ctx0" brushRef="#br0">21825.000 4488.000 916 0,'0.000'0.000'0'16,"0.000"0.000"0"-16,0.000 0.000 0 0,0.000 0.000 24 0,0.000 0.000 1 15,0.000 0.000-1-15,23.000 0.000 1 0,-19.000 2.000-14 0,0.000 0.000 2 16,0.000 0.000-1-16,7.000 2.000 0 0,5.000 4.000 22 0,1.000 0.000 1 16,0.000 0.000-1-16,10.000-1.000 1 0,4.000 1.000-20 0,-4.000-4.000-1 15,-4.000 2.000 1 1,-2.000-2.000 1-16,-5.000 0.000-1 0,-3.000-8.000 2 0</inkml:trace>
  <inkml:trace contextRef="#ctx0" brushRef="#br0">22241.000 3860.000 1042 0,'0.000'0.000'0'0,"4.000"0.000"0"0,-4.000 0.000 0 16,0.000 0.000 33-16,0.000 0.000-1 0,0.000 0.000 1 0,3.000 0.000-1 0,1.000 0.000-18 15,-4.000 0.000 0-15,0.000 0.000 1 0,0.000 0.000-1 0,0.000 4.000 25 0,0.000 0.000-1 16,0.000-4.000 0-16,0.000 3.000 1 0,8.000-3.000-24 16,0.000 4.000 0-16,-5.000-4.000 1 0,3.000 8.000 0 0,2.000 0.000 14 0,-2.000 2.000 0 15,-2.000-2.000 1-15,-4.000 3.000 0 0,0.000 5.000-17 16,0.000 2.000-1-16,0.000-7.000 1 0,-6.000 7.000 0 15,2.000 2.000 4-15,2.000-5.000 0 0,-2.000-3.000 0 0,-2.000-2.000 1 16,4.000-2.000-9-16,2.000 0.000 0 0,-1.000-5.000 0 16,-1.000 5.000 2-16,2.000-8.000 0 0,0.000 4.000 0 0,0.000 0.000 1 0,0.000-2.000-1 15,0.000 0.000-4-15,0.000 0.000 0 0,0.000 0.000 0 0,2.000 0.000-1 0,1.000 2.000-2 16,3.000 0.000-1-16,2.000 0.000 1 0,3.000 0.000-1 0,5.000 0.000 0 16,1.000 3.000-1-16,2.000 1.000 1 0,6.000-6.000-1 0,-3.000 2.000 1 0,-3.000 0.000 1 15,0.000 0.000-1-15</inkml:trace>
  <inkml:trace contextRef="#ctx0" brushRef="#br0">22245.000 4506.000 1093 0,'0.000'0.000'0'16,"0.000"0.000"0"-16,0.000 0.000 0 0,0.000 0.000 3 0,0.000 0.000 1 15,0.000 0.000 0-15,0.000 0.000 0 0,0.000 0.000-2 16,0.000 0.000 2-16,0.000 0.000-1 0,0.000 0.000 1 0,0.000 23.000 8 0,0.000-17.000 0 15,0.000 0.000 1-15,0.000 8.000 0 0,3.000 6.000-5 16,1.000 1.000 0-16,0.000-1.000 0 0,-4.000-3.000-1 0,4.000 3.000 16 0,4.000-8.000-1 16,-5.000 3.000 1-16,-3.000 3.000 0 0,0.000-6.000-11 0,0.000-3.000 0 15,0.000 3.000-1-15,0.000 0.000 2 0,0.000-4.000 0 0,2.000-4.000 0 0,2.000 0.000 1 16,-2.000-1.000-1-16,-2.000 3.000-5 0,0.000-2.000 0 0,0.000 0.000 0 16,0.000-4.000 1-16,0.000 0.000 3 0,0.000 0.000 1 0</inkml:trace>
  <inkml:trace contextRef="#ctx0" brushRef="#br0">22000.000 4281.000 1080 0,'0.000'0.000'0'0,"0.000"0.000"0"0,0.000 0.000 0 16,0.000 0.000 62-16,0.000 0.000 0 0,0.000 0.000-1 0,0.000 0.000 1 16,0.000 0.000-45-16,0.000 0.000 1 0,0.000 0.000 0 0,0.000 0.000 0 0,0.000 0.000 18 15,0.000 0.000 1-15,0.000 0.000-1 0,2.000 19.000 1 16,-4.000-5.000-23-16,0.000 6.000 2 0,-2.000-5.000-1 0,-1.000 11.000 0 0,1.000 1.000 20 16,2.000-1.000 1-16,2.000-5.000 0 0,-4.000-5.000 0 15,0.000 3.000-22-15,2.000-5.000 1 0,2.000 2.000 0 0,0.000-1.000 0 0,2.000-1.000 2 0,2.000 2.000 0 16,0.000-4.000 0-16,-2.000 1.000 0 0,2.000-1.000-8 15,-1.000-4.000 1-15,1.000 0.000-1 0,0.000 3.000 1 0,2.000-1.000-4 0,2.000-2.000 1 16,-3.000-4.000 0-16,1.000 0.000 1 16,0.000 0.000-4-16,-2.000-4.000 1 0,0.000 4.000-1 0,-1.000 0.000 2 0,9.000-4.000-3 0,-4.000 4.000 2 0,-4.000-4.000-1 0,-4.000 0.000 1 15,3.000 0.000-2-15,1.000 0.000 0 0,-2.000 0.000 1 0,0.000 4.000-1 16,2.000-3.000-1-16,-2.000-1.000 2 0</inkml:trace>
  <inkml:trace contextRef="#ctx0" brushRef="#br0">21879.000 3709.000 929 0,'0.000'0.000'0'0,"0.000"0.000"0"0,0.000 0.000 0 0,0.000 0.000 21 16,0.000 0.000 0-16,-2.000-18.000 1 0,6.000 14.000-1 0,-4.000 0.000-10 16,0.000 4.000 0-16,2.000 0.000 1 0,5.000-3.000-1 0,1.000 3.000 26 0,-2.000 0.000 0 15,0.000 0.000 0-15,7.000-4.000 1 16,6.000-2.000-23-16,1.000 0.000 0 0,-1.000 4.000 1 0,10.000 4.000 0 0,0.000 0.000 11 0,-6.000 0.000 0 15,-8.000 0.000 0-15,2.000 8.000 1 0,1.000 1.000-16 16,-5.000-3.000 1-16,1.000 0.000 0 0,-1.000 0.000 0 0,-1.000 2.000 0 0,-1.000-3.000 0 16,3.000 1.000 1-16</inkml:trace>
  <inkml:trace contextRef="#ctx0" brushRef="#br0">22593.000 3928.000 1168 0,'0.000'0.000'0'0,"0.000"0.000"0"16,0.000-19.000 0-16,-4.000 9.000 57 0,0.000 4.000 0 0,0.000 0.000 0 0,4.000-2.000 1 15,-2.000 4.000-42-15,-1.000 0.000 2 0,1.000 1.000 0 0,0.000-1.000 0 16,-2.000 0.000 45-16,0.000-4.000 0 0,2.000 4.000 0 0,0.000 2.000 0 16,-4.000 2.000-45-16,1.000-4.000 0 0,1.000 4.000 0 0,2.000-4.000 0 0,0.000 0.000 13 15,-2.000 4.000 1-15,0.000 0.000 0 0,2.000-4.000 0 16,0.000 0.000-18-16,-2.000 4.000 1 0,3.000 0.000-1 0,-1.000 0.000 1 0,-2.000 0.000 4 0,2.000 0.000 0 15,2.000-3.000 0-15,-2.000 6.000 1 0,-2.000 1.000-10 16,2.000 0.000 1-16,2.000 0.000 0 0,-2.000 6.000 0 0,-2.000 10.000 2 0,2.000-5.000 2 16,1.000 7.000-2-16,-1.000 5.000 2 0,2.000 3.000-7 0,0.000-1.000 1 15,0.000-2.000 0-15,3.000-1.000 0 0,3.000-3.000-6 0,2.000 7.000 2 16,-2.000-1.000-2-16,-1.000 2.000 1 0,-1.000-1.000-1 0,0.000-3.000 0 16,2.000 10.000 0-16,2.000 1.000 1 0,-1.000-5.000 0 0,-1.000-4.000 2 15,2.000 3.000-1-15,0.000 1.000 1 0,-5.000-2.000-3 0,1.000-5.000 2 0,0.000-3.000-2 16,2.000 7.000 2-16,0.000-5.000-1 0,-4.000-5.000 2 0,-2.000 5.000-2 15,0.000 2.000 2-15,0.000-9.000-3 0,-2.000-2.000 2 0,0.000-4.000-2 16,0.000 5.000 2-16,0.000-5.000-1 0,0.000 0.000 2 0,0.000-8.000-2 16,0.000 1.000 2-16,2.000-1.000-3 0,0.000-2.000 1 0,-2.000 4.000-1 15,-2.000-2.000 1-15,0.000-4.000 0 0,1.000 4.000-1 0</inkml:trace>
  <inkml:trace contextRef="#ctx0" brushRef="#br0">22466.000 4265.000 1281 0,'0.000'0.000'0'0,"0.000"0.000"0"0,0.000 0.000 0 16,0.000 0.000 28-16,0.000 0.000 1 0,19.000 0.000-1 0,-7.000 0.000 2 16,3.000 8.000-17-16,2.000-4.000 0 0,1.000 0.000 1 0,5.000 4.000-1 15,0.000-1.000 26-15,-6.000-3.000-1 0,-1.000 0.000 0 0,-1.000-2.000 1 16,-7.000 2.000-24-16,-1.000 4.000 0 0</inkml:trace>
  <inkml:trace contextRef="#ctx0" brushRef="#br0">21488.000 3744.000 677 0,'0.000'0.000'0'0,"0.000"0.000"0"15,0.000 0.000 0-15,0.000 0.000 13 0,0.000 0.000 0 0,0.000 0.000 1 16,0.000 0.000-1-16,0.000 0.000-5 0,0.000 0.000 0 0,0.000 0.000 0 16,0.000 0.000 1-16,0.000 0.000 84 0,0.000 0.000 0 0,0.000 0.000 0 15,0.000 0.000 1-15,0.000 0.000-77 0,0.000 0.000 1 0,0.000 0.000-1 16,0.000 0.000 1-16,0.000 0.000 40 0,0.000 0.000 2 0,0.000 0.000-2 16,-17.000-12.000 2-16,9.000 9.000-44 0,4.000 3.000 2 0,1.000-4.000 0 15,-5.000 4.000 0-15,0.000 0.000 33 0,2.000 0.000 0 0,1.000 0.000 1 16,-1.000 0.000 0-16,-2.000 0.000-36 0,2.000 0.000 1 0,1.000 0.000 0 15,-5.000 4.000 1-15,0.000-1.000 8 0,3.000-3.000 1 0,3.000 4.000 0 0,-2.000 4.000 0 16,-2.000-4.000-15-16,3.000 0.000 1 0,1.000-2.000 0 0,0.000 2.000 0 16,-4.000 0.000-5-16,2.000 0.000 0 0,2.000-4.000 0 0,3.000 4.000 0 15,1.000 0.000-4-15,0.000-1.000 2 0,-2.000-3.000-1 0,2.000 0.000 1 16,0.000 4.000 2-16,0.000 0.000 1 0,0.000-4.000-1 0,0.000 0.000 1 16,0.000 0.000-4-16,0.000 0.000 1 0,0.000 0.000 0 0,0.000 0.000-1 15,0.000 0.000 3-15,0.000 0.000 1 0,0.000 0.000-1 0,0.000 0.000 1 16,0.000 4.000-4-16,0.000 4.000 1 0,0.000-2.000 0 0,2.000 6.000 0 0,3.000 3.000-1 15,3.000-3.000 0-15,-2.000 2.000 1 0,-2.000-2.000 0 0,0.000 3.000-3 16,-3.000-7.000 2-16,1.000 2.000-2 0,0.000 2.000 1 0,2.000-1.000 0 16,0.000-3.000 0-16,-2.000 0.000 1 0,0.000 10.000-1 0,2.000 1.000 0 15,0.000-1.000-1-15,-3.000-2.000 0 0,1.000 5.000 1 0,2.000 6.000-2 0,0.000-9.000 1 16,-2.000 2.000 1-16,-2.000 3.000-1 0,-2.000-5.000-1 16,2.000 1.000 1-16,0.000-1.000-1 0,0.000 2.000 0 0,0.000-3.000-1 0,0.000-1.000 1 15,0.000 0.000 1-15,-4.000 1.000-1 0,4.000 3.000-1 0,2.000-5.000 1 16,-2.000 7.000-1-16,-6.000 1.000 2 0,3.000 3.000 1 0,3.000-3.000 1 0,0.000-1.000-1 15,-4.000-6.000 1-15,4.000-5.000-2 0,0.000 3.000 0 0,-4.000 2.000 1 16,0.000-1.000 0-16,4.000 3.000-1 0,0.000-10.000 1 0,0.000 4.000-1 16,0.000-5.000 1-16,0.000 1.000-2 0,0.000-4.000 1 0,0.000-2.000-1 15,0.000 2.000 2-15,2.000 0.000-2 0,2.000 0.000 1 0,0.000-4.000 0 16,-4.000 4.000 0-16,0.000-4.000-1 0,0.000 4.000 1 0,0.000-4.000-1 16,2.000 0.000 0-16,1.000 0.000 0 0,-1.000 0.000 2 0,-2.000 0.000-1 15,0.000 0.000 0-15,0.000 0.000 0 0,0.000 0.000-1 0,0.000 0.000 0 0,0.000 0.000 1 16,0.000 0.000 0-16,0.000 0.000-1 0,0.000 0.000 0 0,2.000 0.000 0 15,2.000 0.000 0-15,0.000 0.000 0 0,-2.000 0.000 0 0,0.000 0.000 0 16,0.000 0.000-1-16,0.000 0.000 2 0,0.000 0.000-2 0,-1.000 4.000 1 16,1.000 0.000-1-16,0.000 0.000 0 0,2.000-4.000 0 0,4.000 3.000 2 15,0.000 1.000-2-15,-1.000-2.000 0 0,-3.000 2.000 0 0,8.000 4.000 1 16,3.000 4.000-1-16,-1.000-4.000 0 0</inkml:trace>
  <inkml:trace contextRef="#ctx0" brushRef="#br0">21856.000 3650.000 552 0,'0.000'0.000'0'0,"0.000"0.000"0"0,0.000 0.000 0 16,0.000 0.000 64-16,0.000 0.000 1 0,0.000 0.000 0 0,0.000 0.000 0 16,0.000 0.000-47-16,0.000 0.000 0 0,0.000 0.000 0 0,0.000 0.000 0 15,0.000 0.000 73-15,0.000 0.000 1 0,0.000 0.000 0 0,0.000 0.000 0 16,0.000 0.000-76-16,0.000 0.000 2 0,0.000 0.000-1 0,0.000 0.000 1 15,0.000 0.000 14-15,0.000 0.000-1 0,0.000 0.000 0 0,0.000 0.000 2 16,0.000 0.000-20-16,0.000 0.000 2 0,0.000 0.000 0 0,-16.000-19.000-1 0,16.000 15.000 3 16,0.000 2.000 0-16,0.000 0.000 0 0,0.000 2.000 1 0,0.000 0.000-9 15,0.000 0.000 1-15,0.000 0.000 0 0,0.000 0.000 0 0,0.000 0.000-2 0,0.000 0.000 1 16,0.000 0.000-1-16,0.000 0.000 1 0,0.000 0.000-4 16,0.000 0.000 1-16,0.000 0.000-1 0,-3.000-2.000 2 0,1.000 0.000-2 0,0.000 0.000-1 15,0.000 2.000 1-15,2.000-4.000-1 0,0.000 4.000 0 0,-2.000-4.000-1 16,2.000 4.000 0-16,0.000-4.000 1 0,0.000 4.000-2 0,0.000 0.000 1 15,0.000 0.000-1-15,0.000 0.000 2 0,0.000 0.000-2 0,0.000 0.000 0 0,0.000 0.000 1 16,0.000 0.000-1-16,0.000 0.000 5 0,0.000 0.000-1 0,0.000 0.000 1 16,0.000 0.000 1-16,0.000 0.000-4 0,0.000 0.000 2 0,0.000 0.000-2 15,0.000 0.000 2 1,0.000 0.000 4-16,0.000 0.000 0 0,0.000 0.000 0 0,-2.000 0.000 0 0,0.000-4.000-4 0,0.000 4.000 1 16,2.000 0.000 0-16,0.000 0.000-1 0,0.000 0.000 10 0,0.000 0.000 1 0,0.000 0.000-1 15,0.000 0.000 0-15,0.000 0.000-7 0,0.000 0.000 1 0,0.000 0.000-1 0,0.000 0.000 2 16,0.000 0.000 1-16,0.000 0.000 1 0,0.000 0.000 1 0,0.000 0.000-1 15,0.000 0.000-5-15,0.000 0.000 0 0,0.000 0.000 0 0,0.000 0.000 1 16,0.000 0.000 1-16,0.000 0.000 1 0,0.000 0.000 0 0,0.000 0.000 1 16,0.000 0.000-6-16,0.000 0.000 1 0,0.000 0.000 0 0,-2.000 0.000 1 15,0.000 0.000-1-15,0.000-4.000 2 0,0.000 4.000 0 0,2.000-4.000 0 16,0.000 4.000-3-16,0.000 0.000 0 0,0.000 0.000-1 0,0.000 0.000 2 16,0.000 0.000 0-16,0.000 0.000-1 0,0.000 0.000 1 0,-2.000 0.000 1 15,1.000 0.000-3-15,-1.000 0.000 0 0,0.000 0.000 0 16,2.000-4.000 0-16,0.000 4.000 0 0,0.000-3.000 0 0,0.000 3.000 1 15,0.000 0.000 0-15,0.000 0.000-3 0,0.000 0.000 1 0,0.000 0.000 0 0,0.000 0.000 0 0,0.000 0.000 0 0,0.000 0.000 0 0,0.000 0.000 1 16,0.000 0.000-1-16,0.000 0.000-1 0,0.000 0.000 1 0,0.000 0.000-1 16,0.000 0.000 1-16,0.000 0.000-1 0,0.000 0.000 1 0,0.000 0.000 1 15,-2.000 0.000-1-15,0.000 0.000 0 0,0.000 0.000-1 0,0.000 0.000 1 16,2.000 0.000-1-16,0.000 0.000 1 0,0.000 0.000 1 0,0.000 0.000-1 16,-2.000-4.000 1-16,0.000 4.000-2 0,0.000-4.000 1 0,0.000 2.000-1 15,2.000 2.000 0-15,0.000 0.000 2 0,0.000 0.000-1 0,0.000 0.000 1 16,-2.000 0.000-1-16,0.000 0.000 0 0,0.000 0.000-1 0,1.000 0.000 0 0,-1.000 0.000 2 15,0.000 0.000-2-15,0.000 0.000 2 0,0.000 0.000-2 0,0.000 0.000 2 16,-2.000 0.000-3-16,2.000 0.000 1 0,2.000 0.000 1 0,-2.000 0.000-1 16,-2.000 0.000 1-16,2.000 0.000 2 0,1.000 0.000 0 0,-3.000 2.000-1 15,-2.000 2.000-1-15,2.000 0.000 0 0,2.000-1.000-1 0,-2.000-3.000 2 16,-3.000 4.000 1-16,-1.000-4.000 0 0,4.000 4.000 0 0,4.000 4.000 1 16,-4.000-4.000-3-16,0.000 0.000 1 0,2.000-4.000-1 0,2.000 0.000 1 0,0.000 6.000 0 15,-1.000 0.000 1-15,-3.000-4.000-1 0,2.000 2.000 2 16,0.000 0.000-4-16,-2.000-1.000 2 0,2.000-3.000-1 0,2.000 8.000 1 15,-2.000 0.000 1-15,-2.000 0.000-1 0,2.000-4.000 1 0,2.000 6.000-1 0,0.000 1.000-1 16,-3.000-3.000 0-16,-1.000 4.000 1 0,4.000 2.000-1 0,-2.000 5.000 1 0,2.000-3.000-1 16,2.000 2.000 1-16,0.000-7.000 0 0,-2.000 1.000-1 15,0.000-2.000-1-15,0.000 2.000 0 0,2.000 7.000 2 0,1.000 3.000-2 0,-1.000-3.000 2 16,-2.000 3.000-2-16,2.000 1.000 2 0,2.000-3.000-3 16,-2.000 1.000 1-16,-2.000-1.000 1 15,2.000 2.000-1-15,0.000-7.000 0 0,0.000 3.000 1 0,-2.000 1.000-1 16,2.000 1.000 0-16,3.000 2.000 0 0,1.000-7.000 0 0,-2.000-1.000-1 0,-4.000 6.000 2 15,2.000-5.000-1-15,2.000 3.000 0 0,0.000-2.000 1 0,-2.000 5.000 0 0,1.000-1.000-2 0,1.000-5.000 2 0,-2.000-1.000-1 16,-2.000 2.000 1-16,0.000 3.000-2 0,0.000-1.000 1 0,2.000 1.000-1 16,2.000-1.000 2-16,0.000 6.000-2 0,0.000-7.000 0 0,-2.000 3.000 1 15,-2.000-1.000-1-15,0.000-5.000 0 0,0.000-2.000 1 0,0.000 4.000 1 16,0.000-1.000-1-16,0.000-1.000-1 0,2.000-2.000 1 0,-1.000-1.000-1 16,-2.000 3.000 1-16,-1.000 2.000-1 0,2.000-4.000 2 0,0.000 1.000-1 15,-2.000 3.000 1-15,0.000-4.000-2 0,0.000-1.000 0 0,-2.000-1.000 0 16,0.000 6.000 2-16,0.000 0.000-2 0,0.000-3.000 0 0,1.000-1.000 0 15,-5.000 0.000 1-15,0.000 1.000-2 0,2.000-1.000 1 0,5.000-4.000 0 0,-1.000 0.000 1 16,0.000-4.000-1-16,0.000 0.000 1 0,0.000 0.000-1 0,0.000 1.000 2 16,0.000 1.000-2-16,2.000 0.000 0 0,0.000-6.000 0 0,0.000 0.000 1 15,0.000 0.000-1-15,0.000 0.000 0 0,0.000 0.000 0 0,0.000 0.000 1 16,0.000 0.000-2-16,0.000 0.000 1 0,0.000 0.000 0 0,0.000 0.000 1 16,0.000 0.000-2-16,0.000 0.000 1 0,0.000 0.000-1 0</inkml:trace>
  <inkml:trace contextRef="#ctx0" brushRef="#br0">22712.000 4367.000 1143 0,'0.000'0.000'0'0,"0.000"4.000"0"15,0.000 0.000 0-15,0.000 0.000 11 0,0.000 0.000 2 0,0.000 0.000-2 16,0.000-1.000 1-16,2.000 7.000-5 0,2.000 2.000 1 0,0.000-4.000 0 15,-4.000 7.000-1-15,2.000 1.000 26 0,2.000 2.000 1 0,-1.000-3.000-2 0,-1.000-1.000 2 16,2.000 2.000-21-16,0.000-1.000 2 0,-2.000-5.000 0 0,0.000 6.000-1 16,-2.000-4.000 24-16,0.000-1.000 2 0,2.000-3.000-2 0,0.000 6.000 1 15,-2.000-6.000-23-15,-2.000-4.000-1 0,2.000 4.000 1 0,0.000-5.000 0 16,0.000 1.000 8-16,0.000-2.000 2 0,0.000 0.000 0 0,0.000 0.000 0 16,0.000 2.000-14-16,0.000-4.000 1 0,0.000 4.000-1 0</inkml:trace>
  <inkml:trace contextRef="#ctx0" brushRef="#br0">23030.000 3909.000 1269 0,'0.000'0.000'0'0,"0.000"0.000"0"0,0.000 0.000 0 16,0.000 0.000 38-16,0.000 0.000 1 0,0.000 0.000-1 0,-18.000 23.000 2 15,9.000-13.000-26-15,-3.000 6.000 2 0,-3.000-1.000 0 0,-1.000 1.000-1 16,3.000 6.000 36-16,3.000-1.000-1 0,1.000 3.000 1 0,1.000-5.000-1 15,2.000 3.000-33-15,0.000-3.000 0 0,3.000 7.000 0 0,1.000-3.000 1 16,0.000 7.000 21-16,0.000-7.000 0 0,0.000 3.000 1 0,4.000-5.000-1 16,0.000 7.000-23-16,0.000-3.000-1 0,2.000-2.000 1 0,1.000 3.000 0 0,-1.000-6.000 2 15,-2.000 1.000 1-15,2.000-1.000 0 0,4.000-3.000 0 0,-3.000-1.000-9 16,1.000-8.000 0-16,0.000 0.000 0 0,2.000 1.000 1 0,-3.000-3.000 2 0,-1.000-4.000 0 16,0.000 0.000 0-16,4.000 4.000 0 0,1.000-2.000-5 15,-1.000-4.000 0-15,-4.000 0.000 0 0,7.000-4.000-1 0,5.000 0.000-2 0,-3.000-2.000-1 16</inkml:trace>
  <inkml:trace contextRef="#ctx0" brushRef="#br0">22993.000 4142.000 1470 0,'0.000'0.000'0'0,"0.000"0.000"0"0,0.000 0.000 0 0,0.000 0.000 34 0,25.000 8.000 2 16,-13.000-1.000-1-16,3.000 1.000 1 0,6.000 6.000-21 0,0.000-2.000-1 15,-1.000-1.000 1-15,3.000-3.000 0 0,-4.000-2.000 35 0,-2.000 2.000 0 16,4.000-4.000 1-16,-1.000 4.000-1 0,-3.000 0.000-33 0,-2.000-5.000 0 16</inkml:trace>
  <inkml:trace contextRef="#ctx0" brushRef="#br0">23187.000 3977.000 1255 0,'0.000'0.000'0'0,"0.000"0.000"0"16,0.000 0.000 0-16,0.000 0.000 48 0,0.000 0.000 1 0,0.000 0.000-1 15,0.000 0.000 0-15,0.000 0.000-31 0,0.000 0.000 0 0,0.000 0.000 0 16,-15.000 18.000 0-16,9.000-6.000 27 0,1.000-1.000 2 0,-1.000-3.000-1 15,0.000 18.000 1-15,-2.000-1.000-30 0,3.000 3.000 1 0,1.000-3.000 0 16,8.000-2.000 0-16,-3.000-3.000 16 0,-1.000-2.000 2 0,0.000 1.000-1 16,8.000-1.000 0-16,-2.000-2.000-19 0,-2.000-1.000 0 0,2.000-1.000-1 15,3.000-2.000 1-15,1.000-4.000-3 0,-3.000-1.000 2 0,1.000 1.000-1 0,0.000 2.000 1 16,0.000-6.000-7-16,-1.000 0.000 1 0,3.000 0.000 0 0,-2.000 0.000 1 16,7.000 0.000 0-16,-5.000-1.000 1 0,-3.000-3.000 0 0,3.000 4.000 0 15,0.000-4.000-4-15,-3.000 0.000 1 0,-1.000 0.000-1 0</inkml:trace>
  <inkml:trace contextRef="#ctx0" brushRef="#br0">23415.000 4120.000 1218 0,'0.000'0.000'0'0,"0.000"0.000"0"15,0.000 0.000 0-15,0.000 0.000 36 0,0.000 0.000 1 0,0.000 0.000 0 16,3.000 22.000 0-16,-3.000-11.000-22 0,0.000 3.000 1 0,0.000-2.000-2 16,0.000 15.000 2-16,0.000 3.000 43 0,0.000-5.000 1 0,0.000-1.000-1 15,0.000-3.000 1-15,0.000 3.000-43 0,-3.000-5.000 0 0,-1.000 3.000 1 16,2.000 1.000 0-16,-4.000 3.000 26 0,-2.000-5.000 0 0,3.000-1.000 0 16,-3.000-8.000-1-16,2.000-1.000-27 0,2.000 1.000 1 0,0.000-2.000-1 15,-1.000-2.000 1-15,1.000 0.000 4 0,2.000-4.000 1 0,2.000-1.000 1 16,-2.000-3.000-1-16,0.000 0.000-11 0,0.000 0.000 1 0</inkml:trace>
  <inkml:trace contextRef="#ctx0" brushRef="#br0">23493.000 4318.000 1444 0,'0.000'0.000'0'0,"0.000"0.000"0"16,0.000 0.000 0-16,20.000 8.000 29 0,-15.000-4.000 1 0,-3.000-4.000 1 16,18.000 4.000-1-16,7.000 11.000-17 0,-2.000-1.000 1 0,-4.000 2.000-1 15,2.000-8.000 2-15,-2.000 5.000 27 0,-8.000 3.000 1 0,1.000 0.000 0 16,-2.000-7.000-1-16,-3.000 3.000-26 0,1.000 0.000 0 0,-1.000 0.000 0 16</inkml:trace>
  <inkml:trace contextRef="#ctx0" brushRef="#br0">23713.000 3950.000 1507 0,'0.000'0.000'0'0,"9.000"-22.000"0"0,-5.000-1.000 0 0,4.000-3.000 38 16,0.000 7.000 1-16,-3.000-7.000 0 0,-3.000 3.000 1 0,2.000 1.000-25 31,-2.000 7.000 1-31,-2.000-3.000 0 0,-4.000 6.000-1 0,0.000-3.000 22 0,1.000 1.000 2 0,-1.000 2.000-1 16,-4.000 4.000 0-16,2.000 0.000-23 0,2.000 4.000 0 0,3.000 1.000 1 0,-5.000-1.000 0 15,0.000 0.000 6-15,0.000 2.000 1 0,-1.000 2.000-1 0,-3.000 0.000 0 16,2.000 6.000-10-16,2.000 1.000-1 0,1.000-3.000 0 0,-5.000 12.000 1 15,-3.000 2.000-4-15,-3.000 5.000 1 0,5.000-1.000 0 0,7.000 5.000 0 16,-2.000 3.000-3-16,-2.000-1.000-1 0,3.000-2.000 1 0,3.000 7.000 1 16,0.000-3.000-2-16,0.000 6.000 2 0,2.000 0.000-1 0,2.000 4.000 0 15,-2.000-3.000-1-15,-2.000-1.000-1 0,2.000 2.000 1 0,4.000 2.000-1 16,-2.000-4.000-1-16,-2.000-3.000-1 0,-2.000 3.000 0 0,4.000 0.000 2 16,1.000 0.000-3-16,1.000-1.000 1 0,0.000 1.000 0 0,-2.000 4.000 0 0,0.000-4.000 1 15,-2.000-4.000 0-15,0.000 3.000-1 0,2.000-3.000 2 16,-2.000-8.000-2-16,-2.000 3.000 0 0,-2.000 1.000 0 15,4.000-1.000 1-15,0.000-7.000 2 0,-4.000-1.000 1 16,0.000-3.000-1-16,6.000-1.000 1 0,-2.000-4.000-3 0,-4.000-4.000 2 0,1.000-5.000-1 0,1.000-1.000 1 0,-2.000 0.000 0 0,2.000-2.000 2 16</inkml:trace>
  <inkml:trace contextRef="#ctx0" brushRef="#br0">23713.000 4551.000 1306 0,'0.000'0.000'0'0,"0.000"0.000"0"0,0.000 0.000 0 0,0.000 0.000 31 16,0.000 0.000 1-16,0.000 0.000-1 0,0.000 0.000 0 16,0.000 0.000-17-16,0.000 0.000 0 0,0.000 0.000 0 0,0.000 0.000 1 0,19.000 20.000 46 0,-13.000-16.000 1 15,2.000 3.000 0-15,-1.000 7.000-1 0,1.000-2.000-44 16,-2.000-4.000 1-16,-1.000 1.000 0 0,-1.000 7.000 0 0,2.000 0.000 26 0,0.000-12.000 0 15,-2.000 4.000-1-15,-2.000-7.000 2 0,0.000 1.000-29 0,0.000 0.000 1 16,-1.000-2.000-1-16,-1.000 0.000 0 0,0.000 0.000 6 0,0.000 0.000 0 16,0.000 0.000 1-16,0.000 0.000-1 0,0.000 0.000-11 0,0.000 0.000 0 15,0.000 0.000 1-15,8.000-13.000 0 0,11.000-23.000 4 0,1.000-5.000-1 0,1.000-4.000 1 16,-6.000-4.000 1-16,-1.000 12.000-8 0,-1.000 4.000 0 0,1.000-8.000 0 16,-3.000 0.000 1-16,1.000-1.000-5 0,-3.000 11.000-1 0,-1.000 2.000 1 15,0.000-8.000 0-15,-3.000 3.000-2 0,-1.000 7.000 1 0,-2.000 1.000-1 16,4.000 3.000 2-16,0.000 9.000-3 0,-4.000 6.000 1 0,2.000 8.000 0 0,-4.000-4.000 0 15,-2.000 0.000-1-15,0.000 1.000 0 0,2.000 3.000 1 0,2.000 0.000-1 16,0.000 3.000-1-16,-2.000 1.000 1 0,0.000 0.000-1 0,-8.000 22.000 2 16,-2.000 19.000-2-16,3.000 0.000 0 0,1.000-8.000 0 0,0.000-2.000 1 0,0.000-5.000-2 15,0.000-1.000 0-15,3.000 2.000 0 0,1.000-5.000 0 0,0.000-3.000 0 16,2.000-5.000 0-16,6.000 2.000 0 0,-1.000-5.000 0 0,1.000-1.000-3 0,-2.000-6.000 0 16,-2.000 0.000-1-16,2.000-1.000 2 15,1.000-7.000-1-15,-1.000 2.000 0 0,-2.000-2.000 1 16,0.000-2.000 0-16,2.000 2.000-3 0,2.000-3.000 2 0,0.000 3.000 0 0,7.000-16.000-1 0,6.000-2.000 1 0,-3.000-1.000 1 15,-1.000-1.000-2-15,-1.000-5.000 2 0,-3.000-3.000-1 0,1.000 7.000-1 0,-1.000-1.000 1 16,3.000-1.000 0-16,-5.000-3.000-1 0,-1.000 3.000 2 16,-2.000-3.000 0-16,1.000-5.000-1 0,-3.000 5.000 1 0,-4.000 3.000 0 15,-2.000 1.000 0-15,2.000 7.000-1 0,-2.000 3.000 1 0,-1.000 6.000 0 0,1.000 2.000 0 16,2.000 0.000 1-16,0.000 4.000-2 0,0.000 0.000 2 0,0.000 0.000-1 16,0.000 0.000 1-16,0.000 0.000-1 0,0.000 4.000 0 0,-2.000 0.000 1 15,-6.000 25.000 0-15,-2.000 13.000 0 0,3.000-1.000 0 0,3.000 0.000 0 16,6.000-8.000 0-16,0.000 2.000 0 0,-2.000-5.000 0 0,0.000 3.000-1 15,6.000-6.000 1-15,1.000 3.000-2 0,-1.000-9.000 0 0,0.000 3.000-1 16,1.000-8.000 2-16,5.000 5.000 0 0,0.000-5.000-1 0,-3.000-5.000 1 16,-3.000 1.000 0-16,0.000-2.000-1 0,-1.000-2.000-1 0,3.000 0.000 1 0,-4.000 0.000 1 15,2.000-5.000-2-15,-2.000-1.000 2 0,-1.000 0.000 0 0,-3.000 2.000 0 16,4.000 2.000-2-16,-4.000-6.000 2 0,4.000 4.000 0 0,-2.000-4.000-1 16,-2.000-4.000 1-16,-2.000 4.000 0 0</inkml:trace>
  <inkml:trace contextRef="#ctx0" brushRef="#br0">23961.000 4244.000 1231 0,'0.000'0.000'0'0,"0.000"0.000"0"0,0.000 0.000 0 16,0.000 0.000 22-16,0.000 0.000 2 0,0.000 0.000-2 16,15.000 21.000 2-16,-5.000-9.000-13 0,2.000-4.000 1 0,-3.000 0.000 0 15,9.000 3.000 1-15,-3.000 3.000 12 0,0.000 2.000-1 0,1.000-5.000 1 0,-1.000-7.000 0 16,-1.000 0.000-13-16,-3.000 0.000 0 0,1.000-2.000 1 0</inkml:trace>
  <inkml:trace contextRef="#ctx0" brushRef="#br0">24288.000 4216.000 1206 0,'0.000'0.000'0'0,"0.000"0.000"0"0,0.000 0.000 0 0,10.000 28.000 20 16,-10.000-21.000 1-16,2.000 3.000 0 0,5.000 14.000 0 15,5.000 9.000-11-15,-2.000-2.000 1 0,-5.000-1.000 0 0,-7.000-7.000 1 0,2.000 7.000 22 16,0.000-1.000 2-16,0.000-2.000-1 0,-5.000 7.000 1 16,3.000-5.000-21-16,0.000-2.000-1 0,-2.000 7.000 1 15,-4.000-1.000 1-15,3.000-2.000 25 0,1.000-1.000 2 0,0.000-5.000-2 0,-2.000 3.000 2 0,2.000-3.000-27 0,2.000-5.000-1 16,0.000-3.000 1-16,-5.000-1.000 1 0,3.000-8.000 6 0,4.000-4.000 2 16,0.000 0.000 0-16,-2.000-4.000-1 0,0.000 0.000-11 0,2.000 0.000-1 15</inkml:trace>
  <inkml:trace contextRef="#ctx0" brushRef="#br0">23361.000 5332.000 892 0,'0.000'0.000'0'0,"0.000"0.000"0"0,0.000 0.000 0 16,0.000 0.000 12-16,0.000 0.000 0 0,0.000 0.000 1 0,0.000 0.000 0 15,0.000 0.000-5-15,0.000 0.000 0 0,0.000 0.000 0 0,0.000 0.000 0 16,0.000 0.000 40-16,0.000 0.000 0 0,0.000 0.000 0 0,0.000 0.000 2 15,0.000 0.000-33-15,-4.000-19.000-1 0,4.000 19.000 1 0,0.000-2.000 0 16,0.000-6.000 31-16,-2.000 4.000 1 0,0.000-4.000-1 0,0.000 4.000 0 16,0.000 4.000-31-16,2.000 0.000 0 0,0.000-4.000 0 0,-2.000 0.000-1 0,0.000-1.000 25 15,2.000 1.000 0-15,-4.000 0.000 1 0,1.000 0.000-1 16,-1.000 0.000-25-16,0.000 4.000 0 0,0.000-4.000-1 0,0.000 0.000 2 0,-2.000 0.000 16 16,1.000 0.000-1-16,1.000 4.000 1 0,0.000 0.000 1 15,0.000 0.000-21-15,0.000-4.000 2 0,0.000 4.000-1 0,-3.000 0.000 1 0,1.000 0.000-11 16,0.000 0.000 1-16,0.000 0.000-1 0,-1.000 0.000 1 0,3.000 4.000-2 15,0.000 0.000 1-15,0.000 0.000-1 0,-4.000 4.000 1 0,1.000 2.000 8 16,3.000-4.000-1-16,-2.000-1.000 0 0,-2.000 11.000 1 16,-1.000 4.000-5-16,-1.000 5.000 1 0,2.000-3.000-1 0,3.000 5.000 1 0,-1.000 3.000 8 15,0.000-7.000 2-15,0.000-1.000-1 0,4.000 1.000 1 0,1.000-1.000-8 16,-3.000 1.000 0-16,2.000 3.000 0 0,6.000 1.000 1 16,-4.000 2.000 5-16,-2.000-7.000 1 0,0.000 1.000 0 0,4.000 7.000 1 15,-2.000-3.000-9-15,-2.000-7.000 1 0,2.000 5.000 0 0,4.000 1.000 0 0,-6.000-3.000 6 0,-2.000-1.000 1 16,2.000-3.000 0-16,4.000-3.000-1 0,-2.000 2.000-7 0,-4.000-3.000 2 15,0.000 1.000-2-15,4.000 2.000 1 0,-2.000 1.000 2 0,-2.000-9.000 0 16,1.000 2.000 1-16,4.000-5.000 0 0,1.000 1.000-5 0,-2.000-4.000 0 16,-2.000 0.000 0-16,2.000-2.000 0 0,2.000 2.000 2 0,0.000-2.000 1 0,-4.000 0.000-1 15</inkml:trace>
  <inkml:trace contextRef="#ctx0" brushRef="#br0">23214.000 5648.000 1470 0,'0.000'0.000'0'0,"0.000"0.000"0"0,0.000 0.000 0 16,0.000 0.000 47-16,0.000 0.000 0 0,0.000 0.000 0 0,22.000-6.000 0 15,-22.000 6.000-31-15,3.000 0.000 1 0,1.000 0.000-1 0,0.000 0.000 1 16,-4.000 0.000 14-16,4.000 0.000 0 0,-4.000 0.000 0 0,4.000 0.000 1 15,-2.000 0.000-19-15,2.000 0.000 2 0,-2.000 0.000-2 0,3.000 0.000 2 16,5.000 2.000-2-16,0.000 2.000 2 0,-3.000 0.000 0 0,3.000-1.000-1 16,1.000 1.000-6-16,-1.000 0.000 1 0,-2.000 4.000 0 0,-3.000-4.000 0 0,-1.000 2.000-6 15,-2.000 0.000 1-15,0.000 0.000-1 0,4.000 2.000 2 16,2.000 3.000-3-16,-3.000-3.000 1 0,-1.000-4.000-1 0,-4.000 6.000 2 0,0.000 5.000-1 16,0.000-3.000 2-16,0.000-4.000-2 0,0.000 2.000 2 0,-2.000 6.000-3 15,0.000-5.000 1-15,2.000-3.000 1 0,-1.000 4.000-1 0,-1.000 2.000-1 0,0.000-3.000 1 16,0.000-7.000 0-16,-2.000 2.000 0 0,2.000 0.000-1 15,2.000-2.000 1-15,2.000-2.000-1 0,-2.000 2.000 0 0,0.000 0.000-1 0,0.000 0.000 1 16,0.000-4.000 1-16,0.000 4.000-1 0,0.000-4.000-1 0,0.000 0.000 1 16,0.000 0.000-1-16,2.000 0.000 2 0,2.000 0.000 5 0,0.000 0.000 0 15,-3.000 0.000 1-15,3.000-4.000 0 0,4.000 4.000-3 0,4.000-4.000 0 16,1.000 0.000-1-16,10.000-6.000 2 0,0.000 2.000 6 0,-4.000 0.000 1 16,-3.000 0.000-1-16,-1.000 1.000 2 0,-3.000 3.000-7 0,-5.000 0.000 1 0,-1.000-4.000-1 15</inkml:trace>
  <inkml:trace contextRef="#ctx0" brushRef="#br0">23141.000 5546.000 1381 0,'0.000'0.000'0'0,"0.000"0.000"0"0,0.000 0.000 0 16,0.000 0.000 71-16,0.000 0.000 0 0,0.000 0.000 0 0,-19.000-6.000 1 16,13.000 6.000-54-16,2.000-4.000 0 0,4.000 4.000 0 0,-2.000-4.000 0 0,-1.000 4.000 38 15,-1.000-4.000 1-15,0.000 4.000-1 0,2.000 0.000 1 16,2.000 0.000-40-16,-2.000-4.000 1 0,-2.000 4.000-1 0,0.000-4.000 1 0,-1.000 4.000 13 0,-1.000-4.000 2 16,0.000 4.000 0-16,-2.000-3.000-1 0,3.000 3.000-18 15,1.000-4.000 0-15,4.000 2.000 1 0,-4.000 0.000-1 0,4.000 0.000-1 16,-4.000 2.000-1-16,4.000 0.000 0 0,-4.000 0.000 2 0,4.000 0.000-6 0,0.000 0.000 0 15,0.000 0.000-1-15,0.000 0.000 1 0,0.000 0.000 5 0,0.000 0.000 0 16,0.000 0.000 1-16,0.000 0.000-1 0,0.000 0.000-5 0,0.000 0.000 0 16,0.000 0.000 0-16,0.000-2.000 1 0,4.000 0.000-7 0,0.000 0.000 0 15,0.000 2.000 0-15,0.000 0.000 1 0,3.000 0.000-2 0,3.000-2.000 1 0,0.000 2.000 0 16,5.000 0.000 0-16,2.000 2.000 3 0,1.000 4.000 0 0,-1.000 4.000 1 16,4.000-7.000 0-16,4.000 1.000-3 0,-4.000 0.000 2 15,-3.000 0.000-2-15,3.000 4.000 1 0,-2.000-4.000 5 0,-2.000-2.000 0 0</inkml:trace>
  <inkml:trace contextRef="#ctx0" brushRef="#br0">23599.000 5319.000 954 0,'0.000'0.000'0'0,"0.000"0.000"0"0,0.000 0.000 0 16,0.000 0.000 87-16,0.000 0.000-1 0,0.000 0.000 1 0,0.000 0.000 0 16,0.000 0.000-70-16,0.000 0.000 1 0,0.000 0.000 0 0,0.000 0.000 0 0,0.000 0.000 52 0,0.000 0.000-1 15,0.000 0.000 1-15,0.000 0.000 0 16,0.000 0.000-52-16,0.000 0.000 0 0,0.000 0.000 0 0,0.000 0.000 0 0,0.000 0.000 18 0,0.000 0.000 1 15,0.000 0.000-1-15,0.000 0.000 1 0,0.000 0.000-22 16,0.000 0.000 0-16,0.000 0.000 0 0,0.000 0.000 1 0,-19.000 33.000 6 0,9.000-17.000 1 16,1.000 5.000-1-16,5.000 1.000 2 0,-2.000 1.000-13 15,0.000-5.000 1-15,3.000-3.000-1 0,3.000 5.000 2 0,-4.000-6.000 6 0,0.000 1.000 1 16,2.000 1.000-1-16,4.000 2.000 1 0,-2.000 1.000-10 0,-2.000-3.000 2 16,0.000 2.000-2-16,4.000-3.000 1 0,2.000 3.000-8 0,-2.000-2.000 1 0,2.000-9.000-1 0,-3.000 9.000 0 15,1.000-8.000 0-15,0.000 2.000-1 0,0.000-6.000 0 0,2.000 3.000 1 16,0.000 1.000 4-16,-2.000-4.000 1 0,2.000 0.000 0 0,1.000 2.000 0 15,1.000 0.000-4-15,-2.000-2.000 2 0,-2.000-2.000-1 0,2.000 2.000 1 16,2.000-4.000 3-16,-1.000 0.000 1 0,-1.000 0.000-1 0</inkml:trace>
  <inkml:trace contextRef="#ctx0" brushRef="#br0">23821.000 5295.000 1494 0,'0.000'0.000'0'15,"0.000"0.000"0"-15,0.000 0.000 0 0,0.000 0.000 36 0,0.000 0.000 0 16,0.000 0.000 0-16,0.000 0.000 1 0,0.000 0.000-22 0,0.000 0.000 0 16,0.000 0.000 0-16,-16.000 22.000 1 0,10.000-7.000 34 0,1.000 5.000 2 0,1.000-4.000-1 15,-4.000 13.000 1-15,2.000 4.000-35 0,2.000-7.000 0 0,1.000-3.000-1 16,-3.000-5.000 2-16,4.000 1.000 9 0,2.000-3.000 0 0,0.000-2.000 0 16,-4.000 5.000 1-16,6.000 3.000-15 0,0.000-2.000 0 0,-2.000-9.000 1 15,-2.000 5.000-1-15,4.000 2.000-2 0,2.000-3.000 2 0,0.000-5.000-1 16,-2.000 10.000 0-16,5.000-5.000-5 0,1.000-7.000 1 0,-2.000 4.000 0 15,1.000 2.000 0-15,1.000-7.000-2 0,-4.000 1.000 1 16,0.000-4.000 0-16,4.000 2.000 1 0,3.000 2.000-4 0,-3.000 0.000 2 16,-4.000-4.000-2-16,1.000-4.000 2 0,1.000 4.000-3 0,0.000-4.000 1 0,0.000 3.000-1 15,1.000-3.000 0-15,1.000 0.000 0 0,-2.000 0.000 0 0,0.000 0.000-1 16</inkml:trace>
  <inkml:trace contextRef="#ctx0" brushRef="#br0">23617.000 5532.000 1482 0,'0.000'0.000'0'0,"0.000"0.000"0"0,0.000 0.000 0 0,0.000 0.000 40 16,0.000 0.000 1-16,0.000 0.000-1 0,0.000 0.000 1 0,0.000 0.000-26 16,23.000 0.000 1-16,-19.000 0.000 0 0,9.000 0.000-1 0,0.000 0.000 44 0,5.000 0.000-1 15,1.000 4.000 0-15,2.000 0.000 1 0,6.000-2.000-42 16,-2.000 0.000 1-16,-6.000 0.000 0 0,5.000-2.000-1 0,-1.000 2.000 12 0,-8.000 2.000 0 15,4.000 2.000 0-15,-1.000-3.000 0 0,-3.000-3.000-15 0,-3.000 0.000-1 16</inkml:trace>
  <inkml:trace contextRef="#ctx0" brushRef="#br0">23395.000 5164.000 1470 0,'0.000'0.000'0'0,"0.000"0.000"0"15,0.000 0.000 0-15,0.000 0.000 34 0,0.000 0.000 2 0,0.000 0.000-1 16,0.000 0.000 1-16,0.000 0.000-21 0,0.000 0.000-1 0,0.000 0.000 1 15,0.000 0.000 0-15,0.000 0.000 33 0,0.000 0.000 0 0,0.000 0.000-1 16,0.000 0.000 1-16,0.000 0.000-31 0,0.000 0.000 0 0,0.000 0.000 0 16,0.000 0.000 0-16,0.000 0.000 11 0,20.000-4.000 0 0,-20.000 4.000 0 15,0.000 0.000 1-15,0.000 0.000-16 0,0.000 0.000 1 0,1.000 0.000-1 0,5.000 0.000 1 16,2.000 8.000 0-16,0.000-4.000 1 0,-5.000 2.000 0 16,1.000 1.000 0-16,0.000 5.000-6 0,-2.000-4.000 0 0,0.000 0.000 0 0,0.000-2.000 0 15,0.000 4.000 2-15,-2.000-1.000 2 0,0.000-5.000-2 0,0.000 8.000 1 16,-2.000-4.000-5-16,-2.000-4.000 1 0,2.000 2.000 0 15,2.000 1.000 0-15,-4.000 1.000-5 0,0.000-4.000 0 0,4.000 0.000 1 0,-3.000 4.000-1 16,-1.000-4.000-1-16,4.000 0.000 2 0,0.000-4.000-2 0,4.000 0.000 1 16,-4.000 0.000 2-16,0.000 0.000 0 0,0.000 0.000 0 0,0.000 2.000 0 15,3.000 2.000-1-15,1.000 0.000-1 0,0.000-2.000 1 0,8.000 3.000 0 16,7.000-1.000 3-16,2.000-4.000 1 0,2.000 4.000-1 0,6.000 0.000 1 0,-6.000-4.000-3 16,-4.000 0.000 0-16,1.000 0.000 1 0,1.000-4.000 0 0,-4.000 8.000 2 0,-3.000-4.000-1 15,1.000 4.000 1-15</inkml:trace>
  <inkml:trace contextRef="#ctx0" brushRef="#br0">22393.000 5189.000 1344 0,'0.000'0.000'0'0,"0.000"0.000"0"0,0.000 0.000 0 0,0.000 0.000 127 0,0.000 0.000 0 16,0.000 0.000-1-16,0.000 0.000 2 0,0.000 0.000-114 16,0.000 0.000 0-16,0.000 0.000 1 0,0.000 0.000-1 0,0.000 0.000 3 0,0.000 0.000 0 15,0.000 0.000 0-15,0.000 0.000 1 0,0.000 0.000-9 16,0.000 0.000 1-16,0.000 0.000 0 0,0.000 0.000 0 0,0.000 0.000-4 0,0.000 0.000-1 16,0.000 0.000 1-16,0.000 0.000 1 0,-2.000-21.000-3 0,0.000 17.000 1 0,0.000-4.000-1 0,0.000 4.000 1 0,0.000-4.000-5 15,0.000 4.000 0-15,0.000 2.000 0 0,-4.000 1.000 1 16,1.000-3.000-1-16,1.000 2.000 0 0,4.000 2.000 0 0,-4.000-2.000 0 0,0.000 0.000 0 0,0.000-2.000 1 15,0.000 8.000 0-15,-1.000-4.000 0 0,-1.000 2.000-1 16,0.000 0.000 1-16,0.000 0.000 0 0,-1.000 2.000 1 0,-1.000 3.000-2 16,0.000 1.000 1-16,2.000 0.000-1 0,-1.000 4.000 1 0,-1.000 1.000-1 15,2.000 3.000 1-15,4.000-4.000-1 0,-3.000 2.000 1 0,1.000 5.000-1 0,0.000-7.000 1 16,4.000-2.000 0-16,-8.000 5.000 0 0,4.000 5.000-1 16,4.000-2.000 2-16,0.000-3.000-2 0,-3.000 5.000 1 0,3.000 1.000 4 0,3.000-1.000 2 15,1.000 2.000 0-15,-8.000-3.000-1 0,4.000-1.000-1 0,4.000 1.000-1 0,0.000-3.000 1 16,-8.000-2.000-1-16,4.000 1.000 10 0,0.000-3.000-1 0,0.000-2.000 1 15,0.000 6.000 0-15,4.000 3.000-6 0,0.000-5.000 1 0,-4.000 2.000-1 16,0.000 3.000 1-16,0.000-3.000 7 0,0.000-3.000 1 0,4.000 3.000-1 16,-4.000 2.000 1-16,0.000-3.000-8 0,-4.000-3.000 1 0,4.000 0.000-1 15,0.000 2.000 1-15,-4.000 1.000 5 0,0.000-7.000 0 0,4.000-2.000-1 16,-4.000 6.000 2-16,-3.000 0.000-7 0,3.000-1.000 0 0,0.000-3.000 0 16,-4.000 4.000 0-16,1.000-2.000 3 0,1.000-3.000 2 0,2.000 1.000-1 15,-4.000 0.000 1-15,-1.000-2.000-7 0,1.000 0.000 1 0,4.000 0.000 0 16,-4.000 2.000 1-16,-1.000-1.000 3 0,-1.000 1.000 2 0,1.000-4.000-1 15,-3.000 0.000 1-15,2.000 2.000-6 0,3.000-2.000 0 0,-1.000-2.000-1 0,-4.000 0.000 2 16,3.000-2.000 2-16,1.000-2.000 0 0,4.000 2.000 0 0</inkml:trace>
  <inkml:trace contextRef="#ctx0" brushRef="#br0">22601.000 5497.000 1431 0,'0.000'0.000'0'15,"0.000"0.000"0"-15,0.000 0.000 0 0,0.000 0.000 48 0,0.000 0.000 0 16,0.000 0.000 0-16,0.000 0.000 0 0,0.000 0.000-31 0,0.000 0.000 0 16,0.000 0.000 0-16,0.000 0.000 0 0,0.000 0.000 42 0,0.000 0.000 2 15,0.000 0.000-2-15,0.000 0.000 2 0,0.000 0.000-44 0,0.000 0.000 1 0,0.000 0.000 0 16,0.000 0.000-1-16,0.000 0.000 17 0,-22.000 19.000 0 0,15.000-3.000-1 15,-1.000 4.000 2-15,-2.000 5.000-20 0,3.000 1.000-1 0,3.000-7.000 1 16,2.000 1.000 0-16,-2.000-3.000 0 0,-2.000-5.000 1 0,0.000 4.000 0 16,-1.000 5.000-1-16,3.000-5.000-6 0,2.000 2.000 0 0,-2.000-3.000 0 15,0.000-1.000 2-15,2.000 2.000 2 16,2.000-8.000 0-16,0.000 3.000 1 0,-2.000-3.000 0 0,2.000 0.000-6 0,2.000-2.000 1 0,2.000 2.000-1 16,0.000-4.000 1-16,-2.000 3.000-7 0,0.000-3.000 2 0,2.000 0.000-1 15,2.000 0.000 1-15,-1.000 0.000-2 0,-1.000-2.000 0 0,-2.000 0.000 0 16,4.000 0.000 2-16,2.000 0.000 1 0,-1.000 0.000 1 0,-1.000 2.000-1 0,2.000-4.000 1 15,1.000-4.000-3-15,1.000 2.000 2 0,-4.000 0.000-1 0,0.000 0.000 1 16,-3.000-2.000 2-16,-1.000 0.000-1 0,2.000 4.000 1 16,0.000-4.000 1-16,-2.000 0.000-4 0,0.000 0.000 2 0,-2.000 0.000-1 0,0.000-3.000 0 15,0.000-3.000 2-15,-2.000 2.000 1 0,0.000 0.000-2 0,-4.000-4.000 2 16,-1.000-3.000-3-16,-1.000 1.000 0 0,-2.000 2.000 1 0,-9.000-9.000 0 16,0.000 1.000-2-16,-1.000 1.000 2 0,1.000 3.000-2 0,4.000 2.000 2 15,1.000 2.000-3-15,3.000 5.000 2 0,-5.000-3.000-2 0,9.000 4.000 2 0,-1.000 4.000-2 16,4.000-2.000 0-16,4.000 4.000 1 0,-2.000 0.000-1 0,0.000 0.000-1 15,0.000 0.000 2-15,2.000 0.000-2 0,0.000 0.000 1 0,0.000 0.000-3 16,0.000 0.000 0-16,0.000 0.000 0 0,0.000 0.000 0 0,0.000 0.000 0 16,0.000 0.000 0-16,0.000 0.000 0 0,6.000 4.000 0 0,6.000 0.000-4 0,3.000 4.000-1 15,-1.000-2.000 1-15,13.000 1.000-1 16,1.000 1.000 2-16,-3.000-4.000 0 0,-1.000-4.000-1 0,1.000 4.000 1 16,-2.000 0.000-16-16,-2.000-2.000 1 0,-2.000-2.000 0 0,6.000-2.000 0 0,-4.000 2.000 7 0,-3.000 0.000 1 15,-3.000 0.000-1-15,2.000 0.000 1 0,1.000 0.000-11 0,-5.000 2.000 1 16,-1.000 2.000 0-16,1.000-2.000-1 0,2.000-2.000 10 0,-3.000-2.000 0 15,-4.000 0.000 0-15</inkml:trace>
  <inkml:trace contextRef="#ctx0" brushRef="#br0">22670.000 5164.000 1206 0,'0.000'0.000'0'0,"0.000"0.000"0"0,0.000 0.000 0 16,0.000 0.000 94-16,0.000 0.000 0 0,0.000 0.000 1 0,0.000 0.000 0 15,0.000 0.000-78-15,0.000 0.000 0 0,0.000 0.000 0 0,0.000 0.000 0 0,0.000 0.000 24 16,0.000 0.000 0-16,0.000 0.000 0 0,0.000 0.000 0 16,0.000 0.000-25-16,0.000 0.000 0 0,-18.000-12.000-1 0,15.000 12.000 2 0,-1.000 4.000-3 15,4.000 0.000 0-15,0.000 0.000 0 0,-4.000 4.000 0 0,0.000 0.000-6 16,-4.000 5.000 1-16</inkml:trace>
  <inkml:trace contextRef="#ctx0" brushRef="#br0">22674.000 5127.000 1243 0,'0.000'0.000'0'0,"0.000"0.000"0"0,0.000 0.000 0 0,0.000 0.000 69 0,0.000 0.000 2 16,0.000 0.000-1-16,0.000 0.000 0 0,0.000 0.000-52 0,0.000 0.000 0 15,0.000 0.000 0-15,-10.000 21.000 0 0,10.000-17.000 44 0,-4.000 4.000 0 16,0.000-4.000-1-16,0.000 4.000 2 0,1.000 0.000-46 16,-5.000 1.000 1-16,0.000 3.000 0 0,1.000 4.000 0 0,-3.000 5.000 19 0,2.000-1.000 0 15,4.000-6.000 0-15,1.000 1.000 1 0,-1.000 1.000-23 0,0.000-4.000 1 16,2.000 1.000-2-16,2.000 3.000 2 0,0.000 2.000 1 0,0.000-3.000 1 15,2.000 1.000 0-15,4.000-4.000 0 0,-3.000 2.000-8 0,-1.000-7.000 0 0,2.000 1.000 0 16,4.000 0.000 0-16,-2.000-4.000 2 0,-2.000-2.000 2 0,-1.000 2.000-2 16,5.000-2.000 2-16,0.000 0.000-7 0,-4.000-2.000 1 0,-1.000 2.000 0 15,1.000-2.000 1-15,-4.000 0.000-6 0,4.000 0.000 1 0,0.000 0.000-1 16,0.000-2.000 2-16,2.000 0.000-3 0,-4.000-2.000 1 16</inkml:trace>
  <inkml:trace contextRef="#ctx0" brushRef="#br0">22937.000 5648.000 1080 0,'0.000'0.000'0'0,"0.000"0.000"0"16,0.000 0.000 0-16,0.000 0.000 27 0,0.000 0.000 1 0,0.000 0.000-1 15,0.000 0.000 1-15,0.000 4.000-16 0,0.000-1.000 2 0,0.000-3.000-1 0,0.000 4.000 1 16,0.000-4.000 30-16,0.000 0.000-1 0,0.000 0.000 1 15,-2.000 0.000 1-15,2.000 8.000-29 0,0.000-4.000 1 0,0.000 0.000-2 16,-2.000 6.000 2-16,-1.000 6.000 26 0,-1.000 3.000 1 0,0.000-1.000-2 0,0.000 1.000 2 16,0.000 1.000-28-16,2.000-2.000 1 0,0.000-7.000-2 0,-1.000 1.000 2 15,-1.000-2.000 19-15,4.000-2.000 0 0,0.000-1.000 0 0,0.000 5.000 0 16,0.000 2.000-22-16,0.000-2.000 1 0,0.000-4.000-1 0,0.000 3.000 2 16,-4.000-5.000 12-16,2.000 0.000 0 0,2.000 0.000 0 0,0.000 2.000 0 15,-2.000-4.000-15-15,0.000-4.000 0 0</inkml:trace>
  <inkml:trace contextRef="#ctx0" brushRef="#br0">22822.000 5336.000 1042 0,'0.000'0.000'0'0,"0.000"0.000"0"0,0.000 0.000 0 0,0.000 0.000 25 16,0.000 0.000-1-16,0.000 0.000 1 0,0.000 0.000 0 0,0.000 0.000-13 15,0.000 0.000 0-15,0.000 0.000 1 0,0.000 0.000-1 0,0.000 0.000 24 0,0.000 0.000 1 16,0.000 0.000 0-16,0.000 0.000 0 0,21.000-11.000-22 16,-17.000 11.000 0-16,0.000 0.000 0 0,0.000 0.000 1 0,-1.000 0.000 8 15,1.000 0.000 2-15,0.000 0.000 0 0,0.000 0.000 0 0,0.000 3.000-14 16,-2.000 1.000 1-16,0.000 0.000-1 0,1.000 0.000 1 0,1.000 4.000 18 0,-2.000-4.000 0 15,-2.000 2.000 1-15,0.000 2.000-1 0,-2.000 3.000-18 0,0.000-3.000 2 16,2.000 0.000-2-16,0.000 0.000 2 0,0.000-4.000 18 0,0.000 2.000 0 16,0.000 2.000 1-16,-2.000-5.000 0 0,1.000 1.000-21 0,-1.000-4.000 2 0,2.000 4.000-1 15,2.000-4.000 1-15,-1.000 4.000-13 0,-1.000-4.000 0 0,0.000 0.000 1 16,2.000 0.000 0-16,4.000 0.000-1 0,0.000 0.000 0 0,-2.000 0.000 1 16,4.000 0.000-1-16,5.000 0.000 10 0,2.000 0.000 1 0,-1.000 0.000-1 15,3.000-4.000 1-15,0.000 4.000-5 0,-3.000-4.000 0 0,-4.000 4.000 0 16,3.000-4.000 0-16,-3.000 1.000 12 0,-3.000-1.000 0 0</inkml:trace>
  <inkml:trace contextRef="#ctx0" brushRef="#br0">22504.000 5168.000 1494 0,'0.000'0.000'0'0,"0.000"0.000"0"15,0.000 0.000 0-15,0.000 0.000 38 0,0.000 0.000 1 0,0.000 0.000-1 16,0.000 0.000 1-16,0.000 0.000-24 0,0.000 0.000 0 0,0.000 0.000 1 16,0.000 0.000 0-16,0.000 0.000 35 0,20.000 0.000 2 0,-19.000 0.000 0 15,5.000 0.000 0-15,6.000 6.000-37 0,1.000 2.000 1 0,1.000-1.000 0 16,5.000 1.000 1-16,4.000-4.000 0 0,-2.000 0.000 1 0,-5.000 0.000 0 15,-1.000 0.000 0-15,0.000 0.000-9 0,-3.000 0.000 0 0,0.000 2.000 1 16,-3.000 1.000 0-16,1.000-7.000-10 0,-3.000 4.000 0 0</inkml:trace>
  <inkml:trace contextRef="#ctx0" brushRef="#br0">24040.000 5495.000 1394 0,'0.000'0.000'0'0,"0.000"0.000"0"16,0.000 0.000 0-16,0.000 0.000 31 15,0.000 0.000-1-15,0.000 0.000 0 0,-4.000 21.000 1 0,4.000-13.000-18 0,0.000 0.000 1 0,0.000-4.000-1 16,0.000 21.000 2-16,-4.000 5.000 36 0,0.000 1.000 1 0,1.000-5.000-1 16,-5.000-7.000 1-1,2.000-1.000-35-15,2.000-2.000 0 0,0.000 3.000 0 0,-1.000-3.000 1 16,-3.000 1.000 19-16,2.000-1.000 0 0,2.000-2.000 0 0,-5.000 1.000 1 0,-1.000 3.000-24 15,0.000-2.000 2-15,3.000-1.000 0 0,-5.000-3.000-1 0,1.000-2.000-3 16,-1.000-2.000 0-16</inkml:trace>
  <inkml:trace contextRef="#ctx0" brushRef="#br0">23998.000 5900.000 1646 0,'0.000'0.000'0'15,"0.000"0.000"0"-15,0.000 0.000 0 0,0.000 0.000 63 16,0.000 0.000 1-16,0.000 0.000-2 0,0.000 0.000 2 0,0.000 0.000-46 0,0.000 0.000 0 16,0.000 0.000 0-16,0.000 0.000 0 0,0.000 0.000 39 0,0.000 0.000 2 15,-18.000 0.000-2-15,16.000 0.000 1 0,0.000 0.000-41 16,1.000 0.000 1-16,-1.000 0.000 0 0,2.000 0.000 0 0,0.000 0.000 15 0,0.000 0.000-1 15,0.000 0.000 1-15,-2.000 0.000 0 0,0.000 4.000-19 0,0.000 0.000 0 0,2.000-2.000 1 16,0.000 0.000 0-16,0.000 0.000 1 0,0.000 0.000 2 0,0.000-2.000 0 16,0.000 0.000 0-16,0.000 0.000-8 0,0.000 0.000 0 15,0.000 0.000 1-15,0.000 0.000-1 0,0.000 0.000 7 0,0.000 0.000-1 0,0.000 0.000 1 16,2.000 0.000 1-16,4.000 0.000-9 0,-1.000 0.000 1 0,-3.000 0.000 0 16,4.000 0.000 0-16,2.000 0.000-7 0,-1.000 0.000 0 0,-1.000 2.000-1 15,6.000 2.000 2-15,3.000 0.000-2 0,-3.000 0.000 0 0,-3.000 0.000 0 16,3.000-1.000 1-16,-3.000-3.000 3 0,-1.000 0.000 2 0,0.000 0.000-1 15,1.000 0.000 1-15,3.000 0.000-4 0,0.000 0.000 2 0,-1.000 0.000-2 0,-1.000 0.000 2 16,1.000 0.000 5-16,1.000 0.000 2 0,-3.000 0.000-2 0,3.000 0.000 1 16,1.000 0.000-5-16,1.000 0.000 1 0,-3.000 0.000 0 0,3.000 0.000-1 15,3.000-3.000 10-15,1.000 3.000 0 0,-3.000 0.000 0 0,-2.000 0.000 1 16,3.000 0.000-9-16,-5.000 0.000 1 0,-1.000 0.000 0 0,2.000 0.000 0 16,1.000 0.000 11-16,1.000 0.000 1 0,-5.000 0.000-1 0,3.000 0.000 0 15,-1.000 0.000-9-15,-1.000 0.000-1 0,-2.000 0.000 0 0,-1.000-4.000 0 16,7.000 4.000 7-16,-1.000 4.000 0 0,-3.000-4.000 0 0,5.000 0.000 1 15,3.000-4.000-9-15,-3.000 4.000 0 0,-4.000 0.000 1 0,5.000 0.000-1 0,-1.000-4.000 5 16,-3.000 4.000 2-16,1.000 0.000-1 0,7.000 0.000 1 0,-1.000 0.000-8 16,-6.000 0.000 1-16,1.000 0.000-1 0,-1.000 0.000 1 0,1.000 0.000 3 0,-1.000 0.000 1 15,1.000 0.000-1-15,-1.000 0.000 1 0,1.000 0.000-6 16,-1.000 0.000 1-16,0.000 0.000-2 0,1.000 0.000 2 0,1.000 0.000 2 16,-1.000-4.000 0-16,-1.000 4.000 0 0,-3.000 4.000 0 15,3.000-4.000-4-15,3.000 0.000 0 0,-3.000 0.000-1 0,1.000 4.000 2 0,-3.000 0.000 1 0,-1.000-1.000 1 16,1.000-3.000-1-16,7.000 4.000 1 0,-1.000-4.000-4 0,-3.000 0.000 1 15,-1.000 0.000-1-15,0.000 0.000 1 0,-1.000 4.000 4 0,-2.000 0.000 1 0,1.000-4.000-1 16,5.000 0.000 0-16,-1.000 0.000-4 0,-3.000 0.000 1 0,-3.000 0.000-2 16,8.000 0.000 2-16,-1.000 0.000 2 0,-5.000 0.000 2 0,3.000 0.000-1 15,1.000 0.000 0-15,1.000 0.000-4 0,-5.000 0.000 0 0,1.000 4.000-1 16,3.000-2.000 2-16,4.000 0.000 1 0,-5.000-2.000 1 0,-3.000 0.000 0 16,3.000 0.000 0-16,-3.000 2.000-4 0,-1.000 2.000 1 0,0.000-2.000-1 15,-1.000-2.000 1-15,-1.000 0.000 1 0,-2.000 0.000 0 0,0.000 0.000 0 16,1.000 0.000 0-16,3.000 0.000-3 0,-2.000 0.000 1 0,-3.000 0.000-1 15,3.000 0.000 1-15,2.000 0.000 1 0,-3.000 0.000 0 0,-1.000 2.000-1 16,4.000 2.000 2-16,-1.000 0.000-3 0,-1.000-4.000-1 0,0.000 0.000 1 0,-1.000 0.000 0 16,1.000 0.000 1-16,-4.000 0.000 1 0,-2.000 0.000-2 0,6.000 4.000 2 15,1.000-1.000-3-15,1.000 1.000 1 0,-2.000-4.000-1 0,3.000 4.000 1 16,1.000 4.000-1-16,-3.000-4.000 1 0,1.000 0.000-1 0</inkml:trace>
  <inkml:trace contextRef="#ctx0" brushRef="#br0">24296.000 5503.000 1269 0,'0.000'0.000'0'0,"0.000"0.000"0"0,0.000 0.000 0 16,0.000 0.000 46-16,0.000 0.000 0 0,0.000 0.000 0 0,0.000 0.000 0 16,0.000 0.000-31-16,0.000 0.000 2 0,0.000 0.000 0 0,0.000 0.000 0 0,0.000 0.000 14 15,0.000 0.000 1-15,0.000 0.000-1 0,0.000 0.000 2 0,0.000 0.000-20 16,0.000 0.000 2-16,-10.000-20.000-2 0,10.000 16.000 2 0,0.000-4.000 1 16,0.000 1.000-1-16,0.000-1.000 1 0,-2.000 2.000 0 15,0.000-2.000-7-15,1.000 4.000 0 0,-1.000 0.000 0 0,2.000 4.000 1 0,0.000-4.000-4 16,0.000 0.000 1-16,0.000 4.000 0 0,-2.000 0.000 1 0,0.000 0.000-4 0,0.000-4.000 1 15,0.000 4.000-1-15,0.000 0.000 2 0,0.000 0.000-3 0,0.000 0.000 1 16,0.000 0.000-1-16,-2.000 0.000 0 0,2.000 0.000 0 0,1.000 4.000 0 16,-3.000 0.000-1-1,-6.000 8.000 2-15,-2.000 2.000-2 0,1.000 1.000 0 0,1.000-3.000 0 0,-1.000 8.000 1 16,-1.000 1.000-2-16,3.000-1.000 1 0,3.000-3.000-1 0,2.000 3.000 1 0,0.000-2.000-1 0,-2.000-3.000 2 16,3.000 1.000-2-16,3.000-4.000 1 0,0.000 1.000-1 0,-2.000-5.000 0 0,2.000 0.000 0 15,3.000 0.000 2-15,1.000 0.000 0 0,-2.000-2.000 0 16,-2.000-6.000 1-16,2.000 4.000-1 0,2.000 0.000-1 0,0.000-1.000 1 0,-2.000-3.000-1 15,0.000 4.000 1-15,0.000-4.000 5 0,-2.000 0.000 1 0,0.000 0.000-1 16,2.000-4.000 1-16,3.000 1.000-4 0,3.000 3.000 1 0,0.000-4.000 0 16,5.000-12.000 0-16,8.000-2.000 5 0,1.000-3.000-1 0,-5.000-3.000 0 15,-8.000 1.000 0-15,1.000 5.000-3 0,-2.000 2.000-1 0,3.000 1.000 1 16,-3.000-7.000 0-16,-2.000-1.000 5 0,1.000 1.000 0 0,5.000-1.000 1 16,-2.000-7.000-1-16,-1.000 5.000-4 0,-1.000 5.000 0 0,0.000-1.000 0 0,-6.000 1.000 0 0,1.000 3.000 2 15,1.000 5.000 1-15,0.000-4.000 0 0,-4.000 4.000 0 0,2.000 8.000-4 16,0.000-1.000 0-16,-2.000 1.000 0 0,0.000 2.000 0 0,0.000 2.000 2 0,0.000 0.000 1 15,0.000-2.000-1-15,0.000 2.000 2 0,0.000 0.000-6 16,0.000 0.000 2-16,0.000 0.000 0 0,0.000 0.000-1 0,0.000 2.000 6 0,0.000 2.000-1 16,0.000 0.000 0-16,-4.000 7.000 0 0,0.000 13.000-4 0,-1.000 5.000 1 15,-1.000-1.000-1-15,2.000 1.000 0 0,2.000-4.000 2 0,2.000-1.000 1 16,0.000-3.000 1-16,-2.000-5.000-1 0,2.000 0.000-5 0,2.000-2.000 2 0,0.000-7.000 0 16,-4.000 5.000-1-16,4.000-4.000 3 0,0.000 0.000 0 15,-2.000-4.000 0-15,0.000 2.000 0 0,0.000 1.000-3 0,0.000-3.000 1 16,2.000-4.000-2-16,4.000 4.000 2 0,-1.000-4.000 0 0,-3.000 4.000 1 0,-2.000-4.000 0 15,2.000 4.000-1-15,2.000-4.000-2 0,-2.000 4.000 0 0,-2.000-4.000 1 16,2.000 0.000 0-16,2.000 0.000-1 0,-2.000 0.000 1 0,-2.000 0.000 0 16,2.000-4.000-1-16,3.000 0.000-1 0,3.000 4.000 0 0,0.000-8.000 0 15,5.000-9.000 1 1,6.000-3.000-2-16,-1.000-5.000 1 0,-3.000 1.000-1 0,-3.000-3.000 2 16,1.000 1.000-3-16,1.000 3.000 1 0,-5.000-3.000-1 0,3.000-3.000 2 15,-3.000 5.000-2-15,-1.000 3.000 0 0,-2.000 5.000 1 0,4.000-3.000 0 16,-3.000 5.000-1-16,-5.000 6.000 0 0,0.000-4.000 1 0,2.000 8.000-1 15,-2.000-1.000-1-15,0.000 5.000 1 0,0.000 0.000-1 0,-2.000 0.000 2 16,0.000 0.000-2-16,0.000 0.000 0 0,0.000 0.000 0 0,0.000 2.000 1 16,0.000 5.000-2-16,0.000 1.000 1 0,0.000 0.000 0 0,-2.000 14.000 1 15,-2.000 15.000-2-15,0.000 2.000 1 0,0.000-6.000 0 0,4.000-5.000 0 0,-2.000 1.000-1 0,0.000-7.000 0 16,0.000 1.000 0-16,2.000-1.000 0 0,0.000 1.000 0 16,-1.000-1.000 0-16,2.000 1.000 0 0,5.000-3.000 0 0,2.000 1.000 0 0,-2.000-5.000 0 15,-2.000 2.000 0-15,3.000-3.000 0 0,1.000-3.000 0 0,0.000 2.000 0 16,-1.000-6.000 0-16,1.000 3.000 0 0,0.000 1.000 0 15,-1.000-4.000 0-15,1.000-2.000 0 0,2.000 2.000 0 0,1.000-5.000 0 16,-1.000 1.000 0-16,-2.000 0.000 0 0,1.000 0.000 0 0,3.000 0.000 0 0,-5.000-4.000 0 0,-1.000 4.000 0 16,-2.000 2.000 0-16,2.000 0.000 0 0,0.000 0.000 0 0</inkml:trace>
  <inkml:trace contextRef="#ctx0" brushRef="#br0">24502.000 5495.000 1369 0,'0.000'0.000'0'0,"0.000"0.000"0"0,0.000 0.000 0 16,0.000 0.000 44-16,2.000-20.000 1 0,0.000 16.000 0 0,3.000 0.000 1 16,1.000 1.000-30-16,-2.000 3.000 1 0,-2.000 0.000 0 0,4.000-6.000-1 15,3.000 4.000 36-15,-1.000 2.000 1 0,-4.000-2.000 0 0,7.000 2.000-1 16,5.000 0.000-35-16,-3.000 0.000 0 0,-1.000 0.000 0 0,5.000 0.000 1 16,1.000 0.000-3-16,-1.000 0.000 1 0,-2.000 0.000 0 0</inkml:trace>
</inkml:ink>
</file>

<file path=ppt/ink/ink12.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6:51"/>
    </inkml:context>
    <inkml:brush xml:id="br0">
      <inkml:brushProperty name="width" value="0.05292" units="cm"/>
      <inkml:brushProperty name="height" value="0.05292" units="cm"/>
      <inkml:brushProperty name="color" value="#ff0000"/>
    </inkml:brush>
  </inkml:definitions>
  <inkml:trace contextRef="#ctx0" brushRef="#br0">13336.000 3819.000 150 0,'0.000'0.000'0'0,"0.000"0.000"0"15,0.000 0.000 0-15,0.000 0.000 2 0,0.000 0.000 1 0,0.000 0.000 1 16,0.000 0.000-1-16,0.000 0.000-1 0,0.000 0.000 1 0,0.000 0.000-1 15,0.000 0.000 1-15,0.000 0.000 10 0,0.000 0.000-1 0,0.000 0.000 0 16,0.000 0.000 1-16,0.000 0.000-5 0,0.000 0.000-1 0,0.000 0.000 1 0,0.000 0.000 0 16,0.000 0.000 16-16,16.000-20.000-1 0,-16.000 18.000 1 0,0.000-6.000-1 15,0.000 4.000-11-15,0.000-4.000 0 0,-4.000 5.000 0 0,4.000-1.000 1 16,0.000 0.000 43-16,-4.000-4.000 0 0,4.000 4.000 0 0,-4.000 2.000 1 16,-3.000-6.000-40-16,-1.000 0.000 1 0,4.000 4.000-1 0,-4.000-3.000 1 31,1.000-1.000-4-31,1.000 2.000 1 0,0.000 2.000 0 0,2.000-4.000 0 0,0.000 4.000-6 0,1.000 0.000 0 15,1.000 4.000 0-15,0.000-4.000 0 0,-2.000 0.000 0 0,0.000 1.000 0 0,0.000-1.000 0 16,2.000 4.000 1-16,2.000 0.000-4 0,0.000 0.000 1 0,-2.000-6.000-2 16,0.000 4.000 2-16,0.000-2.000 1 0,1.000 2.000 1 0,-1.000 2.000-1 15,2.000 0.000 1-15,0.000-4.000-4 0,0.000 4.000 1 0,0.000 0.000-1 0,0.000 0.000 2 16,0.000 0.000 5-16,0.000 0.000 2 0,0.000 0.000-1 0,0.000 0.000 1 16,0.000-4.000-6-16,0.000 4.000 0 0,0.000 0.000-1 0,0.000 0.000 2 15,0.000 4.000 14-15,0.000 0.000 0 0,0.000-4.000 0 0,0.000 0.000 0 16,0.000 0.000-11-16,0.000 4.000 0 0,0.000 0.000-1 0,0.000 2.000 2 0,0.000 1.000 10 15,2.000 5.000 2-15,1.000 0.000-2 0,1.000 6.000 2 16,-4.000 1.000-14-16,-2.000-3.000 2 0,2.000-2.000-1 0,0.000 1.000 0 0,0.000-5.000 10 16,-2.000 2.000-1-16,0.000 0.000 0 0,1.000-1.000 1 15,-1.000 5.000-11-15,2.000-2.000 0 0,0.000-7.000 0 0,0.000 5.000 0 0,0.000 2.000 15 16,0.000-2.000 1-16,0.000-4.000-1 0,3.000-1.000 1 0,1.000 1.000-15 16,-2.000-2.000 2-16,0.000 0.000-2 0,2.000 0.000 2 0,0.000-2.000 8 0,-2.000 0.000 0 15,-2.000-4.000 1-15,0.000 4.000 0 0,0.000-4.000-11 0,0.000 0.000 0 16,0.000 0.000-1-16,2.000 0.000 2 0,2.000 0.000 7 0,-3.000 0.000 0 15,1.000 0.000 0-15,0.000 0.000 0 0,-2.000 0.000-9 0,0.000 0.000 0 0,0.000 0.000 0 16,2.000-4.000 0-16,2.000-4.000 6 0,0.000 0.000 0 0,0.000-2.000 0 16,0.000-9.000 0-16,-1.000-7.000-9 0,1.000 7.000 3 0,-4.000-3.000-1 15,4.000-1.000 0-15,-4.000 5.000 10 0,-4.000 2.000 0 0,4.000 1.000 0 16,-4.000-3.000 1-16,4.000 2.000-11 0,-3.000 1.000 1 0,-1.000 1.000 0 16,2.000 2.000 0-16,2.000-4.000 6 0,-2.000 3.000 0 0,-2.000 1.000 0 15,2.000 0.000 0-15,2.000 4.000-8 0,0.000 5.000 1 0,-2.000-1.000-1 16,0.000-4.000 1-16,0.000 2.000 6 0,2.000 2.000-1 0,0.000 4.000 1 15,0.000-4.000 0-15,0.000 4.000-7 0,0.000-4.000 0 0,0.000 4.000 0 0,0.000 0.000 1 16,0.000 0.000 3-16,0.000 0.000 1 0,0.000 0.000-1 0,0.000 0.000 1 16,0.000 0.000-7-16,0.000 0.000 1 0,0.000 0.000 0 0,0.000 0.000 1 15,0.000 0.000 1-15,0.000 0.000 1 0,0.000 0.000 1 0,0.000 0.000-1 16,0.000 0.000-4-16,0.000 0.000-1 0,0.000 0.000 1 0,0.000 0.000 1 16,0.000 0.000 0-16,0.000 0.000 1 0,0.000 0.000-1 0,0.000 0.000 1 15,0.000 0.000-4-15,0.000 0.000 1 0,0.000 0.000-1 0,2.000 0.000 1 0,4.000 0.000 1 16,2.000 0.000 0-16,-1.000 0.000-1 0,5.000 4.000 2 0,0.000 0.000-3 15,-1.000 0.000 0-15,-3.000-4.000 0 0,7.000 4.000 0 0,1.000 0.000 0 0,-5.000-2.000 0 16,-3.000-2.000 1-16,5.000 4.000 0 0,5.000-4.000-3 16,-3.000 0.000 1-16,-3.000 0.000 0 0,9.000 0.000 0 0,2.000-6.000 0 0,0.000 2.000 0 15,0.000 2.000 1-15,0.000 2.000-1 0,0.000 0.000 0 0,0.000-2.000-1 16,-2.000-2.000 0-16,3.000 4.000 1 0,1.000 0.000-1 0,0.000-4.000 1 16,-2.000 0.000 1-16,0.000 4.000-1 0,4.000-4.000 0 0,-2.000 0.000-1 0,-2.000 0.000 1 15,2.000 0.000-1-15,4.000 1.000 4 0,2.000-1.000 1 0,3.000 4.000-2 16,-3.000-4.000 2-16,-2.000 0.000-3 0,0.000 2.000 0 0,1.000-2.000 0 15,3.000 0.000 0-15,-2.000 0.000 2 0,0.000-4.000 1 0,-2.000 0.000 0 16,1.000 5.000 0-16,1.000-9.000-4 0,-2.000 2.000 2 0,4.000 6.000-1 16,-6.000-4.000 1-16,7.000 0.000 1 0,-3.000 5.000-1 0,0.000-7.000 1 15,0.000 2.000 1-15,1.000 0.000-4 0,-1.000 4.000 2 0,0.000-4.000-1 16,-2.000 0.000 0-16,-2.000-1.000 5 0,-2.000 3.000 2 0,2.000 4.000-2 16,6.000-2.000 1-16,-3.000-4.000-4 0,-3.000 0.000-1 0,-2.000 4.000 1 15,2.000-3.000 1-15,0.000 3.000 2 0,-2.000 4.000 1 0,4.000-6.000 0 0,-2.000 2.000 1 16,0.000 0.000-6-16,-4.000 0.000 1 0,2.000 0.000 0 0,2.000 0.000 1 15,-2.000 0.000 5-15,-4.000 0.000 1 0,2.000 4.000-1 0,4.000-4.000 2 16,-4.000 0.000-7-16,-3.000 1.000 1 0,1.000-1.000-2 0,4.000 0.000 2 16,2.000 4.000 3-16,-2.000 0.000-1 0,-2.000 0.000 0 0,0.000-2.000 0 15,0.000-2.000-4-15,0.000 4.000 1 0,-4.000 0.000-1 0,1.000-4.000 0 16,-3.000 4.000 6-16,2.000 4.000-1 0,4.000-4.000 0 0,-2.000 0.000 2 16,4.000 0.000-6-16,-2.000 0.000 0 0,-3.000 0.000-1 0,-5.000 0.000 1 0,4.000 0.000 2 15,-1.000 0.000 2-15,1.000 0.000-2 0,2.000 0.000 1 16,-2.000 0.000-4-16,1.000 0.000-1 0,1.000 0.000 1 0,10.000-4.000 1 0,-8.000 4.000 2 15,-2.000-4.000 0-15,4.000 4.000 0 0,-6.000-4.000 2 0,2.000 4.000-6 16,-2.000-4.000 1-16,5.000 4.000 0 0,-1.000 0.000 1 0,0.000 4.000 1 16,-4.000-4.000 1-16,2.000 4.000-1 0,-4.000-4.000 1 0,3.000 0.000-5 15,-3.000 0.000 2-15,2.000 0.000-1 0,1.000 0.000 0 0,-1.000 4.000 1 0,0.000-4.000 1 16,4.000 0.000 0-16,-4.000 0.000 0 0,-3.000 0.000-4 0,1.000 0.000 2 16,2.000 0.000-1-16,4.000 4.000 1 0,1.000 0.000 1 0,-3.000-4.000 0 0,0.000 4.000-1 15,6.000-4.000 1-15,-8.000 0.000-2 0,0.000 0.000-1 0,2.000 2.000 0 16,1.000 2.000 2-16,-1.000-4.000-1 0,-2.000 0.000-1 0,2.000 3.000 1 15,4.000-3.000-1-15,-6.000 0.000-1 0,1.000 4.000 1 0,-1.000-4.000-1 16,0.000 0.000 1-16,-1.000 0.000-2 0,-3.000 0.000 1 0,2.000 0.000 0 16,10.000 0.000 1-16,-6.000 0.000-2 0,-1.000 0.000 0 0,-1.000 4.000 1 15,8.000-4.000-1-15,-8.000 0.000 0 0,0.000 4.000 0 0,0.000-4.000 1 16,-1.000 0.000 0 0,-3.000 4.000-1-16,1.000-4.000 0 0,-1.000 4.000 1 0,2.000-4.000-1 0,-1.000 0.000-1 0,1.000 0.000 1 0,-5.000 4.000 1 15,3.000-4.000-1 1,-3.000 4.000-1-16,-1.000-4.000 1 0,-3.000 0.000-1 0,1.000 0.000 2 0,1.000 0.000-1 0,-2.000 0.000 0 15,-3.000 4.000 0-15,1.000-4.000 2 0,0.000 0.000-3 16,0.000 0.000 1-16,-4.000 0.000 0 0,2.000 0.000 0 0,-1.000 0.000 0 16,1.000 0.000 0-16,0.000 0.000 0 0,-2.000 0.000 0 0,0.000 0.000-1 0,0.000 0.000 2 0,0.000 0.000-2 15,0.000 0.000 1-15,0.000 0.000-1 0,0.000 0.000 1 0,0.000 0.000 1 16,-2.000 0.000-1-16,0.000 0.000-1 0,0.000 0.000 1 0,0.000 0.000-1 16,0.000 0.000 2-16,0.000 0.000-2 0,0.000 0.000 1 0,0.000 0.000 0 15,0.000 0.000 0-15,0.000 0.000 0 0,0.000 0.000 0 0,0.000 0.000-1 16,0.000 0.000 1-16,0.000 0.000 0 0,0.000 0.000 1 0,0.000 0.000-1 0,0.000 0.000 0 15,0.000 0.000-1-15,0.000 0.000 2 0,0.000 0.000-2 0,0.000 0.000 1 16,0.000 0.000 0-16,0.000 0.000 0 0,0.000 0.000 1 0,0.000 0.000-1 16,0.000 0.000-1-16,0.000 0.000 1 0,0.000 0.000 1 0,1.000 0.000-1 15,1.000 0.000 0-15,0.000 0.000 0 0,0.000 0.000 1 0,2.000-4.000-1 16,0.000 4.000-1-16,0.000 0.000 1 0,0.000-4.000 0 0,5.000 4.000 1 16,1.000-4.000-2-16,1.000 4.000 1 0,-3.000-4.000 0 0,15.000 0.000 0 15,-4.000 0.000 0-15,1.000 0.000-1 0,-3.000 0.000 0 0,2.000-3.000 1 16,-1.000 5.000-1-16,-3.000 0.000 1 0,2.000 0.000 1 0,-3.000-2.000-1 0,-1.000 0.000-1 15,-1.000 0.000 1-15,-1.000 0.000-1 0,-3.000 4.000 2 0,4.000-4.000-2 0,-5.000 4.000 0 16,1.000-4.000 0-16,15.000 0.000 1 0,-2.000 4.000-1 16,0.000-4.000 1-16,-1.000 4.000-1 0,-1.000-3.000 1 0,2.000 3.000-1 0,0.000 0.000 0 15,0.000 0.000 0-15,-1.000 0.000 0 0,3.000 0.000 0 0,-6.000 0.000 1 16,4.000 0.000-1-16,-2.000 0.000 0 0,1.000 0.000-1 0,-1.000 0.000 1 16,0.000 3.000-1-16,4.000-3.000 1 0,2.000 0.000-1 0,2.000 0.000 1 15,-4.000 0.000-1-15,0.000 0.000 1 0,2.000 0.000-1 0,-1.000 0.000 0 16,2.000 0.000 0-16,-2.000 0.000 1 0,2.000 0.000-1 0,-2.000 0.000 0 0,-3.000 0.000 0 15,4.000 0.000 2-15,0.000 0.000-2 0,-2.000 0.000 0 0,0.000 0.000 0 16,0.000 0.000 0-16,0.000 0.000 0 0,-4.000 0.000 0 0,8.000 0.000 0 16,-2.000 0.000 0-16,0.000 0.000 0 0,-2.000 4.000 0 0,2.000-4.000 0 15,1.000 0.000 0-15,-1.000 4.000 0 0,-2.000-4.000 0 0,4.000 0.000 0 16,-4.000 0.000 0-16,2.000 4.000 0 0,-2.000 0.000 0 0,2.000-4.000 0 16,-2.000 0.000 0-16,2.000 0.000 0 0,-6.000 0.000 0 0,4.000 0.000 0 15,2.000 0.000 0-15,0.000 0.000 0 0,-2.000 0.000 0 0,2.000 0.000 0 16,4.000 0.000 0-16,0.000 0.000 0 0,-2.000 0.000 0 0,2.000 0.000 0 15,0.000 0.000 0-15,0.000 0.000 0 0,0.000 0.000 0 0,-1.000 0.000 0 16,-1.000 0.000 0-16,0.000 4.000 0 0,0.000 0.000 0 0,-2.000-4.000 0 0,6.000 0.000 0 16,-2.000 0.000 0-16,0.000 0.000 0 0,2.000 0.000 0 0,7.000 0.000 0 15,-3.000 0.000 0-15,-3.000 0.000 0 0,3.000 0.000 0 0,0.000 0.000 0 16,-1.000 0.000 0-16,1.000 0.000 0 0,0.000 0.000 0 0,-1.000 0.000 0 16,1.000 4.000 0-16,-2.000 0.000 0 0,1.000-4.000 0 0,3.000 0.000 0 15,-5.000 2.000 0-15,3.000 0.000 0 0,4.000 0.000 0 0,9.000-2.000 0 16,-10.000 0.000 0-16,1.000 4.000 0 0,3.000-4.000 0 0,-2.000 0.000 0 0,-1.000 0.000 0 15,-1.000 3.000 0-15,3.000 1.000 0 0,-3.000-8.000 0 16,1.000 4.000 0-16,-1.000 0.000 0 0,5.000 0.000 0 0,28.000 0.000 0 0,-15.000 0.000 0 16,-12.000 0.000 0-16,4.000 0.000 0 0,-21.000 0.000 0 15,8.000 4.000 0-15,-1.000-4.000 0 0,5.000 4.000 0 0,1.000-4.000 0 16,1.000 0.000 0-16,-1.000 0.000 0 0,6.000 0.000 0 0,27.000 0.000 0 16,-13.000 0.000 0-16,-12.000 0.000 0 0,4.000 0.000 0 0,-19.000 0.000 0 0,1.000 0.000 0 15,3.000 0.000 0-15,3.000 0.000 0 0,-1.000-4.000 0 16,-1.000 4.000 0-16,1.000 0.000 0 0,1.000 0.000 0 0,28.000-7.000 0 0,-16.000 10.000 0 15,-6.000-3.000 0-15,0.000 0.000 0 0,-19.000 0.000 1 16,2.000 0.000-1-16,2.000 0.000 0 0,3.000 0.000 0 0,10.000-3.000 1 16,-3.000 6.000-1-16,-1.000-3.000 0 0,6.000-3.000 0 0,-5.000-1.000 1 0,1.000 4.000-1 15,-5.000 0.000 0-15,1.000 0.000 0 0,6.000-2.000 1 0,-3.000 2.000-1 0,-3.000 0.000 0 16,1.000 0.000 0-16,1.000 0.000 1 0,1.000 0.000-1 0,-11.000 0.000 0 16,7.000 0.000 0-16,-4.000-2.000 1 0,1.000 2.000-1 0,-1.000 0.000 0 15,2.000-2.000 0-15,-1.000 2.000 1 0,-1.000 0.000-1 0,-2.000 0.000 0 16,0.000 0.000 0-16,5.000-4.000 2 0,1.000 4.000-2 0,-6.000 0.000 0 15,1.000 0.000 0-15,3.000-4.000 1 0,0.000 4.000-1 0,-5.000-4.000 0 16,5.000 4.000 0-16,-6.000 0.000 1 0,0.000 0.000-1 0,0.000 0.000 0 0,1.000 0.000 0 0,-1.000-4.000 1 16,0.000 8.000-1-16,-4.000-4.000 0 0,2.000 0.000 0 0,17.000 0.000 1 15,-9.000 0.000-1-15,-2.000 0.000 0 0,1.000 0.000 0 16,7.000-4.000 1-16,-7.000 0.000-1 0,-1.000 4.000 0 0,4.000 0.000 0 0,-1.000-4.000 1 0,1.000 4.000-1 0,-8.000 0.000 0 16,1.000 0.000 0-16,7.000-4.000 1 0,0.000 4.000-1 15,-5.000-4.000 0-15,-1.000 1.000 0 0,2.000 3.000 2 0,-4.000-4.000-2 16,0.000 2.000 0-16,3.000-2.000 0 15,9.000 0.000 1-15,-7.000 0.000-1 0,-5.000 4.000 0 0,4.000-4.000 0 16,-2.000 0.000 1-16,-1.000 4.000-1 0,1.000 0.000 0 0,4.000 0.000 0 16,-8.000 0.000 0-16,0.000 0.000 0 0,0.000 0.000 0 15,0.000 0.000 0-15,-2.000-4.000 0 0,-2.000 4.000 0 0,2.000 0.000 0 0,2.000 0.000 0 16,5.000-4.000 1-16,-3.000 4.000-1 0,-2.000-4.000 0 0,2.000 4.000 0 0,0.000 0.000 1 16,2.000-4.000-1-16,-4.000 0.000 0 0,2.000 4.000 0 0,-6.000 0.000 1 15,2.000 0.000-1-15,0.000 0.000 0 0,2.000 0.000 0 0,7.000 0.000 1 16,-3.000 0.000-1-16,0.000-5.000 0 0,2.000 1.000 0 0,5.000 2.000 1 15,-5.000 0.000-1-15,-2.000 2.000 0 0,-1.000-4.000 0 0,-5.000 0.000 2 16,6.000 0.000-2-16,-2.000 0.000 0 0,2.000 0.000 0 0,3.000 0.000 1 16,1.000 4.000-1-16,-8.000-4.000 0 0,4.000 0.000 0 0,-4.000-1.000 1 0,-2.000 1.000-1 15,2.000 0.000 0-15,2.000 0.000 0 0,3.000 0.000 1 0,-1.000 0.000-1 0,-4.000 0.000 0 0,2.000 0.000 0 0,0.000 0.000 1 16,0.000 4.000-1-16,-2.000-4.000 0 0,0.000 0.000 0 0,-2.000 4.000 1 16,0.000-4.000-1-16,0.000 4.000 0 0,-2.000-3.000 0 0,-2.000 3.000 1 0,-2.000-2.000-1 15,0.000 0.000 1-15,1.000 0.000-1 0,-3.000 2.000 1 0,0.000 0.000-1 16,-1.000-4.000 2-16,-1.000 4.000-2 0,-5.000-4.000 1 0,-1.000 4.000-1 0,-1.000 0.000 1 15,2.000 0.000-1-15,-1.000 0.000 1 0,-1.000 0.000-1 0,0.000 0.000 1 16,-1.000 4.000-1-16</inkml:trace>
</inkml:ink>
</file>

<file path=ppt/ink/ink13.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8:50"/>
    </inkml:context>
    <inkml:brush xml:id="br0">
      <inkml:brushProperty name="width" value="0.07" units="cm"/>
      <inkml:brushProperty name="height" value="0.07" units="cm"/>
      <inkml:brushProperty name="color" value="#000000"/>
      <inkml:brushProperty name="fitToCurve" value="1"/>
    </inkml:brush>
    <inkml:brush xml:id="br1">
      <inkml:brushProperty name="width" value="0.05292" units="cm"/>
      <inkml:brushProperty name="height" value="0.05292" units="cm"/>
      <inkml:brushProperty name="color" value="#ff0000"/>
    </inkml:brush>
  </inkml:definitions>
  <inkml:trace contextRef="#ctx0" brushRef="#br0">33.000 12.000 653 0,'0.000'0.000'0'0,"0.000"0.000"0"15,0.000 0.000 0-15,0.000 0.000 57 0,-33.000-6.000 1 0,33.000 6.000 1 16,3.000 0.000-1-16,0.000-6.000-41 0,-3.000 3.000 1 0,0.000 3.000 0 15,0.000 0.000 0-15,0.000 0.000 35 0,0.000 0.000 2 0,3.000 0.000 0 16,0.000 0.000 0-16,0.000 0.000-38 0,0.000 0.000 1 0,0.000 0.000-1 0,0.000 0.000 1 16,0.000 0.000 17-16,0.000 0.000 0 0,0.000 0.000-1 0,0.000 0.000 1 15,0.000 0.000-20-15,-3.000 0.000-1 0,0.000 0.000 1 0,0.000 0.000 1 16,0.000 0.000 15-16,0.000 0.000 2 0,0.000 0.000-2 0,0.000 0.000 2 16,0.000 0.000-20-16,0.000 0.000 2 0,0.000 0.000-1 0,0.000 0.000 1 15,0.000 0.000-3-15,0.000 0.000 0 0,0.000 0.000 1 0,3.000 3.000 0 16,3.000 3.000-5-16,1.000 0.000 0 0,-4.000 1.000 0 0,3.000 5.000 0 15,3.000 0.000-2-15,3.000 1.000 2 0,-3.000-1.000-1 0,3.000-3.000 1 0,3.000 4.000-4 16,-2.000-1.000 2-16,-4.000 1.000-2 0,3.000-7.000 2 0,3.000 3.000-1 0,0.000 0.000-1 16,-3.000 1.000 1-16,4.000 2.000-1 0,2.000-6.000-1 15,0.000 7.000 1-15,-6.000-1.000-1 0,0.000 0.000 1 0,7.000 4.000 1 0,-7.000-4.000 1 16,-3.000 1.000-1-16,3.000-1.000 1 0,3.000-3.000-3 0,-2.000 1.000 2 0,-4.000 2.000-1 16,3.000 10.000 1-16,3.000-4.000 6 0,3.000-9.000 1 0,-2.000 1.000 0 15,2.000-1.000 0-15,0.000 10.000-5 0,-6.000-1.000 1 0,0.000-6.000-1 16,4.000-5.000 1-16,5.000 5.000 7 0,-9.000 4.000-1 0,6.000-4.000 1 15,-6.000 0.000 0-15,1.000 1.000-6 0,-7.000-7.000 0 0,6.000 6.000 0 16,6.000 10.000-1-16,0.000-4.000 12 0,-6.000-5.000 0 0,1.000-7.000-1 16,2.000 3.000 1-16,3.000 7.000-10 0,-3.000-1.000 1 0,0.000 4.000-1 15,7.000-7.000 2-15,2.000 1.000 11 0,-3.000 8.000 1 0,-5.000-8.000-1 16,2.000 5.000 2-16,3.000-5.000-14 0,-9.000-1.000 2 0,7.000 3.000-1 16,-1.000-8.000 0-16,-6.000-1.000 12 0,6.000 0.000 1 0,0.000 6.000-2 0,-8.000 1.000 2 15,5.000-4.000-14-15,3.000 0.000 1 0,0.000 1.000 1 0,-3.000-10.000-1 16,4.000 6.000 7-16,-1.000 6.000 0 0,0.000-6.000 0 0,-6.000 7.000 0 15,4.000-7.000-9-15,-1.000 0.000 1 0,-3.000-3.000-1 0,-3.000 0.000 1 16,0.000 3.000 5-16,3.000 1.000 0 0,-6.000-4.000 1 0,1.000 3.000 0 16,-1.000-6.000-8-16,0.000 6.000 1 0,0.000-6.000-1 0,6.000 6.000 1 15,0.000 1.000 2-15,6.000-1.000-1 0</inkml:trace>
  <inkml:trace contextRef="#ctx0" brushRef="#br1">508.000 958.000 1180 0,'0.000'0.000'0'0,"0.000"0.000"0"0,2.000 0.000 0 0,2.000 0.000 45 0,0.000 0.000 0 16,0.000 0.000 0-16,0.000 0.000 0 0,1.000-3.000-30 16,3.000 3.000 2-16,0.000-4.000-1 0,-1.000 0.000 1 0,3.000 2.000 53 15,2.000 2.000 1-15,-3.000 2.000 0 0,3.000 2.000 1 0,1.000-4.000-54 16,-5.000 0.000 0-16,4.000 0.000-1 0,-5.000 4.000 1 0,1.000-1.000 28 0,-4.000 5.000 0 16,0.000-4.000 0-16,-4.000 4.000 2 0,3.000-4.000-33 0,-3.000 2.000 2 15,4.000-2.000 0-15,-8.000 11.000 0 0,4.000 1.000 9 0,-3.000 2.000-1 16,-1.000-3.000 1-16,-4.000 1.000 0 0,0.000-4.000-14 0,1.000 2.000 1 15,3.000-3.000-1-15,-4.000-3.000 2 0,0.000 0.000 1 0,5.000-4.000 1 0,1.000 2.000 0 16,-2.000-2.000-1-16,2.000 3.000-6 0,0.000-3.000 0 0,0.000-4.000 0 16,2.000 0.000 1-16,0.000 0.000-5 0,0.000 0.000 1 0,0.000 0.000-1 15,0.000 0.000 1-15,0.000 4.000-3 0,0.000-4.000 2 0,0.000 0.000-2 32,0.000 0.000 1-32,0.000 0.000 2 0,0.000 0.000 0 0,2.000 0.000-1 15,6.000 0.000 1-15,5.000 0.000-3 0,-1.000-4.000 2 0,-5.000 4.000-1 0</inkml:trace>
  <inkml:trace contextRef="#ctx0" brushRef="#br1">855.000 913.000 1670 0,'0.000'0.000'0'0,"0.000"0.000"0"0,0.000 0.000 0 15,0.000 0.000 34-15,0.000 0.000 0 0,0.000 0.000-1 0,0.000 0.000 2 16,0.000 0.000-20-16,0.000 0.000-1 0,19.000-3.000 1 0,-11.000 3.000 0 15,-1.000 0.000 33-15,-1.000 0.000 0 0,2.000 0.000 0 0,7.000-4.000 2 16,4.000 0.000-33-16,-1.000 0.000-1 0,-3.000 2.000 1 0,1.000 2.000 0 16,-3.000 0.000 10-16,-1.000-2.000 0 0,-5.000 2.000 0 15,1.000-2.000 1-15,3.000 0.000-16 0,-7.000 0.000 2 0,0.000 2.000-1 0,0.000 0.000 1 0,0.000 0.000-4 0,0.000 0.000 0 16,-4.000 0.000 0-16,4.000 0.000 0 16,-4.000 0.000-3-16,3.000 0.000 0 0,-3.000 0.000-1 0,4.000 0.000 1 0,0.000 0.000-3 15,0.000 0.000 2-15,-4.000 0.000-1 0</inkml:trace>
  <inkml:trace contextRef="#ctx0" brushRef="#br1">1378.000 659.000 1670 0,'0.000'0.000'0'0,"0.000"0.000"0"0,0.000 0.000 0 15,0.000 0.000 34-15,0.000 0.000 0 0,0.000 0.000-1 0,0.000 0.000 2 16,0.000 0.000-20-16,0.000 0.000-1 0,0.000 0.000 1 0,0.000 0.000 0 16,-19.000 0.000 16-16,17.000 0.000 2 0,0.000 2.000-1 0,-6.000 6.000 1 15,-3.000 3.000-20-15,-3.000 5.000 2 0,1.000-2.000-1 0,1.000 5.000 1 16,1.000 1.000 16-16,-1.000 1.000 2 0,4.000-5.000-1 0,5.000-2.000 1 15,-5.000 2.000-20-15,0.000-5.000 2 0,1.000 5.000 0 0,3.000 9.000-1 0,0.000-3.000 2 16,0.000 1.000 0-16,4.000-1.000-1 0,0.000 5.000 2 16,0.000-1.000-8-16,-4.000-3.000 1 0,4.000 1.000-1 0,4.000 1.000 1 15,0.000-5.000 1-15,0.000-2.000 1 0,0.000 1.000-1 0,3.000 3.000 0 16,-3.000-7.000-4-16,0.000-7.000 1 0,0.000 4.000-2 0,7.000 2.000 2 16,-1.000-7.000-4-16,-2.000 1.000 0 0,-1.000-2.000 1 0,1.000 0.000-1 0,-2.000-2.000 0 0,0.000-2.000-1 15,1.000 0.000 0-15,5.000 0.000 1 0,-4.000 2.000 0 0,-5.000-4.000 1 16,1.000 4.000-1-16,4.000-8.000 2 0,0.000 0.000-3 0,-5.000 0.000 0 15,-1.000 2.000 1-15,2.000 0.000 0 0,0.000-2.000 1 0,-2.000 2.000 0 16,-2.000 0.000 1-16,-2.000-4.000 0 0,-2.000-5.000-3 0,0.000 3.000 1 0,1.000-2.000 0 16,-7.000-6.000 0-16,-7.000 1.000 1 0,-1.000-1.000 0 0,1.000 2.000 1 15,-2.000-1.000 0-15,-1.000-3.000-3 0,5.000 6.000 2 0,-4.000 0.000-2 16,3.000-3.000 1-16,-3.000 1.000 0 0,4.000-2.000 0 0,1.000 9.000 0 16,1.000-1.000 0-16,3.000-2.000-2 0,4.000 2.000 2 0,1.000 4.000-1 15,-1.000 0.000 0-15,2.000 4.000 0 0,4.000 0.000 0 0,0.000 0.000-1 16,-2.000 0.000 2-16,2.000 0.000-2 0,0.000 0.000 0 0,0.000 0.000 0 15,2.000 0.000 1-15,2.000 0.000-5 0,2.000 0.000 2 0,1.000 0.000 0 16,11.000 0.000 0-16,5.000 4.000-1 0,4.000 0.000 1 0,-4.000-4.000 0 16,8.000 2.000 0-16,-8.000 2.000-6 0,-4.000 0.000 0 0,4.000 0.000-1 15,4.000 0.000 2-15,-6.000-4.000 0 0,-4.000 4.000 1 0,1.000-4.000-1 0,1.000 0.000 1 16,0.000 0.000-9-16,-3.000-4.000 2 0,-1.000 4.000-1 0</inkml:trace>
  <inkml:trace contextRef="#ctx0" brushRef="#br1">1644.000 933.000 1658 0,'0.000'0.000'0'16,"0.000"0.000"0"-16,0.000 0.000 0 0,0.000 0.000 38 0,0.000 0.000 0 0,0.000 0.000 1 15,0.000 0.000-1-15,-8.000 22.000-24 0,8.000-19.000 2 0,-4.000-3.000 0 16,4.000 8.000-1-16,-4.000 0.000 40 0,4.000-2.000 0 0,-4.000 2.000 0 15,1.000 8.000 2-15,3.000 3.000-41 0,0.000-1.000 2 0,0.000-3.000-1 16,3.000 3.000 1-16,-3.000 2.000 21 0,-3.000-9.000 1 0,6.000-3.000-1 0,1.000 4.000 1 0,4.000-2.000-24 0,-8.000-6.000 0 16,0.000 0.000-1-16,4.000-1.000 1 0,0.000 5.000 0 0,-4.000-8.000 0 15,0.000 4.000-1-15,0.000-4.000 2 0,0.000 0.000-8 0,0.000 0.000 0 0,0.000 0.000 0 16,0.000 0.000 1-16,0.000 0.000-1 0,0.000 0.000 0 0</inkml:trace>
  <inkml:trace contextRef="#ctx0" brushRef="#br1">2483.000-191.000 1444 0,'0.000'0.000'0'0,"0.000"0.000"0"0,0.000 0.000 0 0,0.000 0.000 50 16,0.000 0.000 2-16,5.000-22.000 0 0,-6.000 19.000-1 0,1.000-1.000-34 16,0.000 0.000 0-16,0.000 0.000 0 0,0.000 4.000 1 0,0.000 0.000 15 0,0.000-4.000 1 15,0.000 4.000 0-15,-2.000-4.000-1 0,0.000 4.000-18 16,0.000-4.000-1-16,0.000 4.000 1 0,-4.000-6.000 0 0,0.000 2.000-2 0,1.000 2.000 1 16,-1.000 4.000-1-16,-2.000 0.000 2 0,0.000-2.000-8 0,5.000 0.000 2 15,-1.000 0.000-1-15,-4.000 2.000 1 0,0.000 4.000-7 0,4.000 2.000 2 16,1.000-4.000-1-16,-5.000 4.000 1 0,4.000-4.000-2 0,-4.000 1.000 0 15,3.000 3.000 0-15,-1.000 8.000 1 0,2.000 0.000-2 0,2.000-5.000 1 0,-2.000 3.000-1 16,-2.000 2.000 1-16,3.000 1.000-1 0,1.000-1.000 1 0,2.000 0.000-1 16,-4.000 1.000 1-16,4.000 3.000-1 0,0.000-8.000 1 0,0.000 3.000 1 15,-6.000 7.000-1-15,6.000-3.000-1 0,4.000-1.000 0 0,-2.000-2.000 0 16,-4.000-1.000 1-16,2.000 3.000 0 0,2.000-2.000-1 0,0.000 1.000 0 16,0.000 7.000 1-16,1.000-3.000-1 0,1.000-1.000 0 0,-2.000-3.000 0 15,-2.000 3.000 2-15,2.000 0.000-2 0,2.000-3.000 1 0,0.000 3.000-1 16,-2.000 1.000 1-16,2.000 3.000-1 0,1.000-6.000 1 0,1.000 1.000-1 15,-6.000 1.000 1-15,4.000 5.000 0 0,0.000-5.000 2 0,0.000 1.000-1 16,-4.000 3.000 0-16,4.000-3.000 0 0,-1.000-1.000-1 0,-3.000 1.000 0 16,0.000-1.000 1-16,0.000-2.000 2 0,0.000 1.000 0 0,4.000 3.000 1 0,-4.000 1.000 0 15,0.000-3.000-3-15,4.000 1.000 2 0,-4.000 3.000-2 0,0.000 1.000 1 16,0.000-5.000 3-16,0.000-2.000 1 0,4.000 5.000 0 0,-4.000-3.000 0 16,0.000-3.000-4-16,4.000 1.000 2 0,-4.000 1.000-1 0,0.000 5.000 1 15,0.000 1.000 1-15,0.000-9.000 0 0,0.000 2.000-1 0,-4.000-3.000 2 16,0.000 1.000-3-16,4.000-8.000 0 0,0.000 2.000 0 0,-4.000 5.000 0 15,0.000-3.000 2-15,1.000-6.000 1 0,-1.000 0.000 0 0,-4.000 4.000 0 16,2.000 1.000-4-16,2.000-3.000 2 0,2.000 0.000-1 0,-5.000-2.000 1 0,-3.000 6.000 1 16,2.000-4.000 1-16,5.000-5.000-1 0,-5.000 9.000 1 0,-4.000 0.000-3 15,1.000-2.000 0-15,1.000 1.000 1 0,-5.000-3.000 0 0,1.000 2.000 0 16,5.000-2.000 2-16,-1.000 0.000 0 0,-5.000 0.000 0 0,-1.000-1.000-4 16,9.000-3.000 2-16</inkml:trace>
  <inkml:trace contextRef="#ctx0" brushRef="#br1">2671.000 655.000 1407 0,'0.000'0.000'0'0,"0.000"0.000"0"16,0.000 0.000 0-16,0.000 0.000 39 0,0.000 0.000 0 0,0.000 0.000 1 16,0.000 0.000 0-16,-13.000-24.000-24 0,9.000 24.000-1 0,4.000 0.000 1 0,0.000-3.000 0 31,0.000 1.000 13-31,0.000 2.000 1 0,0.000 0.000 1 0,-4.000 0.000-1 0,4.000 0.000-17 0,-4.000 0.000 1 0,4.000 0.000-1 16,0.000 0.000 2-1,0.000 0.000-3-15,-4.000 0.000 1 0,4.000 2.000-1 0,-3.000 5.000 0 0,3.000 5.000-4 16,-4.000 2.000 0-16,4.000 1.000 0 0,-8.000 5.000 0 0,4.000 2.000-7 0,4.000 1.000 1 15,0.000-5.000 0-15,-8.000 1.000 1 0,8.000-3.000-2 16,0.000 0.000 1-16,-3.000 1.000-1 0,-1.000-1.000 1 0,0.000 5.000-2 16,4.000-5.000 1-16,0.000 2.000-1 0,0.000 1.000 1 0,-4.000-1.000-1 0,4.000-2.000 2 15,4.000-5.000-2-15,0.000 5.000 1 0,0.000-2.000 0 0,-1.000-2.000 1 16,1.000-5.000-1-16,0.000 1.000 1 0,4.000 0.000 0 0,0.000-4.000-1 0,-5.000 0.000 0 16,5.000 2.000 1-16,2.000 2.000-1 0,-1.000-5.000 0 0,-3.000-3.000 0 15,4.000 0.000 2-15,3.000 4.000-2 0,-1.000 0.000 0 0,-5.000-8.000 0 16,1.000 4.000 1-16,0.000-4.000-1 0,0.000 1.000 2 0,-1.000-1.000-1 15,3.000 4.000 0-15,0.000-8.000-1 0,-5.000 2.000 0 0,1.000 2.000 1 16</inkml:trace>
  <inkml:trace contextRef="#ctx0" brushRef="#br1">2577.000 845.000 1206 0,'0.000'0.000'0'0,"0.000"0.000"0"0,0.000 0.000 0 15,-25.000-2.000 50-15,23.000-2.000 2 0,2.000 4.000-2 0,0.000 0.000 2 16,0.000 0.000-35-16,0.000 0.000 0 0,0.000 0.000 0 0,0.000 0.000 1 15,0.000 0.000 49-15,0.000 0.000 0 0,0.000 0.000 1 0,4.000 4.000 0 16,4.000-2.000-50-16,1.000 2.000 0 0,3.000-2.000 0 0,20.000 4.000 0 0,11.000-2.000 10 16,-9.000-1.000 0-16,1.000-3.000 0 0,-4.000 4.000 1 0,-4.000-4.000-15 15,-2.000 4.000-1-15,-2.000-4.000 1 0</inkml:trace>
  <inkml:trace contextRef="#ctx0" brushRef="#br1">2983.000 835.000 1407 0,'0.000'0.000'0'0,"0.000"0.000"0"16,0.000 0.000 0-16,0.000 0.000 26 0,0.000 0.000 0 0,0.000 0.000 1 16,0.000 0.000 0-16,0.000 0.000-14 0,-4.000 22.000 0 0,4.000-18.000-1 15,0.000 7.000 2-15,0.000 5.000 44 0,0.000-4.000 1 0,0.000 1.000-1 16,4.000 7.000 0-16,0.000 5.000-41 0,-2.000-9.000 1 0,2.000 2.000 0 15,0.000 1.000 0-15,-4.000-7.000 20 0,3.000-6.000 2 0,-3.000 0.000-2 16,0.000 4.000 1-16,0.000-3.000-24 0,0.000-3.000 0 0,0.000-4.000 1 16,0.000 4.000 0-16,0.000-4.000 4 0,0.000 4.000 0 0,0.000-4.000 0 0</inkml:trace>
  <inkml:trace contextRef="#ctx0" brushRef="#br1">2717.000-457.000 1231 0,'0.000'0.000'0'0,"0.000"0.000"0"15,0.000 0.000 0-15,0.000 0.000 46 0,0.000 0.000 1 0,0.000 0.000 0 16,0.000 0.000 0-16,0.000 0.000-31 0,0.000 0.000 0 0,0.000 0.000 1 16,0.000 0.000 0-16,0.000 0.000 26 0,0.000 0.000-1 0,-19.000 17.000 1 15,10.000-1.000 0-15,-1.000 11.000-28 0,2.000 3.000 1 0,6.000 3.000 0 32,-5.000-6.000 1-32,3.000-1.000 13 0,4.000-3.000 1 0,-4.000 3.000 1 0,-4.000-7.000-1 0,8.000 3.000-17 0,0.000-2.000 0 15,0.000 5.000 0-15,-4.000-1.000 0 16,8.000-3.000 4-16,0.000-1.000 0 0,0.000-7.000 0 0,-4.000 7.000 0 15,4.000-8.000-8-15,2.000 1.000 0 0,1.000 3.000 0 0,-1.000-4.000 1 0,2.000 0.000-2 16,-1.000-5.000 1-16,3.000-1.000-1 0,2.000 2.000 1 16,-3.000-4.000-5-16,-1.000-4.000 2 0,0.000 4.000-1 0,1.000 0.000 0 0,5.000 0.000-1 15,-1.000-4.000-1-15,-3.000 4.000 1 0,3.000-4.000 1 0,-1.000-4.000-3 16,-1.000 4.000 0-16,1.000-4.000 1 0</inkml:trace>
  <inkml:trace contextRef="#ctx0" brushRef="#br1">2587.000-168.000 1332 0,'0.000'0.000'0'0,"0.000"0.000"0"0,0.000 0.000 0 16,0.000 0.000 29-16,0.000 0.000 1 0,0.000 0.000 0 0,0.000 0.000 1 15,0.000 0.000-18-15,21.000 0.000 1 0,-14.000-3.000-1 0,17.000-1.000 2 16,8.000 0.000 29-16,5.000 0.000 3 0,-1.000 4.000-3 0,-5.000-4.000 2 15,0.000 4.000-30-15,-8.000 0.000 1 0,-4.000-4.000 0 0,3.000 4.000 0 0,-5.000 0.000 2 16,-4.000 4.000 1-16,3.000 0.000 0 16,1.000-4.000 0-16,-2.000 0.000-10 0,-5.000 4.000 2 0</inkml:trace>
  <inkml:trace contextRef="#ctx0" brushRef="#br1">2962.000-134.000 1243 0,'0.000'0.000'0'0,"0.000"0.000"0"0,2.000 0.000 0 16,2.000-4.000 14-16,0.000 4.000 2 0,-3.000 0.000 0 0,11.000 0.000 0 15,7.000-4.000-7-15,8.000 0.000 0 0,-6.000 0.000 0 0,10.000 4.000 1 16,0.000-4.000 17-16,-6.000 4.000 1 0,-2.000 4.000 0 0,-6.000 0.000 0 16,-1.000 0.000-16-16,-5.000 0.000 2 0,1.000 0.000-1 0,-4.000 4.000 0 15,3.000-8.000 18-15,-3.000 4.000-1 0,-4.000 1.000 0 0,-4.000 3.000 1 16,2.000 0.000-18-16,-1.000-4.000 1 0,1.000 0.000-1 0,-4.000 8.000 2 0,-1.000-3.000 16 15,-1.000 3.000 1-15,-4.000-4.000-1 0,-7.000 8.000 1 16,-1.000 3.000-18-16,-3.000-1.000 1 0,4.000-6.000-2 0,3.000 1.000 2 0,4.000-1.000 13 16,3.000-8.000 0-16,-1.000 0.000 0 0,-2.000 4.000 0 0,4.000-4.000-15 15,4.000 0.000 1-15,0.000-4.000-1 0,-2.000 0.000 1 0,2.000 0.000-11 0,0.000 0.000 2 16,0.000 0.000-2-16,0.000 4.000 1 0,0.000-3.000-1 16,0.000 1.000 0-16,0.000-2.000 0 0,12.000 0.000 1 0,11.000 0.000 6 0,2.000-2.000 1 15,2.000 1.000 0-15,4.000-3.000 0 0,-2.000 4.000-4 0,-2.000-4.000 0 16,-4.000 4.000 0-16,0.000 0.000 1 0,-4.000 0.000 5 0,-2.000 0.000 2 15</inkml:trace>
  <inkml:trace contextRef="#ctx0" brushRef="#br1">1902.000 620.000 979 0,'0.000'0.000'0'16,"0.000"0.000"0"-16,0.000 0.000 0 0,0.000 0.000 91 16,0.000 0.000 1-16,0.000-2.000 0 0,-2.000 0.000 0 0,0.000 0.000-75 15,2.000 2.000 1-15,0.000-4.000-1 0,0.000 4.000 1 0,0.000-4.000 38 0,0.000 4.000 1 16,0.000-4.000-1-16,0.000 4.000 1 0,0.000-4.000-40 0,0.000 4.000 1 15,0.000-4.000-1-15,0.000 4.000 1 0,0.000 0.000 1 0,0.000 0.000 0 16,0.000 0.000 0-16,0.000-4.000 0 0,0.000 4.000-9 0,0.000-4.000 2 0,0.000 4.000-2 16,0.000 0.000 1-16,0.000 0.000-7 0,0.000 0.000 2 0,0.000 0.000 0 15,0.000 0.000-1-15,0.000 0.000-1 0,0.000 0.000 0 0,0.000 0.000-1 16,2.000 0.000 2-16,1.000 4.000-5 0,1.000 0.000 1 0,-2.000 0.000 0 16,2.000 0.000 0-16,2.000 8.000-1 0,2.000-4.000 1 0,-3.000 1.000 1 15,-1.000-1.000-1-15,0.000 4.000 0 0,0.000-2.000 0 0,-2.000 0.000 0 16,2.000 3.000 1-16,0.000-1.000-1 0,-3.000 2.000 1 0,3.000-2.000-1 15,0.000-1.000 0-15,0.000-3.000-1 0,-2.000 0.000 1 0,0.000 0.000 0 16,2.000 2.000 0-16,0.000 5.000-1 0,-3.000-3.000 1 0,-1.000-4.000 0 16,2.000 6.000 1-16,2.000-3.000-2 0,-2.000-3.000 1 0,-2.000 0.000 0 15,0.000 0.000 0-15,0.000 5.000-1 0,0.000 3.000 1 0,2.000-8.000 0 0,2.000 6.000 0 16,-2.000 1.000-1-16,0.000-3.000 1 0,2.000-2.000 0 0,-4.000 6.000 1 16,0.000-1.000-2-16,0.000-5.000 1 0,-4.000 2.000-1 0,4.000 3.000 1 15,0.000 1.000 2-15,0.000-6.000 1 0,0.000 2.000-1 0,0.000-1.000 1 16,-4.000 1.000-1-16,2.000-4.000 0 0,2.000 0.000-1 0,-4.000 2.000 2 15,2.000 1.000 4-15,0.000 1.000-1 0,0.000-6.000 1 0,2.000 6.000 1 16,-2.000 3.000-3-16,-1.000-3.000-1 0,1.000 0.000 1 0,2.000 2.000 0 0,0.000-7.000 7 16,0.000 1.000 2-16,0.000-2.000-2 0,0.000 0.000 2 15,0.000-2.000-7-15,0.000 0.000 1 0,0.000 2.000-2 0,0.000-6.000 2 0,0.000 4.000 8 16,0.000-4.000 1-16,0.000 4.000 0 0,0.000-4.000 0 16,0.000 0.000-8-16,0.000 0.000 0 0,0.000 0.000 0 0,0.000 0.000 1 0,0.000 0.000 4 0,0.000 0.000 2 15,0.000 0.000-1-15,2.000 0.000 1 0,1.000 3.000-8 0,1.000 1.000 1 16</inkml:trace>
  <inkml:trace contextRef="#ctx0" brushRef="#br1">3728.000 42.000 1356 0,'0.000'0.000'0'0,"0.000"0.000"0"0,0.000 0.000 0 0,-6.000-22.000 52 0,6.000 15.000 1 15,0.000-1.000-1-15,-4.000 0.000 1 0,2.000 4.000-36 16,0.000 4.000 0-16,0.000-4.000 0 0,-3.000-4.000 1 0,-3.000 4.000 14 0,2.000 2.000 1 15,0.000 0.000-1-15,-5.000-3.000 2 0,-1.000 1.000-21 16,3.000 4.000 2-16,-1.000 0.000-1 0,-5.000 4.000 1 0,-1.000 0.000 21 0,5.000-4.000 1 16,3.000 5.000 0-16,-7.000 7.000 0 0,3.000-4.000-22 0,4.000-4.000 0 15,1.000 4.000 0-15,-7.000 2.000 1 0,3.000 5.000-10 0,3.000-3.000 1 16,2.000 0.000 0-16,-2.000-1.000 1 0,3.000 3.000-4 0,1.000-6.000 2 0,0.000 4.000-2 16,-2.000 9.000 2-16,0.000-1.000 0 0,3.000-5.000 0 0,3.000 3.000 0 15,2.000 8.000 1-15,1.000-3.000-3 0,-1.000-3.000 1 0,0.000 1.000-1 16,6.000 3.000 1-16,2.000-3.000-2 0,-1.000-1.000 1 0,1.000 5.000 0 15,-2.000-1.000 0-15,-1.000-3.000-1 0,1.000 3.000 0 0,-2.000-3.000 0 16,-1.000 9.000 1-16,3.000-3.000-2 0,0.000-1.000 1 0,-4.000 1.000 1 16,-2.000 2.000-1-16,1.000-1.000-1 0,1.000-3.000 0 0,0.000 1.000 1 15,-8.000-7.000 0-15,4.000 1.000 0 0,4.000 1.000 1 0,-4.000-1.000-1 16,-9.000-4.000 2-16,5.000 5.000-3 0,2.000-5.000 1 0,-2.000-4.000 0 0,-6.000 1.000 0 16,3.000-1.000 0-16,1.000-4.000 2 0,-2.000 0.000-2 0,-7.000 5.000 2 15,-1.000 3.000-3-15,3.000-8.000 1 0,1.000 0.000 1 0,1.000 2.000-1 16,-5.000-3.000-1-16,3.000-3.000 2 0,-1.000 0.000-1 0,-1.000 0.000 0 15,0.000-4.000 0-15,3.000-4.000-1 0</inkml:trace>
  <inkml:trace contextRef="#ctx0" brushRef="#br1">3401.000 455.000 1733 0,'0.000'0.000'0'16,"0.000"0.000"0"-16,27.000-4.000 0 0,-10.000 0.000 24 15,2.000 4.000 1-15,0.000 0.000-1 0,1.000 0.000 1 0,-1.000 0.000-14 16,0.000 4.000 1-16,0.000-4.000 1 0,1.000 0.000-1 0,-1.000 4.000 15 0,0.000 0.000 0 16,0.000 0.000 0-16,-1.000 4.000 0 0,1.000-2.000-15 0,-2.000-2.000 2 15,-1.000 2.000-2-15,1.000 3.000 2 0,-2.000-5.000-3 0,-3.000 0.000 1 16,-1.000 0.000-1-16</inkml:trace>
  <inkml:trace contextRef="#ctx0" brushRef="#br1">3805.000-205.000 1344 0,'0.000'0.000'0'0,"0.000"0.000"0"0,0.000 0.000 0 0,0.000 0.000 37 0,0.000 0.000 0 16,0.000 0.000 0-16,0.000 0.000 1 0,0.000 0.000-23 16,0.000 0.000 0-16,0.000 0.000 0 0,0.000 0.000 1 0,0.000 0.000 24 0,0.000 0.000 2 31,0.000 0.000-1-31,0.000 0.000 1 0,0.000 0.000-27 0,23.000 6.000 1 0,-19.000-2.000 0 16,3.000 4.000 1-16,3.000 4.000 16 0,0.000-1.000 2 0,-3.000 3.000 0 15,3.000 6.000 0-15,-2.000-5.000-21 0,-4.000-1.000 1 0,-3.000-2.000-1 16,1.000 0.000 1-16,-4.000-3.000 2 0,1.000-1.000 0 0,-1.000 0.000 0 15,-2.000 4.000-1-15,2.000-4.000-7 0,0.000 1.000 1 0,-4.000 3.000 1 16,0.000 0.000-1-16,1.000-4.000 5 0,-1.000-4.000 1 0,2.000 0.000 0 16,2.000-1.000 1-16,2.000 5.000-8 0,-2.000-2.000 0 0,-2.000-2.000 0 15,4.000-4.000 1-15,0.000 0.000-7 0,-2.000 0.000 0 0,0.000 0.000 1 16,2.000 0.000-1-16,0.000 0.000-1 0,0.000 0.000 1 0,0.000 0.000-1 16,2.000 0.000 1-16,4.000 0.000 3 0,0.000 0.000 1 0,0.000 0.000-1 0,7.000 4.000 1 15,10.000-4.000-2-15,0.000 0.000-1 0,-2.000 0.000 0 0,5.000 0.000 2 16,0.000 0.000 2-16,-6.000 0.000 0 0,-5.000 0.000 0 0</inkml:trace>
  <inkml:trace contextRef="#ctx0" brushRef="#br1">3884.000 447.000 1168 0,'0.000'0.000'0'0,"0.000"0.000"0"15,0.000 0.000 0-15,0.000 0.000 5 0,0.000 0.000 1 0,2.000 24.000 0 16,3.000-10.000-1-16,1.000 13.000-1 0,-2.000-2.000 0 0,-4.000-5.000 0 16,2.000 5.000 1-16,2.000 3.000 48 0,0.000-3.000 1 0,-2.000 1.000-1 0,1.000 1.000 1 15,1.000-3.000-37-15,-2.000-3.000 1 0,2.000 1.000-1 0,2.000 1.000 1 16,-2.000-3.000 30-16,-2.000-2.000 0 0,1.000 1.000 1 0,1.000 1.000-1 15,-2.000-3.000-31-15,-2.000-5.000 0 0,0.000-4.000-1 0,4.000 2.000 1 16,2.000 1.000 8-16,-2.000-7.000 1 0,-4.000 0.000 0 0,2.000-4.000-1 16,0.000 4.000-12-16,-4.000-4.000-1 0,2.000 0.000 0 0,0.000 0.000 2 15,0.000 0.000 4-15,0.000 0.000 1 0,0.000 0.000-1 0</inkml:trace>
  <inkml:trace contextRef="#ctx0" brushRef="#br1">4299.000-56.000 815 0,'0.000'0.000'0'0,"0.000"0.000"0"15,0.000 0.000 0-15,-2.000 4.000 28 0,1.000-4.000 2 0,1.000 0.000-2 0,0.000 0.000 1 16,-2.000 0.000-16-16,0.000 0.000 1 0,0.000 0.000-1 0,0.000 0.000 1 0,2.000 0.000 29 16,0.000 0.000 2-16,0.000 0.000 0 0,0.000 0.000 0 15,0.000 0.000-29-15,0.000 0.000 1 0,0.000 0.000-2 0,0.000 0.000 2 0,0.000 0.000 12 0,0.000 0.000 1 16,0.000 0.000-1-16,0.000 0.000 0 0,0.000 0.000-16 15,0.000 0.000 1-15,0.000 0.000-1 0,-2.000 0.000 1 0,0.000 0.000 14 16,0.000 4.000 0-16,2.000 0.000 0 0,-2.000 4.000 0 0,-2.000 0.000-15 16,0.000-1.000 1-16,1.000 3.000-1 0,-3.000 10.000 1 0,0.000 1.000 8 0,-2.000-1.000 1 15,4.000-3.000-1-15,3.000 7.000 2 0,1.000-4.000-13 0,0.000-3.000 1 16,0.000 3.000 0-16,0.000 1.000 0 0,3.000 7.000-9 0,3.000 1.000 2 16,0.000-2.000-1-16,-2.000 3.000 1 0,0.000-1.000-3 0,-2.000-1.000 1 0,1.000 5.000 1 15,3.000 0.000-1-15,2.000-1.000 5 0,-2.000-7.000 1 0,-1.000 0.000 0 16,3.000 3.000 0-16,-2.000-10.000-4 0,-2.000 1.000 1 0,2.000-7.000 0 15,5.000 5.000 0-15,-1.000-1.000 9 0,-5.000-4.000 1 0,3.000-4.000-1 16,0.000-2.000 1-16,-4.000 1.000-7 0,-2.000-7.000 0 0,1.000 4.000 0 16,1.000-4.000 1-16,0.000 0.000 8 0,0.000 0.000 0 0,-4.000 0.000 0 15,4.000 0.000 0-15,0.000 0.000-8 0,0.000 0.000 0 0,-4.000 0.000 0 16</inkml:trace>
  <inkml:trace contextRef="#ctx0" brushRef="#br1">4342.000 17.000 954 0,'0.000'0.000'0'16,"0.000"0.000"0"-16,0.000 0.000 0 0,0.000 0.000 59 0,7.000-24.000-1 15</inkml:trace>
  <inkml:trace contextRef="#ctx0" brushRef="#br1">4376.000 299.000 1569 0,'0.000'0.000'0'0,"0.000"0.000"0"0,0.000 0.000 0 16,0.000 0.000 25-16,0.000 0.000 0 0,0.000 0.000 0 0,0.000 0.000-1 15,0.000 0.000-11-15,0.000 0.000-1 0,0.000 0.000 0 0,0.000 0.000 1 0,0.000 0.000 26 16,20.000-8.000 0-16,-13.000 8.000 0 0,13.000 4.000 2 15,10.000 3.000-25-15,1.000 3.000-1 0,-4.000-6.000 1 0,-6.000 4.000 0 0,-2.000-4.000 4 16,1.000 0.000 0-16,-1.000 0.000 0 0,-4.000 2.000 2 0,5.000-1.000-12 16,-3.000 1.000 1-16,-4.000-6.000 0 0</inkml:trace>
  <inkml:trace contextRef="#ctx0" brushRef="#br1">4634.000-7.000 1344 0,'0.000'0.000'0'0,"0.000"0.000"0"0,0.000 0.000 0 0,0.000 0.000 41 0,0.000 0.000 1 16,0.000 0.000-1-16,0.000 0.000 2 0,0.000 0.000-27 0,-21.000 4.000 0 16,21.000-4.000-1-16,-4.000 8.000 2 0,-7.000 6.000 36 0,3.000 1.000 0 15,0.000 1.000-1-15,-5.000 9.000 2 0,1.000 7.000-37 0,5.000-7.000 1 0,1.000 2.000-1 16,-4.000-5.000 1-16,4.000 3.000 15 0,4.000-1.000 1 0,-1.000-2.000 0 15,-7.000 1.000 1-15,4.000-1.000-21 0,4.000-3.000 1 0,2.000 5.000-1 16,-2.000 1.000 1-16,4.000 1.000-2 0,4.000-3.000 2 0,0.000-3.000 0 16,-4.000 1.000-1-16,4.000-1.000-6 0,3.000 1.000 1 0,1.000-1.000 0 15,-4.000-2.000 0-15,3.000-7.000 2 0,3.000 1.000 0 0,-1.000 0.000 1 16,-3.000 1.000 0-16,0.000-1.000-5 0,3.000-8.000 0 0,5.000 4.000 1 16,-11.000-4.000 0-16,1.000-4.000-4 0,0.000 4.000-1 0,0.000-4.000 0 15,-2.000 0.000 1-15,1.000 0.000-2 0,1.000 0.000 0 0</inkml:trace>
  <inkml:trace contextRef="#ctx0" brushRef="#br1">4819.000 197.000 1218 0,'0.000'0.000'0'0,"0.000"0.000"0"15,0.000 0.000 0-15,0.000 0.000 26 0,0.000 0.000 1 0,0.000 0.000-1 16,0.000 0.000 1-16,4.000 25.000-15 0,-4.000-13.000 1 0,0.000-4.000 0 16,0.000 5.000 0-16,0.000 11.000 52 0,-4.000 1.000 0 0,4.000 3.000 1 15,-4.000 5.000 0-15,0.000 4.000-48 0,0.000-7.000 0 0,1.000 1.000 0 16,-1.000-2.000 0-16,4.000-1.000 30 0,-4.000-7.000 1 0,-4.000 7.000 1 16,4.000-7.000-1-16,0.000 3.000-32 0,1.000-3.000 0 0,-1.000-1.000-1 15,-4.000-2.000 1-15,2.000-3.000 5 0,1.000-3.000 0 0,-1.000-2.000 1 16,0.000 2.000-1-16,2.000-5.000-11 0,2.000-3.000 0 0,0.000-4.000 1 15</inkml:trace>
  <inkml:trace contextRef="#ctx0" brushRef="#br1">5121.000 332.000 1545 0,'0.000'0.000'0'16,"0.000"0.000"0"-16,0.000 0.000 0 0,0.000 0.000 42 0,2.000-20.000 1 16,2.000 16.000 0-16,-4.000-5.000 0 0,-2.000 1.000-27 0,2.000-4.000 0 15,0.000 4.000 0-15,-2.000-6.000 0 0,0.000 3.000 39 0,0.000 3.000 0 16,-2.000 0.000 0-16,-3.000-4.000 0 0,1.000 0.000-38 0,2.000 7.000 1 0,-2.000-3.000-1 16,-5.000 0.000 1-16,3.000-4.000 10 0,4.000 4.000 1 0,0.000 6.000 0 15,-7.000-2.000 1-15,1.000 4.000-17 0,4.000 0.000 0 0,2.000-1.000 1 16,-3.000 4.000-1-16,-3.000 1.000-3 0,2.000 4.000 2 0,-3.000 0.000-1 15,-4.000 12.000 0-15,-1.000 9.000-4 0,5.000-4.000 1 0,1.000 3.000-2 16,4.000 1.000 2-16,0.000-1.000-2 0,1.000-3.000 1 0,-1.000 3.000-1 16,2.000 5.000 1-16,4.000-8.000-2 0,0.000-5.000-1 0,-2.000 1.000 1 15,4.000-1.000 0-15,0.000-4.000-3 0,0.000-3.000 2 0,2.000-1.000-1 16,1.000-4.000 1-16,3.000 0.000-2 0,-2.000 0.000 0 0,-2.000-3.000 0 0,0.000-5.000 2 16,1.000 4.000-2-16,1.000-4.000 0 0,-2.000 0.000 0 0,2.000 0.000 1 15,2.000 0.000-2-15,-5.000-4.000 1 0,1.000-1.000-1 0,4.000-1.000 1 16,7.000-4.000 0-16,1.000 2.000-1 0,-3.000-4.000 0 0,3.000-13.000 1 15,-1.000 1.000-1-15,-3.000-1.000 0 0,-3.000 1.000 0 0,-1.000-1.000 0 16,1.000-2.000 1-16,1.000 1.000-1 0,0.000-3.000 0 0,-5.000-3.000 0 16,3.000 3.000 0-16,2.000 2.000 0 0,-1.000-3.000 0 0,-3.000-11.000 0 15,2.000 8.000-1-15,0.000 3.000 2 0,-5.000 3.000-1 0,-3.000-2.000 0 16,4.000-3.000-1-16,-4.000 7.000 1 0,4.000-3.000 0 0,-4.000 11.000 0 0,0.000 1.000 0 16,0.000 2.000 0-16,0.000 7.000 1 0,0.000 7.000-1 15,0.000-4.000-1-15,0.000 0.000 1 0,0.000 4.000 0 0,4.000 0.000 0 16,-4.000 0.000 0-16,0.000 0.000 0 0,0.000 0.000 0 15,0.000 4.000 1-15,0.000 7.000-1 0,0.000 3.000 0 0,0.000 2.000 0 0,-4.000 11.000 0 0,0.000 14.000 1 0,4.000-3.000 1 0,0.000-5.000-1 16,-4.000 0.000 1-16,4.000-2.000-1 0,0.000 3.000 1 0,0.000-1.000-1 16,-3.000 0.000 0-16,3.000 3.000 3 0,3.000-3.000-1 0,-3.000 0.000 1 15,0.000-1.000 0-15,4.000 1.000-1 0,0.000-8.000-1 0,0.000-5.000 0 16,-4.000 5.000 2-16,4.000-5.000 0 0,4.000-8.000 1 0,-5.000-3.000 0 16,-3.000 3.000-1-16,0.000-8.000-1 0,4.000 0.000 0 0,-2.000-4.000-1 15,2.000 0.000 2-15,-4.000 0.000 1 0,0.000 0.000-1 0,2.000 0.000 1 16,2.000 0.000-1-16,-2.000 0.000-1 0,-2.000 0.000 0 0,0.000-4.000 1 15,5.000-8.000-1-15,7.000-9.000 2 0,1.000-3.000-1 0,3.000-5.000 1 16,1.000-8.000 0-16,-5.000 1.000-3 0,-5.000 7.000 1 0,3.000 0.000 0 0,4.000-8.000 0 16,-3.000 1.000 1-16,-3.000 3.000-1 0,-1.000 4.000 1 0,3.000-3.000-1 15,2.000 3.000 0-15,-5.000 1.000-1 0,-3.000 7.000 0 0,4.000 1.000 1 16,0.000 7.000-2-16,-8.000 1.000 1 16,2.000 4.000 1-16,1.000 4.000-1 15,-1.000 0.000-1-15,0.000 4.000 1 0,-2.000 0.000-1 0,0.000 0.000 1 0,0.000 0.000-1 0,0.000 4.000 1 16,0.000 0.000-1-16,-2.000 16.000 0 0,-2.000 9.000-1 0,1.000 8.000 2 0,-1.000-3.000-1 15,-4.000 5.000 0-15,0.000 2.000-2 0,1.000-8.000 1 0,-1.000 0.000 0 16,8.000 7.000 0-16,-4.000-7.000-1 0,-4.000 0.000 2 0,5.000 0.000-1 16,4.000 1.000 0-16,1.000-7.000-1 0,2.000-3.000 0 15,4.000 1.000 0-15,3.000-7.000 0 0,-3.000 1.000 0 0,-4.000 1.000 0 0,4.000-4.000 0 16,1.000-3.000 0-16,3.000-5.000 0 0,-2.000 0.000 0 0,-3.000-2.000 0 16,1.000-4.000 0-16,0.000 2.000 0 0,-5.000 0.000 0 0,1.000-4.000 0 15,4.000-4.000 0-15,2.000 2.000 0 0,-3.000 0.000 0 0,-1.000-2.000 0 16,0.000 0.000 0-16,0.000-4.000 0 0,-2.000 0.000 0 0</inkml:trace>
  <inkml:trace contextRef="#ctx0" brushRef="#br1">5254.000 291.000 1871 0,'0.000'0.000'0'0,"0.000"0.000"0"0,0.000 0.000 0 0,0.000 0.000 42 16,0.000 0.000-1-16,0.000 0.000 1 0,0.000 0.000 1 15,0.000 0.000-28-15,0.000 0.000 1 0,0.000 0.000 0 0,0.000 0.000 0 0,0.000 0.000 43 16,42.000-8.000 0-16,-17.000 8.000 1 0,18.000 4.000-1 15,3.000 0.000-42-15,-6.000-2.000 1 0,-3.000 4.000 0 0,-6.000-1.000 0 0,-5.000-1.000 1 16,3.000 0.000 0-16,-2.000 4.000 0 0</inkml:trace>
  <inkml:trace contextRef="#ctx0" brushRef="#br1">5762.000 438.000 941 0,'0.000'0.000'0'0,"0.000"0.000"0"15,0.000 0.000 0-15,0.000 0.000 11 0,0.000 0.000 0 0,0.000 0.000 1 16,0.000 0.000-1-16,0.000 0.000-4 0,0.000 0.000 0 0,0.000 0.000 0 16,-19.000 0.000 1-16,19.000 0.000 53 0,-2.000 0.000 0 0,-2.000 0.000 1 15,2.000 2.000 0-15,2.000 1.000-45 0,-2.000 1.000 1 0,-2.000-4.000 0 0,2.000 0.000 0 16,2.000 0.000 53-16,0.000 0.000 1 0,-2.000 0.000 0 0,-3.000-4.000 1 16,-1.000 2.000-55-16,2.000 1.000 0 0,4.000 1.000 0 0,-2.000 0.000 0 15,0.000 0.000 35-15,0.000 0.000-1 0,0.000 0.000 1 0,-2.000 0.000 0 16,2.000-2.000-36-16,2.000 0.000-1 0,0.000 0.000 1 0,-1.000 0.000 1 15,-1.000 2.000 11-15,0.000 0.000 1 0,0.000 0.000-1 0,0.000 0.000 0 16,0.000 0.000-16-16,0.000 0.000 1 0,0.000 0.000-1 0,2.000 0.000 1 0,0.000 0.000-6 16,0.000 0.000-1-16,0.000 0.000 1 0,0.000 0.000 0 15,0.000 0.000-2-15,0.000 0.000-1 0,0.000 0.000 1 0,-2.000 0.000 0 0,0.000 0.000 3 16,0.000 0.000 1-16,2.000 0.000-1 0,0.000 0.000 1 0,0.000 0.000-5 16,0.000 0.000 2-16,0.000 0.000 0 0,0.000 0.000 0 0,0.000 0.000 6 0,0.000 0.000 2 15,0.000 0.000-2-15,0.000 0.000 2 0,0.000 0.000-7 16,0.000 0.000 1-16,0.000 0.000 0 0,0.000 0.000-1 0,0.000 0.000 12 0,0.000 0.000 0 15,0.000 0.000 0-15,0.000 0.000 0 0,0.000 0.000-10 0,0.000 0.000 1 16,0.000 0.000 1-16,0.000 0.000-1 0,2.000 0.000 11 0,2.000 0.000 1 16,0.000 0.000-1-16,-2.000 0.000 2 0,2.000 0.000-13 0,0.000 0.000 1 15,-3.000 0.000 0-15,5.000 0.000 0 0,4.000 0.000 9 0,-1.000 0.000 2 0,-1.000 2.000-2 16,-2.000 2.000 1-16,2.000-1.000-10 0,-3.000-3.000-1 16,-1.000 0.000 0-16,0.000 0.000 2 0,0.000 0.000 8 0,0.000 0.000 0 0,-2.000 0.000 0 15,4.000 0.000 1-15,-3.000 0.000-11 0,-3.000-1.000 0 0,4.000-1.000 0 16,0.000 0.000 1-16,0.000 2.000 5 0,4.000 0.000 0 0,-8.000 0.000 1 15,3.000 0.000 0-15,-3.000 0.000-8 0,4.000 0.000 1 0,0.000 0.000-1 16,0.000 0.000 0-16,2.000 0.000 7 0,-4.000 0.000-1 0,-2.000 0.000 1 16,2.000-2.000 1-16,3.000 0.000-9 0,1.000 0.000 1 0,-4.000 2.000 0 15,0.000 0.000 1-15,0.000 0.000 2 0,0.000 0.000 2 0,0.000 0.000-1 16,-2.000 0.000 1-16,0.000 0.000-7 0,0.000 0.000 1 0,0.000 0.000 0 0,0.000 0.000 0 16,0.000 0.000 3-16,0.000 0.000 0 0,0.000 0.000 1 0,0.000 0.000 0 15,0.000 0.000-5-15,0.000 0.000 0 0,0.000 0.000 0 0,0.000 0.000-1 16,0.000 0.000 4-16,0.000 0.000-1 0,0.000 0.000 0 0,2.000 0.000 1 15,2.000 0.000-4-15,-2.000 0.000-1 0</inkml:trace>
</inkml:ink>
</file>

<file path=ppt/ink/ink14.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7:43"/>
    </inkml:context>
    <inkml:brush xml:id="br0">
      <inkml:brushProperty name="width" value="0.05292" units="cm"/>
      <inkml:brushProperty name="height" value="0.05292" units="cm"/>
      <inkml:brushProperty name="color" value="#ff0000"/>
    </inkml:brush>
  </inkml:definitions>
  <inkml:trace contextRef="#ctx0" brushRef="#br0">21502.000 4968.000 904 0,'0.000'0.000'0'0,"0.000"0.000"0"0,0.000 0.000 0 0,0.000 0.000 34 16,0.000 0.000-1-16,0.000 0.000 1 0,0.000 0.000 1 0,0.000 0.000-21 16,0.000 0.000 1-16,0.000 0.000 0 0,0.000 0.000-1 0,0.000 0.000 37 0,0.000 0.000 0 15,-20.000 4.000 1-15,20.000-4.000-1 0,0.000 0.000-34 16,0.000 0.000 0-16,0.000 0.000 0 0,0.000 0.000 1 0,0.000-4.000 58 0,0.000 4.000 1 15,0.000 0.000-1-15,0.000 0.000 1 0,0.000 0.000-59 0,0.000 0.000 0 16,0.000 0.000 0-16,0.000 0.000 0 0,0.000 0.000 37 0,0.000 0.000 0 16,0.000 0.000 0-16,0.000 0.000 0 0,0.000 0.000-38 0,0.000 0.000 1 0,0.000 0.000-1 15,0.000 0.000 1-15,0.000 0.000 14 0,0.000 0.000 2 0,0.000 0.000 0 16,0.000 0.000-1-16,0.000 0.000-19 0,0.000 0.000 0 16,0.000 0.000 1-16,0.000 0.000-1 0,0.000 0.000-7 0,0.000 0.000 0 0,0.000 0.000 0 15,0.000 0.000 0-15,0.000 0.000-2 0,0.000 0.000-1 0,0.000 0.000 1 16,2.000 0.000 1-16,2.000 0.000 5 0,0.000 0.000 0 0,-2.000 0.000 0 15,0.000 0.000 0-15,2.000 4.000-4 0,0.000 0.000 1 0,-2.000 0.000-1 16,3.000-4.000 1-16,5.000 0.000 5 0,1.000 0.000 2 0,-1.000 0.000-2 16,0.000 4.000 2-16,-1.000 0.000-7 0,1.000-4.000 1 0,-2.000 0.000 0 15,-1.000 0.000 0-15,1.000 0.000 10 0,0.000 0.000 1 0,-2.000 0.000-1 0,5.000 0.000 1 16,1.000 0.000-10-16,-1.000 0.000 1 0,-3.000 0.000 1 0,0.000 4.000-1 16,-1.000 0.000 9-16,1.000-4.000 1 0,-4.000 0.000 1 0,9.000 0.000-1 15,3.000 0.000-10-15,-5.000 0.000 0 0,-3.000 0.000 1 0,2.000-2.000-1 16,-1.000 2.000 11-16,-1.000 0.000 1 0,-2.000 0.000-1 0,-1.000 0.000 2 15,5.000 0.000-13-15,0.000 2.000 1 0,-3.000 1.000 0 0,3.000-3.000 0 16,2.000 0.000 7-16,-3.000 0.000 1 0,-1.000 0.000 0 0,3.000 0.000 1 16,1.000 0.000-11-16,-4.000 0.000 1 0,-1.000 0.000 0 0,5.000 0.000 0 0,1.000 0.000 6 15,1.000 0.000 0-15,-3.000 0.000 0 0,1.000 0.000 0 16,-1.000-2.000-8-16,-1.000 1.000 1 0,2.000 1.000 0 0,3.000-2.000 0 0,0.000 0.000 5 16,-3.000 0.000 0-16,0.000 2.000 1 0,3.000-2.000 0 15,0.000 2.000-7-15,-3.000-4.000 0 0,-4.000 4.000 0 0,3.000 0.000 1 0,3.000 0.000 1 0,-3.000-4.000 1 16,1.000 4.000 0-16,3.000 0.000 0 0,0.000 0.000-5 0,-3.000 0.000 0 15,0.000 0.000 1-15,3.000 0.000 0 0,0.000-4.000 3 0,-3.000 4.000 1 16,-1.000 0.000-1-16,5.000 0.000 0 0,-5.000 0.000-4 0,1.000 0.000 1 16,-2.000 0.000-2-16,5.000 0.000 2 0,2.000-4.000 1 0,-1.000 4.000 1 0,-5.000-4.000 0 15,3.000 4.000 0-15,1.000 0.000-4 0,-1.000 0.000 1 0,-3.000 0.000 0 16,1.000 0.000-1-16,3.000 0.000 2 0,-2.000 0.000 0 0,-1.000 0.000 0 16,3.000 0.000 0-16,-3.000 0.000-4 0,-2.000 0.000 2 0,1.000 0.000-1 15,3.000 0.000 1-15,-3.000 0.000 3 0,-1.000 0.000 0 16,1.000 0.000 0-16,5.000 0.000 0 0,1.000 0.000-3 0,-3.000 0.000-1 15,-5.000 0.000 1-15,8.000 0.000 1 0,-1.000 4.000 0 0,-1.000 0.000 2 0,1.000 0.000-1 0,1.000-4.000 1 16,-2.000 4.000-3-16,-5.000 0.000-1 0,0.000-4.000 1 0,-1.000 4.000 1 0,1.000 0.000-1 16,-1.000-3.000 2-16,-3.000-1.000-1 0,6.000 2.000 1 0,1.000 4.000-4 15,1.000-6.000 2-15,-5.000 0.000-1 0,3.000 4.000 0 0,-1.000 0.000 1 0,-3.000 0.000 0 16,0.000-4.000 1-16,1.000 4.000 0 0,7.000-4.000-3 16,-5.000 0.000 1-16,-5.000 0.000-1 0,6.000 0.000 2 0,-1.000 4.000-1 0,-1.000 0.000 0 15,0.000-4.000 0-15,3.000 0.000 0 0,0.000 0.000-1 16,-3.000 0.000-1-16,0.000 0.000 0 0,5.000 0.000 2 0,0.000 4.000-2 0,-3.000 0.000 1 15,-2.000-4.000-1-15,5.000 0.000 0 0,-1.000 0.000 0 0,-7.000 0.000 0 16,5.000 0.000-1-16,3.000 0.000 1 0,1.000 0.000 0 0,-5.000 0.000 0 0,-1.000 0.000 0 16,7.000 0.000 1-16,-2.000 0.000-2 0,-3.000 0.000 0 0,-2.000 0.000 1 15,1.000 0.000-1-15,1.000 0.000 0 0,-3.000 0.000 0 0,3.000 2.000 1 16,1.000 2.000-1-16,3.000-3.000-1 0,-1.000-1.000 1 0,-5.000 0.000-1 16,1.000 0.000 2-16,3.000 2.000-2 0,-1.000 2.000 1 0,-3.000 0.000-1 15,1.000-4.000 1-15,1.000 0.000-1 0,-4.000 0.000 0 0,-1.000 0.000 1 16,1.000 4.000 0-16,6.000-4.000-1 0,-3.000 0.000 0 0,-3.000 0.000 0 15,3.000 0.000 0 1,3.000 4.000 0-16,-1.000 0.000 1 0,-1.000-4.000-1 0,3.000 0.000 0 16,3.000 0.000 0-16,-3.000 0.000 1 0,0.000 0.000-1 0,1.000 0.000 2 0,-5.000 0.000-2 0,-1.000 0.000 0 15,-1.000 0.000 0-15,9.000 4.000 1 0,-3.000 0.000-1 0,-3.000-4.000 2 0,-3.000 0.000-1 16,5.000 0.000 0-16,-1.000 0.000-1 0,-1.000 0.000 1 0,-4.000 0.000 0 16,3.000 0.000 0-16,-1.000 0.000 0 0,-3.000 0.000 0 0,-1.000 4.000 1 15,0.000 0.000-1-15,0.000-4.000-1 0,0.000 0.000 1 0,1.000 0.000-1 16,7.000 2.000 1-16,1.000 2.000 0 0,-1.000-1.000 0 0,-3.000-1.000-1 15,1.000 4.000 1-15,-1.000-2.000-1 0,1.000-4.000 0 0,-3.000 4.000 1 16,1.000-4.000 0-16,0.000 4.000-1 0,-1.000-4.000 0 0,-1.000 4.000 0 16,0.000-4.000 1-16,-3.000 4.000 0 0,1.000-4.000-1 0,0.000 4.000 0 15,-2.000-4.000 0-15,2.000 0.000 0 0,-1.000 0.000 0 0,1.000 0.000 0 16,4.000 4.000 0-16,-1.000-4.000 1 0,1.000 0.000-1 0,-2.000 0.000 0 0,3.000 0.000 0 16,1.000 2.000-1-16,-3.000-2.000 1 0,1.000 0.000-1 0,3.000 0.000 1 15,1.000 0.000-1-15,-3.000 0.000 1 0,-1.000 0.000-1 16,7.000 0.000 1-16,-3.000 0.000-1 0,-1.000 0.000 0 0,1.000 0.000 0 0,1.000 0.000 2 0,-1.000 0.000-2 0,-3.000 0.000 0 15,1.000 0.000 0-15,-1.000 0.000 1 0,1.000 0.000-1 0,-2.000 0.000 0 16,1.000 0.000 0-16,1.000 0.000 0 0,1.000 0.000 0 0,-1.000 0.000 0 16,-1.000 0.000 0-16,6.000 0.000 0 0,-5.000 0.000 0 0,2.000 0.000 0 15,-1.000 0.000 0-15,-3.000 0.000 0 0,1.000 0.000 0 0,-3.000 0.000 0 16,1.000 0.000 0-16,-3.000 0.000 0 0,2.000 0.000 0 0,-2.000 0.000 0 0,-1.000 0.000 0 16,-1.000 0.000 0-16,0.000 0.000 0 0,0.000 0.000 0 0,0.000-2.000 0 15,6.000 2.000 0-15,-3.000 0.000 0 0,1.000 0.000 0 0,0.000 0.000 0 16,3.000-4.000 0-16,-1.000 4.000 0 0,-3.000 0.000 0 0,1.000 0.000 0 15,0.000 0.000 0-15,-4.000 0.000 0 0,3.000 0.000 0 0,-3.000 0.000 0 16,2.000 0.000 1-16,0.000 0.000-1 0,-2.000 0.000 0 0,1.000 0.000 0 16,1.000 0.000 1-16,0.000 0.000-1 0,0.000 0.000 0 0,0.000 0.000 0 15,3.000 0.000 1-15,-1.000 0.000-1 0,-2.000 0.000 0 0,-1.000 0.000 0 16,3.000 0.000 0-16,-2.000 0.000 0 0,0.000 0.000 0 0,-1.000 0.000 0 16,1.000-4.000 0-16,0.000 4.000 0 0,0.000-4.000 0 0,-1.000 4.000 0 0,1.000 0.000 0 15,0.000 0.000 0-15,0.000 0.000 0 0,0.000 0.000 0 0,-3.000 0.000 1 16,1.000 0.000-1-16,0.000 0.000 0 0,0.000 0.000 0 0,2.000 0.000 0 15,0.000 0.000 0-15,-3.000 0.000 0 0,5.000 0.000 0 0,0.000 0.000 0 16,-2.000 0.000 0-16,-1.000 0.000 0 0,1.000 0.000 0 0,2.000 0.000 0 16,-1.000 0.000 0-16,1.000 0.000 0 0,0.000 0.000 0 0,2.000 0.000 0 15,-1.000 0.000 0-15,1.000 0.000 0 0,-1.000 0.000 0 0,7.000-4.000 0 0,-3.000 4.000 0 16,-1.000 0.000 0-16,-1.000 0.000 0 0,3.000-4.000 1 16,-3.000 4.000-1-16,1.000 0.000 0 0,-1.000 0.000 0 0,1.000-4.000 1 0,-2.000 4.000-1 0,-3.000 0.000 0 15,1.000 0.000 0-15,-2.000 0.000 1 0,-2.000 0.000-1 16,-1.000 0.000 0-16,1.000 0.000 0 0,-2.000 0.000 0 0,0.000 0.000 0 0,0.000 0.000 0 15,0.000 0.000 0-15,0.000 0.000 0 0,0.000 0.000 0 16,0.000 0.000 0-16,0.000 0.000 0 0,0.000 0.000 0 0,0.000 0.000 0 0,-2.000 0.000 0 16,0.000 0.000 0-16,1.000 0.000 2 0,1.000 0.000-2 0,0.000 0.000 0 15,0.000 0.000 0-15,0.000 0.000 0 0,-2.000 0.000 0 0,0.000 0.000 0 0,0.000 0.000 0 16,2.000 0.000 1-16,0.000 0.000-1 0,-2.000 0.000 0 0,0.000 0.000 0 16,0.000 0.000 1-16,0.000 0.000-1 0,0.000 0.000 0 0,0.000 0.000 0 15</inkml:trace>
</inkml:ink>
</file>

<file path=ppt/ink/ink15.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6:13"/>
    </inkml:context>
    <inkml:brush xml:id="br0">
      <inkml:brushProperty name="width" value="0.05292" units="cm"/>
      <inkml:brushProperty name="height" value="0.05292" units="cm"/>
      <inkml:brushProperty name="color" value="#ff0000"/>
    </inkml:brush>
  </inkml:definitions>
  <inkml:trace contextRef="#ctx0" brushRef="#br0">17401.000 4394.000 363 0,'0.000'0.000'0'0,"0.000"0.000"0"0,0.000 0.000 0 0,0.000 0.000 8 0,0.000 0.000 0 15,0.000 0.000 0-15,0.000 0.000 0 0,0.000 0.000-3 16,0.000 0.000 1-16,0.000 0.000-1 0,0.000 0.000 1 0,0.000 0.000 41 0,0.000 0.000 0 15,0.000 0.000 0-15,0.000 0.000 0 0,0.000 0.000-31 0,0.000 0.000 1 16,0.000 0.000 0-16,0.000 0.000 0 0,-18.000-19.000 50 0,17.000 15.000 0 16,-1.000 4.000 1-16,-2.000 0.000 0 0,2.000 0.000-50 0,0.000-4.000 0 15,0.000 4.000 0-15,-4.000-4.000 0 0,0.000 0.000 50 0,3.000 4.000 2 16,3.000 0.000-2-16,-2.000-2.000 2 0,-2.000 0.000-52 0,2.000 2.000 0 0,2.000 0.000 0 16,-2.000 0.000 0-16,0.000 0.000 7 0,-2.000 0.000-1 0,4.000 0.000 1 15,-4.000 0.000 0-15,-3.000 2.000-13 0,-1.000 4.000 0 0,0.000-2.000 1 16,8.000 0.000-1-16,-4.000-4.000-1 0,1.000 4.000 2 0,3.000-4.000-2 15,-4.000 4.000 1-15,0.000 0.000-5 0,4.000 0.000 1 0,0.000-4.000 0 16,-4.000 3.000-1-16,0.000 1.000 0 0,0.000-2.000 1 0,0.000 0.000 0 16,1.000 0.000 0-16,-1.000 0.000-4 0,2.000 0.000 2 0,2.000 2.000-1 15,-2.000 0.000 1-15,-2.000 0.000 10 0,2.000-4.000 1 0,2.000 0.000-2 16,-2.000 4.000 2-16,-2.000 0.000-8 0,2.000-4.000 1 0,2.000 0.000-1 0,0.000 4.000 1 16,-1.000 0.000 9-16,-1.000-4.000 2 0,2.000 0.000-2 0,0.000 3.000 1 15,0.000 1.000-10-15,0.000-4.000 1 0,0.000 0.000 0 0,0.000 2.000 1 16,0.000 2.000 8-16,0.000 0.000 1 0,0.000-2.000-1 0,0.000 4.000 2 15,0.000-2.000-11-15,0.000 0.000 0 0,0.000 0.000 0 0,0.000 4.000 1 16,0.000-1.000-2-16,0.000 1.000 1 16,0.000-4.000 0-16,0.000 2.000 0 0,0.000 2.000-4 0,0.000-4.000 0 0,0.000 0.000-1 0,-2.000 0.000 2 0,0.000 0.000-1 0,0.000-1.000 1 15,0.000 1.000 0-15,2.000-2.000 0 0,0.000 4.000-4 0,0.000 0.000 2 0,0.000-2.000-1 16,0.000 4.000 1-16,0.000 4.000 0 0,-2.000-5.000 0 0,0.000 1.000 0 31,0.000-2.000 1-31,0.000 2.000-3 0,2.000-4.000 1 0,0.000-4.000-1 16,0.000 8.000 1-16,0.000 0.000-1 0,0.000-3.000 2 0,0.000 1.000-1 0,0.000 4.000 1 15,0.000 2.000-3-15,0.000-4.000 2 0,0.000 0.000-2 0,0.000-1.000 2 16,0.000-1.000 1-16,0.000 2.000 1 0,0.000 0.000 0 0,0.000 0.000 1 16,0.000 2.000-4-16,0.000-5.000 2 0,0.000-1.000-2 0,0.000 2.000 2 15,0.000 6.000 2-15,0.000-4.000 1 0,0.000 3.000 0 0,0.000-5.000 0 16,0.000-2.000-4-16,0.000 0.000 1 0,0.000 0.000 0 0,0.000 4.000 0 0,2.000 0.000 5 16,2.000 4.000 2-16,0.000-9.000-1 0,-2.000 7.000 0 15,0.000 2.000-5-15,-2.000 0.000 1 0,0.000-4.000 0 0,2.000 5.000 0 0,1.000-1.000 3 16,-1.000 0.000 1-16,-2.000-4.000 1 0,0.000 3.000-1 15,0.000 3.000-5-15,0.000-6.000 1 0,0.000-4.000-1 0,0.000 4.000 1 0,0.000 1.000 2 16,0.000-1.000 1-16,0.000 0.000-1 0,0.000 0.000 1 0,0.000 0.000-4 0,0.000 2.000-1 16,0.000-3.000 1-16,0.000 5.000 0 0,0.000 4.000 3 0,-2.000-6.000 1 15,1.000 1.000-1-15,-1.000-3.000 1 0,2.000 4.000-4 0,0.000-4.000 0 0,0.000-4.000 0 16,0.000 4.000 0-16,-4.000 1.000 2 0,2.000-1.000 0 0,2.000 0.000 0 16,-2.000 0.000 2-16,-2.000 0.000-6 0,2.000 1.000 2 15,2.000-1.000-2-15,-2.000 4.000 2 0,-4.000 2.000 0 0,1.000-3.000 1 0,-1.000 1.000 0 16,0.000 0.000 0-16,2.000 2.000-4 0,2.000-3.000 2 0,-2.000-3.000-1 15,3.000 4.000 1-15,-3.000-4.000 2 0,0.000 0.000 0 0,2.000-2.000-1 16,-4.000 5.000 1-16,0.000 5.000-3 0,1.000-6.000 0 0,1.000-2.000 1 16</inkml:trace>
  <inkml:trace contextRef="#ctx0" brushRef="#br0">15220.000 5184.000 929 0,'0.000'0.000'0'0,"0.000"0.000"0"0,0.000 0.000 0 0,0.000 0.000 32 0,0.000 0.000 1 16,0.000 0.000-1-16,0.000 0.000 2 0,0.000 0.000-21 15,0.000 0.000 2-15,0.000 0.000 0 0,0.000 0.000-1 0,0.000 0.000 54 0,0.000 0.000 0 16,0.000 0.000 0-16,0.000 0.000 1 0,0.000 0.000-51 16,0.000 0.000 0-16,0.000 0.000 0 0,0.000 0.000 0 0,0.000 0.000 50 0,0.000 0.000 2 15,0.000 0.000-2-15,-19.000-2.000 2 0,17.000 2.000-52 0,0.000 0.000 0 0,0.000 0.000 0 16,2.000 0.000 0-16,0.000 0.000 31 0,0.000 0.000 0 0,0.000 0.000 1 16,0.000 0.000 0-16,0.000 0.000-33 0,0.000 0.000 0 0,0.000 0.000 0 15,0.000 0.000 0-15,0.000 0.000 8 0,0.000 0.000 1 0,0.000 0.000 0 16,0.000 0.000 0-16,0.000 0.000-14 0,0.000 0.000 0 0,0.000 0.000 1 15,2.000 0.000 0-15,4.000 0.000-5 0,0.000 0.000 0 0,-2.000 0.000 0 16,7.000 0.000 0-16,7.000 0.000-3 0,1.000 0.000 1 0,0.000 0.000 0 16,4.000 0.000-1-16,-4.000 0.000 3 0,-3.000 0.000 1 0,-1.000 0.000-1 15,1.000-2.000 1-15,-1.000 0.000-4 0,0.000 0.000 1 0,-1.000 2.000 0 16,3.000 0.000 0-16,4.000 0.000 4 0,1.000 0.000 2 0,-1.000 0.000-2 0,-2.000 0.000 1 16,0.000 0.000-4-16,0.000 0.000 0 0,-3.000 0.000-1 0,3.000-4.000 2 15,0.000 4.000 3-15,-3.000 2.000 2 0,-1.000 0.000-1 0,2.000-2.000 0 16,3.000-4.000-5-16,-1.000 4.000 1 0,-4.000 0.000 0 0,5.000 0.000 0 15,-5.000-4.000 11-15,-4.000 0.000 0 0,1.000 0.000 0 0,9.000 4.000 0 16,-3.000-4.000-9-16,-3.000 4.000 0 0,0.000-4.000 0 0,1.000 4.000 1 0,-1.000 0.000 10 16,0.000 0.000-1-16,3.000 0.000 0 0,-3.000 0.000 0 15,8.000 0.000-10-15,-3.000 0.000 2 0,-7.000 0.000-1 0,0.000 0.000 0 0,3.000 0.000 5 16,-3.000 0.000-1-16,1.000 0.000 1 0,-1.000-4.000 1 16,-1.000 4.000-8-16,-1.000 0.000 0 0,-1.000 0.000 0 0,3.000 0.000 1 0,-1.000 0.000 5 15,-4.000 0.000 0-15,3.000 0.000 0 0,-3.000 0.000 1 0,0.000 0.000-7 16,-4.000 0.000 0-16,3.000 0.000 0 0,1.000-4.000 0 0,0.000 4.000 4 0,-1.000 4.000 2 15,-1.000-4.000-1-15,0.000 0.000 1 0,2.000 0.000-7 16,-3.000 0.000 1-16,-1.000 0.000 0 0,0.000-4.000 0 0,0.000 4.000 5 0,0.000 0.000 2 16,-2.000 0.000 0-16,1.000-4.000-1 0,1.000 4.000-6 0,-2.000 0.000 0 15,2.000 0.000 0-15,2.000 0.000 1 0,0.000 0.000 2 0,-4.000 0.000 0 16,-2.000 0.000 0-16,2.000 0.000 1 0,1.000 0.000-7 0,-1.000 0.000 2 0,-2.000 0.000 0 16,0.000 0.000 0-16,0.000 0.000 1 0,0.000 0.000 0 0,0.000 0.000 0 15,0.000 0.000 1-15,0.000 0.000-4 0,0.000 0.000 0 0,-2.000 0.000 0 16,-3.000 8.000 1-16,-7.000 8.000-2 0,-3.000 2.000 1 0</inkml:trace>
  <inkml:trace contextRef="#ctx0" brushRef="#br0">15524.000 5426.000 1231 0,'0.000'0.000'0'15,"0.000"0.000"0"-15,0.000 0.000 0 0,0.000 0.000 62 0,0.000 0.000 2 0,0.000 0.000-1 16,0.000 0.000 1-16,0.000 0.000-46 0,0.000 0.000 0 0,0.000 0.000 0 16,-3.000-19.000 0-16,3.000 19.000 36 0,0.000 0.000 1 0,0.000 0.000-1 15,0.000 0.000 1-15,0.000 0.000-38 0,0.000 0.000 0 0,0.000 0.000 0 16,0.000 0.000 1-16,0.000 0.000 13 0,0.000 0.000 0 0,0.000 0.000-1 16,0.000 0.000 2-16,0.000 0.000-19 0,0.000 0.000 2 0,0.000 0.000-2 15,0.000 0.000 2-15,-4.000 0.000-1 0,4.000 0.000 2 0,0.000 0.000 0 16,-4.000 4.000 0-16,0.000 7.000-7 0,0.000 1.000-1 0,-3.000 2.000 1 15,-1.000 2.000 2-15,-4.000 7.000 1 0,5.000-1.000 1 0,3.000 1.000 1 16,-6.000-1.000-1-16,1.000-3.000-5 0,1.000-1.000 0 0,4.000-2.000 0 16,-4.000 3.000 1-16,1.000 3.000-7 0,1.000-3.000 1 0,-2.000 3.000 1 15,0.000 5.000-1-15,3.000-1.000-1 0,3.000-7.000 1 0,0.000-3.000-1 16,-6.000 2.000 1-16,4.000-3.000 2 0,4.000-3.000 0 0,2.000 2.000 1 0,0.000-3.000 0 16,-2.000-3.000-3-1,2.000 0.000 1-15,2.000-2.000 0 0,0.000-2.000 0 0,-2.000 0.000 2 0,0.000 0.000 1 16,-1.000-4.000-2-16,3.000 4.000 2 0,2.000-4.000-2 0,-2.000 0.000-1 15,0.000 0.000 0-15,3.000 0.000 1 0,5.000 0.000 4 0,0.000 0.000 1 16,-3.000-4.000 0-16,5.000 0.000 0 0,7.000-6.000-4 0,-6.000 2.000 1 16,1.000 0.000-1-16,-5.000 0.000 1 0,1.000 1.000 4 0,-1.000-1.000 2 0,-3.000 0.000-1 15,-2.000 2.000 0-15,-2.000-2.000-5 0,-2.000 0.000 1 0,-2.000 1.000 0 16,0.000-1.000 0-16,0.000 4.000 3 0,0.000 0.000 1 0</inkml:trace>
  <inkml:trace contextRef="#ctx0" brushRef="#br0">15426.000 5610.000 1407 0,'-4.000'0.000'0'0,"-3.000"0.000"0"0,-7.000 0.000 0 16,3.000 0.000 32-16,3.000 4.000 1 0,0.000 0.000-1 0,-1.000-4.000 2 16,-3.000 4.000-21-16,5.000 0.000 2 0,7.000 0.000 0 0,-4.000-4.000-1 15,0.000 0.000 31-15,0.000 0.000 1 0,4.000 0.000 0 0,0.000 4.000 0 16,0.000-2.000-30-16,0.000-2.000 1 0,0.000 0.000 0 0,0.000 2.000-1 16,0.000 2.000 6-16,0.000 2.000 0 0,4.000-6.000-1 15,4.000 4.000 2-15,7.000-1.000-12 0,-2.000 5.000 0 0,3.000-4.000 1 0,11.000 0.000 0 16,11.000 0.000-6-16,-3.000-4.000 0 0,-4.000 0.000 0 0,-12.000 0.000 1 0,4.000 0.000-3 0,-6.000 0.000 1 0,3.000 0.000-1 15,-1.000-4.000 1-15,-2.000 4.000-3 0,-2.000 0.000 0 0,1.000 0.000 0 0,1.000 0.000 2 16,-1.000 0.000-2-16,-5.000 0.000 0 0</inkml:trace>
  <inkml:trace contextRef="#ctx0" brushRef="#br0">16217.000 5182.000 979 0,'0.000'0.000'0'0,"0.000"0.000"0"16,0.000 0.000 0-16,0.000 0.000 84 0,0.000 0.000 2 0,0.000 0.000-2 16,0.000 0.000 1-16,-4.000-22.000-68 0,2.000 22.000 1 0,1.000 0.000 0 15,-1.000-4.000 0-15,0.000 0.000 42 0,2.000 4.000 2 0,0.000 0.000 0 16,0.000-4.000 0-16,0.000 4.000-46 0,0.000 0.000 2 0,0.000 0.000 0 0,-2.000-4.000 0 16,0.000 4.000 15-16,0.000-4.000-1 0,0.000 2.000 1 0,0.000 2.000 1 15,0.000 0.000-21-15,0.000 0.000 2 0,0.000 0.000-1 0,0.000-1.000 1 16,0.000-1.000-1-16,1.000 0.000 1 0,-1.000 0.000 0 0,2.000 2.000-1 15,0.000 0.000-5-15,0.000 0.000 0 0,0.000 0.000 0 0,0.000 0.000 0 16,0.000 0.000 8-16,0.000 0.000 0 0,0.000 0.000 0 0,0.000 0.000-1 16,0.000 0.000-7-16,0.000 0.000 1 0,0.000 0.000 1 0,0.000 0.000-1 0,0.000 0.000-9 15,0.000 0.000 1-15,2.000 0.000 0 0,13.000-2.000 0 16,8.000 0.000 0-16,4.000-2.000 0 0,2.000 0.000-1 0,2.000 0.000 1 0,-4.000 0.000 5 16,-4.000 0.000 0-16,-4.000 0.000-1 0,2.000 0.000 1 0,-2.000 0.000-2 15,1.000 0.000-1-15,-1.000 3.000 1 0,2.000 1.000 0 0,0.000 0.000 6 16,-5.000-2.000 2-16,-1.000-2.000-2 0,4.000 2.000 1 0,-1.000 2.000-5 15,-5.000 0.000 1-15,-1.000 0.000 0 0,1.000-4.000 0 0,0.000 0.000 7 0,-3.000 4.000 1 16,-2.000 0.000 0-16,1.000 0.000 1 0,-1.000 0.000-8 16,-4.000 0.000 0-16,0.000 0.000 0 0,2.000 0.000 1 0,-1.000 0.000 15 0,-1.000 0.000 1 15,-2.000 0.000 0-15,2.000 0.000 0 0,-4.000 0.000-14 0,4.000 0.000 1 16,-4.000 0.000-1-16,0.000 0.000 1 0,0.000 0.000 12 0,0.000 0.000 1 0,0.000 0.000-1 16,0.000 0.000 0-16,0.000 0.000-12 0,0.000 0.000-1 0,0.000 0.000 0 15,0.000 0.000 2-15,0.000 0.000 7 0,0.000 0.000 1 0,0.000 0.000-1 16,-10.000 0.000 0-16,-1.000-4.000-10 0,-9.000 4.000 1 0</inkml:trace>
  <inkml:trace contextRef="#ctx0" brushRef="#br0">16088.000 4600.000 1482 0,'0.000'0.000'0'0,"0.000"0.000"0"0,0.000 0.000 0 16,8.000-22.000 67-16,-4.000 19.000 1 0,-4.000-1.000-1 0,0.000 0.000 0 15,0.000-4.000-49-15,0.000 4.000 0 0,0.000 4.000 0 0,0.000 0.000 0 0,0.000 0.000 39 16,0.000 0.000 2-16,0.000 0.000-2 0,0.000 0.000 1 16,0.000 0.000-41-16,0.000 0.000 1 0,0.000 0.000 0 0,0.000 4.000 0 0,0.000 4.000 14 15,-4.000 0.000 1-15,4.000-1.000 0 0,-4.000 19.000-1 16,0.000 7.000-18-16,-3.000-2.000 0 0,1.000-1.000 1 0,0.000-1.000-1 0,2.000-5.000 4 0,2.000-3.000 0 0,-2.000 3.000 0 15,-5.000-3.000 1-15,3.000 3.000-9 0,4.000-9.000 0 16,2.000 7.000 1-16,-2.000-2.000 0 0,0.000 1.000 3 0,0.000-5.000 1 0,2.000-1.000 0 16,-2.000 3.000-1-16,1.000-6.000-6 0,-1.000-4.000 1 0,0.000 5.000 0 15,-2.000-1.000 0-15,2.000-4.000-6 0,2.000 0.000 1 0,2.000-4.000-1 0,2.000-4.000 0 16,-2.000 2.000 0-16,-2.000 0.000 0 0,0.000 1.000-1 0,0.000 3.000 2 16,0.000 2.000 1-16,0.000-8.000 1 0,2.000 0.000-1 0,1.000 0.000 2 15,1.000 4.000-2-15,-2.000 0.000-1 0,-2.000-4.000 1 0</inkml:trace>
  <inkml:trace contextRef="#ctx0" brushRef="#br0">14245.000 6012.000 1470 0,'0.000'0.000'0'16,"0.000"0.000"0"-16,0.000 0.000 0 0,0.000 0.000 69 0,0.000 0.000 1 15,0.000 0.000-1-15,0.000 0.000 1 0,0.000 0.000-52 0,0.000 0.000 0 16,0.000 0.000 0-16,-14.000-18.000 0 0,12.000 14.000 37 0,0.000 4.000 0 0,-1.000 0.000 0 16,-1.000 0.000 1-16,0.000-4.000-39 0,0.000 4.000 1 0,0.000 0.000-2 15,0.000 0.000 2-15,0.000 0.000 10 0,1.000 0.000 0 0,-1.000 0.000 1 16,-2.000 0.000 0-16,-2.000 4.000-16 0,1.000 0.000 1 0,-1.000 0.000-1 16,0.000-2.000 1-16,1.000 2.000-4 0,-1.000-2.000 0 0,4.000-2.000 0 15,4.000 2.000 0-15,0.000 2.000-3 0,-4.000 0.000-1 0,0.000-4.000 1 16,4.000 0.000 0-16,0.000 0.000-3 0,0.000 0.000 1 0,0.000 0.000-1 15,-4.000 0.000 2-15,4.000 0.000-3 0,-3.000 0.000 1 0,3.000 0.000-1 16,0.000 0.000 2-16,0.000 0.000-3 0,0.000 0.000 1 0,0.000 0.000 1 0,0.000 0.000-1 16,0.000 0.000-1-16,0.000 0.000 0 0,0.000 0.000 1 0,0.000 0.000-1 15,0.000 0.000-1-15,0.000 0.000 1 0,0.000 0.000 0 0,0.000 0.000 1 16,7.000 0.000-2-16,1.000 4.000 1 0,-4.000 0.000-1 0,7.000 0.000 1 16,9.000-4.000 3-16,1.000 3.000-1 0,-2.000 1.000 1 0,6.000-4.000-1 15,2.000 0.000 0-15,-2.000 0.000-1 0,-2.000-4.000 1 0,-4.000 1.000-1 16,1.000-1.000 6-16,-1.000 0.000 1 0,-2.000 0.000 0 0,2.000-2.000 0 15,1.000 2.000-4-15,-3.000 2.000 0 0,-4.000 2.000 1 0,1.000-2.000 0 0,1.000-2.000 6 16,-1.000 0.000 1-16,1.000 0.000-1 0,-3.000 4.000 2 16,-5.000 0.000-7-16,1.000-4.000 1 0,-4.000 4.000-1 0,4.000-4.000 1 0,-5.000 4.000 6 0,1.000 0.000 1 15,0.000 0.000 0-15,-4.000 0.000 1 16,4.000 0.000-8-16,-4.000 0.000 0 0,0.000 0.000 0 0,0.000 0.000 1 0,0.000 0.000 8 0,0.000 0.000 1 16,0.000 0.000-1-16,0.000 0.000 1 0,0.000 0.000-9 0,0.000 0.000 0 15,0.000 0.000 0-15,0.000 0.000 1 0,0.000 0.000 6 0,0.000 0.000 1 16</inkml:trace>
  <inkml:trace contextRef="#ctx0" brushRef="#br0">13775.000 5820.000 728 0,'0.000'0.000'0'0,"0.000"0.000"0"15,0.000 0.000 0-15,0.000 0.000 26 0,0.000 0.000-1 0,0.000 0.000 1 16,0.000 0.000 0-16,0.000 0.000-14 0,0.000 0.000 1 0,0.000 0.000-1 15,0.000 0.000 2-15,-4.000-18.000 45 0,4.000 18.000 0 0,0.000 0.000 1 16,0.000-4.000-1-16,0.000 4.000-42 0,4.000-3.000 1 0,0.000 3.000 0 16,-4.000 0.000 0-16,0.000 0.000 66 0,0.000 0.000 0 0,0.000 0.000 1 15,0.000 0.000 0-15,0.000 0.000-68 0,0.000 0.000 1 0,0.000 0.000 0 16,0.000 0.000 0-16,0.000 0.000 24 0,0.000 0.000 1 0,0.000 0.000 0 0,0.000 0.000-1 16,0.000 0.000-26-16,0.000 0.000 0 0,0.000 0.000-1 0,-4.000 0.000 2 15,4.000 0.000 10-15,0.000 0.000 0 0,0.000 0.000 0 0,-4.000 7.000 1 16,4.000 1.000-16-16,-4.000-2.000 2 0,4.000 0.000-2 0,-3.000 4.000 2 15,-1.000 5.000-8-15,4.000-3.000 2 0,-4.000 0.000-1 0,0.000 6.000 1 16,0.000 3.000-4-16,0.000-1.000 2 0,1.000-1.000-2 0,-1.000 3.000 2 16,0.000 1.000 2-16,0.000 3.000 1 0,0.000 1.000 0 0,0.000 2.000 0 15,0.000-7.000-4-15,1.000 2.000 1 0,-5.000-3.000 0 16,4.000 6.000 0-16,4.000-3.000 7 0,-2.000-2.000-1 0,-2.000 1.000 0 16,-1.000-1.000 1-16,1.000-1.000-5 0,2.000-1.000-1 0,0.000 1.000 1 0,-4.000 3.000 0 15,4.000-5.000 8-15,2.000 3.000 0 0,-2.000-6.000-1 0,0.000-1.000 1 16,-2.000-1.000-7-16,1.000-6.000 0 0,1.000 3.000 0 0,2.000-3.000 1 0,0.000 0.000 8 0,0.000-2.000 1 15,0.000-2.000-1-15,-2.000 0.000 1 0,0.000 4.000-9 16,0.000 0.000 0-16,2.000-5.000 0 0,0.000-1.000 2 0,0.000 0.000 6 0,-2.000 0.000 0 16,0.000 0.000-1-16,0.000-2.000 3 0,0.000 0.000-10 0,2.000 0.000 0 15,0.000 2.000 0-15,0.000 2.000 1 0,0.000 0.000 7 0,0.000 0.000 0 16,0.000-4.000 0-16,0.000 0.000 0 0,0.000 0.000-8 0,0.000 0.000 0 16,0.000 0.000 0-16,0.000 0.000 0 0,0.000 0.000 7 0,0.000 0.000 1 0,0.000 0.000-1 15,0.000 0.000 1-15,0.000-4.000-9 0,0.000 4.000 1 0</inkml:trace>
</inkml:ink>
</file>

<file path=ppt/ink/ink16.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7:37"/>
    </inkml:context>
    <inkml:brush xml:id="br0">
      <inkml:brushProperty name="width" value="0.05292" units="cm"/>
      <inkml:brushProperty name="height" value="0.05292" units="cm"/>
      <inkml:brushProperty name="color" value="#ff0000"/>
    </inkml:brush>
  </inkml:definitions>
  <inkml:trace contextRef="#ctx0" brushRef="#br0">25241.000 3564.000 728 0,'0.000'0.000'0'16,"0.000"0.000"0"-16,0.000 0.000 0 0,0.000 0.000 26 0,0.000 0.000-1 0,0.000 0.000 1 16,0.000 0.000 0-16,0.000 0.000-14 0,0.000 0.000 1 0,0.000 0.000-1 15,0.000 0.000 2-15,0.000 0.000 70 0,0.000 0.000 1 0,0.000 0.000-1 16,0.000 0.000 1-16,0.000 0.000-68 0,0.000 0.000 1 0,0.000 0.000 0 16,0.000 0.000 0-16,0.000 0.000 49 0,0.000 0.000 1 0,0.000 0.000-1 15,0.000 0.000 0-15,0.000 0.000-49 0,0.000 0.000 0 0,0.000 0.000 0 0,0.000 0.000 0 16,0.000 0.000 36-16,0.000 0.000 1 0,0.000 0.000 0 0,0.000 0.000 0 15,0.000 0.000-38-15,0.000 0.000 1 0,0.000 0.000-1 0,0.000 0.000 1 16,0.000 0.000 9-16,0.000 0.000 0 0,0.000 0.000-1 0,0.000 0.000 3 16,0.000 0.000-17-16,0.000 0.000 1 0,0.000 0.000 0 0,0.000 0.000 0 15,0.000 0.000-5-15,0.000 0.000 0 0,0.000 0.000 0 0,0.000 0.000 1 16,0.000 0.000-4-16,0.000 0.000 1 0,0.000 0.000 0 0,0.000 0.000-1 0,0.000 0.000 3 16,0.000 0.000 1-16,0.000 0.000 0 0,0.000 0.000 0 0,0.000 0.000-3 15,13.000 18.000-1-15,-11.000-14.000 1 0,2.000-1.000 1 0,0.000 1.000 6 0,0.000 4.000 0 16,0.000-4.000 1-16,-2.000 0.000-1 0,1.000 0.000-5 15,1.000 2.000 1-15,-2.000-2.000-1 0,0.000 4.000 1 0,2.000-4.000 7 0,0.000-1.000 1 16,-2.000 1.000-2-16,0.000 4.000 2 0,0.000 0.000-8 0,-1.000 0.000 1 16,1.000-4.000-1-16,0.000 2.000 1 0,0.000 1.000 9 0,0.000 1.000 0 15,0.000-4.000 1-15,0.000 8.000-1 0,0.000-4.000-9 0,0.000 2.000 1 0,0.000-3.000-1 16,-2.000 5.000 1-16,0.000-2.000 9 0,0.000-2.000 1 0,0.000-4.000-1 16,0.000 7.000 0-16,0.000 1.000-10 0,0.000-2.000 1 0,0.000 2.000 1 15,-2.000 3.000-1-15,0.000 1.000 7 0,0.000 2.000 1 0,2.000-7.000-1 16,-2.000 1.000 1-16,-4.000 4.000-9 0,1.000-2.000 0 0,3.000 1.000 0 15,0.000-5.000 1-15,0.000 2.000 7 0,-2.000 0.000 0 0,0.000-1.000 0 16,0.000 5.000 0-16,-2.000 2.000-8 0,1.000 1.000 0 0,-1.000 3.000 1 16,2.000 1.000-1-16,2.000-1.000 4 0,-2.000-3.000 1 0,-1.000 7.000-1 15,-3.000-3.000 1-15,2.000 3.000-7 0,2.000-7.000 1 0,0.000 3.000 0 16,-1.000-3.000 0-16,5.000-1.000 3 0,0.000-2.000 2 0,0.000 7.000-2 0,-4.000-1.000 1 16,4.000-3.000-5-16,4.000-1.000 0 0,-1.000 2.000 0 0,-3.000-3.000 0 15,4.000-1.000 1-15,0.000 0.000 1 0,0.000-5.000-1 0,2.000 7.000 1 16,1.000-6.000-4-16,-1.000-4.000 0 0,0.000 1.000 0 0,4.000-1.000 1 15,1.000-4.000-1-15,-1.000 0.000 2 0,1.000 0.000 0 0,5.000 0.000 0 16,1.000-4.000-4-16,-2.000 0.000 2 0,-3.000 0.000 0 0,9.000-4.000-1 16,2.000-4.000 2-16,-5.000 0.000 1 0,-3.000-2.000 0 0,-2.000-1.000 0 15,-1.000 3.000-4-15,-4.000 0.000 2 0,-4.000 4.000-1 0,-3.000 2.000 1 0,1.000 0.000-1 16,-2.000-2.000 2-16,0.000 2.000 0 0,-2.000 2.000 0 16,1.000 0.000-3-16,-1.000-2.000 1 0,0.000 2.000-1 0,-12.000 4.000 2 0,-7.000 2.000-3 0,-2.000 4.000 2 15,-2.000 2.000-1-15,-10.000 3.000 1 0,3.000 7.000-2 16,5.000-6.000 0-16,2.000 1.000 1 0,0.000 7.000-1 0,3.000-7.000-1 0,3.000 3.000 2 15,4.000-1.000-1-15,-4.000 7.000 0 0,-1.000-5.000 0 0,3.000 3.000-1 16,3.000-2.000 0-16,7.000 5.000 0 0,-3.000-6.000-1 0,1.000 3.000 2 16,1.000 1.000-1-16,8.000 3.000 0 0,-4.000-9.000-1 0,0.000 3.000 2 15,4.000-1.000-2-15,4.000 3.000 1 0,-4.000-6.000-2 0,0.000 1.000 1 16,2.000 1.000 0-16,4.000-3.000 0 0,-2.000 3.000-1 0,-3.000-4.000 1 16,3.000-3.000-1-16,2.000 3.000 2 0,-4.000 4.000-2 0,-2.000-3.000 0 0,0.000 3.000 0 15,4.000 1.000 1-15,-2.000-5.000-1 0,-2.000 0.000 0 0,-2.000 1.000 0 16,4.000 3.000 1-16,-4.000-4.000-1 0,-4.000-3.000 0 0,2.000-1.000 0 15,2.000 2.000 0-15,-2.000 1.000 0 0,1.000-3.000 0 0,-1.000-4.000 0 16,0.000 6.000 0-16,-4.000 5.000 0 0,-1.000-3.000 0 0,-1.000-4.000 0 16,4.000 1.000 0-16,0.000 3.000 0 0,-1.000-4.000 0 0,-1.000 2.000 0 15,4.000-3.000 0-15,-3.000 1.000-1 0,3.000 0.000 1 0,-4.000-2.000 0 16,4.000 13.000 0-16,-4.000 3.000 0 0,-1.000-3.000 0 0,-3.000-1.000 0 16</inkml:trace>
  <inkml:trace contextRef="#ctx0" brushRef="#br0">25197.000 5393.000 954 0,'0.000'0.000'0'0,"0.000"0.000"0"16,-29.000-12.000 0-16,15.000 12.000 13 0,3.000 0.000-1 0,1.000 0.000 1 0,6.000-4.000 0 0,4.000 4.000-5 16,0.000 4.000 0-16</inkml:trace>
  <inkml:trace contextRef="#ctx0" brushRef="#br0">24479.000 4387.000 1608 0,'0.000'0.000'0'0,"0.000"0.000"0"0,0.000 0.000 0 0,0.000 0.000 40 16,0.000-20.000 0-16,0.000 16.000 1 0,2.000-10.000 0 0,2.000 3.000-25 15,-1.000-5.000 0-15,1.000 4.000-1 0,0.000-2.000 2 0,0.000 3.000 10 0,-2.000-1.000 0 16,0.000 2.000 0-16,0.000-2.000 1 0,-2.000-3.000-16 16,0.000 7.000 2-16,0.000 0.000-1 0,-2.000 2.000 1 0,0.000 2.000-3 0,0.000 0.000 1 15,2.000 4.000 1-15,-2.000 0.000-1 0,0.000-4.000-5 16,0.000 4.000 1-16,0.000 4.000 0 0,-4.000 4.000-1 0,-1.000 6.000-4 0,-1.000 2.000 0 16,0.000 1.000-1-16,-5.000 15.000 2 0,-1.000 5.000-2 0,3.000-8.000 0 15,1.000-1.000 0-15,6.000 1.000 1 0,2.000-2.000-2 0,2.000-5.000 0 16,0.000-3.000 0-16,-1.000 3.000 0 0,1.000-6.000-1 0,1.000-5.000 1 15,1.000-1.000 0-15,-2.000 2.000 0 0,4.000 0.000-1 0,-2.000-4.000 2 0,2.000-8.000-1 16,-4.000 3.000 0-16,0.000-3.000-1 0,0.000 0.000 1 0,4.000 0.000 0 16,0.000 0.000 0-16,0.000 0.000-1 0,-4.000 0.000 1 0,3.000 0.000 0 15,1.000-7.000 1-15,8.000-9.000-2 0,-1.000-4.000 1 0,-1.000 3.000-1 16,3.000-15.000 1-16,1.000 3.000-1 0,-4.000 0.000 1 0,1.000 1.000-1 16,-1.000-1.000 1-16,-5.000-1.000-1 0,-1.000 7.000 1 0,0.000-10.000-1 15,4.000-1.000 1-15,-2.000-1.000-1 0,-4.000 2.000 1 16,-2.000 0.000-1-16,0.000-1.000 2 0,0.000 7.000-2 0,-2.000 5.000 1 15,-4.000 3.000-1-15,2.000-3.000 1 0,0.000 3.000-1 0,0.000 3.000 1 0,2.000 2.000-1 0,2.000 2.000 1 16,0.000 5.000-1-16,-2.000 3.000 1 0,2.000 4.000-1 0,0.000 0.000 1 16,0.000 0.000-1-16,0.000 0.000 0 0,0.000 4.000 0 0,0.000 11.000 1 15,-1.000 11.000-1-15,-1.000 1.000 0 0,2.000 6.000 0 0,0.000 13.000 2 16,0.000 2.000-2-16,0.000-6.000 0 0,0.000-1.000 0 0,0.000-4.000 1 16,0.000-4.000-1-16,0.000-1.000 0 0,0.000 1.000 0 0,3.000-8.000 1 0,1.000 3.000-1 15,-2.000-9.000 0-15,0.000-1.000 0 0,2.000-6.000 1 16,-2.000-1.000-1-16,0.000-9.000 0 0,-2.000 2.000 0 0,0.000-2.000 1 0,0.000 0.000 0 15,0.000 0.000 0-15,2.000-2.000 0 0,2.000-2.000 1 16,-1.000 0.000-1-16,-1.000 0.000 0 0,0.000 2.000 0 0,4.000-6.000 0 0,2.000-9.000 1 0,0.000-5.000 0 16,-1.000-1.000 1-16,7.000-17.000-1 0,-3.000-3.000-1 15,1.000 6.000 1-15,-5.000 2.000-1 0,3.000-8.000 2 0,-4.000 3.000-2 16,0.000 1.000 1-16,5.000 2.000 0 0,-5.000-6.000 1 0,0.000 11.000-2 0,-2.000 3.000 1 16,-2.000 2.000-1-16,-4.000 1.000 1 0,4.000 10.000-1 0,-1.000 3.000 2 15,-1.000 3.000-2-15,-3.000 8.000 1 0,1.000 0.000-1 16,2.000 0.000 0-16,0.000-4.000 0 0,0.000 12.000 2 0,0.000 0.000-3 0,-2.000 3.000 1 15,0.000 3.000-1-15,-4.000 35.000 1 0,-2.000 8.000-1 0,3.000-4.000 1 0,3.000-4.000-1 16,0.000-4.000 1-16,0.000-8.000-1 0,2.000 0.000 0 0,0.000 2.000 0 16,0.000-2.000 0-16,0.000-3.000 0 0,2.000-9.000 0 0,5.000-1.000 0 15,-1.000-5.000 0-15,0.000 3.000-1 0,0.000-7.000 1 0,1.000-5.000 0 16,-1.000 6.000 0-16,0.000-4.000-1 0,0.000-8.000 1 0,1.000 0.000 0 16,1.000-4.000 0-1,-4.000 0.000-1-15,0.000 3.000 1 0,2.000-3.000-1 0,1.000 0.000 1 16,-1.000-3.000-1-16,-2.000-1.000 1 0,-2.000 0.000-2 0,4.000 0.000 2 0,1.000 0.000-1 0,-1.000-8.000 1 15</inkml:trace>
  <inkml:trace contextRef="#ctx0" brushRef="#br0">24602.000 4128.000 1394 0,'0.000'0.000'0'0,"0.000"0.000"0"16,0.000 0.000 0-16,0.000 0.000 31 0,0.000 0.000-1 0,11.000 22.000 0 15,11.000-5.000 1-15,5.000 11.000-18 0,0.000-5.000 1 0,-2.000-1.000-1 16,-2.000-3.000 2-16,2.000-5.000 19 0,2.000-2.000 1 0,-2.000-1.000 0 15,-4.000-1.000 0-15,0.000 2.000-21 0,-2.000-4.000 1 0,0.000-4.000-1 16</inkml:trace>
  <inkml:trace contextRef="#ctx0" brushRef="#br0">24814.000 3597.000 1369 0,'0.000'0.000'0'0,"0.000"0.000"0"0,0.000 0.000 0 0,0.000 0.000 35 0,0.000 0.000 1 16,0.000 0.000 0-16,0.000 0.000 0 0,0.000 0.000-21 0,0.000 0.000 1 15,0.000 0.000-2-15,0.000 0.000 2 0,0.000 0.000 32 0,0.000 0.000 0 16,0.000 0.000 1-16,0.000 0.000 0 0,0.000 0.000-32 0,0.000 0.000 0 16,0.000 0.000-1-16,0.000 0.000 1 0,0.000 0.000 17 0,0.000 0.000 1 0,0.000 0.000 0 15,0.000 0.000-1-15,0.000 0.000-19 0,0.000 0.000-1 0,0.000 0.000 1 16,0.000 0.000 1-16,0.000 0.000 0 0,0.000 0.000-1 0,0.000 0.000 1 15,0.000 0.000 0-15,0.000 0.000-7 0,21.000 8.000 0 0,-12.000-4.000 0 16,5.000 0.000 1-16,3.000 0.000 0 0,-1.000 0.000 0 0,-5.000-2.000 0 16,1.000 2.000 0-16,-5.000 0.000-4 0,-1.000-4.000 0 0,0.000 0.000 1 15,5.000 0.000 0-15,-3.000 0.000-4 0,-4.000 0.000 2 0,0.000 0.000-1 16,4.000 0.000 1-16,-1.000 0.000-3 0,-3.000 0.000 1 0,-2.000 0.000 1 16,2.000 0.000-1-16,0.000 0.000 0 0,-2.000 0.000 2 0,0.000 0.000-2 0,-1.000 0.000 2 15,-1.000 0.000-3-15,0.000 0.000 1 0,0.000 0.000 1 0,0.000 0.000-1 16,0.000 0.000 3-16,0.000 0.000-1 0,0.000 0.000 1 0,0.000 0.000 0 15,0.000 0.000-3-15,0.000 0.000 1 0,2.000 0.000 1 0,0.000 0.000-1 16,0.000 0.000 2-16,0.000 0.000 1 0,0.000 0.000-1 0,0.000 0.000 1 16,0.000 0.000-2-16,-2.000 0.000-1 0,0.000 0.000 1 0,0.000 0.000-1 15,0.000 0.000 3-15,0.000 0.000 1 0,0.000 0.000-2 0,0.000 0.000 2 16,0.000 0.000-3-16,0.000 0.000 0 0,0.000 0.000 0 0,0.000 0.000 1 0,0.000 0.000 0 16,0.000 0.000 1-16,0.000 0.000 0 0,0.000 0.000-1 15,0.000 0.000-1-15,0.000 0.000-1 0,0.000 0.000 1 0,-2.000 0.000 1 0,0.000 4.000-1 16,0.000-1.000 2-16,0.000 1.000-2 0,-2.000 0.000 2 0,1.000 4.000-2 15,-1.000 0.000-1-15,0.000-4.000 1 0,0.000 2.000-1 0,0.000 2.000 3 16,0.000-1.000 0-16,0.000 1.000-1 0,1.000 4.000 1 0,-1.000-2.000-2 0,-2.000 2.000-1 16,0.000-1.000 1-1,2.000 1.000 0-15,4.000 2.000 0 0,-2.000-3.000 0 0,-1.000 1.000 1 16,1.000 0.000 0-16,2.000 2.000-3 0,0.000-3.000 1 0,-2.000 1.000 0 16,2.000 0.000 0-16,0.000 6.000 1 0,0.000-11.000 0 0,0.000 5.000 0 15,0.000 0.000 0-15,0.000 2.000-1 0,-2.000-3.000 0 0,0.000 1.000 0 16,2.000 6.000 0-16,2.000-3.000-1 0,-2.000-1.000 2 0,-2.000-2.000-1 0,2.000 0.000 1 15,0.000-1.000-2-15,-2.000 3.000 1 0,2.000-2.000-1 0,2.000 0.000 0 16,-2.000 3.000 1-16,-2.000 3.000-1 0,2.000-6.000 1 0,0.000-1.000 0 16,0.000 3.000-2-16,-2.000-2.000 2 0,0.000 0.000-2 0,0.000 3.000 1 0,0.000 3.000 1 15,2.000-6.000 0-15,0.000-1.000-1 0,0.000-1.000 2 16,0.000 2.000-3-16,-2.000-4.000 2 0,0.000 3.000-1 0,1.000-1.000 0 0,-1.000-2.000 1 16,2.000 0.000-1-16,0.000 0.000 0 0,0.000 4.000 1 0,0.000 1.000-2 15,-2.000 3.000 1-15,2.000-8.000 0 0,2.000 7.000 0 0,0.000-3.000-1 0,-4.000 2.000 0 16,2.000-6.000 1-16,2.000 3.000 0 0,1.000-5.000-1 15,-1.000 0.000 1-15,-2.000 0.000-1 0,0.000 2.000 0 0,0.000 0.000 0 0,0.000 0.000 1 16,0.000-5.000-1-16,0.000 5.000 1 0,0.000 2.000-2 0,0.000 2.000 2 16,0.000-8.000-1-16,0.000 4.000 0 0,0.000-1.000-1 0,0.000 1.000 1 15,0.000 2.000 1-15,0.000 2.000-1 0,0.000 0.000-1 0,0.000-5.000 0 16,0.000 1.000 0-16,0.000 6.000 1 0,0.000-2.000 0 0,0.000-4.000 0 0,0.000-3.000 0 16,0.000 1.000 0-16,0.000 0.000-1 0,0.000-2.000 2 0,0.000 0.000-2 15,0.000 0.000 1-15,0.000 4.000-1 0,0.000 0.000 0 0,0.000-3.000 0 16,0.000 3.000 2-16,0.000 0.000-2 0,0.000-4.000 0 0,0.000 0.000 0 15,0.000 0.000 0-15,0.000 0.000 0 0,0.000 0.000 2 0,0.000-4.000-2 16,0.000 8.000 1-16,0.000-3.000-1 0,0.000 1.000 0 0,0.000-4.000 0 16,0.000 2.000 2-16,0.000-4.000-2 0,0.000 4.000 0 0,0.000-4.000 0 15,0.000 4.000 1-15,0.000-4.000-1 0,0.000 4.000 0 0,0.000-4.000 0 16,0.000 4.000 1-16,0.000-4.000-1 0,0.000 4.000 0 0,0.000-4.000 0 16,0.000 0.000 0-16,0.000 0.000-1 0,0.000 0.000 1 0,0.000 0.000 0 0,0.000 0.000 0 15,0.000 0.000-1-15,0.000 0.000 2 0,0.000 0.000-1 0,-2.000 0.000 0 16,0.000 0.000-1-16,1.000 0.000 1 0,-1.000 0.000 0 0,0.000 0.000 0 15,-2.000 0.000-1-15,0.000 0.000 1 0,0.000-4.000-1 0,-2.000 4.000 1 16,-1.000-4.000-1-16,-1.000 4.000 2 0,2.000-4.000-2 0,-2.000 0.000 1 0,-1.000 4.000-1 0,-3.000 0.000 1 16,3.000 0.000 0-16,1.000-4.000 0 0,-4.000 0.000-1 0,1.000 2.000 1 15,1.000-2.000 0-15,-3.000-2.000 0 0,1.000 5.000 1 0,5.000-3.000-1 0,1.000 0.000 0 16,-6.000 4.000 0-16,3.000 0.000 0 0,1.000-4.000 0 0,2.000 0.000 0 16,-2.000 4.000 0-16,1.000-4.000 1 0,1.000 0.000 0 0</inkml:trace>
  <inkml:trace contextRef="#ctx0" brushRef="#br0">24943.000 3294.000 1318 0,'0.000'0.000'0'0,"0.000"0.000"0"15,0.000 0.000 0-15,0.000 0.000 26 16,0.000 0.000 0-16,0.000 0.000 0 0,0.000 0.000-1 0,0.000 0.000-12 16,0.000 0.000-1-16,0.000 0.000 0 0,0.000 0.000 2 0,0.000 0.000 44 0,0.000 0.000 1 15,0.000 0.000-1-15,0.000 0.000 1 0,0.000 0.000-42 16,0.000 0.000 1-16,0.000 0.000 0 0,0.000 0.000 0 0,0.000 0.000 33 0,0.000 0.000-1 16,0.000 0.000 1-16,0.000 0.000 0 0,21.000 25.000-34 0,-14.000-13.000 0 15,-1.000 0.000 0-15,6.000 1.000 1 0,-1.000 3.000 7 0,-5.000-4.000 2 16,-2.000-2.000 0-16,2.000-2.000 0 0,1.000-5.000-14 0,-3.000 1.000 0 15,-4.000 0.000-1-15,4.000 0.000 2 0,0.000 0.000 4 0,-2.000 4.000 1 16,-2.000-8.000-1-16,2.000 4.000 1 0,2.000-2.000-9 0,-2.000 2.000 0 16,-2.000-2.000 0-16,1.000 4.000 1 0,3.000 1.000-6 0,-2.000-3.000 1 0,-2.000 0.000-1 15,0.000 4.000 1-15,0.000 0.000-3 0,-2.000-2.000 2 0,0.000 2.000-2 16,2.000-1.000 1-16,2.000 1.000 3 0,0.000-4.000 0 0,-2.000 0.000 0 16,0.000 0.000-1-16,0.000 0.000-1 0,0.000-2.000-1 0,2.000 0.000 1 15,4.000 2.000 0-15,2.000 2.000 2 0,-3.000-6.000 1 0,-3.000 4.000 0 16,8.000-4.000 0-16,3.000-4.000-4 0,1.000 0.000 2 0,-1.000 0.000-1 15,3.000 2.000 1-15,-1.000 2.000 1 0,-3.000-2.000 1 0,-1.000 0.000 0 16,5.000-2.000-1-16,-1.000 0.000-2 0,-3.000 4.000 0 0,-1.000 0.000 1 16,3.000 0.000 0-16,-3.000-4.000 3 0,-1.000 0.000 0 0</inkml:trace>
  <inkml:trace contextRef="#ctx0" brushRef="#br0">24919.000 3298.000 1569 0,'0.000'0.000'0'0,"0.000"0.000"0"0,0.000 0.000 0 0,0.000 0.000 40 15,0.000 0.000-1-15,0.000 0.000 0 0,0.000 0.000 1 0,0.000 0.000-25 16,0.000 0.000 1-16,0.000 0.000 0 0,0.000 0.000-1 0,0.000 0.000 24 0,0.000 0.000 0 15,0.000 0.000-1-15,0.000 0.000 1 0,0.000 0.000-23 16,0.000 0.000 0-16,0.000 0.000-1 0,0.000 0.000 1 0,0.000 0.000-10 0,0.000 0.000-1 16,0.000 0.000 1-16</inkml:trace>
</inkml:ink>
</file>

<file path=ppt/ink/ink17.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5:28"/>
    </inkml:context>
    <inkml:brush xml:id="br0">
      <inkml:brushProperty name="width" value="0.05292" units="cm"/>
      <inkml:brushProperty name="height" value="0.05292" units="cm"/>
      <inkml:brushProperty name="color" value="#ff0000"/>
    </inkml:brush>
  </inkml:definitions>
  <inkml:trace contextRef="#ctx0" brushRef="#br0">12532.000 5761.000 614 0,'0.000'0.000'0'0,"0.000"0.000"0"0,0.000 0.000 0 16,0.000 0.000 18-16,0.000 0.000 1 0,-19.000 20.000 1 0,13.000-18.000-1 16,0.000 2.000-9-16,2.000-4.000 0 0,4.000 4.000 0 0,-2.000-4.000 1 0,1.000 0.000 4 15,-1.000 0.000 0-15,0.000 0.000 0 0,2.000 0.000 1 16,0.000 0.000-7-16,0.000 0.000 0 0,0.000 0.000 0 0,-2.000 0.000 0 0,0.000 0.000 30 16,0.000 0.000 0-16,0.000 0.000 1 0,2.000 0.000 0 0,0.000 0.000-24 15,0.000 0.000-1-15,0.000 0.000 1 0,0.000 0.000 0 0,0.000 0.000 31 0,0.000 0.000 1 16,0.000 0.000 0-16,0.000 0.000 1 0,0.000 0.000-33 15,0.000 0.000 1-15,0.000 0.000 0 0,0.000 0.000 0 0,0.000 0.000 3 0,0.000 0.000 0 16,0.000 0.000 1-16,0.000 0.000 0 0,0.000 0.000-11 16,0.000 0.000 1-16,0.000 0.000 0 0,4.000 0.000 1 0,4.000 0.000-3 0,-1.000 4.000 0 15,-1.000-1.000 0-15,7.000 1.000 1 0,7.000 0.000-5 0,-5.000 0.000 2 16,1.000 0.000-1-16,-5.000-2.000 0 0,1.000 0.000 1 0,-1.000 0.000 1 16,-3.000-2.000-1-16,3.000 0.000 1 0,-3.000 0.000-4 0,-4.000 0.000 2 0,0.000 0.000-1 15,3.000 0.000 1-15,1.000 0.000 7 0,-4.000 0.000 1 0,0.000 0.000-1 16,2.000 0.000 1-16,-1.000 0.000-6 0,-1.000 0.000 1 0,-4.000 0.000-2 15,2.000 0.000 2-15,2.000 0.000 9 0,-2.000 0.000 0 0,-2.000 0.000 0 16,0.000 0.000 1-16,0.000 0.000-9 0,0.000 0.000 1 16,0.000 0.000-1-16,0.000-2.000 0 0,0.000 2.000 18 0,0.000 0.000 1 0,0.000 0.000 0 0,0.000 0.000 0 0,0.000 0.000-15 15,0.000 0.000-1-15,0.000 0.000 1 0,0.000 0.000-1 0,0.000 0.000 20 0,0.000 0.000-1 16,0.000 0.000 1-16</inkml:trace>
  <inkml:trace contextRef="#ctx0" brushRef="#br0">12384.000 6155.000 1608 0,'0.000'0.000'0'0,"0.000"0.000"0"16,0.000 0.000 0-16,0.000 0.000 52 0,0.000 0.000 2 0,0.000 0.000-1 15,0.000 0.000 1-15,19.000 8.000-37 0,-19.000-8.000 1 0,4.000 0.000-2 16,6.000 0.000 2-16,11.000 0.000 39 0,2.000-4.000 0 0,-2.000 4.000 0 0,10.000-4.000 0 16,3.000-4.000-40-16,-7.000 4.000 1 0,0.000 2.000 0 0,-4.000-2.000 0 15,-1.000 0.000 11-15,-5.000 0.000 1 0,-4.000 4.000 1 0,7.000 0.000-1 16,-5.000 0.000-17-16,-7.000-4.000 1 0,-1.000 4.000-1 0,1.000 0.000 2 16,0.000 0.000-3-16,-4.000 0.000 1 0,-1.000 0.000-1 0,1.000 0.000 1 15,4.000 0.000-5-15,-4.000 0.000 0 0,0.000 0.000 0 0,0.000 0.000 0 16,3.000 0.000-1-16,1.000 0.000-1 0,-4.000 0.000 1 0,0.000-3.000 1 15,0.000 3.000-4-15,-1.000-4.000 2 0</inkml:trace>
  <inkml:trace contextRef="#ctx0" brushRef="#br0">12928.000 9141.000 1231 0,'0.000'0.000'0'0,"0.000"0.000"0"0,0.000 0.000 0 16,0.000 0.000 17-16,0.000 0.000 1 0,0.000 0.000 0 0,0.000 0.000 1 16,0.000 0.000-8-16,0.000 0.000-1 0,0.000 0.000 0 0,0.000 0.000 0 15,0.000 0.000 28-15,0.000 0.000 0 0,0.000 0.000 0 0,0.000 0.000 1 16,0.000 0.000-25-16,0.000 0.000 2 0,0.000 0.000 0 0,0.000 0.000-1 15,0.000 0.000 39-15,0.000 0.000 0 0,0.000 0.000 0 0,0.000 0.000 1 16,0.000 0.000-38-16,0.000 0.000 1 0,0.000 0.000-2 0,0.000 0.000 2 0,20.000 0.000 22 16,-9.000 0.000-1-16,1.000 0.000 0 0,-1.000 0.000 2 15,9.000 0.000-26-15,-7.000 0.000 1 0,-1.000 0.000 0 0,3.000 0.000-1 16,0.000 0.000 0-16,-5.000 0.000 0 0,0.000 4.000-1 0,1.000 0.000 1 16,1.000 0.000-6-16,-5.000-4.000 0 0,1.000 0.000 0 0,8.000 0.000 0 0,-5.000 0.000-1 15,1.000 0.000 1-15,-5.000 4.000 0 0,5.000-2.000 0 0,-4.000 0.000-4 16,-5.000-2.000 1-16,1.000 0.000-1 0,4.000 0.000 2 0,0.000 0.000-1 0,-6.000 0.000-1 15,1.000 2.000 1-15,3.000 2.000 1 0,2.000-2.000-4 0,-2.000-2.000 1 16,-2.000 0.000 1-16,-1.000 0.000-1 0,1.000 0.000 2 0,0.000 0.000 0 16,-2.000 0.000-1-16,0.000 2.000 2 0,2.000 1.000-4 15,0.000-1.000 2-15,-4.000-2.000-1 0,-2.000 2.000 1 0,0.000 2.000 6 0,2.000 0.000 1 16</inkml:trace>
  <inkml:trace contextRef="#ctx0" brushRef="#br0">12800.000 9494.000 1494 0,'0.000'0.000'0'0,"0.000"0.000"0"15,0.000 0.000 0-15,0.000 0.000 23 0,0.000 0.000-1 0,0.000 0.000 1 16,0.000 0.000-1-16,-8.000 19.000-11 0,12.000-19.000 0 0,-4.000 0.000 1 0,0.000 4.000 0 16,0.000 0.000 19-16,0.000 0.000 2 0,0.000-4.000 0 0,11.000 0.000-1 15,7.000 0.000-18-15,3.000-4.000 0 0,0.000 4.000 1 0,4.000-4.000-1 16,4.000 4.000 3-16,-6.000 0.000 0 0,0.000 0.000 0 0,0.000 0.000 0 15,-4.000 0.000-8-15,1.000-4.000 1 0,-1.000 4.000 0 0,2.000 0.000 0 16,-2.000 0.000 0-16,-2.000 0.000 0 0,5.000 4.000 0 0,-3.000-4.000 0 16,0.000-4.000-3-16,0.000 4.000 0 0,-3.000 0.000 0 0,3.000-4.000-1 15,2.000 0.000 8-15,-3.000 1.000 0 0,-1.000 1.000 0 0,2.000 2.000 0 16,-4.000-2.000-6-16,-3.000-2.000 1 0,0.000 0.000 0 0,3.000-4.000 0 16,0.000 2.000-8-16,-3.000 2.000 2 0,-1.000-4.000-2 0,3.000 4.000 1 0,-4.000-3.000-1 15,-3.000 1.000 0-15,1.000 2.000 0 0</inkml:trace>
  <inkml:trace contextRef="#ctx0" brushRef="#br0">13721.000 9809.000 1054 0,'0.000'0.000'0'0,"0.000"0.000"0"16,0.000 0.000 0-16,0.000 0.000 16 0,0.000 0.000 1 0,0.000 0.000 0 15,0.000 0.000 0-15,0.000 0.000-8 0,0.000 0.000 1 0,0.000 0.000-1 16,0.000 0.000 1-16,0.000 0.000 19 0,0.000 0.000 1 0,0.000 0.000 0 0,0.000 0.000 1 16,0.000 0.000-18-16,0.000 0.000 1 0,0.000 0.000-1 0,0.000 0.000 2 15,0.000 0.000 11-15,0.000 0.000 1 0,0.000 0.000-1 0,-21.000 23.000 1 16,13.000-11.000-14-16,1.000 0.000 0 0,1.000 2.000 0 0,0.000 5.000 0 15,0.000-3.000 12-15,3.000-2.000-1 16,3.000 1.000 1-16,-4.000-5.000 1 0,2.000 0.000-14 16,0.000 0.000 1-16,0.000 1.000-1 0,-2.000 3.000 1 0,2.000 2.000-3 0,2.000-4.000 1 0,0.000-5.000-1 15,-2.000-1.000 0-15,2.000 2.000-3 0,0.000-4.000-1 0,0.000-2.000 1 0,0.000 2.000 0 16,0.000 0.000-2-16,0.000-2.000 2 0,0.000 2.000-1 0,0.000 0.000 0 16,0.000-1.000-1-16,0.000-3.000-1 0,0.000 4.000 1 0,0.000 0.000-1 0,0.000-2.000 1 0,0.000 0.000-1 15,0.000 0.000 1-15,0.000-2.000-1 0,0.000 0.000 0 0,0.000 0.000-1 16,0.000 0.000 0-16,2.000-2.000 2 0,2.000 2.000-1 0,0.000 0.000 2 15,-2.000 0.000-2-15</inkml:trace>
</inkml:ink>
</file>

<file path=ppt/ink/ink18.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5:31"/>
    </inkml:context>
    <inkml:brush xml:id="br0">
      <inkml:brushProperty name="width" value="0.05292" units="cm"/>
      <inkml:brushProperty name="height" value="0.05292" units="cm"/>
      <inkml:brushProperty name="color" value="#ff0000"/>
    </inkml:brush>
  </inkml:definitions>
  <inkml:trace contextRef="#ctx0" brushRef="#br0">13227.000 3913.000 1507 0,'0.000'0.000'0'0,"0.000"0.000"0"0,0.000 0.000 0 16,0.000 0.000 40-16,0.000 0.000 2 0,0.000 0.000-1 0,0.000 0.000 1 16,0.000 0.000-27-16,0.000 0.000 1 0,0.000 0.000 0 0,0.000 0.000 1 15,0.000 0.000 23-15,0.000 0.000 1 0,0.000 0.000 1 0,0.000 0.000-1 16,0.000 0.000-25-16,0.000 0.000 0 0,0.000 0.000 0 0,0.000 0.000 0 0,0.000 0.000-9 15,0.000 0.000 0-15,0.000 0.000 0 0,0.000 0.000-1 16,0.000 0.000-1-16,0.000 0.000-1 0,0.000 0.000 1 0,0.000 0.000 0 0,0.000 0.000-5 16,0.000 0.000 0-16,0.000 0.000 0 0,0.000 0.000 0 0,0.000 0.000 0 15,0.000 0.000 0-15,0.000 0.000 0 0,0.000 0.000 0 0,0.000 0.000-1 0,0.000 0.000 1 16,0.000 0.000-1-16,0.000 0.000 1 16,0.000 0.000-1-16,0.000 0.000 1 0,-4.000 23.000-1 0,4.000-9.000 1 0,-2.000 1.000-1 0,-2.000 1.000 0 15,2.000 6.000 0-15,2.000 1.000 1 0,0.000-1.000-2 16,-2.000-3.000 1-16,0.000-9.000 0 0,-2.000 2.000 1 0,3.000 0.000-1 0,1.000-5.000 0 0,0.000 5.000 0 15,-2.000-2.000 1-15,-2.000 6.000-1 0,4.000-5.000 0 0,0.000-3.000 0 16,-4.000 6.000 1-16,4.000-2.000-2 0,0.000-1.000 2 0,0.000-1.000-1 16,-4.000 2.000 1-16,4.000 0.000-1 0,0.000-1.000 1 0,0.000-1.000-1 15,0.000 0.000 1-15,0.000 0.000 0 0,0.000-2.000 0 0,0.000-4.000 0 16,0.000 3.000 1-16,0.000 3.000-1 0,0.000-2.000 0 0,0.000 0.000 0 16,0.000 0.000 0-16,0.000 0.000 2 0,0.000 3.000 2 0,0.000-5.000-2 15,4.000 6.000 1-15,0.000 0.000 0 0,-4.000 3.000-1 0,0.000-7.000 0 16,0.000 6.000 0-16,0.000-2.000 7 0,0.000 1.000 1 0,0.000-1.000-1 15,0.000 0.000 2-15,0.000 4.000-6 0,0.000-9.000 2 0,0.000 1.000 0 16,0.000 2.000-1-16,0.000 6.000 10 0,0.000-5.000 0 0,0.000-1.000-1 0,0.000 2.000 1 16,0.000 4.000-7-16,-4.000-3.000 0 0,4.000-1.000 0 0,-4.000 0.000 1 15,4.000-4.000 6-15,0.000-1.000 0 0,0.000-1.000-1 0,0.000 10.000 1 16,0.000-4.000-7-16,0.000-8.000 0 0,0.000 4.000 0 0,0.000 1.000 1 16,4.000 7.000 4-16,0.000-4.000-1 0,-4.000-8.000 0 0,0.000 5.000 2 15,0.000 3.000-7-15,0.000 0.000 1 0,0.000 0.000-1 0,0.000-3.000 1 16,0.000 3.000 3-16,0.000-4.000 0 0,0.000 0.000 1 0,0.000 4.000 0 15,4.000 1.000-5-15,-2.000 3.000 0 0,-2.000-4.000 0 0,0.000 3.000 0 0,0.000 3.000 3 16,0.000-2.000 0-16,0.000-7.000 0 0,1.000 7.000 2 16,3.000 4.000-7-16,-2.000-7.000 2 0,-4.000 3.000-1 0,2.000 0.000 1 0,2.000-3.000 3 15,0.000-1.000 0-15,-2.000 0.000 0 0,0.000 4.000 1 16,0.000-3.000-6-16,0.000-1.000 2 0,0.000 0.000-1 0,0.000-2.000 1 0,0.000-1.000 0 0,0.000 1.000 1 16,0.000 2.000 0-16,0.000 4.000 0 0,0.000-3.000-4 15,0.000-1.000 1-15,0.000 0.000 0 0,0.000 2.000 0 0,0.000 1.000 2 0,0.000-7.000 0 16,0.000 4.000 0-16,0.000 5.000 1 0,0.000-1.000-4 0,0.000-4.000 1 15,0.000-2.000 0-15,0.000 1.000-1 0,0.000 5.000 3 0,0.000-4.000 0 16,0.000-2.000 0 0,0.000 5.000 1-16,0.000 1.000-4 0,0.000-4.000 1 0,0.000 1.000 0 15,0.000 3.000-1-15,0.000-4.000 1 0,2.000 2.000-1 0,2.000-3.000 1 0,0.000 1.000 1 0,-2.000 2.000-3 16,0.000-6.000 1-16,-2.000 3.000-1 0,2.000 5.000 1 0,1.000-2.000 0 16,1.000-3.000 1-16,-2.000 1.000 0 0,0.000-4.000-1 0,0.000 0.000-1 15,-2.000 0.000 0-15,0.000 1.000 1 0,2.000 3.000-1 0,2.000 6.000 1 0,-2.000-2.000-1 16,-2.000-5.000 0-16,0.000 1.000 1 0,0.000 6.000-2 15,0.000-3.000 1-15,0.000-3.000-1 0,2.000 6.000 0 0,2.000-3.000 1 0,-3.000 1.000 0 16,-1.000 2.000 0-16,-1.000-3.000 0 0,1.000-1.000-2 0,0.000 2.000 2 16,0.000-5.000-1-16,1.000 5.000 0 0,-1.000 6.000 0 0,0.000-7.000-1 15,2.000 3.000 0-15,0.000 2.000 2 0,0.000-1.000-2 0,-2.000-1.000 0 0,0.000-3.000 0 16,2.000 5.000 1-16,2.000-2.000-1 0,-2.000-3.000 0 0,-2.000-1.000 0 16,4.000 2.000 2-16,-4.000-1.000-3 0,-2.000-3.000 1 0,4.000-2.000 0 15,0.000 5.000 1-15,0.000 3.000-2 0,-2.000-2.000 1 0,0.000-1.000 0 16,2.000-3.000 0-16,1.000 2.000-1 0,-1.000-2.000 1 0,-2.000-1.000-1 15,0.000 5.000 1-15,0.000 6.000-1 0,0.000-7.000 1 0,0.000-3.000 1 16,0.000 2.000-1-16,0.000 1.000-1 0,0.000-3.000 1 0,0.000 2.000-1 16,2.000 5.000 2-16,2.000 1.000-2 0,-4.000-2.000 0 0,-2.000-1.000 0 15,2.000-1.000 1-15,2.000-4.000-1 0,-2.000-1.000 0 0,-2.000 1.000 1 0,2.000 6.000-1 16,2.000 1.000 0-16,0.000-1.000 0 0,-2.000-2.000 0 0,-2.000-5.000 0 16,2.000 1.000 0-16,0.000 2.000 0 0,0.000 5.000 1 0,0.000 3.000-1 15,0.000 2.000 0-15,0.000-3.000 0 0,0.000-5.000 0 0,2.000 1.000 1 16,-2.000-1.000-1-16,-2.000 4.000 1 0,2.000-3.000-1 0,2.000 7.000 0 15,-2.000-3.000 0-15,-2.000-1.000 0 0,4.000-6.000 0 0,0.000-3.000 1 16,0.000 5.000-1-16,-2.000-4.000 1 0,0.000 1.000-1 0,2.000 3.000 1 0,-2.000 4.000-1 16,0.000-3.000 0-16,2.000 3.000 0 0,3.000-4.000 0 15,-1.000 1.000 1-15,-4.000-5.000-1 0,0.000 4.000 0 0,0.000-3.000 0 0,0.000 3.000 0 0,0.000-4.000 0 16,0.000 3.000 0-16,4.000 3.000 2 0,0.000-6.000-2 16,-4.000 1.000 0-16,0.000-1.000 0 0,0.000 8.000 1 0,0.000-6.000-1 0,0.000 1.000 0 15,0.000 1.000 1-15,4.000-1.000-1 0,0.000 3.000 0 16,-4.000-6.000 0-16,0.000 2.000 0 0,0.000 1.000 0 0,0.000-3.000 0 0,0.000-4.000 0 15,0.000 0.000 1-15,0.000-1.000-1 0,0.000-1.000-1 0,0.000 2.000 1 16,0.000-4.000 0-16,0.000 0.000 0 0,0.000 0.000-1 0,0.000 0.000 1 16,0.000 0.000 0-16,0.000 0.000 0 0,0.000 0.000-1 15,0.000 0.000 1-15,0.000-3.000 1 0,0.000 3.000-1 0,0.000 0.000-1 0,0.000 0.000 1 16,0.000 0.000-1-16,-4.000 0.000 1 0,4.000 0.000-1 0,0.000 0.000 1 0,0.000 0.000-1 16,0.000-2.000 1-16,0.000 0.000-1 0,0.000 0.000 1 0,0.000 0.000-1 15,0.000-2.000 1-15,0.000 0.000-1 0,0.000 0.000 2 0,0.000 0.000-2 16,0.000 0.000 1-16,0.000 0.000-1 0,0.000 0.000 1 0,0.000 0.000-1 15,-4.000 0.000 1-15,4.000 0.000-1 0,-4.000 0.000 0 0,0.000-2.000 0 16,-9.000-8.000 1-16,-3.000-2.000-1 0,3.000 0.000 1 0,1.000 1.000-1 16,-7.000-11.000 1-16,0.000 1.000-1 0,4.000 5.000 1 0,1.000 0.000-1 15,3.000-3.000 2-15,-5.000 1.000-1 0,1.000 6.000 0 0,3.000-1.000 0 0,5.000 5.000 0 16,-1.000 0.000-1-16,0.000 0.000 1 0,0.000 4.000 0 0,5.000 0.000 0 16,-1.000 0.000 1-16,0.000 0.000-1 0,2.000 2.000 0 0,0.000 1.000 1 15,0.000 1.000-1-15,0.000 0.000 0 0,0.000 0.000 0 0,0.000 0.000 1 16,0.000 0.000-1-16,0.000 0.000 0 0,1.000 0.000 0 0,-1.000 0.000 0 15,0.000 0.000 0-15,0.000 0.000 0 0,0.000 1.000 0 0,-2.000 5.000 1 16,0.000 2.000-1-16,2.000 0.000 0 0,0.000 0.000 0 0,-2.000 9.000 0 16,1.000-1.000-1-16,1.000 0.000 1 0,2.000-6.000 0 0,0.000 5.000 0 0,0.000-3.000-1 15,0.000-4.000 1-15,0.000 0.000-1 0,0.000-1.000 2 16,0.000-1.000-2-16,0.000 2.000 1 0,0.000-4.000-1 0,0.000 4.000 1 0,0.000-2.000-1 16,0.000 0.000 0-16,0.000 0.000 0 0,0.000 1.000 0 15,0.000-3.000 0-15,0.000 4.000 0 0,0.000-4.000 0 0,0.000 0.000 0 0,0.000 0.000 0 0,0.000 0.000 0 16,0.000 0.000 0-16,0.000 0.000 0 0,0.000-2.000 0 15,0.000 0.000 0-15,0.000 0.000 0 0,0.000 1.000 0 0,0.000-3.000 0 0,0.000 4.000 0 16,0.000-4.000 0-16,0.000 4.000 0 0,0.000-4.000 0 0,0.000 4.000 0 16,0.000-4.000 0-16,0.000 0.000 0 0,0.000 0.000 0 0,0.000 0.000 0 15,0.000 0.000 0-15</inkml:trace>
</inkml:ink>
</file>

<file path=ppt/ink/ink19.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5:42"/>
    </inkml:context>
    <inkml:brush xml:id="br0">
      <inkml:brushProperty name="width" value="0.05292" units="cm"/>
      <inkml:brushProperty name="height" value="0.05292" units="cm"/>
      <inkml:brushProperty name="color" value="#ff0000"/>
    </inkml:brush>
  </inkml:definitions>
  <inkml:trace contextRef="#ctx0" brushRef="#br0">15113.000 6192.000 564 0,'0.000'0.000'0'0,"0.000"0.000"0"15,0.000 0.000 0-15,0.000 0.000 269 0,0.000 0.000 1 0,0.000 0.000-1 16,0.000 0.000 1-16,0.000 0.000-270 0,0.000 0.000 0 0,0.000 0.000 0 0,0.000 0.000 2 16,0.000 0.000 32-16,0.000 0.000 2 0,0.000 0.000-1 0,0.000 0.000 1 15,0.000 0.000-22-15,0.000 0.000 1 0,0.000 0.000 0 16,0.000 0.000 0-16,0.000 0.000 25 0,0.000 0.000-1 0,0.000 0.000 0 0,0.000 0.000 2 0,0.000 0.000-26 0,0.000 0.000 1 0,0.000 0.000 0 16,0.000 0.000-1-16,0.000 0.000 6 0,0.000 0.000-1 0,0.000 0.000 0 15,0.000 0.000 0-15,0.000 0.000-10 0,0.000 0.000 2 0,0.000 0.000-1 16,0.000 0.000 0-16,0.000 0.000 7 0,0.000 0.000 1 0,0.000 0.000-1 15,0.000 0.000 1-15,0.000 0.000-9 0,0.000 0.000 0 0,0.000 0.000 0 16,0.000 0.000 2-16,0.000 0.000-10 0,0.000 0.000 0 0,0.000 0.000 0 16,0.000 0.000 1-16,0.000 0.000-2 0,0.000 0.000 1 0,0.000 0.000 0 0,0.000 0.000 0 15,0.000 0.000 5-15,0.000 0.000 0 0,0.000 0.000 0 0,7.000-18.000 0 16,-3.000 14.000-2-16,-4.000 4.000 1 0,4.000-3.000-2 0,4.000 3.000 2 16,-4.000-4.000 11-16,-1.000 4.000 0 0,1.000-4.000 0 0,-4.000 0.000 1 15,4.000 4.000-8-15,0.000 0.000 0 0,0.000 0.000 1 0,0.000-4.000-1 16,0.000 2.000 15-16,-4.000 2.000 2 0,3.000 0.000-1 0,1.000-2.000 1 15,4.000 0.000-15-15,-2.000 0.000 2 0,-2.000 0.000-2 0,-1.000 2.000 2 0,1.000 0.000 12 16,-2.000 0.000 1-16,0.000 0.000-2 0,2.000-2.000 2 16,0.000 0.000-14-16,-2.000 0.000 0 0,0.000 0.000-1 0,1.000 2.000 2 0,3.000 0.000 9 15,0.000 0.000 1-15,-2.000 0.000 0 0,2.000 0.000 0 16,3.000 0.000-13-16,1.000 0.000 2 0,-4.000 0.000-1 0,1.000 0.000 1 0,-1.000 0.000 7 16,-2.000 0.000 0-16,0.000-4.000 0 0,2.000 4.000 0 0,1.000-4.000-10 0,1.000 4.000 2 15,0.000 0.000-1-15,-1.000 0.000 0 0,1.000 0.000 6 0,-4.000 0.000 0 16,4.000 0.000 0-16,-4.000 0.000-1 0,3.000 0.000-7 0,1.000 0.000 1 15,0.000 0.000 1-15,-3.000 4.000-1 0,7.000 0.000 3 0,-2.000-2.000 2 16,-3.000 0.000-2-16,-1.000 0.000 2 0,2.000-2.000-7 0,-1.000 0.000 1 0,1.000 2.000-2 16,0.000 2.000 2-16,0.000 0.000 3 0,-1.000-2.000-1 0,1.000 2.000 0 31,3.000-4.000 0-31,1.000 0.000-4 0,0.000 0.000 1 0,-5.000 4.000-1 0,5.000 0.000 1 0,-5.000-4.000 1 16,-3.000 4.000 1-16,4.000-4.000-1 0,4.000 3.000 1 15,-5.000-3.000-5-15,1.000 0.000 2 0,-2.000 0.000 0 0,3.000 4.000-1 16,3.000 0.000 2-16,-2.000-4.000 1 0,-3.000 0.000 0 0,3.000 0.000 0 15,1.000 0.000-3-15,-1.000 0.000 0 0,-2.000 0.000-1 0,1.000 0.000 2 16,3.000 0.000 0-16,-2.000 0.000 0 0,-3.000 0.000 0 0,5.000 0.000 1 16,3.000 0.000-3-16,-3.000 0.000 0 0,-5.000 0.000 1 0,5.000 0.000-1 0,-4.000 0.000 2 15,-1.000 0.000 1-15,1.000 0.000 0 0,4.000 0.000 0 16,1.000 0.000-4-16,-1.000 0.000 2 0,-3.000 2.000-1 0,3.000 2.000 1 0,-1.000-2.000 0 16,-3.000-2.000 0-16,0.000 0.000 1 0,3.000 0.000 0 0,5.000 0.000-3 15,1.000 0.000 1-15,-5.000 0.000-1 0,7.000 0.000 2 0,0.000 0.000-2 16,-4.000 0.000 2-16,-3.000 0.000-2 0,3.000 0.000 2 0,1.000 0.000-3 15,-5.000 0.000 2-15,-1.000 0.000-2 0,0.000 0.000 2 0,-1.000 0.000-2 0,-3.000 0.000 1 16,2.000 2.000-1-16,1.000 2.000 0 0,3.000-2.000-1 0,-1.000-2.000 2 16,-3.000 0.000-2-16,4.000 0.000 1 0,-1.000 0.000 0 0,1.000 0.000-1 15,-1.000 0.000 0-15,1.000 2.000 2 0,-1.000 2.000-3 0,3.000-4.000 1 16,-3.000 0.000 0-16,7.000-4.000 0 0,1.000 4.000 1 0,-4.000 0.000-1 16,-1.000 0.000 0-16,5.000 0.000 0 0,0.000-2.000 0 0,-7.000 0.000 0 0,3.000-2.000 0 15,1.000 2.000 0-15,-1.000 2.000 0 0,0.000 0.000 1 0,1.000-2.000-1 16,1.000 2.000 0-16,4.000-2.000-1 0,-2.000-2.000 2 0,-1.000 4.000-2 15,1.000 0.000 1-15,0.000 0.000 0 0,1.000 0.000 0 0,-5.000 0.000 1 16,0.000 0.000-1-16,1.000 0.000-1 0,-3.000 0.000 1 0,1.000 0.000-1 16,5.000 0.000 2-16,-2.000 0.000-1 0,-1.000-4.000 0 15,1.000 4.000 0-15,8.000-4.000 1 0,-6.000 4.000-2 0,0.000-3.000 1 16,1.000 3.000 0-16,5.000-4.000 0 0,2.000 4.000 1 0,-2.000-4.000-1 0,-2.000 4.000 0 16,2.000-4.000 0-16,2.000 4.000 0 0,0.000 0.000 0 0,-4.000 0.000 0 0,-2.000 0.000 0 15,2.000 0.000-1-15,-2.000-4.000 2 0,4.000 2.000-1 0,2.000 0.000 0 16,-4.000 0.000-1-16,-4.000 0.000 0 0,5.000 0.000 1 0,-3.000 0.000 0 15,6.000-2.000-1-15,0.000 2.000 0 0,0.000-2.000 0 0,1.000 0.000 1 16,1.000 4.000 0-16,-6.000 0.000-1 0,0.000-3.000 0 0,1.000-1.000 0 0,3.000 4.000 0 16,1.000 0.000 0-16,1.000 0.000 0 0,-8.000-4.000 0 15,3.000 4.000 1-15,-1.000 0.000-1 0,0.000 0.000 0 0,-2.000 0.000 0 0,2.000 0.000-1 16,2.000 0.000 1-16,0.000-4.000 0 0,-2.000 4.000 0 16,4.000-4.000-1-16,-4.000-2.000 1 0,4.000 4.000 0 15,-2.000 2.000 1-15,2.000-2.000-1 0,0.000-2.000 0 0,0.000 2.000 0 0,0.000 2.000 1 0,0.000 0.000-1 16,-4.000 0.000 0-16,0.000 0.000 1 0,2.000 0.000-1 0,0.000 0.000 1 0,-2.000 2.000 0 15,4.000 0.000 0-15,-2.000-4.000 1 0,2.000 4.000-2 0,-4.000 0.000 1 16,0.000 0.000 0-16,6.000-2.000 1 0,-4.000 0.000-1 0,-2.000 0.000 0 16,4.000 0.000 0-16,-4.000-2.000 2 0,2.000 4.000-3 0,-2.000-2.000 1 0,6.000 0.000 0 15,0.000 0.000 0-15,0.000 0.000 2 0,-2.000 2.000-1 0,0.000 0.000 1 0,0.000 2.000-1 16,0.000-8.000-1-16,-4.000 4.000 0 0,-2.000 4.000 1 0,4.000-4.000 0 0,-4.000 0.000-1 16,2.000 0.000 1-16,0.000-4.000-1 0,12.000-2.000 1 15,-8.000 8.000-2-15,0.000-2.000 2 0,4.000 0.000-1 16,-4.000 0.000 0-16,1.000 0.000 0 0,1.000 0.000 1 0,4.000 0.000-1 15,-6.000 0.000 1-15,-2.000 4.000-2 0,0.000 0.000 1 0,0.000-4.000 1 16,2.000 0.000-1-16,-6.000 0.000 0 0,0.000 0.000 0 0,6.000 0.000 1 0,4.000-4.000 0 0,-6.000 2.000-2 0,0.000 2.000 1 16,6.000 0.000 1-16,3.000 0.000-1 0,-3.000 0.000-1 0,2.000 0.000 1 15,-2.000 2.000 1-15,0.000 2.000-1 0,-3.000-4.000-1 0,-1.000 0.000 0 16,4.000 0.000 0-16,0.000 0.000 1 0,-4.000 4.000 0 0,-4.000 0.000-1 0,4.000-8.000 0 16,10.000 0.000 1-16,-5.000 4.000-1 0,-1.000 0.000 0 0,6.000 0.000 0 15,-3.000-4.000 0-15,5.000 2.000 1 0,-5.000 2.000 0 0,1.000 0.000-1 16,-6.000 0.000 1-16,2.000 0.000-1 0,-4.000 0.000 0 0,3.000 0.000 1 15,-7.000 0.000 0-15,4.000 0.000-1 0,0.000 0.000 0 0,2.000 0.000 0 16,10.000 0.000 0-16,-9.000 0.000 0 0,1.000-2.000 1 0,2.000 0.000-1 16,-4.000 0.000 0-16,2.000 2.000 0 0,1.000 0.000 0 0,-1.000 0.000 0 15,-6.000 0.000 1-15,2.000 0.000 0 0,-2.000 0.000-1 0,0.000 0.000 0 16,0.000 0.000 0-16,-2.000 0.000 0 0,2.000 0.000 0 0,-2.000 0.000 0 0,6.000 0.000 0 16,-2.000-2.000 1-16,0.000 0.000-1 0,4.000 2.000 0 0,7.000-2.000 0 15,1.000-2.000 0-15,-8.000 4.000 0 0,1.000-4.000 0 0,-1.000 4.000 0 16,-2.000 0.000-1-16,0.000 0.000 2 0,2.000 0.000-1 0,-1.000 0.000 0 15,-1.000 0.000 0-15,-4.000 0.000 0 0,0.000 0.000 0 0,4.000 0.000 0 16,-6.000 0.000-1-16,2.000 0.000 1 0,2.000 0.000 0 0,6.000-4.000 1 16,-6.000 4.000-1-16,0.000 0.000 0 0,2.000 0.000 0 0,-2.000 0.000 0 15,5.000 0.000 0-15,-5.000 0.000 0 0,2.000 0.000 0 0,2.000-3.000 1 0,-2.000-1.000-1 16,-2.000 4.000 0 0,2.000 0.000 0-16,-2.000-4.000 0 0,-4.000 0.000 0 0,-2.000 4.000 0 15,6.000-6.000 0-15,4.000 4.000 1 0,-4.000 0.000-1 0,0.000-2.000 0 0,-1.000 2.000 0 16,5.000 2.000 0-16,-4.000 0.000 0 0,2.000-2.000 0 0,2.000 2.000 0 15,-8.000 0.000 1-15,4.000-4.000-1 0,-2.000 4.000 0 0,0.000 0.000 0 0,-2.000 0.000 1 16,-2.000 0.000-1-16,0.000 0.000 0 0,2.000 0.000 1 0,1.000-4.000-1 16,-1.000 4.000 0-16,0.000-4.000 0 0,2.000 4.000 0 0,6.000 0.000 1 15,-6.000 0.000-1-15,1.000-3.000 0 0,1.000 3.000 1 0,0.000-4.000 0 16,0.000 4.000-1-16,-2.000 0.000 0 0,4.000 0.000 0 0,-10.000 0.000 1 16,5.000 0.000 0-16,-1.000 0.000-1 0,2.000 0.000 0 0,-6.000 0.000 0 15,0.000 0.000 0-15,-2.000 0.000 0 0,5.000 0.000 0 0,5.000 0.000 2 0,-4.000 0.000-2 16,0.000 0.000 0-16,0.000 0.000 0 0,-2.000 0.000 0 0,0.000 0.000 0 0,0.000-4.000 0 15,1.000 4.000 0-15,3.000-4.000 2 0,-2.000 4.000-2 16,0.000 0.000 0-16,0.000 0.000 0 0,-4.000-4.000 0 0,2.000 2.000 0 0,0.000 0.000 0 16,1.000 2.000 1-16,-3.000 0.000 0 15,0.000 0.000-1-15,0.000 0.000 0 0,4.000-2.000 0 0,-3.000 0.000 0 0,-1.000 0.000 0 0,-2.000 0.000 0 0,-1.000 0.000-1 16,1.000 2.000 0-16,-4.000 0.000 0 0,1.000 0.000 0 0,1.000 0.000 0 16,3.000 0.000 0-16,-1.000 0.000 0 0,0.000 0.000 0 0,-1.000 0.000 0 0,16.000 0.000 0 15,-5.000 0.000 0-15,-4.000 0.000 0 0,0.000 0.000 0 0,1.000 0.000 0 16,-3.000 0.000 0-16,0.000 0.000 0 0,2.000 0.000 0 0,-2.000-4.000 0 15,0.000 4.000 0-15,-1.000-4.000 0 0,-1.000 4.000 0 0,-4.000-4.000 0 16,3.000 0.000 0-16,-3.000 4.000 0 0,0.000-3.000 0 0,1.000 3.000 0 16,-1.000 0.000 0-16,-3.000 0.000 0 0,1.000 0.000 0 0,3.000 0.000 0 0,-1.000-4.000 0 15,-2.000 4.000 0-15,1.000-4.000 0 0,3.000 4.000 0 16,-1.000-4.000 0-16,-1.000 2.000 0 0,0.000 2.000 0 0,7.000-2.000 0 0,-3.000 0.000 0 16,0.000 0.000 0-16,-4.000 0.000 0 0,-1.000 4.000 0 0,-1.000-4.000 0 15,1.000 0.000 0-15,1.000 2.000 0 0,3.000 0.000 0 0,-1.000 0.000 0 16,0.000 0.000 0-16,0.000 0.000 0 0,-1.000-2.000 0 0,-1.000 2.000 0 15,-1.000-4.000 0-15,-1.000 4.000 0 0,-1.000 0.000 0 0,-5.000 0.000 0 0,1.000 0.000 0 16,0.000-4.000 0-16,0.000 4.000 0 0,-1.000 0.000 0 0,-1.000 0.000 0 0,0.000 0.000 0 16,0.000 0.000 0-16,-1.000 0.000 0 0,1.000 0.000 0 0,-2.000-4.000 0 15,0.000 4.000 0-15,-2.000 0.000 0 0,0.000 0.000 0 0,0.000 0.000 0 16</inkml:trace>
</inkml:ink>
</file>

<file path=ppt/ink/ink20.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5:49"/>
    </inkml:context>
    <inkml:brush xml:id="br0">
      <inkml:brushProperty name="width" value="0.05292" units="cm"/>
      <inkml:brushProperty name="height" value="0.05292" units="cm"/>
      <inkml:brushProperty name="color" value="#ff0000"/>
    </inkml:brush>
    <inkml:brush xml:id="br1">
      <inkml:brushProperty name="width" value="0.07" units="cm"/>
      <inkml:brushProperty name="height" value="0.07" units="cm"/>
      <inkml:brushProperty name="color" value="#000000"/>
      <inkml:brushProperty name="fitToCurve" value="1"/>
    </inkml:brush>
  </inkml:definitions>
  <inkml:trace contextRef="#ctx0" brushRef="#br0">15882.000 6977.000 829 0,'0.000'0.000'0'16,"0.000"0.000"0"-16,0.000 0.000 0 0,0.000 0.000 39 15,0.000 0.000 1-15,0.000 0.000 0 0,0.000 0.000 0 0,0.000 0.000-24 0,0.000 0.000 0 16,0.000 0.000-1-16,0.000 0.000 1 0,0.000 0.000 88 0,0.000 0.000 1 15,0.000 0.000-1-15,0.000 0.000 0 0,0.000 0.000-88 0,0.000 0.000 1 16,0.000 0.000 0-16,0.000 0.000 0 0,0.000 0.000 48 0,0.000 0.000 0 0,0.000 0.000 0 16,0.000 0.000 0-16,0.000 0.000-47 0,0.000 0.000 0 0,0.000 0.000 0 15,0.000 0.000 0-15,0.000 0.000 23 0,0.000 0.000 2 0,0.000 0.000 0 16,0.000 0.000-1-16,0.000 0.000-26 0,0.000 0.000 0 0,0.000 0.000-1 16,0.000 0.000 2-16,0.000 0.000 9 0,0.000 0.000 0 0,0.000 0.000 0 15,0.000 0.000-1-15,27.000-11.000-12 0,-15.000 7.000-1 0,3.000 2.000 1 16,5.000-6.000 0-16,-1.000 8.000-7 0,0.000 0.000 0 0,-4.000 0.000 1 15,1.000-4.000 0-15,-1.000 0.000-3 0,-3.000 0.000 1 0,1.000 4.000-1 16,3.000 0.000 2-16,3.000-4.000 2 0,-4.000 0.000 1 0,-3.000 4.000-1 16,3.000 0.000 1-16,1.000 0.000-4 0,-5.000 0.000 1 0,1.000-6.000-1 15,1.000 4.000 1-15,1.000 2.000 2 0,-5.000 0.000 1 0,3.000 0.000 0 0,3.000-2.000 0 16,3.000 1.000-4-16,-3.000-1.000 1 0,-2.000 2.000 0 0,3.000-2.000 0 16,-1.000 0.000 7-16,1.000 2.000 0 0,-1.000-4.000-1 0,-3.000 0.000 2 15,5.000 0.000-6-15,-2.000 4.000 0 0,-1.000 0.000 0 0,1.000-4.000-1 16,4.000 0.000 11-16,-1.000 4.000 1 0,-3.000 0.000-1 0,4.000-8.000 1 15,-3.000 8.000-8-15,-1.000 0.000-1 0,0.000-4.000 0 0,1.000 0.000 1 0,-1.000 2.000 4 16,-3.000 2.000 0-16,-1.000 0.000 0 0,5.000-3.000 1 16,-1.000 1.000-7-16,-5.000 0.000 0 0,-1.000-2.000-1 0,5.000 4.000 1 0,-1.000 0.000 9 15,-3.000 0.000 0-15,-2.000 0.000 0 0,11.000-4.000 0 0,-4.000 0.000-8 16,-3.000 4.000 0-16,-1.000 0.000 1 0,9.000-4.000-1 0,-3.000 0.000 5 16,-4.000 4.000 1-1,3.000 0.000 0-15,-1.000-4.000 1 0,1.000 0.000-8 16,-5.000 4.000 0-16,-1.000 0.000 0 0,9.000-4.000 1 0,0.000 0.000 0 0,-3.000 2.000 1 15,3.000 2.000 0-15,-6.000-2.000 0 0,3.000-1.000-4 0,-3.000 1.000 0 0,1.000 2.000 0 16,-1.000-2.000 1-16,5.000 2.000 0 0,-3.000 0.000 3 0,-2.000 0.000-2 16,1.000-2.000 1-16,-3.000 2.000-5 0,1.000 0.000 2 0,-1.000 2.000 0 0,1.000-4.000-1 15,3.000 2.000 3-15,1.000 2.000 2 0,-8.000 0.000-1 0,5.000-4.000 0 16,0.000 2.000-5-16,-1.000 2.000 2 0,0.000 0.000 0 0,-1.000-2.000 0 16,1.000 0.000 2-16,-3.000 0.000 0 0,3.000 0.000-1 0,3.000-4.000 1 15,1.000 2.000-3-15,-5.000 2.000 1 0,-3.000 0.000-2 0,3.000 0.000 2 0,-3.000 0.000 1 16,4.000 0.000 1-16,-5.000 0.000 0 0,5.000 0.000 0 15,1.000 0.000-3-15,-1.000 0.000-1 0,-2.000 0.000 1 0,1.000-4.000 1 0,3.000 4.000 0 16,-1.000 0.000 1-16,-1.000 4.000 0 0,-3.000-8.000 1 16,1.000 4.000-3-16,-1.000-4.000-1 0,1.000 4.000 1 0,0.000-4.000-1 0,-6.000 4.000 2 0,3.000 0.000 1 15,1.000-4.000-1-15,-4.000 4.000 1 0,3.000 0.000-4 16,-3.000 0.000 2-16,0.000 0.000-2 0,-4.000-4.000 2 0,4.000 4.000-2 0,0.000-4.000 2 16,0.000 4.000 0-16,0.000-4.000-1 0,-1.000 2.000-1 0,-3.000 0.000 0 15,4.000 0.000-1-15,-4.000 2.000 2 0,0.000 0.000-1 0,0.000 0.000 1 16,0.000 0.000-1-16,0.000 0.000 1 0,0.000 0.000-2 0,0.000 0.000 1 15</inkml:trace>
  <inkml:trace contextRef="#ctx0" brushRef="#br0">16344.000 7132.000 1771 0,'0.000'0.000'0'0,"0.000"0.000"0"15,0.000 0.000 0-15,0.000 0.000 90 0,0.000 0.000 0 0,0.000 0.000 0 16,0.000 0.000 0-16,0.000 0.000-74 16,0.000 0.000 2-16,0.000 0.000-1 0,0.000 0.000 1 0,-15.000 22.000 53 0,15.000-15.000 1 0,-4.000 1.000-1 0,-4.000 4.000 1 15,-3.000 8.000-54-15,-1.000 1.000 0 0,5.000-3.000 0 0,-5.000-3.000 0 16,2.000 5.000 0-16,3.000-6.000 0 0,1.000 1.000 0 0,-2.000 5.000 1 15,-1.000 1.000-9-15,-1.000-1.000 0 0,0.000-6.000 0 0,3.000 5.000 2 0,1.000-3.000-10 16,0.000 0.000 0-16,0.000-3.000 0 0,2.000-1.000 2 16,4.000 0.000-3-16,-1.000-2.000 1 0,-3.000 1.000 0 0,2.000 1.000 1 0,2.000-4.000-3 0,0.000 0.000 0 15,0.000 0.000 0-15,0.000 5.000 0 0,0.000 3.000 0 16,0.000-8.000 0-16,0.000 2.000 0 0,4.000 1.000 0 0,-1.000 1.000 0 0,1.000-4.000 0 16,2.000-2.000 0-16,2.000 2.000 1 0,-1.000 3.000-1 0,-1.000-3.000 0 15,0.000-4.000 0-15,4.000 0.000 1 0,-1.000 0.000-1 0,-1.000-2.000 0 16,0.000 0.000 0-16,1.000 0.000 0 0,3.000-2.000 0 0,-1.000 0.000 0 15,1.000 0.000 0-15,-4.000-2.000 0 0,3.000 0.000-1 0,-3.000 0.000 1 0,0.000-2.000 0 16,3.000 0.000 0-16,1.000-4.000-1 0,-3.000 1.000 1 16,1.000-1.000 0-16,1.000 0.000 0 0,1.000-2.000-2 0,-4.000 2.000 2 0,-3.000 0.000 0 15,-1.000-3.000 0-15,0.000 1.000-1 0,-2.000 2.000 1 0,0.000-4.000 0 16,0.000-5.000 0-16,0.000 3.000-1 0,-2.000 0.000 1 0</inkml:trace>
  <inkml:trace contextRef="#ctx0" brushRef="#br0">16146.000 7410.000 1269 0,'0.000'0.000'0'0,"0.000"0.000"0"15,0.000 0.000 0-15,0.000 0.000 33 0,0.000 0.000 2 0,0.000 0.000-1 0,0.000 0.000 1 16,0.000 0.000-21-16,0.000 0.000 1 0,0.000 0.000-1 0,0.000 0.000 1 16,0.000 0.000 39-16,19.000 0.000 0 0,-7.000 0.000 0 0,17.000 0.000-1 15,5.000-4.000-36-15,-1.000 4.000 1 0,-4.000-8.000-1 0,-2.000 4.000 1 16,-4.000 0.000 12-16,-6.000 1.000 2 15,4.000 1.000-1-15,1.000-2.000 1 0,-1.000 0.000-19 0,-4.000 2.000 2 16,0.000 2.000-2-16,1.000 0.000 2 0,1.000-2.000-12 0,-7.000 0.000 0 16,-1.000 2.000 1-16,1.000 4.000-1 0,-5.000-2.000-1 0,1.000 0.000 2 0,-6.000 2.000-2 0</inkml:trace>
  <inkml:trace contextRef="#ctx0" brushRef="#br1">16194.000 6817.000 1444 0,'0.000'0.000'0'0,"0.000"0.000"0"15,0.000 0.000 0-15,0.000 0.000 61 16,0.000 0.000 2-16,0.000 0.000 0 0,0.000 0.000 0 0,0.000 0.000-46 0,0.000 0.000 1 0,0.000 0.000 0 16,0.000 0.000 0-16,0.000 0.000 29 0,0.000 0.000 1 0,0.000 0.000 0 15,0.000 0.000 1-15,0.000 0.000-33 0,0.000 0.000 1 0,0.000 0.000 0 16,0.000 0.000 0-16,0.000 0.000 11 0,0.000 0.000 0 0,0.000 0.000 0 15,0.000 0.000 0-15,0.000 0.000-16 0,0.000 0.000 2 0,0.000 0.000-1 16,0.000 0.000 1-16,0.000 0.000-1 0,0.000 0.000 1 0,0.000 0.000-1 16,0.000 0.000 2-16,0.000 0.000-7 0,0.000 0.000 1 0,0.000 0.000-1 15,0.000 0.000 1-15,0.000 0.000 2 0,0.000 0.000 1 0,0.000 0.000 0 16,0.000 0.000 1-16,0.000 0.000-6 0,0.000 0.000 0 0,0.000 0.000 1 16,0.000 0.000 0-16,0.000 0.000-6 0,0.000 0.000 2 0,0.000 0.000-2 15,0.000 0.000 1-15,31.000-22.000 0 0,-22.000 22.000-1 0,-3.000 0.000 0 0,-3.000 3.000 0 16,3.000 3.000 3-16,3.000 1.000 0 0,0.000-1.000 1 0,0.000 0.000 0 15,0.000 0.000-3-15,1.000 0.000 1 0,2.000 1.000 0 0,0.000-4.000 0 16,0.000 6.000 3-16,-3.000 3.000 1 0,3.000 4.000 0 0,4.000-4.000 0 16,2.000 7.000-4-16,0.000-4.000 2 0,0.000-2.000-1 0,-6.000 5.000 1 15,1.000 1.000 3-15,5.000-7.000 0 0,0.000-6.000 0 0,0.000 7.000 1 16,1.000 2.000-4-16,-4.000 4.000 0 0,0.000-7.000 0 0,0.000-3.000 1 0,3.000 4.000 5 0,-2.000-4.000 1 16,-1.000 7.000 0-16,3.000 2.000 0 0,3.000-2.000-5 15,-2.000-4.000 0-15,-1.000 0.000 0 0,0.000 7.000 0 0,3.000-1.000 6 0,4.000-5.000 2 16,-7.000 2.000-1-16,6.000-2.000 0 0,7.000-1.000-6 15,-10.000 7.000 0-15,0.000-4.000 0 0,1.000 4.000 0 0,5.000-7.000 6 16,0.000 0.000-1-16,-5.000 1.000 1 0,-1.000 2.000 0 0,6.000 1.000-6 0,1.000-1.000 0 16,2.000-2.000 0-16,-12.000-1.000-1 0,7.000 7.000 5 0,-1.000-4.000 0 15,-3.000-3.000 1-15,-5.000 7.000-1 0,2.000 0.000-5 0,0.000-10.000 0 16,0.000 0.000 0-16,-3.000 0.000 1 0,1.000 4.000 0 0,-4.000-7.000 1 16,0.000 6.000-1-16,0.000 1.000 1 0,0.000 2.000-4 0,0.000-5.000 0 0,1.000-4.000 1 15,-1.000-3.000 0-15,-3.000 3.000 3 0,-3.000 0.000 0 0,0.000 0.000 0 16,6.000 1.000 0-16,0.000-1.000-4 0,-5.000-6.000 0 0,-1.000 6.000 1 15,6.000 0.000 0-15,0.000 0.000 2 0,-6.000-3.000 0 0,0.000 0.000 0 16,6.000 7.000 0-16,0.000 2.000-4 0,4.000-6.000 2 0,-1.000 1.000-1 16</inkml:trace>
  <inkml:trace contextRef="#ctx0" brushRef="#br0">16612.000 7447.000 1206 0,'2.000'0.000'0'0,"2.000"0.000"0"16,3.000-4.000 0-16,-1.000 4.000 42 0,-2.000 0.000 2 0,0.000 0.000-1 15,1.000 0.000 1-15,3.000 0.000-29 0,0.000 0.000 2 0,-4.000 0.000-1 16,1.000 0.000 1-16,3.000 0.000 39 0,-2.000 0.000 0 0,-2.000 0.000 0 16,0.000 0.000 1-16,3.000 0.000-40 0,-3.000 0.000 1 0,-4.000 4.000-1 15,4.000 4.000 1-15,0.000 0.000 22 0,-4.000-4.000 2 0,0.000 0.000-2 0,-4.000 6.000 2 16,0.000 9.000-27-16,-3.000-1.000 1 0,-1.000 1.000 0 0,4.000-1.000 1 15,-6.000 5.000 2-15,-1.000-7.000 1 0,3.000-4.000-1 0,6.000-2.000 1 16,0.000-2.000-10-16,-2.000-1.000 2 0,2.000-3.000-1 0,2.000 0.000 0 16,0.000 0.000 1-16,0.000 0.000 2 0,0.000-4.000-1 0,2.000 4.000 1 15,2.000 0.000-6-15,-2.000-2.000-1 0,-2.000-2.000 1 0,4.000 0.000 1 16,0.000 0.000-4-16,0.000 0.000-1 0,0.000 0.000 1 0,5.000-2.000-1 16,5.000-2.000 0-16,-3.000 0.000-1 0,-3.000 0.000 0 0,7.000 0.000 1 0,1.000-4.000 0 15,-7.000 4.000 2-15,1.000 1.000-2 0,1.000-5.000 2 16,-3.000 0.000-3-16,-4.000 0.000 2 0</inkml:trace>
  <inkml:trace contextRef="#ctx0" brushRef="#br0">16912.000 6445.000 1344 0,'0.000'0.000'0'0,"0.000"0.000"0"0,0.000 0.000 0 15,0.000 0.000 41-15,0.000 0.000 1 0,0.000 0.000-1 0,0.000 0.000 2 16,0.000 0.000-27-16,0.000 0.000 0 0,0.000 0.000-1 0,0.000 0.000 2 15,-19.000 0.000 34-15,19.000 4.000-1 0,-4.000-4.000 1 0,4.000 3.000-1 16,-4.000 1.000-33-16,4.000 2.000 0 0,-4.000-2.000 0 0,4.000 8.000 1 16,-4.000 4.000 21-16,4.000-3.000 1 0,0.000 3.000-1 0,0.000 0.000 2 15,0.000 7.000-25-15,0.000-1.000-1 0,0.000-7.000 1 0,0.000-1.000 0 0,-2.000 2.000 4 16,0.000-3.000 0-16,2.000-5.000 0 0,0.000 4.000 0 16,0.000 0.000-9-16,0.000-4.000 0 0,0.000-3.000 0 0,0.000 3.000 0 0,0.000 0.000 5 0,0.000-4.000 1 15,2.000 0.000-1-15,4.000 4.000 0 0,-2.000 0.000-7 16,-4.000-2.000 1-16,0.000-1.000-1 0,0.000 5.000 2 0,0.000-2.000-8 15,0.000-4.000 1-15,0.000 0.000 0 0</inkml:trace>
  <inkml:trace contextRef="#ctx0" brushRef="#br0">16939.000 7326.000 1494 0,'0.000'0.000'0'0,"0.000"0.000"0"15,0.000 0.000 0-15,0.000 0.000 45 0,0.000 0.000 1 0,0.000 0.000 0 16,0.000 0.000 0-16,0.000 0.000-30 0,0.000 0.000 1 0,0.000 0.000 0 15,0.000 0.000-1-15,0.000 0.000 54 0,0.000 0.000 0 0,0.000 0.000-1 16,17.000-2.000 1-16,-3.000 2.000-52 0,1.000-4.000 0 0,-1.000 0.000 0 16,3.000 4.000 0-16,4.000 0.000 21 0,-2.000 0.000 1 0,-3.000 0.000 1 15,-5.000 0.000-1-15,1.000 0.000-24 0,-5.000 0.000-1 0,1.000 0.000 1 16,0.000 0.000 0-16,3.000 0.000 7 0,1.000 0.000 2 0,-8.000 0.000 0 16,2.000 0.000-1-16,-1.000 0.000-12 0,-1.000 0.000 0 0,-2.000 0.000 0 15,2.000 0.000 1-15,0.000 0.000 2 0,-2.000 0.000 2 0,2.000 0.000-1 0,-1.000 0.000 1 16,-1.000 0.000-8-16,0.000 0.000 1 0</inkml:trace>
  <inkml:trace contextRef="#ctx0" brushRef="#br0">17345.000 7345.000 1407 0,'0.000'0.000'0'0,"0.000"0.000"0"15,-17.000 0.000 0-15,9.000 0.000 26 0,4.000 0.000 0 0,-4.000 4.000 1 16,1.000 0.000 0-16,7.000-4.000-14 0,0.000 0.000 0 0,0.000 0.000-1 15,-4.000 0.000 2-15,4.000 0.000 17 0,0.000 0.000 1 0,0.000 0.000-1 16,0.000 0.000 1-16,0.000 0.000-19 0,0.000 0.000 2 0,0.000 0.000-2 16,0.000 0.000 2-16,0.000 0.000 0 0,0.000 0.000 2 0,4.000 0.000 0 15,7.000 4.000 0-15,5.000 0.000-8 0,7.000 4.000 1 0,0.000-8.000-1 16,2.000 2.000 1-16,4.000-2.000-4 0,-2.000-2.000-1 0,-2.000 2.000 1 16,-10.000 0.000 1-16,0.000-4.000-3 0,1.000 0.000 1 0</inkml:trace>
  <inkml:trace contextRef="#ctx0" brushRef="#br0">17328.000 7132.000 1394 0,'0.000'0.000'0'0,"0.000"0.000"0"0,0.000 0.000 0 0,0.000 0.000 69 0,17.000-22.000-1 16,-9.000 19.000 1-16,-4.000-1.000-1 16,-3.000 0.000-50-16,1.000 2.000 0 0,0.000 2.000 0 0,-2.000-2.000 0 0,2.000 2.000 33 0,2.000-4.000 0 15,-2.000 4.000 0-15,-2.000-4.000 0 0,0.000 4.000-34 0,0.000 0.000 0 16,0.000 0.000 0-16,-2.000 0.000 1 0,0.000 4.000 6 0,2.000 0.000 1 16,0.000-2.000 0-16,-6.000 8.000 1 0,1.000 7.000-14 0,-1.000 3.000 0 15,0.000-3.000 1-15,-2.000 7.000 0 0,1.000-7.000-5 0,7.000-1.000 0 0,0.000 0.000 0 16,-4.000-2.000 1-16,0.000 1.000-4 0,0.000-3.000 1 15,4.000 0.000-1-15,0.000 9.000 1 0,0.000 5.000-3 0,0.000-3.000 1 0,4.000-3.000-1 16,-4.000 1.000 1-16,4.000-1.000-2 0,0.000-2.000 1 16,-4.000-3.000-1-16,0.000 3.000 2 0,3.000-6.000-2 0,1.000-5.000 1 0,6.000 5.000 1 15,0.000-2.000-1-15,-5.000-2.000-1 0,1.000-4.000 1 0,0.000 0.000-1 16,2.000 3.000 1-16,3.000 1.000-1 0,-1.000-4.000 1 0,-1.000-4.000-1 16,3.000 4.000 0-16,1.000-4.000-1 0,1.000 0.000 2 0,-3.000 0.000-2 15,-3.000 0.000 1-15,0.000-4.000 0 0,0.000 4.000 0 0,-1.000-4.000 1 16,1.000 0.000-1-16,-4.000-3.000-1 0,3.000 1.000 1 0,1.000 0.000-1 15,-4.000-2.000 2-15,0.000 2.000-1 0,0.000-2.000 1 0</inkml:trace>
  <inkml:trace contextRef="#ctx0" brushRef="#br0">17526.000 6823.000 1269 0,'0.000'0.000'0'0,"0.000"0.000"0"0,0.000 0.000 0 0,0.000 0.000 58 15,0.000 0.000 2-15,0.000 0.000-1 0,0.000 0.000 0 16,0.000 0.000-42-16,0.000 0.000 1 0,0.000 0.000 0 0,0.000 0.000 0 0,0.000 0.000 24 0,0.000 0.000-1 15,0.000 0.000 1-15,0.000 0.000-1 0,0.000 0.000-25 16,0.000 0.000 0-16,0.000 0.000-1 0,0.000 0.000 2 0,0.000 0.000-1 16,0.000 0.000 0-16,0.000 0.000-1 0,0.000 0.000 1 0,0.000 0.000-7 15,4.000 19.000 0-15,0.000-15.000 0 0,-1.000 0.000 1 0,1.000-4.000-7 0,0.000 4.000 2 16,0.000-4.000-2-16,4.000 0.000 2 0,3.000 0.000-3 16,3.000-4.000 1-16,-1.000 4.000 1 0,1.000-4.000-1 0,1.000-4.000 1 0,-2.000 4.000-1 15,1.000 2.000 0-15,-3.000-2.000 1 0,1.000 1.000-2 16,0.000 1.000 1-16,-5.000 0.000-1 0,1.000-2.000 2 0,0.000 4.000-2 0,-4.000-4.000 0 0,-1.000 4.000 1 15,1.000 0.000-1-15,-4.000 0.000-1 0,4.000 0.000 1 0,-4.000 0.000-1 16,0.000 0.000 2-16,0.000 0.000-2 0,0.000 0.000 1 0,0.000 0.000-1 16,0.000 0.000 1-16,0.000 0.000-1 0,0.000 0.000 1 15</inkml:trace>
  <inkml:trace contextRef="#ctx0" brushRef="#br0">17693.000 7373.000 1356 0,'0.000'0.000'0'15,"0.000"0.000"0"-15,0.000 0.000 0 0,0.000 0.000 27 0,0.000 0.000 0 0,0.000 0.000 0 16,0.000 0.000 1-16,0.000 0.000-16 0,0.000 0.000 2 0,0.000 0.000-2 15,0.000 0.000 2-15,0.000 0.000 34 0,0.000 0.000 1 0,0.000 0.000 1 16,0.000 0.000-1-16,0.000 0.000-32 0,0.000 0.000 0 0,0.000 0.000 0 16,-4.000 25.000-1-16,4.000-9.000 23 0,0.000 0.000 0 0,0.000 1.000-1 15,-3.000 1.000 1-15,-1.000 5.000-24 0,4.000-7.000 1 0,0.000-2.000-1 16,0.000-2.000 1-16,0.000-1.000 3 0,0.000-3.000 1 0,0.000 2.000 0 16,0.000 0.000 1-16,0.000-1.000-11 0,0.000-5.000 1 0,0.000-4.000 0 15,0.000 8.000 0-15,0.000 0.000 10 0,0.000-6.000 0 0,0.000 0.000 0 0,0.000 2.000 1 16,0.000 0.000-11-16,0.000-2.000 0 0,0.000-2.000 0 0,0.000 0.000 0 15,0.000 0.000-8-15,0.000 0.000 0 0,0.000 0.000 0 0</inkml:trace>
  <inkml:trace contextRef="#ctx0" brushRef="#br0">19854.000 6682.000 1218 0,'0.000'0.000'0'0,"0.000"0.000"0"0,16.000-24.000 0 15,-5.000 10.000 41-15,1.000 3.000 0 0,-4.000-5.000 1 0,-3.000-4.000-1 16,3.000 7.000-25-16,-2.000-3.000 0 0,-2.000 0.000-1 0,-6.000-1.000 2 16,0.000 1.000 28-16,0.000 6.000 1 0,2.000 2.000-1 0,-4.000-3.000 1 15,0.000-1.000-30-15,-2.000 4.000 0 0,3.000 4.000 1 0,-9.000-4.000 0 16,4.000 2.000 10-16,4.000 3.000 0 0,1.000 3.000 0 0,-5.000 0.000 1 0,4.000 0.000-16 16,0.000 0.000 2-16,0.000 0.000-1 0,-5.000 0.000 1 0,-3.000 3.000-3 15,3.000 1.000 0-15,1.000-2.000 0 0,0.000 4.000 1 0,1.000 4.000-6 16,-1.000 2.000 2-16,0.000-4.000-1 0,-2.000 7.000 1 0,1.000 7.000 4 0,1.000-1.000 0 15,4.000-1.000 1-15,-1.000 1.000 0 0,-1.000 7.000-5 0,2.000-5.000 0 16,0.000-1.000 0-16,4.000 3.000 0 0,-2.000 3.000-6 0,-2.000-1.000 0 16,2.000 3.000 0-16,2.000 3.000 1 0,0.000-4.000-2 0,0.000-1.000 1 15,2.000 5.000 0-15,6.000 4.000 1 0,-2.000-4.000 1 0,-4.000-1.000 2 0,0.000-3.000-1 16,5.000 3.000 1-16,3.000 3.000-3 0,-2.000 0.000 2 16,-5.000-2.000-2-16,-1.000 3.000 2 0,2.000-3.000 2 0,2.000-8.000 1 0,0.000 5.000 0 15,-8.000 5.000 1-15,4.000-6.000-3 0,2.000-3.000-1 0,-2.000 1.000 1 16,-8.000-1.000 0-16,4.000-3.000 4 0,2.000-1.000 0 0,-2.000-3.000 0 15,-4.000-1.000 1-15,2.000-2.000-4 0,2.000-5.000 0 0,-1.000-3.000-1 16,-3.000 2.000 2-16,-2.000 0.000 2 0,2.000-4.000 0 0,2.000-3.000 0 16,1.000 1.000 1-16,-3.000 0.000-5 0,0.000-4.000 1 0,0.000 0.000 0 15,-1.000 0.000-1-15,-1.000 0.000 1 0,0.000 0.000 1 0</inkml:trace>
  <inkml:trace contextRef="#ctx0" brushRef="#br0">19635.000 7124.000 1243 0,'0.000'0.000'0'0,"0.000"0.000"0"0,0.000 0.000 0 16,0.000 0.000 37-16,0.000 0.000 1 0,21.000-4.000 0 0,-17.000 4.000 0 15,4.000-4.000-23-15,-1.000 4.000 1 0,1.000-4.000-1 0,4.000 2.000 1 0,5.000 2.000 30 16,2.000 0.000 1-16,-1.000 0.000 0 0,1.000 0.000 1 16,2.000 0.000-33-16,-2.000 2.000 2 0,-1.000 2.000 0 0,1.000 4.000 0 0,2.000-4.000 4 15,-2.000 0.000 1-15,0.000 0.000 1 0,-3.000-4.000-1 16,1.000 4.000-10-16,-1.000-4.000-1 0</inkml:trace>
  <inkml:trace contextRef="#ctx0" brushRef="#br0">20053.000 7385.000 1017 0,'0.000'0.000'0'0,"0.000"0.000"0"0,0.000 0.000 0 16,0.000 0.000 25-16,0.000 0.000 1 0,0.000 0.000 0 0,0.000 0.000-1 15,0.000 0.000-12-15,0.000 0.000-1 0,0.000 0.000 0 0,0.000 0.000 2 16,0.000 0.000 25-16,0.000 0.000 0 0,0.000 0.000 1 0,0.000-20.000 0 16,0.000 20.000-24-16,0.000-4.000 0 0,0.000 4.000-1 0,-2.000 0.000 1 15,0.000 0.000 49-15,2.000 0.000 0 0,0.000 0.000 0 0,0.000 0.000 0 16,0.000 0.000-47-16,0.000 0.000 0 0,0.000 0.000 0 0,0.000 0.000 0 0,0.000 0.000 23 16,0.000 0.000 0-16,0.000 0.000 1 0,0.000-4.000-1 0,0.000 4.000-25 15,0.000-4.000 0-15,0.000 4.000-1 0,0.000-4.000 2 0,0.000 4.000 8 16,0.000-4.000-1-16,2.000 4.000 1 0,3.000-3.000 1 15,-1.000 1.000-14-15,-4.000 0.000 1 0,4.000 0.000-1 0,-4.000 0.000 1 0,0.000 0.000-6 0,0.000 0.000 0 16,0.000 0.000 0-16,0.000 2.000 1 0,0.000 0.000-4 16,0.000 0.000 2-16,0.000 0.000-2 0,0.000 0.000 2 0,0.000 0.000 2 0,0.000 0.000 1 15,0.000 0.000 0-15,0.000 6.000 0 0,0.000 5.000-4 0,0.000 5.000 1 0,0.000-4.000-1 16,0.000 13.000 2-16,0.000 1.000 5 0,-4.000-3.000 1 0,4.000-1.000-1 16,-4.000 1.000 0-16,4.000-7.000-4 0,0.000 0.000 0 15,-5.000-3.000 0-15,1.000 3.000 0 0,0.000-2.000 5 0,2.000-3.000 2 0,2.000-3.000 0 16,0.000 4.000-1-16,-2.000-2.000-6 0,2.000-2.000 1 0,-2.000 0.000 0 15,0.000-5.000 0-15,2.000 1.000 6 0,-2.000 0.000-1 0,0.000 0.000 1 16,1.000-4.000-1-16,-1.000 4.000-5 0,2.000-4.000 0 0,0.000 4.000 0 16,0.000-4.000 0-16,0.000 2.000 8 0,0.000 0.000 1 0,0.000 0.000 0 15,0.000-2.000 0-15,0.000 0.000-8 0,0.000 0.000 0 0,0.000 0.000 0 16,0.000 0.000 0-16,0.000 0.000 6 0,0.000 0.000 0 0,0.000 0.000-1 0,0.000-2.000 2 16,0.000 0.000-8-16,0.000 0.000 0 0,0.000-2.000 0 15,0.000-4.000 1-15,0.000-9.000 6 0,2.000-1.000 1 0,1.000 0.000-1 0,1.000-5.000 0 16,0.000 1.000-7-16,0.000 5.000 1 0,0.000 5.000-1 0,3.000 0.000 2 15,1.000 0.000 3-15,4.000 1.000 2 0,-5.000 1.000 0 0</inkml:trace>
  <inkml:trace contextRef="#ctx0" brushRef="#br0">20366.000 6650.000 1695 0,'0.000'0.000'0'16,"0.000"0.000"0"-16,0.000 0.000 0 0,0.000 0.000 69 0,0.000 0.000 0 0,0.000 0.000 1 16,0.000 0.000-1-16,0.000 0.000-51 0,2.000-17.000 0 0,-2.000 17.000 0 15,0.000 0.000 0-15,0.000-4.000 34 0,0.000 0.000-1 0,0.000 4.000 1 0,0.000 0.000 1 16,0.000-4.000-36-16,0.000 4.000-1 0,0.000-4.000 1 0,-2.000 4.000 1 15,0.000 0.000 6-15,2.000 0.000 0 0,0.000 0.000 1 0,-2.000 4.000 0 16,1.000 0.000-13-16,-1.000 0.000 1 0,2.000 4.000-1 0,-2.000 7.000 0 16,-2.000 11.000-5-16,0.000-1.000 1 0,-2.000-1.000-1 0,-5.000 1.000 0 15,7.000 3.000-2-15,2.000 1.000 0 0,-2.000-4.000 0 0,-2.000 7.000 1 16,2.000-3.000-4-16,4.000-5.000 1 0,-3.000 1.000-1 0,-3.000 0.000 2 16,4.000-1.000-2-16,2.000-4.000 0 0,0.000 5.000 1 0,-4.000 0.000-1 15,4.000-1.000 0-15,4.000-4.000 0 0,0.000 1.000 1 0,-4.000 1.000-1 0,4.000-3.000-1 0,1.000-7.000 1 16,1.000 2.000-1-16,-4.000 1.000 1 0,2.000-3.000 0 0,2.000-8.000-1 15,-1.000 4.000 0-15,-1.000-8.000 1 0,-2.000 2.000-1 0,0.000 0.000 0 0,2.000 0.000 0 16,0.000 0.000 2-16,0.000-2.000-2 0,-2.000 2.000 0 0,0.000-2.000 0 16,3.000-2.000 0-16,3.000 0.000 0 0,0.000-2.000 0 0,-3.000 2.000 1 15,5.000-6.000-1-15,4.000-4.000 1 0,-1.000-1.000 0 0</inkml:trace>
  <inkml:trace contextRef="#ctx0" brushRef="#br0">20693.000 6609.000 1494 0,'0.000'0.000'0'0,"0.000"0.000"0"0,0.000 0.000 0 16,0.000 0.000 36-16,0.000 0.000 0 0,0.000 0.000 0 0,0.000 0.000 1 15,0.000 0.000-22-15,0.000 0.000 0 0,0.000 0.000 0 0,0.000 0.000 1 0,0.000 0.000 43 16,0.000 0.000 1-16,0.000 0.000-1 0,0.000 0.000 1 16,-7.000 28.000-44-16,-1.000-3.000 2 0,0.000 2.000 0 0,-3.000 7.000 0 0,-3.000-1.000 9 15,3.000-4.000 0-15,1.000-1.000 0 0,4.000-3.000 1 0,1.000-1.000-16 16,-3.000-3.000 2-16,0.000 7.000-2 0,2.000-3.000 2 0,3.000-1.000-4 0,1.000-3.000 1 15,0.000-1.000 0-15,0.000 1.000 0 0,-2.000-1.000-4 0,2.000-4.000 0 16,4.000 1.000 0-16,6.000 3.000 1 0,-3.000-3.000 5 0,-1.000-5.000 0 16,0.000 0.000 1-16,4.000 0.000-1 0,1.000-3.000-5 0,-1.000-1.000 0 15,-2.000-4.000 0-15,2.000 0.000 1 0,-1.000 0.000-8 0,-1.000-4.000 1 16,2.000 4.000 1-16,3.000-4.000-1 0,1.000 0.000-1 16,-4.000 0.000 1-16,-3.000 0.000-1 0,5.000 0.000 2 0,0.000-4.000 2 0,-5.000 4.000 1 0,1.000-4.000-1 15</inkml:trace>
  <inkml:trace contextRef="#ctx0" brushRef="#br0">20445.000 6887.000 1632 0,'0.000'0.000'0'0,"0.000"0.000"0"16,0.000 0.000 0-16,0.000 0.000 46 0,0.000 0.000 1 0,0.000 0.000-1 15,0.000 0.000 2-15,0.000 0.000-33 0,0.000 0.000 2 0,0.000 0.000 0 0,0.000 0.000 0 16,0.000 0.000 50-16,0.000 0.000 0 0,0.000 0.000 1 0,0.000 0.000-1 15,39.000 0.000-49-15,-14.000 4.000 0 0,2.000 0.000 0 0,1.000 0.000 0 16,-2.000 0.000 11-16,-5.000 0.000 0 0,0.000 4.000 0 0,2.000-8.000 1 16,-8.000 0.000-17-16,1.000 2.000 1 0,-3.000 0.000-1 0,6.000-4.000 1 15,1.000 4.000-6-15,-7.000 0.000 1 0</inkml:trace>
  <inkml:trace contextRef="#ctx0" brushRef="#br0">20072.000 6327.000 1897 0,'0.000'0.000'0'0,"0.000"0.000"0"0,0.000 0.000 0 0,0.000 0.000 53 0,0.000 0.000 0 16,0.000 0.000-1-16,0.000 0.000 2 0,0.000 0.000-37 0,0.000 0.000 0 16,0.000 0.000 0-16,0.000 0.000 1 0,0.000 0.000 33 0,23.000-14.000 2 15,-19.000 11.000 0-15,5.000-1.000 0 0,9.000-4.000-37 0,3.000 4.000 1 0,0.000-4.000 0 16,-4.000 0.000 1-16,-1.000 6.000 6 0,-7.000 4.000 0 0,1.000 2.000 0 16,0.000-2.000 0-16,-3.000-2.000-12 0,-1.000 0.000 0 0,0.000 2.000 0 15,0.000 6.000 1-15,-2.000 0.000-10 0,-4.000-4.000 2 0,3.000 0.000-2 16,-3.000 3.000 1-16,4.000 1.000-1 0,-4.000 2.000 0 0,0.000-2.000 0 15,-4.000 4.000 1-15,1.000 3.000-2 0,-1.000 3.000 1 0,-6.000-6.000 1 16,-1.000-1.000-1-16,-5.000 7.000-1 0,1.000-6.000 1 0,1.000-4.000-1 16,3.000 1.000 1-16,3.000-1.000-1 0,0.000 0.000 2 0,3.000-4.000-1 15,1.000 4.000 1-15,4.000-4.000-2 0,0.000-4.000 0 0,0.000 4.000 0 16,0.000-4.000 2-16,0.000 4.000-2 0,0.000-4.000 0 0,0.000 0.000 0 16,0.000 0.000 1-16,2.000 0.000-2 0,1.000 0.000 1 0,1.000 0.000 0 0,16.000-4.000 1 15,18.000 4.000-2-15,4.000-4.000 1 0,1.000 4.000-1 0,-13.000 0.000 1 31,-1.000 0.000-1-31,0.000 0.000 0 0,0.000 0.000 1 0,6.000-4.000 0 16,-4.000 0.000-1-16,-1.000 4.000 1 0</inkml:trace>
  <inkml:trace contextRef="#ctx0" brushRef="#br0">18734.000 6392.000 2109 0,'0.000'0.000'0'16,"0.000"0.000"1"-16,0.000 0.000 0 0,0.000 0.000 1 0,-5.000-22.000-1 15,3.000 18.000 0-15,0.000 0.000 0 0,-2.000 0.000 0 0,2.000 1.000 0 16,-6.000-1.000 1-16,4.000 4.000 2 0,1.000 0.000-1 0,-1.000-4.000 1 16,-4.000 0.000-2-16,0.000 4.000 0 0,5.000-4.000 0 0,-9.000 4.000 2 15,0.000 0.000-1-15,1.000 0.000 0 0,1.000 4.000 1 0,1.000 0.000 0 16,-3.000-4.000-2-16,2.000 4.000 2 0,5.000-4.000-2 0,-3.000 0.000 1 0,-2.000 0.000 2 15,5.000 0.000-1-15,-1.000 0.000 1 0,0.000 4.000 1 0,-2.000-1.000-3 16,3.000 1.000 0-16,1.000-2.000 1 0,0.000 2.000 0 0,-2.000 2.000 5 0,0.000 4.000 0 16,1.000-6.000 0-16,-1.000 4.000 0 0,-2.000 3.000-3 0,4.000-5.000-1 15,0.000 2.000 1-15,1.000 4.000 1 0,-1.000 0.000-6 0,-4.000-5.000 1 16,4.000 3.000-1-16,0.000 10.000 1 0,0.000-1.000-1 16,4.000-1.000 1-16,0.000-2.000-1 0,-7.000-1.000 1 0,3.000 3.000 2 0,-2.000 2.000 1 15,6.000-5.000-1-15,-4.000 7.000 2 0,2.000 1.000-3 0,2.000 3.000 1 0,0.000-3.000-1 16,-2.000 3.000 2-16,1.000-7.000 1 0,-1.000 3.000 1 15,2.000-1.000 0-15,0.000 7.000 0 0,-2.000-3.000-3 0,2.000 3.000 1 0,2.000-3.000-1 32,-2.000 3.000 2-32,0.000-3.000 1 0,0.000-1.000 1 0,0.000 1.000 0 15,-2.000 8.000 1-15,4.000-9.000-3 0,0.000 1.000-1 0,-1.000-3.000 1 0,-1.000 9.000 0 0,0.000-5.000 3 16,0.000-3.000 1-16,0.000 2.000 0 0,0.000 7.000 0 0,0.000-11.000-5 16,0.000 3.000 2-16,0.000-3.000 0 0,0.000 3.000 0 0,2.000-3.000 2 15,2.000-1.000 0-15,-2.000-2.000 0 0,-4.000 1.000 1 16,0.000-1.000-5-16,0.000-2.000 2 0,0.000-1.000-1 0,-1.000 5.000 0 0,3.000-3.000 3 15,2.000-1.000 0-15,-2.000-2.000 0 0,-6.000 1.000 0 0,2.000-3.000-3 16,2.000-2.000 1-16,0.000 0.000-2 0,-4.000 0.000 2 0,0.000 1.000 0 0,1.000-3.000 1 16,-1.000-2.000-2-16,-6.000 8.000 2 0,3.000-1.000-3 0,-1.000-1.000 0 15,1.000-4.000 1-15,-3.000 2.000 0 0,2.000-4.000-1 0,3.000 0.000 1 16,3.000-3.000-1-16,-4.000 1.000 1 0,0.000 0.000-3 0,-3.000 0.000 2 0,3.000 0.000-2 16,-3.000 0.000 2-16,-1.000 2.000-1 0,4.000-2.000 2 0,1.000-4.000-1 15,-1.000 0.000 1-15,-4.000 0.000-3 0,5.000 0.000 2 0,1.000 0.000-2 16</inkml:trace>
  <inkml:trace contextRef="#ctx0" brushRef="#br0">18742.000 7530.000 1143 0,'0.000'0.000'0'0,"0.000"0.000"0"15,0.000 0.000 0-15,-23.000-16.000 26 0,19.000 16.000 0 0,-4.000 0.000-1 16,5.000-2.000 1-16,3.000 2.000-13 0,0.000 2.000-1 0,0.000 0.000 0 15,3.000-2.000 2-15,-3.000 0.000 25 0,0.000 0.000 0 0,0.000 0.000 1 16,0.000 0.000 0-16,8.000 0.000-24 0,-2.000 0.000-1 0,2.000 0.000 1 16,7.000 2.000 0-16,6.000 2.000 6 0,4.000 0.000 2 0,0.000 0.000-2 0,-4.000-4.000 2 15,2.000 0.000-13-15,1.000-4.000 1 0,-5.000 2.000 0 0,-2.000 0.000 0 16,2.000-4.000-10-16,-1.000-2.000 2 16</inkml:trace>
  <inkml:trace contextRef="#ctx0" brushRef="#br0">18871.000 7304.000 1620 0,'0.000'0.000'0'0,"0.000"0.000"0"0,0.000 0.000 0 16,0.000 0.000 40-16,0.000 0.000 2 0,0.000 0.000-1 0,0.000 0.000 1 15,0.000 0.000-26-15,0.000 0.000-1 0,12.000-21.000 1 0,-12.000 19.000 1 16,0.000 2.000 26-16,0.000 0.000-1 0,0.000-2.000 1 0,0.000 2.000 1 16,0.000 0.000-29-16,0.000 0.000 1 0,0.000 0.000 0 0,-4.000 0.000 1 15,4.000 0.000-1-15,0.000 0.000 2 0,0.000 0.000 0 0,-8.000 8.000 0 16,0.000 13.000-8-16,1.000-1.000 0 0,-3.000 5.000 1 0,-3.000 3.000-1 0,3.000 1.000-7 15,4.000-5.000 0-15,2.000-3.000 1 0,-3.000-1.000 0 16,-1.000 1.000-2-16,2.000-3.000 2 0,0.000 5.000-2 0,1.000 5.000 1 16,-3.000-3.000-3-16,2.000-7.000 2 0,4.000 1.000-1 0,2.000 1.000 0 15,0.000-2.000-1-15,2.000-3.000 1 0,6.000-3.000 0 0,-1.000 4.000 0 0,1.000-3.000 1 0,-2.000-1.000 1 16,2.000-8.000-1-16,-1.000 4.000 0 0,-1.000-2.000-1 16,0.000-2.000 2-16,2.000 0.000-1 0,1.000-4.000 0 0,3.000 4.000-1 15,-1.000-4.000 1-15,-3.000 3.000 1 0,4.000-3.000-1 0,3.000 0.000-1 0,0.000-3.000 1 16,-3.000-1.000-1-16,1.000-2.000 2 0,1.000-2.000-2 0,-3.000 2.000 1 15,-3.000 4.000-1-15,-2.000-6.000 1 0,-2.000 0.000-1 16,-2.000 1.000 1-16,0.000 1.000-1 0,-1.000-2.000 1 0,1.000 0.000 1 0,-2.000 0.000 1 16</inkml:trace>
  <inkml:trace contextRef="#ctx0" brushRef="#br0">18721.000 6607.000 1231 0,'0.000'0.000'0'0,"0.000"0.000"0"0,0.000 0.000 0 0,0.000 0.000 41 15,0.000 0.000 2-15,0.000 0.000-2 0,25.000-12.000 2 16,-14.000 9.000-27-16,1.000-5.000-1 0,-4.000 4.000 1 0,7.000 0.000 1 0,10.000 0.000 39 0,0.000 4.000 0 16,0.000 0.000 0-16,-2.000-4.000 1 0,-3.000 4.000-40 15,-5.000 4.000 1-15,2.000 0.000-1 0,1.000 0.000 1 0,-1.000 0.000 1 0,-4.000 4.000 0 16,1.000-7.000 0-16,-1.000 5.000 0 0,-1.000 2.000-9 15,-4.000-2.000 0-15</inkml:trace>
  <inkml:trace contextRef="#ctx0" brushRef="#br0">18921.000 6212.000 1231 0,'0.000'0.000'0'0,"0.000"0.000"0"0,0.000 0.000 0 0,0.000 0.000 53 15,0.000 0.000 2-15,0.000 0.000 0 0,0.000 0.000 0 16,0.000 0.000-38-16,0.000 0.000 1 0,0.000 0.000-1 0,0.000 0.000 1 0,0.000 0.000 27 0,0.000 0.000 0 15,0.000 0.000 0-15,0.000 0.000-1 0,0.000 0.000-28 16,0.000 0.000 1-16,-8.000 19.000-1 0,5.000-5.000 1 0,-5.000 5.000 6 0,4.000 11.000 2 16,-4.000-1.000 0-16,-3.000 6.000-1 0,7.000-1.000-13 0,4.000-3.000 2 15,-4.000-2.000-1-15,0.000 1.000 0 0,4.000-7.000-5 0,0.000 3.000 1 16,0.000 1.000-1-16,-4.000 7.000 1 0,4.000-5.000-4 16,0.000-6.000 2-16,4.000 3.000-2 0,4.000-3.000 2 0,0.000-1.000-3 0,-5.000-6.000 2 0,5.000 5.000-1 15,0.000-5.000 1-15,0.000-4.000-2 0,-1.000-1.000 0 0,1.000-1.000 1 16,2.000 2.000-1-16,3.000 0.000 1 0,0.000-5.000-1 0,-1.000-1.000 0 15,-2.000-2.000 1-15,1.000 0.000-2 0,-1.000-4.000 0 0,-4.000 4.000 0 16,5.000-4.000 2-16,-1.000 0.000-2 0,-4.000 0.000 0 0,-3.000-4.000 0 16,3.000 4.000 1-16,2.000 0.000-2 0,0.000 0.000 1 0</inkml:trace>
  <inkml:trace contextRef="#ctx0" brushRef="#br0">19117.000 7459.000 1431 0,'0.000'0.000'0'0,"0.000"0.000"0"0,0.000 0.000 0 16,0.000 0.000 26-16,2.000 20.000 0 0,0.000-15.000 0 0,-2.000-1.000 0 15,0.000 8.000-14-15,0.000-4.000 0 0,0.000 0.000 1 0,6.000 9.000 0 0,2.000 5.000 29 16,-3.000 1.000 0-16,-3.000-7.000 1 0,4.000 4.000 0 15,0.000-3.000-28-15,-2.000-9.000 1 0,-4.000 2.000 0 0,2.000 2.000 1 0,-2.000-1.000 26 16,0.000-7.000 1-16,0.000 0.000 0 0,0.000 4.000 1 16,0.000-4.000-30-16,0.000 0.000 2 0,0.000-4.000-1 0,0.000 0.000 1 0,0.000 0.000 4 0,0.000 0.000 2 15,0.000 0.000-1-15</inkml:trace>
  <inkml:trace contextRef="#ctx0" brushRef="#br0">19212.000 6674.000 1608 0,'0.000'0.000'0'16,"0.000"0.000"0"-16,0.000 0.000 0 0,17.000 0.000 6 0,-13.000 0.000 2 15,0.000 0.000-1-15,3.000 0.000 1 0,3.000 0.000-4 0,0.000 0.000 2 0,-7.000 4.000-2 16,-3.000 0.000 2-16,4.000 1.000 15 0,-4.000-1.000 1 0,4.000-2.000-1 16,0.000 8.000 0-16,-4.000 2.000-10 0,0.000 0.000 1 15,-4.000 1.000-1-15,-7.000 11.000 0 0,-9.000 5.000 8 0,1.000-1.000 0 0,6.000-3.000 0 16,1.000-9.000 2-16,1.000-3.000-11 0,-1.000-1.000 1 0,2.000-4.000-1 15,3.000 4.000 1-15,3.000-8.000-3 0,2.000 0.000 0 0,2.000 0.000 0 16,0.000-2.000 1-16,0.000-1.000-4 0,0.000 1.000 1 0,0.000-2.000 0 16,0.000 0.000-1-16,0.000 0.000 12 0,0.000 0.000 1 0,0.000 0.000 0 15,11.000 0.000 0-15,11.000-2.000-8 0,3.000 1.000 0 0,-4.000-3.000 0 16,10.000-2.000 0-16,-1.000-2.000-9 0,-3.000 4.000 1 0,2.000 0.000-1 16,-2.000-4.000 0-16,-2.000-2.000 0 0,-6.000 1.000 0 0</inkml:trace>
  <inkml:trace contextRef="#ctx0" brushRef="#br0">20903.000 6731.000 1922 0,'0.000'0.000'0'0,"0.000"0.000"0"0,0.000 0.000 0 0,0.000 0.000 44 0,0.000 0.000-1 16,19.000 21.000 1-16,-13.000-13.000 1 0,6.000 4.000-29 0,-1.000 5.000 1 0,-1.000 3.000-2 15,7.000 1.000 2-15,1.000 3.000 46 0,-7.000-6.000 1 0,-3.000 5.000 0 16,0.000-1.000 0-16,-1.000 1.000-46 0,-1.000 1.000 0 0,-2.000 1.000 0 15,4.000-1.000 0-15,-8.000 1.000 22 0,0.000-1.000 0 0,0.000 1.000 1 16,0.000 0.000-1-16,-4.000 3.000-24 0,0.000-9.000 0 0,-2.000 7.000-1 16,-2.000-1.000 1-16,1.000-1.000 0 0,-1.000-9.000 0 0,-2.000 3.000-1 15,-3.000-10.000 1-15,1.000 0.000-7 0,3.000-2.000 0 0</inkml:trace>
  <inkml:trace contextRef="#ctx0" brushRef="#br0">21517.000 6881.000 1847 0,'0.000'0.000'0'15,"0.000"0.000"0"-15,0.000 0.000 0 0,0.000 0.000 48 0,0.000 0.000 0 16,0.000 0.000 0-16,0.000 0.000 1 0,0.000 0.000-33 0,-21.000-11.000 1 16,19.000 7.000 0-16,-6.000 0.000 0 0,1.000-4.000 35 0,-5.000 4.000 0 15,4.000 0.000 0-15,-3.000 0.000 1 0,1.000 4.000-36 0,2.000 0.000-1 0,3.000 0.000 1 16,-3.000 4.000 1-16,-2.000 0.000 7 0,1.000 4.000 1 0,1.000 0.000-1 16,-2.000 3.000 1-16,1.000 11.000-13 0,1.000-6.000-1 0,0.000 1.000 0 15,-1.000 3.000 2-15,3.000-3.000-9 0,4.000-1.000 2 0,0.000 0.000-1 16,-2.000 3.000 0-16,4.000 3.000-1 0,2.000-8.000-1 0,2.000 5.000 1 15,-2.000-3.000-1-15,2.000-6.000 2 0,2.000 1.000 1 16,1.000 1.000-2-16,1.000 4.000 2 0,-2.000-4.000-2 0,0.000-5.000-1 16,-1.000-1.000 1-16,1.000 2.000-1 0,0.000-4.000-2 0,0.000-4.000 2 0,-1.000 4.000-1 0,1.000-4.000 0 15,-2.000 0.000 0-15,-2.000 0.000-1 0,2.000-4.000 0 0,4.000 0.000 2 16,-1.000 0.000-2-16,1.000 0.000 1 0,0.000-6.000-1 0,3.000-9.000 2 16,7.000-8.000-2-16,-5.000 1.000 0 0,-1.000-3.000 0 0,-1.000 5.000 1 15,-1.000 1.000 0-15,-1.000 1.000 0 0,1.000-7.000 1 0,1.000-3.000-1 31,-3.000 3.000-1-31,-2.000 0.000 1 0,4.000-5.000-1 0,3.000 3.000 1 0,-5.000-2.000 1 0,-2.000-1.000-1 0,1.000 3.000 0 0,5.000-2.000 2 0,-5.000 3.000-3 32,-3.000 7.000 1-32,0.000-1.000 0 0,4.000-1.000 0 0,0.000 5.000 3 0,-5.000 11.000-1 0,1.000-3.000 1 0,-4.000 4.000 1 15,0.000 2.000-4-15,0.000 6.000 2 0,0.000 0.000-1 0,0.000-2.000 0 0,0.000 2.000 2 0,0.000 2.000 0 16,0.000 0.000-1-16,-4.000 6.000 2 0,4.000 0.000-2 16,-3.000 4.000-1-16,3.000-1.000 1 0,-8.000 27.000-1 0,-8.000 7.000 2 0,3.000-4.000-1 15,3.000 0.000 1-15,7.000-4.000 1 0,-1.000-4.000-4 16,0.000 1.000 1-16,2.000-3.000 1 0,4.000 2.000-1 15,0.000-3.000 2-15,0.000-3.000 0 0,0.000-3.000-1 0,3.000 1.000 1 16,-1.000-9.000-3-16,-2.000-3.000 2 0,2.000-1.000-1 0,6.000 0.000 1 16,-5.000-2.000-1-16,1.000-4.000 2 0,-2.000-1.000-1 0,0.000-1.000 1 0,4.000-4.000-3 0,-5.000 0.000 2 0,-3.000 0.000-2 15,4.000 0.000 2-15,4.000-6.000-1 0,-4.000 3.000 2 0,0.000 1.000-1 16,11.000-12.000 1-16,8.000-10.000-3 0,0.000-1.000 2 0,-5.000-1.000-2 16,-5.000-1.000 2-16,2.000 0.000-2 0,3.000-3.000 0 0,-1.000 1.000 1 15,-3.000-4.000 0-15,1.000-1.000-1 0,4.000 3.000 0 0,-3.000-2.000-1 16,-3.000-5.000 2-16,2.000 7.000-2 0,3.000 6.000 0 0,-1.000-3.000 0 15,-5.000-5.000 2-15,1.000 4.000-2 0,-1.000 9.000 0 0,-3.000 2.000 0 16,-1.000 3.000 1-16,-2.000 3.000-2 0,0.000 8.000 1 0,-1.000 4.000 0 16,-3.000 0.000 0-16,-2.000 4.000 0 0,0.000-4.000 0 0,0.000 4.000-1 15,2.000 4.000 1-15,2.000 3.000-1 0,-2.000 1.000 0 16,-4.000 6.000 1-16,-4.000 13.000 0 0,-1.000 6.000-1 0,-1.000 1.000 0 16,0.000-5.000 0-16,2.000-4.000 0 0,1.000 3.000-1 15,-1.000-3.000 0-15,4.000 0.000 0 0,2.000-1.000 0 0,0.000 1.000 0 0,-2.000-7.000 0 0,0.000 5.000 0 0,2.000-3.000 0 16,4.000 1.000-1-16,0.000-5.000 1 0,1.000 1.000-1 0,1.000 1.000 1 15,0.000-3.000-1-15,0.000-3.000 1 0,3.000 2.000-1 0,1.000 1.000 1 0,2.000-1.000-1 16,-5.000-6.000 0-16,5.000-1.000-1 0,-4.000 1.000 2 16,1.000-8.000-1-16,-3.000 0.000 0 0,2.000-4.000 0 0,-1.000 4.000 1 0,1.000-4.000-1 0,-4.000 0.000 0 15,-2.000 0.000 0-15,5.000-4.000 1 0,-1.000 0.000-1 16,-2.000-4.000-1-16</inkml:trace>
  <inkml:trace contextRef="#ctx0" brushRef="#br0">21856.000 6776.000 1834 0,'0.000'0.000'0'0,"0.000"0.000"0"16,0.000 0.000 0-16,-23.000-24.000 53 0,23.000 18.000 0 0,0.000 4.000 0 16,-2.000 2.000 0-16,2.000 0.000-36 0,2.000 0.000 0 0,0.000 0.000 0 15,0.000 0.000 1-15,1.000 0.000 46 0,1.000 0.000 1 0,0.000 0.000 0 16,27.000 0.000 0-16,19.000 2.000-47 0,2.000 4.000 0 0,-2.000-6.000 0 16,-6.000 0.000 0-16,-9.000-4.000 16 0,-2.000 2.000 0 0,-1.000 2.000 0 15,1.000 0.000 1-15,4.000-2.000-21 0,-9.000-2.000 1 0</inkml:trace>
</inkml:ink>
</file>

<file path=ppt/ink/ink21.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2:19"/>
    </inkml:context>
    <inkml:brush xml:id="br0">
      <inkml:brushProperty name="width" value="0.05292" units="cm"/>
      <inkml:brushProperty name="height" value="0.05292" units="cm"/>
      <inkml:brushProperty name="color" value="#ff0000"/>
    </inkml:brush>
  </inkml:definitions>
  <inkml:trace contextRef="#ctx0" brushRef="#br0">14114.000 8544.000 992 0,'0.000'0.000'0'0,"0.000"0.000"0"0,0.000 0.000 0 0,0.000 0.000 46 0,0.000 0.000 1 15,0.000 0.000 0-15,0.000 0.000 0 0,0.000 0.000-31 16,0.000 0.000 0-16,-21.000-4.000 1 0,17.000 4.000 0 0,0.000 0.000-7 0,0.000 0.000 0 16,0.000 0.000 0-16,2.000 0.000 2 0,2.000 0.000-6 0,0.000 0.000 1 15,-2.000 0.000 0-15,1.000 0.000 0 0,1.000 0.000-6 0,0.000 0.000 1 16,0.000 0.000-1-16,-2.000 0.000 1 0,0.000 0.000-1 0,0.000 0.000 1 0,2.000 0.000-1 15,2.000 0.000 1-15,2.000 0.000-3 0,-3.000 0.000 1 0,-1.000 0.000 0 16,0.000 4.000 0-16,0.000 0.000-1 0,0.000 0.000 1 0,2.000-4.000 0 16,8.000 4.000 0-16,3.000 2.000 0 0,3.000-1.000 0 0,-5.000-1.000 0 15,9.000-2.000 1-15,7.000 2.000-1 0,-2.000 0.000 0 0,-6.000 0.000 0 16,-2.000-4.000 1-16,1.000 0.000-1 0,-1.000 0.000 0 0,2.000 0.000 0 16,6.000 0.000 1-16,-6.000 0.000-1 0,1.000 0.000 0 0,3.000 0.000 0 15,-4.000 0.000 1-15,2.000-6.000-1 0,-2.000 4.000 1 0,3.000 4.000-1 16,4.000-2.000 1-16,3.000 0.000-1 0,-6.000 0.000 0 0,4.000 0.000 0 15,0.000 0.000 2-15,0.000 0.000 1 0,-2.000 0.000 0 0,4.000 0.000 1 16,8.000 0.000-1-16,-7.000 0.000-1 0,-3.000 0.000 2 0,0.000 0.000-2 16,6.000-2.000 1-16,-2.000 0.000 6 0,-4.000 2.000 0 0,4.000 0.000 0 0,-1.000 0.000 0 15,-3.000 0.000-3-15,0.000 0.000 0 0,2.000 2.000 0 0,2.000 2.000 1 16,-2.000 0.000 9-16,-4.000-4.000 0 0,6.000 0.000 0 0,-1.000 0.000 1 16,-3.000 0.000-8-16,-2.000 0.000 1 0,2.000 0.000-1 0,2.000 0.000 1 15,4.000 0.000 5-15,-6.000 0.000-1 0,4.000 0.000 1 0,-3.000 0.000-1 16,-1.000 0.000-5-16,2.000 0.000 0 0,2.000 0.000 0 0,-2.000 4.000 0 15,2.000 0.000 7-15,-6.000-4.000 1 0,2.000 4.000-1 0,2.000-4.000 0 16,1.000 4.000-7-16,-1.000-4.000 1 0,2.000 0.000-1 0,-4.000 0.000 2 0,0.000 0.000 4 16,-2.000 0.000 2-16,6.000 0.000 0 0,-1.000 0.000 0 0,1.000 0.000-8 15,-4.000 0.000 1-15,4.000 0.000-1 0,-2.000 4.000 1 0,4.000 0.000 17 0,-1.000-4.000 0 16,-3.000 1.000 0-16,4.000 1.000 1 0,2.000 0.000-16 16,-3.000-2.000 2-16,1.000 0.000-2 0,4.000 0.000 1 0,-5.000 0.000 8 15,1.000 0.000-1-15,-2.000 0.000 0 0,0.000 0.000 0 0,1.000 0.000-10 16,-1.000 0.000 2-16,0.000 2.000-1 0,3.000-2.000 0 0,1.000 2.000 15 0,-8.000 0.000 0 15,0.000 0.000-1-15,6.000-4.000 1 0,-3.000 0.000-13 0,-3.000 0.000-1 16,0.000 0.000 0-16,12.000 2.000 2 0,-10.000 0.000 4 0,-2.000-2.000 0 0,2.000 0.000 0 16,1.000 1.000 0-16,-1.000 1.000-8 0,-2.000 0.000 0 0,4.000 0.000 0 15,2.000 0.000 0-15,-5.000 0.000 9 0,-1.000 0.000 0 0,2.000 0.000 0 16,6.000-4.000 0-16,0.000 4.000-9 0,-8.000 0.000 2 0,3.000 0.000-2 16,3.000 0.000 1-16,-2.000-4.000 1 0,0.000 4.000 1 0,-1.000-4.000-1 15,-3.000 0.000 0-15,4.000 0.000-4 0,-2.000 0.000 0 0,0.000 4.000 0 16,-6.000 0.000 0-16,6.000 0.000 9 0,-2.000 0.000-1 0,4.000 0.000 1 15,-6.000-6.000 1-15,2.000 6.000-9 16,-2.000 2.000 1-16,0.000-2.000 0 0,1.000-2.000 0 0,5.000 0.000 2 0,-4.000 0.000-1 16,-4.000 2.000 0-16,2.000 4.000 0 0,0.000-2.000-4 0,0.000 2.000 1 0,2.000-4.000-1 0,0.000 0.000 0 15,0.000 0.000 6-15,0.000 0.000-1 0,-2.000 0.000 1 0,2.000 4.000-1 16,0.000 0.000-4-16,0.000-4.000 0 0,2.000 4.000-1 0,0.000-4.000 1 16,-2.000 0.000 5-16,-2.000 0.000 0 0,2.000-4.000 1 0,5.000 0.000-1 15,-3.000 4.000-5-15,-6.000 4.000 0 0,0.000-4.000 0 0,0.000 0.000 1 16,6.000 0.000 1-16,-2.000 0.000 1 0,2.000 0.000-1 0,-2.000 0.000 1 15,-2.000 0.000-4-15,0.000 4.000 0 0,4.000 0.000-1 0,2.000-4.000 2 0,-2.000 0.000 1 16,-4.000-4.000 1-16,-2.000 4.000-1 0,4.000-4.000 1 16,-2.000 4.000-4-16,-2.000-4.000 1 0,0.000 4.000-1 0,6.000-4.000 1 0,-2.000 4.000 2 15,-2.000-4.000 0-15,2.000 0.000 0 0,-2.000 2.000 0 16,0.000 2.000-3-16,0.000 0.000-1 0,2.000-2.000 1 16,2.000 2.000 1-16,-1.000 0.000-2 0,-1.000 0.000 2 0,0.000 0.000 0 15,2.000 2.000 0-15,-2.000-2.000-3 0,-4.000-2.000 0 0,0.000-2.000 1 0,6.000 2.000-1 16,-4.000 2.000 2-16,-4.000 0.000 0 0,2.000-2.000-1 0,4.000-1.000 2 0,-4.000 1.000-4 0,1.000-2.000 2 15,-1.000 4.000-1-15,0.000 0.000 1 0,2.000 0.000-1 0,-4.000 0.000 1 16,2.000 0.000-1-16,2.000 0.000 1 0,2.000 4.000-2 16,-8.000-4.000 1-16,4.000 0.000-1 0,4.000-4.000 1 0,-4.000 4.000-1 15,-1.000 0.000 0-15,-1.000 0.000 0 0,4.000 0.000 1 0,-2.000 0.000-2 0,0.000 0.000 0 0,0.000 0.000 0 16,6.000-4.000 2-16,-2.000 4.000-1 0,-2.000 0.000 2 0,-2.000 4.000-1 16,0.000-8.000 1-16,4.000 4.000-2 0,-2.000-4.000 0 0,2.000 4.000 1 15,0.000 0.000-1-15,0.000 0.000 2 0,0.000-4.000 0 0,0.000 4.000 1 16,-4.000-4.000-1-16,2.000-2.000-1 0,2.000 4.000 0 0,-2.000 2.000 0 15,2.000-4.000 0-15,3.000 0.000 1 0,-3.000 2.000-1 0,2.000 2.000 1 16,-2.000-6.000-1-16,2.000 5.000 0 0,-6.000 1.000-1 0,4.000-4.000 0 16,4.000 4.000 1-16,2.000-4.000 0 0,-6.000 4.000 1 0,-1.000 0.000-1 0,-2.000-4.000 2 15,3.000 0.000-3-15,-2.000 4.000 0 0,1.000 0.000 1 16,-1.000-4.000 0-16,1.000-4.000 0 0,-3.000 4.000 0 0,4.000 2.000 1 16,3.000-4.000-1-16,-3.000 4.000-2 0,-6.000 0.000 2 15,1.000 0.000-1-15,1.000-1.000 0 0,4.000 3.000 1 16,-6.000-4.000 0-16,4.000 0.000 1 0,0.000 4.000-1 0,-2.000-4.000 0 0,0.000 4.000-1 0,0.000 0.000 0 0,-2.000-4.000 1 15,-1.000 8.000 0-15,-1.000-4.000 1 0,4.000 0.000-1 0,2.000-4.000 1 16,-4.000 4.000-2-16,-6.000-4.000 0 0,9.000 4.000 1 0,1.000 0.000-1 0,-6.000-4.000 2 16,2.000 2.000-1-16,2.000 0.000 1 0,4.000-2.000 0 0,-6.000 6.000-1 15,2.000-2.000-1-15,0.000-2.000 0 0,-1.000 0.000 2 0,1.000 2.000-2 16,-2.000 0.000 2-16,2.000 0.000-1 0,0.000-4.000 1 16,0.000 6.000-3-16,0.000-2.000 1 0,-2.000-2.000 1 0,2.000-2.000-1 15,1.000 4.000 0-15,-1.000-3.000 1 0,0.000 3.000-1 0,4.000-4.000 2 0,-4.000 4.000-3 16,-2.000 0.000 1-16,6.000 0.000-1 0,2.000-12.000 2 0,-6.000 12.000-1 0,0.000-4.000 1 15,6.000 2.000-1-15,-4.000 0.000 0 0,0.000 2.000 0 0,-2.000-2.000-1 16,6.000 0.000 0-16,-6.000-2.000 1 0,4.000 4.000 0 0,0.000 0.000 0 16,5.000 0.000 0-16,5.000-2.000 1 0,0.000 4.000-2 0,-10.000-2.000 0 0,1.000-2.000 0 15,-3.000 0.000 1-15,-3.000 0.000-1 0,-3.000 2.000 1 0,0.000 0.000 0 16,-5.000-2.000 0-16,3.000 0.000-1 0,0.000 2.000 0 0,4.000 0.000 1 16,2.000 0.000-1-16,1.000 0.000 0 0,-1.000 0.000 0 0,0.000 0.000 1 15,8.000-7.000-1-15,-3.000 7.000-1 0,-1.000-4.000 1 0,4.000 4.000-1 16,-4.000-4.000 2-16,0.000 4.000-2 0,-4.000-4.000 1 0,0.000 4.000-1 15,-4.000 0.000 1-15,1.000 0.000-1 0,-3.000 0.000 1 16,2.000-4.000-1-16,-7.000 4.000 1 0,-5.000-4.000-1 16,5.000 2.000 1-16,2.000 0.000-1 0,-1.000 0.000 2 0,0.000 0.000-2 15,-3.000 0.000 0-15,4.000 2.000 0 0,1.000-2.000 1 0,0.000 0.000-1 0,1.000 2.000 1 0,-3.000-2.000-1 0,12.000 0.000 1 16,-2.000-2.000-1-16,-3.000 4.000 0 0,-3.000 0.000 0 0,2.000-3.000 0 16,-2.000 3.000 1-16,1.000 0.000-1 0,-1.000-4.000 0 0,6.000 4.000 0 15,-4.000-4.000-1-15,1.000 4.000 1 0,-1.000-4.000 0 0,-2.000 4.000 0 16,-1.000-4.000-1-16,-3.000 4.000 1 0,2.000-4.000 1 0,-7.000 4.000-1 15,0.000 0.000-1-15,0.000 0.000 1 0,-1.000 0.000 0 0,3.000-2.000 0 0,0.000 0.000-1 16,-1.000 2.000 1-16,1.000 0.000-1 0,11.000-2.000 1 16,0.000 0.000-1-16,-4.000 0.000 1 0,1.000 2.000-1 0,1.000-2.000 1 15,-2.000 2.000-1-15,-1.000 0.000 2 0,1.000 0.000-2 0,-7.000 0.000 1 16,-1.000 0.000-1-16,3.000 0.000 1 0,-1.000 0.000-1 0,11.000 0.000 1 0,-1.000 0.000-1 16,0.000 0.000 1-16,2.000 0.000-1 0,2.000 0.000 1 0,0.000 0.000-1 15,-4.000 0.000 1-15,0.000 0.000-1 0,-1.000 0.000 1 0,-5.000 0.000-1 0,0.000 0.000 2 16,-1.000 0.000-1-16,-5.000 0.000 0 0,-1.000 0.000-1 0,2.000 0.000 1 15,-1.000 0.000-1-15,5.000 0.000 1 0,-3.000 0.000 0 0,-1.000 0.000 0 16,0.000 0.000 0-16,9.000 0.000 1 0,0.000 0.000-2 16,-2.000 0.000 1-16,-1.000 0.000 0 15,-1.000 0.000 0-15,1.000 0.000 0 0,-1.000 0.000 0 16,0.000 2.000 0-16,1.000-2.000 0 0,3.000 0.000-1 0,-5.000 0.000 2 0,1.000 2.000-1 0,4.000-4.000 0 0,0.000 4.000-1 0,-1.000-2.000 1 0,-1.000 0.000 0 16,2.000-2.000 0-16,-1.000 4.000-1 0,-5.000-2.000 1 0,2.000 0.000 0 15,-5.000 0.000 1-15,-2.000 0.000-1 0,1.000 0.000 0 0,-1.000 0.000 0 16,0.000 0.000 0-16,0.000 0.000-1 0,-1.000 0.000 1 0,1.000 0.000 0 15,2.000-2.000 0-15,-1.000 0.000 0 0,-1.000 0.000 1 0,1.000 2.000-1 16,1.000 0.000 0-16,-2.000 0.000-1 0,0.000 0.000 1 0,-1.000 0.000 0 16,1.000 0.000 0-16,0.000 0.000-1 0,-3.000-2.000 1 0,1.000 0.000 0 15,0.000 0.000 1-15,0.000 2.000-2 0,-1.000 0.000 1 0,1.000 0.000 0 16,0.000 0.000 0-16,0.000 0.000-1 0,-2.000 0.000 1 0,-1.000 0.000 0 0,1.000-2.000 0 16,0.000 2.000-1-16,0.000 0.000 1 0,2.000 0.000 1 0,-2.000 0.000-1 15,-1.000 0.000-1-15,1.000 0.000 1 0,0.000 0.000-1 0,-2.000 0.000 1 16,0.000 0.000-1-16,0.000 0.000 1 0,0.000 0.000-1 0,0.000 0.000 1 15,0.000 0.000-1-15,0.000 0.000 1 0,0.000 0.000-1 0,0.000 0.000 1 16,-1.000 0.000-1-16,1.000 0.000 2 0,0.000 0.000-2 0,-2.000 0.000 1 16,0.000 0.000-1-16,0.000 0.000 1 0</inkml:trace>
</inkml:ink>
</file>

<file path=ppt/ink/ink22.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2:26"/>
    </inkml:context>
    <inkml:brush xml:id="br0">
      <inkml:brushProperty name="width" value="0.05292" units="cm"/>
      <inkml:brushProperty name="height" value="0.05292" units="cm"/>
      <inkml:brushProperty name="color" value="#ff0000"/>
    </inkml:brush>
  </inkml:definitions>
  <inkml:trace contextRef="#ctx0" brushRef="#br0">16760.000 9214.000 829 0,'0.000'0.000'0'0,"0.000"0.000"0"0,0.000 0.000 0 15,0.000 0.000 30-15,0.000 0.000 2 0,0.000 0.000-1 0,0.000-20.000 0 16,0.000 16.000-17-16,0.000-4.000 0 0,0.000 4.000 0 0,0.000 0.000 0 0,0.000 1.000 25 16,0.000 1.000 0-16,-2.000 2.000-1 0,0.000 0.000 1 15,2.000-2.000-24-15,0.000 0.000 1 0,0.000 0.000-1 0,-2.000 2.000 1 0,0.000 0.000-8 16,0.000 0.000 0-16,0.000 0.000 0 0,-1.000 2.000 1 15,3.000 4.000-4-15,-4.000 1.000 1 0,0.000 1.000-1 0,-4.000 0.000 1 0,-3.000 8.000-5 16,-1.000-3.000 0-16,1.000-1.000 0 0,-1.000 2.000 1 0,6.000 4.000-1 16,0.000-1.000 0-16,1.000-5.000 0 0,-1.000 2.000 0 0,0.000 1.000-1 15,2.000-3.000 0-15,4.000-4.000 0 0,2.000 4.000 1 0,-2.000 1.000-1 16,0.000-5.000 0-16,0.000 4.000 0 0,2.000 2.000 1 0,2.000 1.000 0 0,0.000-3.000 1 16,-2.000-6.000-1-16,3.000 2.000 1 0,1.000-2.000-1 0,-4.000-1.000 0 15,0.000 3.000 0-15,6.000 0.000 0 0,0.000-4.000 0 0,-5.000 0.000 1 16,1.000 0.000-1-16,4.000 2.000 1 0,3.000 0.000-1 0,-3.000-2.000 0 15,0.000-4.000 0-15,3.000 0.000 0 0,-3.000 0.000 1 0,0.000 0.000-1 0,-1.000 0.000 0 16,3.000 0.000 1-16,0.000 0.000-1 0,-4.000-2.000 0 0,-3.000 0.000 0 16,3.000-2.000 1-16,0.000 2.000 1 0,-2.000 0.000 1 0,-4.000-2.000 1 15</inkml:trace>
  <inkml:trace contextRef="#ctx0" brushRef="#br0">16564.000 9343.000 1130 0,'0.000'0.000'0'0,"0.000"0.000"0"0,0.000 0.000 0 16,0.000 0.000 16-16,0.000 0.000 1 0,0.000 0.000 0 0,0.000 0.000 1 15,0.000 0.000-9-15,19.000 12.000 1 0,-17.000-12.000 0 0,9.000 2.000 0 16,7.000 3.000 23-16,1.000 3.000 0 0,0.000-4.000 1 0,6.000 0.000 0 16,0.000 4.000-20-16,-6.000-6.000 1 0,1.000 0.000 0 0,1.000-2.000-1 0,-2.000 0.000 1 15,-3.000 0.000-1-15,1.000 0.000 1 0,4.000-4.000 0 16,-2.000 0.000-6-16,-3.000 0.000-1 0</inkml:trace>
  <inkml:trace contextRef="#ctx0" brushRef="#br0">17031.000 9302.000 715 0,'0.000'0.000'0'16,"0.000"0.000"0"0,0.000 0.000 0-16,0.000 0.000 35 0,0.000 0.000 1 0,0.000 0.000 0 15,0.000 0.000 0-15,0.000 0.000-21 0,0.000 0.000-1 0,0.000 0.000 1 16,0.000 0.000 0-16,0.000 0.000 38 0,0.000 0.000 1 0,0.000 0.000 0 15,0.000 0.000 0-15,0.000 0.000-37 0,0.000 0.000 1 0,-2.000 19.000-2 16,0.000-7.000 2-16,1.000 4.000 35 0,-1.000 1.000 0 0,0.000-5.000 0 16,0.000 4.000 0-16,2.000 1.000-36 0,0.000-5.000 0 0,0.000-4.000 0 15,0.000 4.000 1-15,0.000 1.000 18 0,0.000-1.000 1 0,0.000-4.000-1 16,0.000-4.000 1-16,0.000 2.000-23 0,0.000-2.000 2 0,0.000-2.000-1 0,0.000 2.000 0 16,0.000 0.000 7-16,0.000-2.000-1 0,0.000 1.000 0 0,0.000 1.000 2 15,0.000-4.000-12-15,0.000 0.000 0 0</inkml:trace>
  <inkml:trace contextRef="#ctx0" brushRef="#br0">16798.000 8683.000 1255 0,'0.000'0.000'0'0,"0.000"0.000"0"0,0.000 0.000 0 16,0.000 0.000 38-16,0.000 0.000 1 0,0.000 0.000-1 0,0.000 0.000 1 16,0.000 0.000-24-16,0.000 0.000 0 0,0.000 0.000 1 0,-3.000-22.000 0 15,3.000 22.000 14-15,0.000 0.000 1 0,0.000 0.000 1 0,-2.000 0.000-1 0,0.000 0.000-17 0,0.000 0.000 0 0,0.000 0.000 0 0,0.000 4.000 0 16,-2.000 4.000 0-16,0.000 2.000-1 0,0.000-6.000 1 0,-3.000 12.000 0 16,-5.000 5.000-6-16,3.000-1.000 1 0,1.000-3.000-1 0,4.000-1.000 1 0,0.000-4.000-8 15,4.000-4.000 0-15,-4.000 3.000 0 0,4.000-1.000 2 0,0.000 2.000-2 16,0.000-2.000 0-16,0.000-1.000 0 0,0.000 5.000 0 0,4.000-2.000 0 0,0.000 0.000 1 15,0.000-3.000 1-15,0.000-1.000-1 0,3.000 4.000-1 16,-3.000-4.000 1-16,2.000 0.000-1 0,6.000-2.000 2 0,1.000-1.000-1 0,-1.000 1.000 0 16,-3.000 2.000 0-16,5.000-4.000 1 0,-1.000-4.000-2 0,-3.000 4.000 1 15,-1.000-4.000 0-15,3.000 0.000 1 0,-2.000 0.000-2 0,-1.000 0.000 1 16,-1.000 0.000 0-16,0.000-4.000 0 0,-1.000 4.000 0 0,-3.000-4.000 0 16,4.000 0.000-1-16,-4.000-2.000 1 0,0.000-2.000 0 0,-1.000 1.000 1 0</inkml:trace>
  <inkml:trace contextRef="#ctx0" brushRef="#br0">16560.000 8818.000 1255 0,'0.000'0.000'0'0,"0.000"0.000"0"16,0.000 0.000 0-16,0.000 0.000 16 0,0.000 0.000 0 0,0.000 0.000-1 15,0.000 0.000 1-15,25.000 0.000-7 0,-19.000 0.000 0 0,-3.000 0.000 0 0,15.000 0.000 1 31,7.000 0.000 15-31,2.000 0.000-1 0,0.000 0.000 1 0,3.000-4.000 0 16,-6.000 4.000-13-16,-5.000 4.000 1 0,2.000-4.000-1 0,0.000 0.000 0 0,-2.000 0.000 3 16,-1.000 0.000 1-16,1.000 0.000-2 0,4.000-4.000 2 15,-4.000 2.000-7-15,-3.000 0.000 0 0</inkml:trace>
  <inkml:trace contextRef="#ctx0" brushRef="#br0">17068.000 8844.000 1269 0,'0.000'0.000'0'16,"0.000"0.000"0"-16,4.000 0.000 0 0,-2.000 0.000 29 0,0.000 0.000 1 15,1.000 0.000 0-15,5.000 1.000 1 0,0.000 3.000-18 0,-4.000 0.000 1 0,-1.000-4.000-1 16,5.000 2.000 2-16,4.000 2.000 33 0,3.000 0.000 1 0,-5.000 0.000 1 16,1.000 4.000-1-16,-1.000 0.000-32 0,0.000-2.000 0 0,-3.000-3.000 0 15,-3.000 3.000-1-15,0.000 4.000 16 0,-2.000-6.000-1 0,0.000 0.000 1 16,-2.000 4.000 0-16,-2.000 2.000-18 0,0.000 1.000 0 0,0.000-3.000 1 15,-2.000 4.000 0-15,-4.000 6.000 1 0,-1.000 1.000 1 0,-1.000-3.000 0 16,-1.000-6.000 0-16,3.000-1.000-8 0,4.000 1.000 1 0,0.000-2.000-1 16,0.000-4.000 1-16,4.000-4.000 5 0,0.000 4.000-1 0,0.000-4.000 1 15,0.000 4.000-1-15,0.000-4.000-6 0,4.000 0.000 1 0,0.000 0.000 0 0,-4.000 0.000 0 16,4.000 4.000-5-16,-4.000-2.000-1 0,4.000-2.000 0 0,7.000 0.000 1 16,11.000 0.000-2-16,3.000 0.000 1 0,-2.000 0.000-1 0,4.000-2.000 2 15,-2.000 0.000 0-15,-2.000 0.000 2 0,-4.000 2.000-2 0</inkml:trace>
  <inkml:trace contextRef="#ctx0" brushRef="#br0">16119.000 8879.000 1507 0,'0.000'0.000'0'0,"0.000"0.000"0"15,0.000 0.000 0-15,0.000 0.000 48 0,0.000 0.000 1 0,0.000 0.000-1 16,-19.000-20.000 2-16,15.000 14.000-33 0,4.000 2.000 0 0,0.000 4.000-1 16,-4.000-4.000 1-16,-4.000 1.000 29 0,1.000-1.000 0 0,1.000 0.000 0 15,-7.000-4.000 0-15,-1.000-4.000-30 0,3.000 2.000 1 0,-1.000 3.000 0 0,0.000-1.000-1 16,3.000 0.000 7-16,1.000 4.000 0 0,2.000 4.000 0 0,-1.000-4.000 0 16,-1.000 0.000-11-16,2.000 4.000 0 0,4.000-4.000 0 0,-2.000 4.000 1 15,-3.000 0.000-8-15,3.000 0.000 2 0,0.000 0.000-1 0,0.000 0.000 0 16,0.000 0.000-1-16,0.000 0.000-1 0,4.000 0.000 1 0,-3.000 0.000-1 15,-1.000 0.000 0-15,4.000 4.000-1 0,0.000 0.000 0 0,-4.000 4.000 2 16,0.000 0.000-3-16,4.000-4.000 2 0,0.000 1.000-1 0,-4.000 5.000 0 16,0.000 4.000 0-16,1.000 2.000-1 0,3.000-5.000 0 0,0.000 15.000 0 15,0.000 1.000-1-15,3.000 1.000 2 0,1.000-1.000-1 0,-4.000-7.000 0 0,0.000 5.000-1 16,8.000-1.000 0-16,-4.000 1.000 0 0,-4.000-1.000 1 0,0.000 5.000-1 16,0.000-2.000 0-16,0.000 5.000 0 0,0.000-1.000 0 0,4.000 0.000-1 0,-1.000 5.000 0 15,1.000 3.000 0-15,-4.000 2.000 1 0,4.000 0.000-1 0,-4.000-4.000 0 16,-4.000 0.000 0-16,0.000 7.000 1 0,4.000-7.000-1 0,4.000-4.000 0 15,-4.000 0.000 0 1,-7.000-1.000 0-16,7.000-3.000 0 0,0.000-4.000 0 0,-4.000 3.000 0 16,0.000-7.000 0-16,4.000-3.000-1 0,0.000-2.000 1 0,0.000-1.000 0 15,-4.000-7.000 0-15,4.000 0.000-1 0,0.000-2.000 1 0,0.000 0.000 0 16,-4.000-4.000 0-16,4.000 2.000-1 0,4.000 0.000 1 0,-4.000-4.000 0 16,0.000 0.000 0-16,0.000 0.000-1 0,0.000 0.000 1 0,0.000 0.000 0 15,0.000 0.000 0-15,0.000 0.000-1 0,0.000 0.000 1 0,0.000 0.000-1 16,0.000 0.000 1-16,0.000 0.000-2 0,0.000 0.000 2 0,4.000 0.000 0 15,4.000-4.000 0-15,3.000 2.000 0 0,5.000-2.000 0 0,-1.000 0.000 0 0,16.000-4.000 2 16,5.000 0.000-2-16,-1.000 0.000 0 0,3.000 4.000 0 0,9.000-3.000 1 16,-3.000-1.000 1-16,4.000 2.000 0 0,8.000 2.000 0 0,9.000-2.000 2 15,4.000 0.000-2-15,3.000-2.000 0 0,12.000-1.000 1 0</inkml:trace>
  <inkml:trace contextRef="#ctx0" brushRef="#br0">16566.000 8773.000 162 0,'0.000'0.000'0'0,"0.000"0.000"0"0,0.000 0.000 0 0,0.000 0.000 0 0,0.000 0.000 1 16,0.000 0.000 0-16,0.000 0.000 1 0,0.000 0.000-2 0,0.000 0.000 1 0,0.000 0.000 0 16,0.000 0.000 0-16,0.000 0.000 10 0,0.000 0.000 2 0,0.000 0.000-2 15,0.000 0.000 1-15,0.000 0.000-5 0,0.000 0.000 1 0,0.000 0.000 0 16,0.000 0.000-1-16,0.000 0.000 18 0,0.000 0.000 1 0,0.000 0.000-1 15,0.000 0.000 0-15,0.000 0.000-12 0,0.000 0.000-1 0,0.000 0.000 0 16,0.000 0.000 2-16,0.000 0.000 41 0,0.000 0.000 1 0,0.000 0.000 0 16,0.000 0.000 0-16,-20.000-18.000-39 0,20.000 16.000 1 0,-4.000 0.000-1 0,4.000 1.000 1 15,-3.000-1.000-3-15,3.000 2.000 2 0,0.000 0.000 0 0,0.000 0.000 0 16,-4.000 0.000-8-16,4.000 0.000 1 0,-4.000 0.000-1 0,4.000-2.000 1 16,-4.000 0.000-1-16,0.000 2.000 1 0,4.000 0.000 0 0,-4.000 0.000 0 15,1.000 2.000-4-15,-1.000-2.000 1 0,-4.000 0.000-1 0,4.000 0.000 1 16,-4.000 0.000 1-16,5.000 0.000 0 0,3.000 0.000 0 0,0.000 0.000 0 15,-4.000 0.000-4-15,0.000 0.000 2 0,4.000 0.000-1 0,-4.000 0.000 1 16,0.000 0.000-2-16,0.000 0.000 2 0,2.000 2.000-1 0,1.000 1.000 0 16,-3.000 1.000-1-16,2.000-4.000 0 0,2.000 0.000-1 0,-2.000 0.000 2 15,-2.000 0.000 3-15,2.000 0.000 1 0,2.000 0.000 0 0,0.000 2.000 0 16,-2.000 2.000-4-16,0.000-2.000 1 0,0.000-2.000-1 0,0.000 2.000 2 0,0.000 2.000 4 0,0.000 0.000 2 16,1.000-4.000-1-16,-1.000 0.000 0 0,0.000 4.000-5 15,0.000 0.000 1-15,0.000 0.000 0 0,0.000 0.000 0 0,0.000-2.000 6 0,0.000 2.000 1 16,0.000-1.000 0-16,2.000 1.000-1 0,0.000 0.000-6 0,-2.000 0.000 1 15,0.000-2.000 0-15,0.000 4.000 0 0,0.000-2.000 4 0,2.000-4.000 1 16,0.000 4.000-1-16,0.000 0.000 1 0,0.000 4.000-6 0,0.000-6.000-1 16,0.000 2.000 1-16,0.000-3.000 1 0,0.000 1.000 4 0,0.000 0.000-1 0,0.000 0.000 0 15,0.000 2.000 2-15,0.000 4.000-6 0,0.000 0.000 0 0,0.000-4.000-1 16,0.000 4.000 1-16,0.000 1.000 5 0,0.000 1.000 0 0,0.000-4.000-1 16,0.000 2.000 2-16,0.000-4.000-6 0,0.000-4.000 0 0,0.000 4.000-1 15,0.000 2.000 2-15,0.000 0.000 2 0,0.000-3.000 0 0,0.000-1.000-1 16,0.000 0.000 1-16,0.000 0.000-4 0,0.000 0.000 0 0,0.000 4.000-1 15,0.000-2.000 2-15,0.000 4.000 0 0,0.000 0.000 1 0,0.000-6.000-1 16,0.000 2.000 1-16,0.000 0.000-4 0,0.000-1.000 1 0,0.000 3.000 0 16,0.000 4.000 0-16,0.000-2.000 3 0,0.000-4.000 0 0,0.000 2.000 0 0,2.000 2.000 1 15,2.000-1.000-4-15,0.000 5.000 1 0,-2.000-8.000-2 0,0.000 4.000 2 16,-2.000-4.000 1-16,0.000 2.000 1 0,0.000 0.000 0 0,0.000 1.000 0 16,2.000 3.000-4-16,2.000-6.000 1 0,-2.000 4.000 0 0,-2.000 2.000 0 15,0.000 0.000 1-15,0.000-3.000 1 0,2.000 3.000-1 0,1.000-2.000 1 16,-1.000 0.000-4-16,-2.000-4.000 2 0,0.000 2.000-2 0,0.000 1.000 2 15,0.000 5.000-1-15,0.000-4.000 2 0,0.000 2.000 0 0,0.000 0.000 0 16,0.000 1.000-3-16,0.000-1.000 1 0,0.000-6.000-1 0,0.000 4.000 2 0,0.000 2.000 0 16,0.000-2.000 1-16,0.000-5.000 0 0,-2.000 9.000 0 15,0.000 0.000-3-15,1.000-4.000 1 0,1.000 2.000-1 0,0.000 5.000 2 0,-4.000-3.000-2 16,2.000-2.000 1-16,2.000 0.000-1 0,-4.000 3.000 1 0,2.000-1.000-2 16,0.000-6.000 0-16,0.000 0.000 1 0,-2.000 2.000-1 0,2.000 1.000 0 0,0.000-1.000 2 15,-1.000-4.000-2-15,-1.000 4.000 2 0,0.000 0.000-3 0,0.000-2.000 1 16,0.000 0.000 1-16,0.000 3.000-1 0,1.000-5.000 1 0,1.000 0.000 0 15,2.000 0.000-1-15,-2.000 0.000 2 0,-2.000 0.000-3 0,2.000-2.000 1 16,2.000 2.000 1-16,-4.000 2.000-1 0,-2.000 2.000 4 0,1.000-3.000 0 16,1.000-1.000-1-16,4.000 0.000 1 0,0.000-4.000-2 0,-2.000 0.000-1 0,0.000 0.000 1 15,-2.000 0.000 0-15,4.000 0.000 1 0,0.000 0.000-1 0,0.000 0.000 1 16,-4.000 4.000 0-16,4.000 0.000-3 0,0.000-4.000 2 0,0.000 0.000-1 16,0.000 0.000 1-16,0.000 0.000-2 0,0.000 0.000 1 0,0.000 0.000 0 15,0.000 0.000 0-15,-4.000-4.000-2 0,4.000 4.000 2 0,0.000-4.000-1 0</inkml:trace>
  <inkml:trace contextRef="#ctx0" brushRef="#br0">17578.000 9243.000 1180 0,'0.000'0.000'0'0,"0.000"0.000"0"0,0.000 0.000 0 0,0.000 0.000 21 15,0.000 0.000 1-15,0.000 0.000-1 0,21.000-4.000 1 0,-9.000 4.000-10 16,-1.000 0.000-1-16,-3.000 0.000 0 0,9.000 0.000 1 0,4.000 0.000 19 16,0.000 0.000 0-16,-1.000 0.000 1 0,-1.000 4.000-1 0,-6.000 4.000-18 15,1.000-2.000 2-15,-1.000 0.000-1 0,-1.000 1.000 0 0,-1.000 3.000 7 0,-1.000-6.000 2 16,0.000 4.000-1-16</inkml:trace>
  <inkml:trace contextRef="#ctx0" brushRef="#br0">17822.000 9100.000 1067 0,'0.000'0.000'0'0,"0.000"0.000"0"0,0.000 0.000 0 0,0.000 0.000 42 16,21.000-27.000 1-16,-13.000 17.000 0 0,-4.000-2.000-1 0,2.000-4.000-26 16,-1.000 5.000 0-16,1.000-3.000-1 0,-6.000-8.000 2 0,4.000 7.000-7 0,-4.000-1.000 0 15,0.000 0.000 1-15,-4.000-1.000 0 0,4.000-3.000-5 16,-4.000 7.000 1-16,1.000 1.000 0 0,-1.000-4.000 0 0,0.000 2.000-5 0,0.000 5.000 0 16,0.000 3.000 0-16,-4.000-6.000 1 0,5.000 4.000-2 15,1.000 4.000 1-15,2.000 0.000 0 0,-6.000 0.000 1 0,0.000 0.000-3 0,2.000 1.000 0 16,4.000-1.000 0-16,-2.000 2.000 0 0,0.000 2.000 0 0,1.000-4.000 0 15,-1.000 4.000 0-15,0.000 4.000 0 0,0.000-4.000 0 0,0.000 0.000 0 16,-2.000 0.000 0-16,-2.000 4.000 0 0,-1.000 1.000 0 0,1.000 3.000 0 0,2.000-2.000 0 16,-2.000 8.000 0-16,-2.000 0.000 0 0,1.000 3.000 0 0,3.000 1.000 0 15,2.000-1.000 0-15,2.000 7.000 0 16,0.000-1.000 0-16,0.000-1.000 0 0,-2.000 0.000 0 0,2.000 1.000 0 0,4.000-3.000 0 16,0.000 5.000 0-16,-2.000 1.000 0 0,1.000 1.000 0 0,1.000-5.000 0 0,0.000 9.000 0 15,-2.000 2.000 0-15,0.000-3.000 0 0,0.000-3.000 1 0,2.000 2.000 0 16,-2.000-1.000 0-16,2.000 1.000-1 0,-2.000-1.000 1 0,-2.000-1.000 0 15,-2.000 4.000 0-15,0.000-9.000 6 0,2.000 1.000 0 0,0.000-1.000-1 16,-4.000 5.000 2-16,0.000 1.000-3 0,0.000-3.000 0 0,0.000-5.000 0 16,-3.000 1.000 1-16,-3.000-5.000 2 0,0.000-4.000 3 0,3.000 1.000-1 15,-5.000-5.000 0-15,4.000 2.000-5 0,5.000-4.000 2 0</inkml:trace>
  <inkml:trace contextRef="#ctx0" brushRef="#br0">18020.000 9333.000 1557 0,'0.000'0.000'0'0,"0.000"0.000"0"15,0.000 0.000 0-15,0.000 0.000 16 0,0.000 0.000 0 0,0.000 0.000-1 16,0.000 0.000 2-16,0.000 0.000-8 0,0.000 0.000 0 0,0.000 0.000 0 16,0.000 0.000 1-16,0.000 0.000 37 0,0.000 20.000 0 0,2.000-18.000 0 15,4.000 4.000 2-15,2.000 7.000-32 0,-2.000-1.000-1 0,-3.000 2.000 1 0,-3.000 1.000 0 16,2.000 1.000 21-16,2.000-6.000 0 0,0.000 0.000 1 0,-2.000 3.000-1 16,0.000-5.000-24-16,0.000-2.000 2 0,0.000-2.000 0 0,0.000 2.000-1 15,0.000 0.000 3-15,1.000-2.000 1 0,-3.000-4.000 1 0,0.000 2.000-1 16,4.000 3.000-9-16,0.000-5.000 0 0,-4.000 0.000 0 0,0.000 0.000 1 15,0.000 0.000 3-15,0.000 0.000-1 0,0.000 0.000 1 0</inkml:trace>
  <inkml:trace contextRef="#ctx0" brushRef="#br0">18394.000 8904.000 1356 0,'0.000'0.000'0'16,"0.000"0.000"0"-16,0.000 0.000 0 15,0.000 0.000 40-15,0.000 0.000 0 0,0.000 0.000-1 0,0.000 0.000 2 0,0.000 0.000-26 0,0.000 0.000 1 0,0.000 0.000 0 16,0.000 0.000-1-16,0.000 0.000 26 0,0.000 0.000-1 0,0.000 0.000 1 16,0.000 0.000-1-16,0.000 0.000-24 0,-19.000 12.000-1 0,17.000-4.000 1 15,-6.000 9.000 0-15,2.000 11.000 4 0,2.000 1.000 1 0,2.000 1.000 0 31,-1.000-3.000 0-31,3.000-3.000-10 0,1.000-3.000 0 0,3.000 3.000 1 16,-6.000 1.000-1-16,4.000-1.000-6 0,4.000-3.000 1 0,0.000-5.000 0 0,-4.000-1.000 0 0,4.000-1.000-2 0,1.000 0.000 0 16,-1.000-2.000 1-16,2.000-1.000-1 0,-1.000-3.000 0 0,-1.000 0.000-1 15,0.000-8.000 0-15,4.000 4.000 2 0,3.000-4.000-3 0,1.000 0.000 1 0,-5.000 0.000 0 16</inkml:trace>
  <inkml:trace contextRef="#ctx0" brushRef="#br0">18552.000 9051.000 1255 0,'0.000'0.000'0'16,"0.000"0.000"0"-16,-27.000-14.000 0 0,19.000 10.000 36 0,4.000 3.000 0 15,0.000-3.000 0-15,0.000 2.000 1 0,1.000 0.000-22 0,3.000 2.000 0 16,0.000 0.000 0-16,0.000 0.000 1 0,0.000 0.000 34 0,0.000 0.000 2 0,0.000 0.000-1 16,11.000 4.000 1-16,3.000 0.000-35 0,3.000 3.000 0 0,0.000 1.000-1 15,14.000 4.000 2-15,6.000-2.000 5 0,-5.000 0.000 0 0,-1.000-1.000 0 16,0.000-1.000 0-16,-6.000-4.000-11 0,-2.000 0.000 0 0,4.000 0.000 0 16,0.000-4.000 1-16,-4.000-4.000-7 0,0.000 0.000 1 0</inkml:trace>
  <inkml:trace contextRef="#ctx0" brushRef="#br0">18734.000 8830.000 1243 0,'0.000'0.000'0'0,"0.000"0.000"0"16,0.000 0.000 0-16,0.000 0.000 20 0,0.000 0.000 0 0,0.000 0.000 0 15,-13.000 29.000 1-15,3.000-9.000-11 0,-1.000-1.000 1 0,3.000 3.000 0 16,-3.000 11.000 0-16,-1.000-1.000 33 0,0.000-3.000 1 0,5.000 0.000 0 16,5.000 1.000 0-16,-2.000-3.000-29 0,2.000-3.000 0 0,2.000-3.000 0 0,0.000 1.000 1 15,2.000 1.000 11-15,4.000-1.000 0 0,1.000-7.000 0 0,1.000 1.000 1 16,4.000-2.000-15-16,-5.000-3.000-1 0,5.000 1.000 1 0,-1.000 0.000-1 0,3.000-2.000 0 15,-3.000-2.000-1-15,1.000-3.000 0 0,1.000-5.000 2 16,1.000-1.000-6-16,-4.000 1.000-1 0,-1.000 1.000 1 0,-1.000-1.000 0 16,-2.000-1.000 0-16,-1.000-3.000 0 0,-1.000 0.000 0 0,-2.000 0.000 0 15,0.000-2.000-4-15,-2.000 2.000 2 0</inkml:trace>
  <inkml:trace contextRef="#ctx0" brushRef="#br0">19088.000 8965.000 1306 0,'0.000'0.000'0'0,"0.000"0.000"0"16,0.000 0.000 0-16,0.000 0.000 24 0,0.000 0.000 2 0,0.000 0.000 0 0,0.000 0.000 0 15,0.000 0.000-14-15,0.000 0.000 1 0,0.000 0.000-1 0,0.000 0.000 1 16,16.000 21.000 29-16,-8.000-5.000 1 0,-5.000 0.000-2 0,-1.000 13.000 2 16,2.000 10.000-28-16,-2.000-3.000 1 0,2.000-5.000 0 0,0.000 2.000 1 15,-2.000 1.000 11-15,0.000-7.000 0 0,-2.000 6.000 0 0,2.000-5.000 0 16,-2.000-3.000-16-16,-4.000-1.000 2 0,0.000 5.000-1 0,2.000 0.000 1 15,-4.000-9.000 7-15,0.000 0.000 0 0,-1.000 1.000 1 0,-1.000-1.000 0 16,0.000 1.000-11-16,-3.000-7.000 0 0,-1.000 0.000 1 0,-9.000-1.000-1 16,4.000-5.000 5-16,1.000-4.000 0 0</inkml:trace>
  <inkml:trace contextRef="#ctx0" brushRef="#br0">19358.000 9204.000 1394 0,'0.000'0.000'0'0,"0.000"0.000"0"16,0.000 0.000 0-16,0.000 0.000 21 0,23.000-18.000 0 0,-15.000 14.000 0 16,5.000-4.000 1-16,3.000 5.000-11 0,-1.000 3.000 0 0,2.000 2.000 0 15,14.000 1.000 0-15,0.000 3.000 25 0,-6.000-6.000 1 0,4.000 8.000-1 16,3.000 0.000 1-16,-5.000 2.000-22 0,-2.000-2.000 1 0,0.000-1.000-2 0,2.000 1.000 2 16,-2.000 4.000 13-16,-2.000-2.000 1 0,2.000 2.000 1 0,-1.000-1.000-1 15,-1.000 1.000-17-15,-4.000-4.000 1 0</inkml:trace>
  <inkml:trace contextRef="#ctx0" brushRef="#br0">19851.000 9014.000 1444 0,'0.000'0.000'0'0,"0.000"0.000"0"16,-4.000-26.000 0-16,2.000 11.000 46 0,2.000-1.000 0 0,0.000-3.000 0 15,-10.000-3.000 0-15,6.000 2.000-30 0,2.000 7.000 0 0,-3.000-3.000 1 0,-3.000-2.000 0 16,2.000 7.000 13-16,2.000 7.000 1 0,-1.000 0.000-1 16,-1.000-4.000 0-16,0.000 4.000-16 0,2.000 4.000-1 0,4.000-4.000 1 0,-2.000 2.000 0 15,-4.000 0.000 0-15,1.000 0.000 0 0,-1.000 2.000 1 0,-2.000 0.000-1 16,0.000 0.000-6-16,3.000 0.000 1 0,1.000 0.000 0 0,-2.000 0.000 0 15,-4.000 4.000-8-15,1.000 2.000 2 0,-1.000 2.000-2 0,3.000-4.000 1 16,-1.000 0.000-1-16,0.000 0.000 0 0,4.000 0.000 0 0,-3.000 3.000 2 0,3.000 7.000-3 16,0.000-2.000 1-16,0.000-4.000-1 0,4.000 7.000 1 15,0.000 3.000-1-15,0.000 0.000 1 0,-4.000 1.000-1 0,4.000 9.000 1 16,4.000 1.000 1-16,0.000-7.000 1 0,-4.000 5.000-1 0,4.000-6.000 0 0,0.000 7.000-1 16,-4.000-5.000 1-16,0.000 5.000 0 0,7.000 3.000 0 0,-3.000-3.000-1 0,0.000 1.000 1 15,-4.000 0.000-1-15,4.000 1.000 1 0,0.000 1.000 0 16,-4.000-2.000-1-16,-4.000 3.000 0 0,8.000 1.000 1 0,-4.000-4.000-1 0,-4.000 1.000 1 15,4.000 5.000 0-15,0.000 2.000 0 0,-4.000-4.000-1 0,-4.000-7.000 0 16,4.000-3.000 0-16,-3.000-1.000 1 0,3.000-4.000 2 0,-4.000-5.000-1 16,-1.000-5.000 1-16,1.000 2.000 0 0,4.000-2.000-2 0,0.000-6.000 2 15,-2.000 0.000-2-15,-7.000-2.000 1 0,-1.000 0.000 1 0,5.000 0.000-1 16,1.000-2.000 0-16,-7.000-8.000 2 0,-5.000-4.000-3 0,3.000-7.000 1 0</inkml:trace>
  <inkml:trace contextRef="#ctx0" brushRef="#br0">19912.000 9431.000 1494 0,'0.000'-4.000'0'0,"0.000"4.000"0"0,0.000-4.000 0 0,0.000 4.000 29 0,0.000 0.000 2 16,2.000 0.000-1-16,6.000 4.000 0 0,3.000-4.000-16 0,1.000 4.000-1 15,-4.000-4.000 1-15,9.000 2.000 0 0,8.000 0.000 50 0,-4.000 2.000 1 16,-4.000 2.000 0-16,-7.000 2.000 1 0,-4.000-1.000-48 16,-2.000-3.000-1-16,-1.000-4.000 1 0,-3.000 8.000 0 0,0.000 2.000 23 0,0.000-2.000-1 15,0.000-4.000 1-15,-3.000 7.000-1 0,1.000 5.000-24 0,0.000-4.000-1 16,-2.000-2.000 1-16,2.000 1.000 0 0,2.000 1.000 4 0,0.000-6.000 0 0,-2.000-2.000 0 16,2.000-2.000 2-16,0.000 0.000-12 0,0.000-2.000 1 15,0.000 0.000 0-15,0.000 0.000 0 0,0.000 0.000 3 0,0.000 0.000-1 0,0.000 0.000 1 16,4.000-4.000 0-16,7.000-2.000-6 0,5.000-6.000 1 0,-1.000-1.000-1 15</inkml:trace>
  <inkml:trace contextRef="#ctx0" brushRef="#br0">21713.000 9069.000 954 0,'0.000'0.000'0'16,"0.000"0.000"0"-1,0.000 0.000 0-15,0.000 0.000 55 0,0.000 0.000 2 0,0.000 0.000-2 16,0.000 0.000 1-16,0.000 0.000-39 0,0.000 0.000 0 0,0.000 0.000 0 0,0.000 0.000 1 16,0.000 0.000 48-16,0.000 0.000 1 0,0.000 0.000-1 0,0.000 0.000 1 15,0.000 0.000-49-15,0.000 0.000 0 0,20.000-2.000 0 0,-17.000-2.000 0 16,3.000 0.000 18-16,0.000 0.000 0 0,-2.000 0.000 0 0,0.000-14.000 0 15,0.000 3.000-22-15,3.000-5.000 2 0,-1.000 5.000-1 0,-6.000-3.000 0 16,-2.000-2.000-2-16,-2.000 7.000-1 0,-2.000 5.000 0 0,1.000-4.000 2 16,-1.000-2.000-6-16,2.000 7.000-1 0,2.000 3.000 1 0,0.000 2.000 0 15,0.000 0.000-1-15,0.000 2.000 0 0,0.000-4.000-1 0,-1.000 4.000 1 16,-1.000 4.000-2-16,0.000-2.000-1 0,2.000 2.000 1 0,-6.000 11.000 0 0,-7.000 13.000-1 16,0.000 5.000-1-16,3.000 0.000 0 0,0.000-1.000 2 15,5.000 5.000-3-15,-5.000-8.000 1 0,4.000 1.000 0 0,3.000-3.000 0 0,-1.000-6.000-1 16,0.000-1.000 1-16,4.000-8.000-1 0,6.000 7.000 0 0,-2.000-1.000-1 15,0.000-8.000 1-15,2.000 0.000 1 0,2.000-3.000-1 0,-3.000-1.000-1 0,-1.000-2.000 1 16,2.000 0.000-1-16,0.000 0.000 2 0,0.000-4.000-2 0,4.000 0.000 0 0,-5.000 0.000 0 16,5.000 0.000 1-16,0.000 0.000-2 0,1.000 0.000 1 0,-1.000-4.000 0 15,4.000 0.000 1-15,5.000-6.000-2 0,0.000 3.000 1 0,-1.000-3.000 0 16,-3.000-8.000 0-16,3.000 1.000-1 0,-5.000 1.000 0 0,-1.000-4.000 0 0,-1.000 3.000 1 16,1.000 1.000-1-16,-2.000-6.000 0 0,-1.000-1.000 0 0,-3.000-10.000 1 15,0.000-1.000-1-15,0.000 3.000 0 0,0.000-6.000 0 0,-4.000 0.000 1 0,0.000 3.000-1 0,0.000 7.000 0 16,-4.000-2.000 0-16,0.000 1.000 1 0,4.000 5.000-1 0,-4.000 1.000 0 15,0.000-1.000 0-15,-3.000 1.000 2 0,3.000 2.000-2 0,4.000 11.000 0 0,-2.000 1.000 0 16,-2.000 4.000 1-16,2.000 0.000-1 0,2.000 4.000 0 0,0.000 0.000 0 16,-2.000 0.000 1-16,0.000 0.000-1 0,0.000 0.000 0 0,2.000 0.000 0 15,-2.000 8.000 0-15,1.000 8.000 0 0,-1.000 1.000 0 0,0.000 3.000 0 16,-4.000 13.000 1-16,4.000 8.000-1 0,2.000-6.000 0 0,0.000 1.000 0 16,-4.000-1.000 1-16,4.000-2.000 0 0,2.000 2.000 1 0,2.000 3.000 0 15,-4.000-1.000 0-15,0.000-4.000-1 0,0.000-7.000 0 0,0.000 1.000 0 16,2.000-3.000 1-16,4.000-3.000 3 0,-3.000-1.000-1 0,1.000-3.000 1 15,-2.000-1.000 0-15,-2.000-2.000-1 0,2.000-5.000-1 0,6.000-3.000 1 16,-4.000-2.000 0-16,-2.000-4.000 4 0,0.000 4.000 1 0,1.000-4.000 0 0,-3.000 0.000 0 16,4.000 0.000-4-16,-4.000 0.000 1 0,4.000 0.000 0 15,4.000-12.000 0-15,3.000-1.000 3 0,7.000-3.000 0 0,1.000 0.000 0 0,8.000-13.000 1 16,2.000-6.000-4-16,-2.000-1.000 1 0,0.000-5.000-2 0,1.000-8.000 2 16,-8.000 4.000-1-16,-3.000 0.000-1 0,2.000 2.000 1 0,-1.000 2.000 1 15,-1.000 4.000-3-15,-4.000 6.000 1 0,-1.000-1.000-1 0,1.000 1.000 1 0,-3.000 5.000-2 16,-4.000 11.000 1-16,1.000 3.000 0 0,1.000-2.000 0 15,-6.000 5.000-1-15,-2.000 3.000 0 0,-2.000 6.000 0 0,6.000-4.000 1 0,-2.000 4.000-3 16,0.000 0.000 1-16,0.000 0.000 0 0,-2.000 0.000 1 16,0.000 0.000-2-16,0.000 0.000 1 0,0.000 0.000-1 0,-6.000 13.000 1 0,-4.000 19.000-2 0,-1.000 5.000 0 15,-3.000-2.000 0-15,1.000 2.000 1 0,1.000-3.000-1 16,5.000-1.000 0-16,1.000-2.000 0 0,2.000 10.000 2 0,-2.000 1.000-2 0,-1.000-5.000 0 16,1.000-8.000 0-16,6.000 1.000 0 0,-2.000-3.000 0 15,0.000-4.000 0-15,2.000 3.000 0 0,6.000-3.000 0 0,-2.000-1.000-2 0,-1.000-4.000 2 16,3.000 1.000 0-16,2.000-3.000 0 0,0.000-4.000-1 15,-1.000-5.000 1-15,1.000 3.000 0 0,0.000-2.000 0 0,-1.000 0.000-1 0,-1.000-6.000 1 0,2.000 0.000-1 16,3.000 0.000 1-16,5.000 0.000-1 0,-3.000 0.000 1 0,-1.000-2.000 0 16,3.000 0.000 0-16,-3.000 0.000 0 0,-3.000-2.000 0 0,1.000 0.000 0 15,-4.000-4.000 0-15,-2.000 2.000 0 0,-2.000-4.000 0 16,-1.000 4.000 0-16</inkml:trace>
  <inkml:trace contextRef="#ctx0" brushRef="#br0">21785.000 8908.000 1569 0,'0.000'0.000'0'0,"0.000"0.000"0"0,0.000 0.000 0 16,0.000 0.000 40-16,0.000 0.000-1 0,0.000 0.000 0 0,0.000 0.000 1 15,0.000 0.000-25-15,0.000 0.000 1 0,0.000 0.000 0 0,0.000 0.000-1 16,0.000 0.000 36-16,19.000-14.000 1 0,-8.000 14.000-1 0,22.000 0.000 1 16,13.000 4.000-35-16,-3.000 2.000-1 0,-9.000 2.000 1 0,1.000-12.000 1 15,-2.000 4.000 14-15,-6.000 4.000-1 0,-4.000 0.000 0 0,5.000-8.000 2 16,1.000 4.000-20-16,-4.000 0.000 2 0,0.000-4.000 0 0</inkml:trace>
  <inkml:trace contextRef="#ctx0" brushRef="#br0">22427.000 8626.000 1608 0,'0.000'0.000'0'16,"0.000"0.000"0"-16,0.000 0.000 0 0,0.000 0.000 36 16,0.000 0.000-1-16,0.000 0.000 1 0,0.000 0.000 0 0,0.000 0.000-21 0,0.000 0.000 1 0,0.000 0.000-2 15,20.000-4.000 2-15,-9.000 4.000 42 0,-3.000-2.000 2 0,1.000 0.000-1 16,3.000 0.000 1-16,1.000 0.000-44 0,1.000 0.000 2 0,-4.000 0.000 0 16,1.000 1.000 0-16,-3.000 1.000 15 0,-1.000 0.000 1 0,7.000 0.000-1 15,1.000 1.000 1-15,-1.000-1.000-20 0,-6.000 0.000 1 0,-3.000 0.000 0 16,1.000-1.000-1-16,-2.000 1.000-4 0,-2.000-4.000 2 0,0.000 4.000-1 15,0.000 0.000 0-15,-2.000 0.000-4 0,0.000 0.000-1 0,0.000 0.000 1 16,0.000 0.000 1-16,0.000 0.000-2 0,0.000 0.000-1 0,0.000 0.000 1 0,0.000 0.000-1 16,0.000 0.000-1-16,0.000 0.000 0 0,0.000 0.000 1 15,0.000 0.000-1-15,0.000 0.000 0 0,0.000 0.000-1 0,0.000 0.000 0 0,0.000 0.000 1 16,0.000 4.000-2-16,0.000-3.000 1 0,0.000 3.000 0 0,0.000 2.000 0 16,0.000 4.000-1-16,-2.000 2.000 0 0,0.000 0.000 1 0,0.000 1.000-1 15,2.000 7.000-1-15,0.000 1.000 1 0,0.000 3.000 1 0,0.000 5.000-1 16,0.000-1.000-1-16,0.000-7.000 1 0,0.000 3.000-1 0,0.000 5.000 2 15,4.000 2.000-2-15,0.000 3.000 0 0,-4.000-1.000 0 0,3.000 12.000 1 0,-1.000-8.000-1 16,2.000-1.000 2-16,-4.000 1.000-2 0,4.000 4.000 1 16,-4.000-8.000-1-16,0.000-3.000 0 0,0.000 3.000 0 0,4.000 6.000 2 15,0.000 2.000-2-15,-4.000-4.000 1 0,0.000 8.000-1 0,0.000 8.000 1 16,0.000-4.000-1-16,0.000-8.000 0 0,0.000-4.000 1 0,0.000-3.000 0 0,0.000-3.000 0 0,0.000-2.000 0 16,0.000 5.000 1-16,0.000-5.000 0 0,-4.000 2.000-2 15,0.000-7.000 1-15,4.000-2.000 1 0,0.000-7.000-1 0,0.000 1.000 0 0,-4.000-2.000 1 16,4.000-3.000 1-16,-4.000-5.000-1 0,2.000 0.000-1 0,1.000-2.000 1 15,-1.000-2.000-1-15,2.000 2.000 1 0,-2.000 0.000 1 0,-2.000-2.000 0 16,2.000 0.000-1-16,-2.000-2.000 2 0,-4.000 0.000-3 16,1.000 0.000 2-16,-1.000 0.000-1 0,-32.000-6.000 0 0,-10.000-8.000 1 0,1.000 0.000-1 15,-4.000-5.000 0-15,1.000-3.000 2 0,-6.000 1.000-3 0,-4.000-7.000 2 0,-11.000-5.000-2 16,-21.000-2.000 1-16,0.000-4.000 0 0,1.000-6.000 1 0</inkml:trace>
  <inkml:trace contextRef="#ctx0" brushRef="#br0">20476.000 8932.000 1407 0,'0.000'0.000'0'0,"0.000"0.000"0"0,8.000-24.000 0 16,-4.000 12.000 41-16,-4.000 7.000 2 0,0.000-1.000-2 0,0.000 4.000 2 15,0.000 2.000-27-15,0.000 0.000-1 0,0.000 0.000 1 0,0.000-4.000 1 16,0.000 4.000 40-16,0.000 0.000 0 0,0.000 0.000 1 0,0.000 4.000-1 15,-4.000 9.000-40-15,0.000 3.000 1 0,0.000 0.000 0 0,-8.000 17.000 0 16,-3.000 8.000 14-16,3.000-6.000 1 0,3.000 1.000-1 0,1.000-5.000 2 16,6.000 2.000-21-16,2.000-5.000 2 0,0.000 1.000 0 0,-7.000 2.000-1 0,7.000-3.000-1 15,1.000-1.000-1-15,3.000-1.000 0 0,-2.000 1.000 2 16,4.000-5.000-6-16,4.000-3.000-1 0,1.000-7.000 1 0,1.000 2.000 0 16,-1.000-3.000-1-16,1.000-3.000 1 0,-1.000-8.000 0 0,7.000 0.000-1 15,1.000-4.000-2-15,0.000 0.000 0 0,0.000-3.000 1 0,6.000-9.000 0 0,-1.000-2.000-3 0,-3.000-1.000 0 16,2.000-3.000 1-16,0.000-11.000 0 0,-4.000 4.000-1 15,-2.000 1.000 0-15,-1.000 1.000-1 0,3.000-11.000 2 0,0.000 5.000-2 16,-3.000 4.000 0-16,-3.000-3.000 0 0,-7.000-1.000 1 0,4.000 8.000-2 0,-1.000 1.000 1 16,-5.000-1.000 0-16,-6.000-3.000 0 0,4.000 11.000-1 0,0.000 9.000 1 15,-2.000 0.000-1-15,-4.000 0.000 1 0,2.000 6.000-1 0,2.000 2.000 0 16,0.000 0.000 0-16,0.000 0.000 2 0,-2.000 0.000-3 0,0.000 0.000 1 0,0.000 2.000 0 16,-3.000 18.000 0-16,-5.000 3.000-1 0,2.000 5.000 1 0,-1.000 3.000-1 15,-1.000 0.000 1-15,2.000 3.000-1 0,5.000-5.000 0 0,1.000-5.000 0 16,2.000 1.000 0-16,0.000-3.000 0 0,2.000 1.000 0 0,5.000-5.000 0 15,1.000 1.000 0-15,-2.000-3.000-2 0,1.000-4.000 0 0,3.000 5.000-1 16,-2.000-1.000 1-16,-1.000-6.000 0 0,1.000-2.000 0 0,2.000-3.000-1 16,1.000 1.000 2-16,-3.000 2.000-4 0,-4.000-4.000 0 0,4.000-4.000 1 15,-1.000 4.000-1-15,-3.000-4.000 1 0,0.000 0.000 0 0,0.000 0.000 1 16</inkml:trace>
  <inkml:trace contextRef="#ctx0" brushRef="#br0">20643.000 9018.000 1293 0,'0.000'0.000'0'0,"0.000"0.000"0"0,0.000 0.000 0 16,0.000 0.000 25-16,-19.000-20.000 0 0,17.000 20.000-1 0,2.000 0.000 2 16,0.000 0.000-13-16,0.000 0.000-1 0,0.000 0.000 0 0,2.000 0.000 2 15,2.000 0.000 37-15,-2.000 0.000 1 0,-2.000 0.000 0 0,10.000 12.000 0 16,13.000 6.000-35-16,0.000 5.000 0 0,4.000-1.000 0 0,3.000 1.000 1 0,1.000-7.000 18 16,-4.000-2.000 1-16,0.000 1.000-1 0,2.000-3.000 1 15,2.000-4.000-23-15,-6.000-2.000 2 0,2.000-2.000-1 0,2.000-1.000 0 0,-1.000-3.000-3 0,-1.000-1.000-1 16,0.000-3.000 0-16,0.000 0.000 0 0,-7.000-2.000-4 0,-1.000-4.000 1 15</inkml:trace>
  <inkml:trace contextRef="#ctx0" brushRef="#br0">21192.000 8932.000 1431 0,'0.000'0.000'0'0,"0.000"0.000"0"15,0.000 0.000 0-15,0.000 0.000 41 0,0.000 0.000-1 0,0.000 0.000 1 16,15.000 21.000 0-16,-9.000-5.000-25 0,2.000-2.000 0 0,-3.000 1.000-1 16,5.000 11.000 2-16,7.000-3.000 35 0,-1.000-1.000-1 0,-8.000 1.000 1 15,-5.000-3.000 0-15,5.000-1.000-36 0,0.000 3.000 1 0,-6.000-4.000 0 0,2.000 1.000 1 16,-1.000 5.000 20-16,-1.000-3.000 0 0,-2.000 1.000 1 0,-4.000-3.000-1 16,1.000 3.000-24-16,-3.000-3.000 2 0,-2.000 1.000 0 0,-1.000-4.000-1 15,-7.000 1.000 3-15,1.000-1.000 0 0,5.000-4.000 0 0,2.000 1.000 0 16,-5.000-1.000-8-16,-2.000-4.000 0 0,1.000-4.000 0 0,-1.000 2.000 1 15,-5.000 2.000-2-15,1.000-1.000 1 0,4.000-3.000 0 0</inkml:trace>
  <inkml:trace contextRef="#ctx0" brushRef="#br0">22812.000 8601.000 2124 0,'0.000'0.000'0'0,"0.000"0.000"0"0,0.000 0.000 0 0,0.000 0.000 0 15,0.000 0.000 1-15,0.000 0.000 0 0,0.000 0.000 0 0,23.000-16.000-1 16,-23.000 16.000 1-16,4.000 0.000 0 0,0.000-4.000 1 0,0.000 0.000 1 0,4.000 2.000 0 16,-8.000 2.000 1-16,5.000 0.000-1 0,5.000-2.000-1 15,0.000 0.000 0-15,-5.000 2.000 1 0,5.000 2.000 0 0,2.000 2.000 4 0,-3.000-2.000 1 16,-1.000-2.000 0-16,3.000 0.000-1 0,3.000 6.000-2 0,-1.000-2.000 1 15,-3.000 4.000-1-15,3.000 0.000 1 0,-1.000-1.000 2 0,-6.000 1.000 1 16,-1.000-4.000 0-16,1.000 2.000 0 0,-2.000 2.000-4 0,-2.000-4.000 1 16,0.000 0.000-1-16,-2.000 6.000 2 0,-2.000 1.000 3 0,-2.000 1.000 0 0,-2.000-4.000 0 15,-3.000 6.000 0-15,-7.000 9.000-4 0,1.000-3.000 1 0,0.000-9.000 0 16,5.000-1.000-1-16,2.000 2.000-3 0,3.000-4.000 0 0,-1.000-4.000 0 16,4.000-4.000 1-16,4.000 2.000-2 0,0.000 0.000 0 0,-2.000 2.000 0 15,0.000-1.000 2-15,0.000-1.000 0 0,0.000-2.000 1 0,0.000 0.000-1 16,9.000 2.000 1-16,9.000 4.000-2 0,3.000 2.000 0 0,0.000-8.000 1 15,16.000 0.000 0-15,-7.000 4.000 2 0,-3.000 0.000 1 0,0.000-4.000-2 16,2.000-4.000 2-16,-8.000 4.000-3 0,-2.000-4.000 1 0,8.000 4.000-1 16,-2.000-6.000 1-16,-7.000 6.000 2 0,-7.000 2.000-1 0,-1.000 2.000 1 15</inkml:trace>
  <inkml:trace contextRef="#ctx0" brushRef="#br0">22610.000 10140.000 1394 0,'0.000'0.000'0'15,"0.000"0.000"0"-15,0.000 0.000 0 0,0.000 0.000 36 0,0.000 0.000 1 0,0.000 0.000 0 16,0.000 0.000 0-16,0.000 0.000-22 0,0.000 0.000 1 0,0.000 0.000-2 15,0.000 0.000 2-15,27.000 19.000 41 0,-19.000-13.000 0 0,-4.000 2.000 1 16,3.000 4.000 0-16,3.000 4.000-41 0,0.000-5.000 1 16,-5.000 1.000 0-16,-1.000 2.000 0 0,-2.000-2.000 23 0,0.000-3.000 1 0,-2.000 1.000-1 15,2.000-2.000 1-15,0.000-4.000-26 0,-4.000 2.000-1 0,2.000-2.000 1 16,2.000 0.000 1-16,2.000 3.000 0 0,-2.000-1.000 1 0,-2.000-2.000 0 16,0.000-2.000-1-16,0.000 2.000-6 0,0.000 0.000-1 0,0.000-2.000 0 15,2.000 2.000 0-15,3.000 4.000 4 0,1.000 0.000 2 0,2.000-3.000-1 16,7.000 5.000 0-16,10.000 4.000-6 0,2.000 2.000 0 0,-2.000-9.000 0 15,2.000-1.000 0-15,0.000 0.000-5 0,-2.000 0.000-1 0,0.000-4.000 0 0,2.000 4.000 2 16,-2.000-2.000-3-16,-6.000 0.000 2 0,-1.000 0.000-2 0</inkml:trace>
  <inkml:trace contextRef="#ctx0" brushRef="#br0">23059.000 10009.000 1482 0,'0.000'0.000'0'0,"0.000"0.000"0"0,0.000 0.000 0 0,0.000 0.000 45 0,0.000 0.000 0 15,0.000 0.000 0-15,0.000 0.000-1 0,0.000 0.000-28 16,23.000-22.000 1-16,-21.000 18.000 0 0,-1.000-4.000 0 0,1.000 1.000 40 0,0.000-1.000 0 15,2.000 2.000 0-15,2.000 2.000 2 0,0.000 2.000-42 0,-2.000 0.000 1 0,-3.000-2.000-1 16,3.000-2.000 1-16,2.000 0.000 17 0,0.000 2.000 1 0,-2.000 1.000-1 16,2.000-1.000 1-16,3.000 4.000-22 0,1.000-6.000 1 0,-4.000 4.000 0 15,5.000 0.000 0-15,6.000-2.000-1 0,3.000 2.000 0 0,-1.000 4.000 1 16,4.000 0.000 0-16,4.000 4.000-8 0,0.000 0.000 2 16,2.000-2.000 0-16,7.000-1.000 0 0,3.000 5.000 5 15,-3.000-2.000 0-15,-1.000 0.000 1 0,7.000 0.000 0 0,-5.000 0.000-8 0,-8.000 0.000 2 0,0.000 1.000 0 16,3.000-3.000 0-16,-1.000 0.000-6 0,-2.000-4.000 0 0,0.000 2.000-1 15,-2.000 0.000 2-15,4.000 2.000-2 0,-1.000-2.000 0 16,-1.000-4.000 0-16,0.000-2.000 1 0,2.000 4.000 2 0,-2.000 0.000 1 0,0.000-4.000-1 16,-4.000 0.000 2-16,-4.000 4.000-4 0,-4.000 0.000 2 0,-3.000-7.000-1 15,1.000 3.000 1-15,-3.000 4.000 1 0,-7.000 0.000-1 0,1.000-6.000 1 16,-4.000 4.000-1-16,0.000 2.000-1 0,0.000 0.000 0 0,-2.000 0.000 1 16,0.000 0.000-1-16,0.000 0.000 2 0,0.000 0.000 1 0,0.000 0.000-2 15</inkml:trace>
  <inkml:trace contextRef="#ctx0" brushRef="#br0">23940.000 10034.000 1444 0,'0.000'0.000'0'0,"0.000"0.000"0"0,0.000 0.000 0 16,0.000 0.000 20-16,0.000 0.000 1 0,0.000 0.000-1 0,0.000 0.000 2 16,0.000 0.000-11-16,0.000 0.000 0 0,0.000 0.000 0 0,0.000 0.000 1 15,25.000-17.000 20-15,-19.000 13.000 1 0,-2.000-4.000-1 0,-1.000 2.000 2 16,-1.000 0.000-21-16,2.000 2.000 2 0,2.000 2.000 0 0,2.000 2.000-1 0,-1.000-2.000 8 15,-1.000-2.000-1-15,0.000 2.000 0 0,2.000 2.000 2 16,-5.000 0.000-12-16,5.000 0.000 0 0,-4.000 0.000 0 0,4.000-4.000 2 0,-1.000 4.000-7 16,-1.000-4.000 2-16,0.000 4.000 0 0,7.000-3.000 0 15,5.000-1.000-4-15,-3.000 4.000 2 0,-1.000 4.000 0 0,7.000-4.000-1 0,0.000 0.000 2 16,-2.000 0.000 1-16,2.000 7.000 0 0,4.000-3.000 0 0,0.000-4.000-4 16,-2.000 2.000 2-16,-1.000 2.000-1 0,1.000-2.000 1 0,4.000 2.000-5 15,0.000 0.000 1-15,0.000 0.000 0 0,1.000-4.000 1 0,-1.000 2.000-2 0,-2.000 0.000 1 16,2.000 0.000-1-16,2.000-2.000 1 0,-2.000 4.000 2 0,-2.000 0.000-1 15,-2.000-4.000 1-15,2.000 4.000 0 0,4.000-4.000-2 0,-2.000 0.000 2 16,2.000 0.000-2-16,0.000 3.000 1 0,-2.000 1.000 9 0,-4.000 0.000 0 0,2.000-2.000 0 16,2.000 0.000 1-16,-4.000 0.000-7 0,-2.000 0.000 2 15,0.000 2.000 0-15,0.000-2.000 0 0,1.000 0.000 10 0,-5.000-2.000 0 16,0.000 0.000 0-16,4.000-4.000 0 0,-7.000 4.000-8 0,-5.000 2.000 0 0,1.000-2.000 0 16,5.000-2.000 0-16,-3.000 0.000 16 0,-6.000 0.000 0 0,-4.000 2.000-1 15,2.000 2.000 1-15,-1.000 0.000-13 0,-1.000-2.000-1 0,-2.000 0.000 0 16,4.000 2.000 2-16,0.000 2.000 18 0,-4.000-2.000 2 0</inkml:trace>
  <inkml:trace contextRef="#ctx0" brushRef="#br0">18525.000 11088.000 1758 0,'0.000'0.000'0'0,"0.000"0.000"0"15,0.000 19.000 0-15,3.000-5.000 30 0,-1.000-6.000 2 0,0.000 0.000-2 0,4.000 9.000 1 0,6.000 9.000-17 0,-3.000-3.000 0 0,-3.000-7.000 0 16,-2.000 0.000 1-16,0.000 1.000 38 0,0.000-1.000 1 0,-1.000-2.000 0 15,-3.000 1.000 1-15,2.000-3.000-38 0,-2.000-6.000 1 0,2.000 0.000-1 16,0.000 0.000 1-16,-2.000 1.000-3 0,0.000 1.000 2 0,0.000-4.000-1 16,0.000-4.000 1-16,0.000 0.000-8 0,0.000 0.000 1 0,0.000 0.000-1 15</inkml:trace>
  <inkml:trace contextRef="#ctx0" brushRef="#br0">18629.000 10414.000 1444 0,'0.000'0.000'0'0,"0.000"0.000"0"31,0.000 0.000 0-31,0.000 0.000 33 0,0.000 0.000 2 0,0.000 0.000 0 0,0.000 0.000 0 16,0.000 0.000-21-16,19.000 0.000 1 0,-17.000 0.000 0 0,5.000-2.000-1 15,5.000 0.000 38-15,3.000 2.000 1 0,-3.000 2.000-2 0,7.000 2.000 2 16,0.000-2.000-36-16,-3.000 2.000 0 0,-5.000 0.000-1 0,-1.000 0.000 2 16,0.000 0.000 7-16,-3.000 0.000 1 0,-1.000-2.000 0 0,-2.000 5.000-1 15,0.000 3.000-12-15,-2.000-2.000-1 0,0.000-2.000 0 0,-2.000 6.000 2 16,-4.000 1.000 4-16,0.000 3.000 1 0,2.000-4.000-1 0,-4.000 3.000 1 15,-2.000 7.000-9-15,3.000-6.000 0 0,1.000-7.000 0 0,2.000 5.000 2 0,-2.000-4.000 2 16,0.000-6.000 2-16,2.000 0.000-2 0,0.000 2.000 2 16,0.000 1.000-7-16,2.000-1.000 0 0,0.000-2.000 0 0,0.000-2.000 0 15,0.000 0.000-6-15,0.000 0.000 1 0,0.000 2.000-1 0,4.000 0.000 2 0,6.000 0.000-3 16,1.000 0.000 1-16,-1.000 0.000-1 0</inkml:trace>
  <inkml:trace contextRef="#ctx0" brushRef="#br0">18917.000 10806.000 1494 0,'0.000'0.000'0'0,"0.000"0.000"0"0,0.000 0.000 0 0,0.000 0.000 29 15,0.000 0.000 2-15,0.000 0.000-1 0,0.000 0.000 0 16,0.000 0.000-16-16,0.000 0.000-1 0,-19.000-4.000 1 0,19.000 4.000 0 0,-4.000 0.000 29 15,4.000 0.000 1-15,-4.000 0.000-2 0,0.000 6.000 2 0,1.000 3.000-28 16,-5.000 5.000 0-16,4.000 2.000-1 0,-9.000 7.000 2 0,5.000 5.000 8 0,4.000-3.000 1 16,0.000-5.000-2-16,-2.000-3.000 2 0,1.000 1.000-14 15,3.000-2.000 1-15,4.000-1.000-1 0,0.000 7.000 2 0,3.000-6.000-3 0,3.000 1.000 1 16,0.000-1.000 1-16,1.000 0.000-1 0,7.000 1.000-5 0,-1.000-3.000 0 16,1.000-2.000 1-16,3.000 1.000 0 0,2.000-3.000 2 0,0.000-2.000 0 15,2.000-4.000 0-15,2.000 0.000 2 0,0.000-2.000-6 0,0.000-4.000 1 16,2.000-4.000 0-1,6.000 0.000 1-15,-2.000-2.000-6 0,-6.000-6.000 1 0,0.000-3.000 1 16</inkml:trace>
  <inkml:trace contextRef="#ctx0" brushRef="#br0">18913.000 10802.000 1608 0,'0.000'0.000'0'0,"0.000"0.000"0"0,-23.000-4.000 0 15,12.000 4.000 27-15,7.000 4.000 1 0,0.000-4.000-1 0,4.000 0.000 1 16,0.000 0.000-16-16,0.000 0.000 1 0,0.000 0.000 1 0,0.000 0.000-1 16,0.000 0.000 37-16,0.000 0.000-1 0,0.000 0.000 0 0,8.000 0.000 1 15,3.000 4.000-33-15,1.000 0.000-1 0,3.000-2.000 1 0,20.000 3.000 0 16,9.000 9.000 13-16,-5.000 2.000 2 0,-5.000-10.000-1 0,5.000-2.000 1 15,-10.000 0.000-19-15,-4.000-1.000 2 0,2.000 1.000-2 0,3.000 2.000 2 0,-1.000 0.000-3 16,-6.000-2.000 1-16,0.000-4.000-1 0,-1.000 0.000 0 16,-3.000 0.000-5-16,-2.000 0.000 1 0,-1.000 0.000 0 0,-3.000-4.000 0 0,-1.000 2.000-2 0,-5.000 0.000 2 15,1.000-2.000 0 1,0.000 0.000 0-16,-5.000 0.000-4 0,-1.000 2.000 2 0</inkml:trace>
  <inkml:trace contextRef="#ctx0" brushRef="#br0">19241.000 10686.000 1520 0,'0.000'0.000'0'0,"0.000"0.000"0"16,0.000 0.000 0-16,0.000 0.000 37 0,0.000 0.000 0 0,0.000 0.000 0 0,0.000 0.000 0 15,-2.000-23.000-22-15,0.000 11.000 0 0,2.000 2.000 0 0,-2.000-7.000 1 16,-6.000-1.000 44-16,-2.000 0.000 1 0,3.000 3.000 0 0,1.000 3.000-1 15,2.000 2.000-43-15,-2.000 2.000 1 0,-1.000 4.000 0 0,1.000 0.000 0 16,2.000 1.000 16-16,0.000 3.000-1 0,2.000 0.000 1 0,2.000 0.000 0 16,0.000-4.000-20-16,-2.000 4.000 1 0,0.000 0.000-1 0,0.000 0.000 1 15,-1.000 0.000-2-15,-1.000 0.000 1 0,2.000 0.000-1 0,0.000 4.000 2 16,-4.000 3.000-7-16,-2.000 3.000 1 0,3.000 2.000-1 0,-1.000 13.000 1 0,0.000 7.000 0 16,2.000-3.000 0-16,2.000 2.000-1 0,4.000-1.000 3 15,-2.000 3.000-6-15,-2.000 0.000 2 0,0.000 1.000-1 0,2.000 1.000 0 0,2.000-2.000-2 16,0.000-1.000-1-16,-4.000 1.000 0 0,4.000 4.000 2 0,0.000-8.000-3 15,0.000-1.000 1-15,2.000-3.000 1 0,6.000 3.000-1 0,-3.000-7.000 1 0,-1.000-1.000-1 16,4.000-1.000 0-16,3.000-1.000 2 0,-3.000-4.000-3 16,-3.000-4.000 1-16,3.000-5.000 0 0,7.000 3.000 0 0,-3.000-4.000 0 0,-4.000-4.000 2 15,-1.000-4.000-2-15,5.000 4.000 2 0,1.000-6.000-3 16,-7.000 4.000 1-16,-4.000 0.000 1 0,7.000-5.000-1 0,3.000-5.000-1 0,-3.000 0.000 2 16,-3.000 2.000-2-16,-4.000-5.000 1 0,0.000-1.000 0 0,-3.000-4.000-1 0</inkml:trace>
  <inkml:trace contextRef="#ctx0" brushRef="#br0">16598.000 10377.000 690 0,'0.000'0.000'0'0,"0.000"0.000"0"16,0.000 0.000 0-16,0.000 0.000 143 0,0.000 0.000 1 16,0.000 0.000 0-16,0.000 0.000 0 0,0.000 0.000-131 0,0.000 0.000-1 0,0.000 0.000 0 15,0.000 0.000 1-15,0.000 0.000 23 0,-5.000-20.000 0 0,5.000 20.000-1 0,0.000-2.000 1 16,-2.000-2.000-21-16,0.000 0.000 0 0,0.000 1.000-1 0,0.000-1.000 2 15,-2.000-4.000 9-15,0.000 2.000 0 0,2.000 0.000 1 0,0.000 0.000 0 16,-3.000 0.000-14-16,-1.000 2.000 1 0,2.000 4.000-1 0,2.000 0.000 1 16,0.000-2.000 4-16,-2.000-1.000 1 0,0.000 6.000-1 0,0.000-3.000 1 31,1.000 0.000-8-31,-1.000 0.000 0 0,0.000 0.000 0 0,0.000 0.000 0 0,-4.000 0.000 6 16,1.000 2.000 0-16,3.000 2.000 0 0,-8.000 6.000 0 0,1.000 4.000-7 0,-1.000 1.000 0 0,1.000-1.000 0 0,1.000 2.000 1 15,4.000-4.000-7-15,4.000 1.000-1 0,0.000 1.000 0 0,-3.000 8.000 2 0,1.000 3.000-3 16,4.000-1.000 1-16,2.000-7.000 0 0,0.000 7.000 0 0,1.000-3.000 5 0,1.000 3.000 0 15,2.000-1.000 0-15,0.000-5.000-1 0,0.000 3.000-1 16,-1.000 3.000-1-16,1.000-5.000 1 0,2.000 7.000 0 0,0.000-7.000 5 0,-1.000 3.000 1 16,1.000-2.000-1-16,4.000 1.000 0 0,-1.000 1.000-3 15,-3.000-5.000-1-15,-1.000 9.000 1 0,1.000-3.000 0 0,-2.000 1.000 4 16,2.000-3.000 1-16,-1.000 3.000 1 0,1.000 3.000-1 0,-2.000-3.000-5 0,0.000-5.000 1 16,-1.000 7.000-1-16,-1.000-1.000 1 0,-2.000-1.000 2 0,0.000 1.000 2 15,0.000-3.000-1-15,2.000 1.000 0 0,-6.000-1.000-4 0,-4.000-3.000-1 0,-2.000 1.000 1 16,3.000 1.000 1-16,-3.000 3.000 0 0,0.000-4.000 1 0,1.000-3.000 0 15,-5.000-1.000 0-15,0.000-1.000-4 0,5.000-1.000 1 16,-5.000 0.000 0-16,1.000-2.000 0 0,3.000-3.000 2 0,0.000 1.000 0 16,1.000-2.000 0-16,-5.000 0.000 1 0,1.000 0.000-3 0,1.000-2.000-1 0,2.000-2.000 1 15,0.000-3.000-1-15,-1.000 1.000 1 0,1.000 2.000 1 0,2.000 0.000-2 16,-1.000 0.000 2-16,-1.000-4.000-2 0,2.000 0.000-1 0,2.000 0.000 1 16,1.000-4.000-1-16,-1.000 0.000 2 0,0.000-2.000-1 0</inkml:trace>
  <inkml:trace contextRef="#ctx0" brushRef="#br0">16698.000 10308.000 1620 0,'0.000'0.000'0'15,"0.000"0.000"0"-15,0.000 0.000 0 0,0.000 0.000 29 0,0.000 0.000 1 16,0.000 0.000 1-16,23.000 10.000-1 0,-11.000-8.000-17 0,-4.000-2.000 1 0,-1.000 0.000-1 15,15.000 4.000 2-15,10.000 4.000 28 0,-1.000 0.000 0 0,0.000-4.000 1 16,2.000-1.000 0 0,-3.000 1.000-28-16,-3.000 2.000 0 0,4.000 2.000 0 0,2.000-2.000 1 0,3.000 0.000-5 0,1.000-6.000 1 0,-6.000 4.000-1 0,-2.000-4.000 2 15,-2.000 4.000-7-15,-6.000 0.000 1 0</inkml:trace>
  <inkml:trace contextRef="#ctx0" brushRef="#br0">16814.000 10238.000 1608 0,'0.000'0.000'0'0,"0.000"0.000"0"0,0.000 0.000 0 0,0.000 0.000 44 16,0.000 0.000 2-1,0.000 0.000-1-15,0.000 0.000 1 0,0.000 0.000-30 0,0.000 0.000 1 16,0.000 0.000 0-16,0.000 0.000 0 0,0.000 0.000 11 0,0.000 0.000 1 0,0.000 0.000-1 15,0.000 0.000 1-15,0.000 0.000-15 0,0.000 0.000-1 0,0.000 0.000 0 16,0.000 0.000 1-16,0.000 0.000 4 0,0.000 0.000 1 0,0.000 0.000-1 0,8.000 25.000 1 16,-8.000 3.000-9-16,-2.000-3.000 0 0,0.000 6.000 0 0,2.000-1.000 2 15,2.000-3.000-4-15,1.000-9.000 1 0,5.000-2.000 0 0,2.000-5.000 2 16,-1.000 1.000-6-16,-1.000-2.000 2 0,0.000 2.000-1 0,1.000-3.000 0 16,5.000 3.000 2-16,-3.000-4.000 0 0,1.000 0.000 0 15,3.000 0.000 1-15,1.000-2.000-4 0,-5.000-3.000 1 0,-1.000-1.000 0 0,1.000-2.000-1 16,-3.000 0.000-3-16,-2.000 0.000 1 0,0.000-2.000-1 0</inkml:trace>
  <inkml:trace contextRef="#ctx0" brushRef="#br0">16872.000 10267.000 1243 0,'0.000'0.000'0'0,"0.000"0.000"0"0,0.000 0.000 0 0,0.000 0.000 43 0,0.000 0.000-1 16,0.000 0.000 1-16,0.000 0.000-1 0,25.000-14.000-26 15,-18.000 14.000 0-15,-7.000-3.000 0 0,4.000 3.000 0 0,-4.000 0.000 12 0,4.000 0.000 1 16,-4.000 0.000-1-16,0.000 0.000 1 0,0.000 0.000-16 0,0.000 0.000 1 16</inkml:trace>
  <inkml:trace contextRef="#ctx0" brushRef="#br0">16900.000 11082.000 1670 0,'0.000'0.000'0'0,"0.000"0.000"0"16,0.000 0.000 0-16,0.000 0.000 16 0,0.000 0.000 0 0,0.000 0.000 0 16,0.000 0.000 0-16,0.000 0.000-7 0,0.000 0.000 0 0,0.000 0.000 0 15,0.000 0.000 1-15,0.000 0.000 15 0,27.000 2.000 0 0,-15.000-2.000 0 16,26.000 6.000 0-16,12.000 0.000-12 0,-3.000-5.000-1 0,-7.000 1.000 0 16,-3.000-2.000 1-16,-5.000-2.000 13 0,-3.000-1.000 0 0,4.000-1.000 0 15,-4.000 0.000 1-15,2.000 0.000-14 0,-8.000-2.000 0 0,2.000-2.000-1 0,-4.000-2.000 2 16,0.000 1.000-3-16,0.000-1.000 0 0,0.000 2.000 0 0</inkml:trace>
  <inkml:trace contextRef="#ctx0" brushRef="#br0">17164.000 10704.000 1507 0,'0.000'0.000'0'0,"0.000"0.000"0"0,0.000 0.000 0 0,0.000 0.000 28 15,0.000 0.000 0-15,0.000 0.000 0 0,0.000 0.000 1 0,0.000 0.000-16 16,0.000 0.000 1-16,0.000 0.000-1 0,0.000 0.000 1 0,-6.000 27.000 25 0,4.000-13.000 1 16,-3.000 2.000 1-16,-5.000 9.000-1 0,-5.000 4.000-24 0,3.000 3.000 0 0,4.000-7.000-1 15,4.000-1.000 1-15,-3.000-1.000 7 0,3.000-1.000-1 0,0.000 1.000 0 16,0.000 5.000 2-16,0.000-5.000-13 0,1.000-1.000 2 0,3.000-1.000-2 16,3.000 5.000 1-16,-3.000-3.000-4 0,-3.000-1.000 0 0,6.000 1.000 0 15,1.000 3.000 0-15,0.000-5.000-4 0,4.000-1.000 2 0,-1.000-1.000-1 0,5.000 3.000 1 16,-4.000-6.000-2-16,3.000-1.000 1 0,1.000 5.000-1 0,3.000-2.000 2 15,-1.000-5.000-3-15,-3.000 1.000 1 0,1.000 0.000-1 0,-1.000-3.000 2 16,3.000-1.000-3-16,-1.000-2.000 0 0,-3.000 0.000 0 0,1.000-4.000 2 16,1.000 2.000-3-16,-2.000-2.000 1 0,-7.000-2.000 0 15,5.000 0.000 1-15,-4.000-2.000-1 0,-4.000-2.000 0 0</inkml:trace>
  <inkml:trace contextRef="#ctx0" brushRef="#br0">17345.000 10422.000 1545 0,'2.000'4.000'0'0,"2.000"0.000"0"0,0.000-4.000 0 0,-4.000-4.000 13 0,0.000 4.000 2 16,3.000 4.000-1-16,3.000-4.000 1 0,4.000 0.000-7 15,-1.000 0.000 1-15,-1.000 0.000 0 0,4.000 0.000 0 0,5.000 4.000 18 0,2.000-4.000 1 16,-1.000 4.000-1-16,-5.000 1.000 1 0,1.000 3.000-16 0,-3.000 0.000 2 16,-3.000 0.000-1-16,-8.000 4.000 0 0,4.000-3.000 9 0,-4.000 1.000-1 15,3.000-2.000 0-15,-3.000 6.000 2 0,0.000-2.000-12 0,0.000 1.000 0 0,-3.000-1.000 1 16,-1.000 0.000-1-16,0.000 0.000 6 0,4.000-3.000 1 0,0.000 1.000-2 15,0.000 4.000 2-15,-4.000-6.000-9 0,4.000-2.000 1 0,4.000-1.000 1 16,0.000 1.000-1-16,0.000-2.000 4 0,-1.000-2.000 1 0,1.000 4.000-1 16</inkml:trace>
  <inkml:trace contextRef="#ctx0" brushRef="#br0">17624.000 11035.000 1381 0,'0.000'0.000'0'0,"0.000"0.000"0"0,0.000 0.000 0 0,0.000 0.000 12 15,0.000 0.000 2-15,0.000 0.000-1 0,0.000 0.000 1 0,0.000 0.000-6 16,0.000 0.000-1-16,0.000 0.000 1 0,0.000 0.000 1 0,0.000 0.000 11 0,0.000 0.000 2 15,0.000 0.000-2-15,0.000 0.000 1 0,0.000 0.000-10 16,0.000 0.000 1-16,-19.000 17.000-1 0,17.000-5.000 0 0,0.000 4.000 39 0,0.000 3.000 0 16,0.000 3.000-1-16,-2.000-2.000 2 0,4.000 5.000-34 0,2.000-7.000 0 15,0.000-3.000-1-15,-6.000-3.000 1 0,4.000-2.000 17 0,0.000-4.000 1 0,0.000-2.000-1 16,0.000 3.000 1-16,0.000 3.000-20 0,0.000-6.000-1 0,0.000-4.000 1 16,0.000 4.000 1-16,0.000 0.000 12 0,0.000 0.000 1 0,0.000-4.000-1 15,0.000 0.000 1-15,0.000 0.000-15 0,0.000 0.000-1 0,0.000 0.000 1 16,0.000-4.000-1-16,-2.000 4.000-8 0,0.000 0.000 0 0</inkml:trace>
  <inkml:trace contextRef="#ctx0" brushRef="#br0">17872.000 10992.000 1507 0,'0.000'0.000'0'0,"0.000"0.000"0"0,0.000 0.000 0 0,0.000 0.000 22 16,31.000 0.000 0-16,-12.000 0.000 1 0,14.000 0.000 1 15,9.000 2.000-13-15,-3.000 2.000 1 0,-1.000 0.000-1 0,-3.000-3.000 2 0,-6.000-1.000 36 16,0.000 0.000 0-16,0.000 4.000 1 0,3.000 0.000-1 0,-3.000-2.000-32 16,-6.000 4.000 0-16,0.000-2.000 0 0,0.000 0.000-1 0,1.000 4.000 8 0,-5.000-8.000 1 15</inkml:trace>
  <inkml:trace contextRef="#ctx0" brushRef="#br0">18334.000 10461.000 1557 0,'0.000'0.000'0'0,"0.000"0.000"0"0,0.000 0.000 0 0,0.000-27.000 38 32,0.000 15.000 2-32,0.000-4.000-2 0,-4.000-5.000 1 0,0.000 1.000-24 15,-7.000 6.000 0-15,-1.000 3.000 1 0,-3.000-7.000 0 0,3.000 8.000 30 0,-1.000 4.000 0 16,1.000 4.000 0-16,1.000 0.000 0 15,-1.000-1.000-31-15,1.000-1.000 2 0,-1.000 8.000 0 0,4.000-1.000 0 0,3.000-1.000 5 0,-3.000 2.000 1 16,0.000 2.000-1-16,-3.000 4.000 2 0,-3.000 6.000-13 0,3.000-5.000 1 16,1.000 3.000 0-16,-3.000 14.000 0 0,1.000-5.000-4 0,8.000-1.000 0 15,0.000 3.000 0-15,1.000 4.000-1 0,3.000 3.000-1 16,0.000-3.000 0-16,0.000 4.000-1 0,3.000 3.000 1 0,5.000 5.000 3 16,-4.000 0.000 1-16,4.000 0.000-1 0,-1.000 8.000 1 0,3.000 0.000-4 0,2.000-4.000 0 0,-1.000 4.000 1 15,4.000 4.000 0-15,-3.000-4.000-5 0,-2.000 0.000 0 0,1.000 0.000 1 16,1.000 2.000-1-16,1.000-4.000-1 0,-1.000-6.000 1 15,-3.000 0.000-1-15,-1.000-4.000 2 0,-2.000 0.000 1 0,2.000-9.000 0 0,-5.000 3.000 1 16,1.000-4.000-1-16,-4.000-5.000 0 0,-4.000-6.000-1 0,1.000-5.000 1 16,-1.000-3.000-1-16,0.000-2.000 0 0,2.000 0.000 1 0,-4.000-4.000-1 15</inkml:trace>
  <inkml:trace contextRef="#ctx0" brushRef="#br0">21471.000 10344.000 1269 0,'0.000'0.000'0'0,"0.000"0.000"0"15,0.000 0.000 0-15,-19.000-28.000 23 0,11.000 14.000 2 0,4.000 3.000 0 16,-6.000-3.000-1-16,3.000 6.000-12 0,1.000 2.000 0 0,-2.000 2.000 0 16,-3.000-2.000 1-16,3.000-1.000 22 0,2.000 3.000 1 0,1.000 0.000 0 15,-9.000 4.000 1-15,1.000 4.000-22 0,1.000 0.000 1 0,4.000 0.000-2 16,-3.000-1.000 2-16,-5.000 1.000 1 0,1.000 0.000 1 0,2.000 4.000-1 16,1.000 6.000 1-16,-7.000 2.000-10 0,1.000-1.000 3 0,3.000 3.000-1 15,5.000-3.000 0-15,-1.000 1.000-5 0,-1.000 6.000 1 0,1.000-1.000 0 16,3.000 3.000 0-16,0.000-1.000-2 0,1.000 7.000 0 0,-1.000-1.000 1 15,6.000 2.000-1-15,0.000-1.000-2 0,-2.000-1.000 2 0,2.000 2.000-1 0,6.000 7.000 1 16,0.000 3.000-2-16,0.000 0.000 0 0,2.000 0.000 0 0,5.000-4.000 2 16,-1.000 2.000-2-16,-1.000 0.000 0 0,1.000 3.000 0 0,4.000 5.000 2 15,-1.000-6.000-3-15,-1.000 0.000 1 0,-3.000 0.000 0 0,7.000 0.000 1 16,-5.000 0.000-2-16,1.000-7.000 1 0,-8.000-1.000-1 0,-1.000 2.000 1 16,3.000 6.000-1-16,-2.000-6.000 1 0,-4.000-1.000-1 0,-4.000 1.000 1 15,2.000 0.000 2-15,-2.000-5.000 1 0,-3.000 1.000-1 0,-1.000 2.000 1 16,-7.000-5.000-2-16,-3.000-3.000 1 0,3.000 4.000-1 0,-1.000 1.000 0 0,-3.000-7.000 5 15,0.000-7.000 1-15,0.000 4.000 0 0,0.000-1.000 0 0,1.000-1.000-3 16,-1.000-4.000-1-16,2.000-3.000 1 16,1.000-1.000 1-16,1.000 2.000 4 0,1.000 0.000 0 0,1.000-9.000 0 15,-1.000-3.000 2-15,3.000 4.000-7 0,1.000-4.000 2 16,3.000 0.000-1-16</inkml:trace>
  <inkml:trace contextRef="#ctx0" brushRef="#br0">21590.000 11272.000 1332 0,'0.000'0.000'0'0,"0.000"0.000"0"0,0.000 0.000 0 0,0.000 0.000 38 0,0.000 0.000 1 0,0.000 0.000-1 16,0.000 0.000 1-16,0.000 0.000-23 0,0.000 0.000 0 0,-21.000 2.000 0 15,17.000 2.000-1-15,0.000 0.000 45 0,0.000-1.000 0 0,1.000 1.000 0 31,-5.000 8.000 0-31,-2.000 4.000-43 0,1.000 3.000 1 0,1.000 1.000 0 16,-2.000 7.000 0-16,3.000 3.000 17 0,3.000 1.000 0 0,2.000-5.000-1 0,2.000 7.000 2 16,0.000-2.000-21-16,0.000-9.000 0 0,0.000 5.000-1 0,0.000-3.000 2 15,2.000 1.000-2-15,6.000-3.000 1 0,1.000 1.000 0 0,1.000-1.000 0 16,1.000 1.000-6-16,3.000-9.000 0 0,1.000 0.000 0 0,6.000-1.000 0 16,-3.000-1.000-1-16,-5.000 0.000 1 0,4.000-4.000 0 15,7.000-8.000 0-15,-9.000 2.000-3 0,-2.000 2.000-1 0,3.000-8.000 1 16,1.000 0.000 1-16,-1.000-2.000-4 0,-7.000 0.000 1 0,-1.000 0.000 1 0,-2.000-2.000-1 0,-1.000 0.000-1 15,-1.000-3.000 0-15</inkml:trace>
  <inkml:trace contextRef="#ctx0" brushRef="#br0">21642.000 11554.000 1896 0,'-8.000'-4.000'0'15,"-3.000"-4.000"0"-15,-8.000 0.000 0 0,-4.000-6.000 0 0,1.000 5.000 0 16,3.000-1.000 0-16,0.000-2.000 1 0,0.000 4.000-1 0,3.000 0.000 0 16,9.000 7.000 0-16,-1.000-3.000 1 0,0.000 0.000 1 0,4.000 2.000 1 0,4.000 6.000-1 15,0.000 0.000 0-15,0.000-4.000-1 0,0.000 0.000 2 0,0.000 0.000-1 16,4.000 2.000 0-16,0.000 3.000 6 0,0.000-1.000 0 0,4.000-4.000 0 15,9.000 8.000 1-15,12.000 4.000-4 0,0.000 2.000 1 0,-2.000 1.000-1 16,3.000-3.000 1-16,1.000-2.000 3 0,-8.000-4.000 0 0,0.000-2.000 0 16,4.000 0.000 0-16,-2.000-4.000-3 0,-5.000-4.000-1 0</inkml:trace>
  <inkml:trace contextRef="#ctx0" brushRef="#br0">21915.000 11440.000 1646 0,'0.000'0.000'0'0,"0.000"0.000"0"0,0.000 0.000 0 16,-9.000 24.000 39-16,9.000-16.000 0 0,0.000 5.000 1 0,-4.000 1.000 0 15,4.000 4.000-24-15,0.000-1.000-1 0,0.000 3.000 1 0,-2.000 5.000 0 16,2.000 1.000 42-16,2.000-7.000 2 0,0.000 3.000-2 0,-4.000 1.000 1 16,0.000-5.000-42-16,2.000 0.000 1 0,4.000-5.000 0 0,-4.000 3.000 0 0,2.000-2.000 18 15,0.000-3.000 0-15,-2.000-3.000 0 0,0.000 0.000 0 16,0.000-4.000-22-16,0.000-2.000 1 0,2.000 0.000 0 0,2.000 0.000 0 0,-1.000 0.000-6 15,-3.000-2.000 0-15</inkml:trace>
  <inkml:trace contextRef="#ctx0" brushRef="#br0">22360.000 10475.000 1381 0,'0.000'0.000'0'0,"0.000"0.000"0"0,0.000 0.000 0 0,0.000 0.000 56 0,0.000 0.000 1 32,0.000 0.000-1-32,0.000 0.000 2 0,0.000-22.000-42 0,0.000 18.000 2 15,-2.000 2.000-1-15,-2.000-2.000 1 0,2.000 1.000 46 0,2.000 1.000 1 0,0.000-2.000-1 16,-7.000-8.000 1-16,-1.000 2.000-47 0,2.000 0.000 0 0,-2.000 4.000 0 16,-1.000-1.000 0-16,-1.000-1.000 19 0,2.000 4.000 0 0,5.000 0.000 0 15,-5.000 0.000 1-15,2.000 0.000-23 0,0.000 2.000 1 0,1.000 2.000-2 16,-7.000 0.000 2-16,4.000-2.000 1 0,5.000 2.000 0 0,-1.000 2.000-1 0,0.000 2.000 2 15,-4.000 2.000-9-15,4.000 2.000 1 0,2.000-4.000 1 0,-3.000 5.000-1 16,-3.000 9.000 2-16,0.000 4.000 1 0,0.000-3.000 0 0,7.000 15.000 0 16,-1.000 3.000-5-16,0.000 0.000 0 0,2.000-6.000 0 0,4.000 1.000 1 15,1.000 3.000-6-15,1.000 0.000 1 0,-2.000 2.000-1 0,4.000 2.000 1 16,-1.000 1.000-1-16,-1.000-3.000 0 0,6.000 0.000-1 0,-5.000 4.000 2 16,1.000-2.000 0-16,0.000-3.000 2 0,-2.000 1.000-2 0,-1.000 6.000 2 15,5.000-2.000-3-15,-2.000-8.000 2 0,-5.000 4.000-2 0,-1.000-3.000 2 0,2.000 1.000-1 16,-2.000-2.000 1-16,-4.000 1.000-1 0,-5.000-5.000 2 0,1.000-2.000-3 0,2.000-3.000 0 15,-2.000-5.000 1-15,-3.000 3.000 0 0,-1.000 0.000 2 16,-2.000-3.000-1-16,-5.000-5.000 1 0,0.000 0.000 0 0,1.000-1.000-3 16,1.000-5.000 2-16,0.000-2.000-1 0,-5.000 0.000 1 0,1.000-6.000-1 0,2.000-4.000 2 15,-1.000 0.000-2-15,-3.000-4.000 2 0,2.000 0.000-3 0,-4.000-3.000 0 0</inkml:trace>
  <inkml:trace contextRef="#ctx0" brushRef="#br0">19702.000 10655.000 1494 0,'0.000'0.000'0'0,"0.000"0.000"0"0,0.000 0.000 0 15,0.000 0.000 41-15,20.000 12.000 0 0,-17.000-10.000 0 0,11.000 7.000 0 16,3.000 9.000-25-16,-1.000 2.000 0 0,-3.000-1.000-1 0,-3.000 3.000 2 16,-1.000 3.000 41-16,1.000-1.000 1 0,0.000-1.000-1 0,-7.000 3.000 2 15,-1.000-3.000-44-15,0.000 1.000 2 0,0.000 3.000 0 0,-4.000-1.000 0 16,0.000 1.000 19-16,-1.000-4.000 1 0,-1.000-1.000 0 0,-4.000-2.000 0 16,6.000 1.000-24-16,2.000-7.000 2 0,0.000 0.000 0 0,-6.000-1.000-1 0,4.000-1.000 0 0,2.000-6.000 0 15,0.000-4.000-1-15,-3.000 2.000 2 16,1.000 0.000-7-16,2.000-2.000 0 0</inkml:trace>
  <inkml:trace contextRef="#ctx0" brushRef="#br0">20080.000 10861.000 1632 0,'0.000'0.000'0'0,"0.000"0.000"0"16,0.000 0.000 0-16,21.000-32.000 40 0,-12.000 17.000-1 0,-3.000 3.000 0 0,-2.000-6.000 2 15,-4.000 4.000-26-15,-2.000 5.000 1 0,0.000 1.000 0 0,-2.000 0.000-1 16,2.000-6.000 25-16,-2.000 6.000 0 0,-1.000 7.000 0 0,-5.000-3.000 1 16,2.000 2.000-25-16,-3.000-2.000-1 0,3.000 8.000 1 0,-15.000 0.000 0 15,4.000 7.000 14-15,3.000 3.000 1 0,3.000-2.000 1 0,-6.000 9.000-1 16,5.000 3.000-17-16,3.000-3.000 0 0,-1.000 3.000 0 0,-1.000-1.000 0 16,3.000 3.000 0-16,4.000-5.000-1 0,2.000 5.000 1 0,-7.000-1.000-1 15,11.000-3.000-5-15,0.000-3.000 0 0,4.000 3.000 0 0,-4.000-1.000 1 0,0.000-1.000-3 16,7.000-8.000 2-16,-1.000 1.000 0 0,0.000 3.000 0 0,2.000-4.000-3 15,1.000-6.000 0-15,1.000 0.000 1 0,-2.000-4.000-1 0,-3.000 0.000-1 16,3.000 0.000 0-16,2.000-2.000 0 0,7.000-2.000 0 0,2.000-6.000-2 16,-1.000 0.000 2-16,-1.000-4.000-1 0,2.000-7.000 0 0,0.000-3.000 0 0,-3.000 0.000-1 15,-3.000-1.000 0-15,3.000-2.000 2 0,-3.000 1.000-2 0,-3.000-3.000 0 16,-1.000-1.000 0-16,1.000-3.000 1 0,-2.000 1.000-2 0,-3.000 3.000 1 16,3.000 0.000-1-16,-2.000-7.000 1 0,-4.000 5.000-1 0,0.000 4.000 0 15,-2.000-1.000 1-15,-4.000-1.000 0 0,2.000 3.000-1 0,2.000 5.000 0 16,0.000 5.000 0-16,-2.000-2.000 0 0,2.000 6.000 0 0,0.000 7.000 1 0,0.000 1.000-1 15,0.000 0.000 0-15,0.000-2.000-1 0,0.000 4.000 0 0,0.000 0.000 0 16,0.000 4.000 1-16,0.000 0.000-1 0,0.000-3.000 0 0,0.000 1.000 0 16,0.000 24.000 1-16,0.000 11.000-1 0,0.000 6.000 0 0,2.000 0.000 0 15,2.000-9.000 0-15,0.000-3.000 0 0,0.000-6.000 0 0,-1.000 3.000 0 16,3.000-5.000 0-16,2.000-1.000 0 0,0.000-5.000 0 0,-3.000 3.000 0 16,3.000-6.000 0-16,2.000-3.000 0 0,1.000-3.000 0 0,-3.000 0.000 0 15,0.000-4.000 0-15,-1.000-4.000 0 0,-3.000 0.000 0 0,0.000 0.000 0 16,2.000-4.000 0-16,5.000-2.000 0 0,1.000-2.000 0 0,-3.000-1.000 0 15,13.000-13.000 0-15,5.000-11.000 0 0,-4.000 1.000 0 0,-2.000 3.000 0 16,-6.000-4.000 0-16,3.000-2.000 0 0,1.000 1.000 0 0,-8.000 1.000 0 0,-5.000-8.000 0 16,4.000 4.000 0-16,1.000 9.000 0 0,-1.000 3.000 0 0,-4.000-3.000 0 15,-1.000 7.000 0-15,-1.000 5.000 0 0,-2.000 2.000 0 0,-4.000 7.000 0 16,0.000-1.000 0-16,0.000 4.000 0 0,4.000 8.000 0 0,-2.000-4.000 0 16,0.000 0.000 0-16,0.000 0.000 0 0,0.000 0.000 0 0,0.000 12.000 0 15,-3.000 3.000 0-15,-1.000 7.000 0 0,0.000-1.000 0 0,0.000 28.000 1 16,0.000 0.000-1-16,2.000-4.000 0 0,2.000-2.000 0 0,-4.000 0.000 1 0,4.000-5.000-1 15,2.000-7.000 0-15,2.000 2.000 0 0,-2.000 0.000 1 16,4.000-1.000-1-16,2.000-7.000 0 0,1.000 3.000 0 0,1.000-3.000 2 0,1.000-1.000-2 16,1.000-3.000 0-16,-1.000-1.000 0 0,3.000-1.000 1 0,-1.000-1.000-1 15,1.000-4.000 0-15,5.000-3.000 0 0,-4.000 1.000 1 0,1.000-12.000-1 0,-6.000 0.000 1 16,-1.000-6.000-1-16,-1.000 2.000 1 0,0.000-1.000-1 0,-5.000-3.000 1 16</inkml:trace>
  <inkml:trace contextRef="#ctx0" brushRef="#br0">20434.000 10696.000 1871 0,'0.000'0.000'0'0,"0.000"0.000"0"15,0.000 0.000 0-15,0.000 0.000 37 0,0.000 0.000 0 0,0.000 0.000 0 16,0.000 0.000 2-16,0.000 0.000-25 0,0.000 0.000 2 0,0.000 0.000-2 16,42.000 24.000 2-16,-2.000-3.000 35 0,5.000-1.000 0 0,-3.000-7.000 1 15,-4.000-5.000 0-15,-1.000 0.000-36 0,-4.000-4.000 1 0,3.000 4.000 0 16,3.000-4.000 1-16,-1.000-4.000 7 0,-1.000 0.000-1 0</inkml:trace>
  <inkml:trace contextRef="#ctx0" brushRef="#br0">21548.000 10457.000 1532 0,'0.000'0.000'0'0,"0.000"0.000"0"0,0.000 0.000 0 16,0.000 0.000 28-16,13.000-23.000 2 0,-11.000 19.000-1 0,2.000-4.000 0 15,0.000 2.000-16-15,-2.000 2.000 1 0,0.000 2.000-1 0,2.000-2.000 1 0,0.000 0.000 14 0,-3.000 0.000 0 0,1.000 2.000 0 16,0.000 0.000 1-16,-2.000 1.000-15 0,0.000 1.000-1 0,0.000 0.000 1 15,0.000 0.000-1-15,0.000 0.000 1 0,0.000 0.000 0 0,0.000 0.000 1 16,0.000 0.000-1-16,0.000 1.000-6 0,0.000 3.000 1 0,0.000 0.000 0 16,2.000 6.000 0-16,4.000 8.000-6 0,-2.000 1.000 1 0,-4.000 3.000-1 15,-4.000 3.000 1-15,-2.000 3.000-2 0,0.000-5.000 1 0,5.000-5.000-1 16,1.000-4.000 2-16,0.000-5.000 4 0,-2.000-1.000 1 0,0.000 2.000 0 16,6.000-2.000 0-16,-1.000-8.000-4 0,-1.000 4.000 1 0,-2.000 0.000-1 0,2.000 0.000 2 15,2.000 1.000-5-15,0.000-1.000 1 0,-2.000-4.000-1 0,4.000 2.000 1 16,-1.000 2.000-1-16,1.000-2.000 1 0,0.000-2.000-1 0</inkml:trace>
  <inkml:trace contextRef="#ctx0" brushRef="#br0">21875.000 10878.000 1658 0,'0.000'0.000'0'0,"0.000"0.000"0"16,19.000-8.000 0-16,-5.000 2.000 38 0,-1.000 1.000 0 0,3.000-1.000 1 16,11.000 0.000-1-16,3.000 2.000-24 0,1.000 4.000 2 0,2.000 4.000 0 15,-2.000-4.000-1-15,-1.000 0.000 40 0,-3.000 0.000 0 0,0.000 4.000 0 16,2.000 2.000 2-16,2.000-2.000-41 0,-4.000-1.000 2 0,-2.000 3.000-1 16,0.000 2.000 1-16,-2.000-2.000-2 0,-2.000-2.000 1 0,-2.000 4.000-1 0,1.000-4.000 1 15,-3.000 2.000-8-15,0.000-1.000 1 0,-1.000-1.000-1 0</inkml:trace>
  <inkml:trace contextRef="#ctx0" brushRef="#br0">22554.000 11121.000 1670 0,'0.000'0.000'0'15,"0.000"0.000"0"-15,0.000 0.000 0 0,0.000 0.000 36 0,23.000-4.000 0 16,-17.000 4.000 0-16,12.000 0.000 1 0,-1.000 0.000-22 0,-2.000 0.000 1 16,-3.000 0.000-2-16,-1.000 4.000 2 0,-3.000 0.000 41 15,-6.000-4.000 0-15,0.000 4.000 1 0,2.000 2.000 0 0,0.000 2.000-41 0,-2.000-3.000 1 0,-1.000-1.000 0 16,-1.000 10.000 0-16,-1.000 0.000 11 0,-3.000 1.000 0 0,0.000 1.000 0 16,-2.000 2.000 0-16,-2.000 5.000-15 0,1.000-7.000-1 0,-1.000-4.000 1 15,4.000-3.000-1-15,4.000-1.000 1 0,-4.000-4.000-1 0,4.000 0.000 1 16,-4.000-4.000-1-16,2.000 4.000-5 0,2.000-4.000 1 0,2.000 0.000-1 0,2.000 0.000 1 15,0.000 0.000-4-15,-4.000 0.000 1 0,0.000 0.000-1 0,4.000 0.000 2 16,7.000-4.000-3-16,5.000 0.000 0 0,1.000 0.000 1 0,8.000-11.000-1 16,-2.000-7.000-2-16,-2.000-3.000 2 0,1.000 1.000-2 0,-3.000 1.000 1 15,2.000 1.000 0-15,-2.000-5.000-1 0</inkml:trace>
  <inkml:trace contextRef="#ctx0" brushRef="#br0">22693.000 10667.000 1369 0,'0.000'0.000'0'0,"0.000"0.000"0"16,0.000 0.000 0-16,-21.000 0.000 25 0,15.000 0.000 1 16,4.000 0.000 0-16,-2.000 2.000 0 15,0.000 2.000-14-15,0.000-1.000 1 0,1.000-3.000-1 0,-1.000 2.000 1 0,4.000 2.000 16 0,0.000-2.000 2 0,0.000-2.000-1 0,-4.000 6.000 0 16,4.000 8.000-16-16,-4.000 2.000-1 0,4.000-5.000 1 0,4.000 11.000 0 16,0.000 9.000 2-16,3.000-1.000 0 0,1.000 3.000 0 0,2.000-8.000 0 15,1.000 3.000-7-15,-1.000 1.000 0 0,2.000-2.000 0 0,-1.000 3.000 1 16,3.000-5.000-5-16,-1.000 1.000 0 0,0.000 1.000 0 0,3.000 1.000 1 15,3.000-7.000-3-15,0.000-1.000 1 0,1.000-1.000 0 0,-1.000 1.000 0 16,-2.000-4.000-3-16,4.000-7.000 1 0,2.000 1.000-1 0,1.000-2.000 1 16,-5.000-4.000-1-16,-2.000-4.000 0 0</inkml:trace>
  <inkml:trace contextRef="#ctx0" brushRef="#br0">22776.000 10790.000 1683 0,'0.000'0.000'0'16,"0.000"0.000"0"-16,0.000 0.000 0 0,0.000 0.000 30 0,0.000 0.000 0 0,0.000 0.000 1 15,30.000 0.000-1-15,-5.000 0.000-17 0,-1.000 0.000 1 0,1.000 0.000-1 16,5.000 8.000 2-16,1.000-4.000 26 0,-4.000 0.000 2 0,0.000-2.000-1 16,4.000 0.000 0-16,-4.000 2.000-26 0,-8.000-3.000 0 0,4.000 3.000-1 15,4.000-2.000 2-15,-2.000 0.000 7 0,-6.000 0.000-1 0,-1.000-2.000 1 16,-1.000-4.000 1-16,0.000 2.000-14 0,-3.000 2.000 1 0,-3.000 0.000 1 0,3.000-4.000-1 15,-3.000 3.000-10-15,-5.000 1.000 2 0,0.000-4.000-2 0</inkml:trace>
  <inkml:trace contextRef="#ctx0" brushRef="#br0">23022.000 10606.000 1470 0,'0.000'0.000'0'0,"0.000"0.000"0"0,4.000-24.000 0 0,-4.000 15.000 37 0,-4.000 1.000 0 16,0.000 0.000 0-16,2.000 2.000 1 0,2.000 2.000-24 16,0.000 4.000 2-16,0.000 0.000 0 0,0.000-2.000 0 0,0.000 2.000 43 0,0.000 0.000 0 15,0.000 0.000 1-15,0.000 0.000-1 0,0.000 0.000-42 16,0.000 0.000 1-16,0.000 0.000 0 0,0.000 0.000 0 0,0.000 0.000 21 0,0.000 0.000 2 16,0.000 0.000-2-16,0.000 0.000 1 0,-2.000 0.000-24 0,0.000 0.000 0 15,2.000 2.000 0-15,0.000 12.000-1 0,-2.000 6.000 3 0,-1.000 5.000 1 0,1.000-2.000-1 16,2.000 11.000 1-16,0.000-5.000-8 0,-2.000-5.000-1 15,2.000-3.000 0-15,4.000 5.000 1 0,-3.000-3.000 1 0,-1.000-1.000 2 0,2.000 1.000-2 16,8.000 3.000 2-16,-6.000-3.000-7 0,-2.000 1.000 1 0,2.000 1.000 0 16,3.000 1.000 0-16,1.000 1.000-4 0,-4.000-4.000 1 0,0.000-1.000-1 15,5.000 5.000 1-15,-1.000-5.000-2 0,-2.000-6.000 1 0,2.000-1.000-1 16,7.000 3.000 0-16,-5.000-6.000 2 0,-5.000-1.000-1 0,3.000-1.000 1 16,6.000 2.000 0-16,-5.000-4.000-1 0,-1.000-2.000-1 0,0.000-4.000 1 15,7.000-2.000 0-15,-2.000 0.000 1 0,-3.000-2.000-1 0,0.000-2.000 1 16</inkml:trace>
  <inkml:trace contextRef="#ctx0" brushRef="#br0">23336.000 10626.000 1545 0,'0.000'0.000'0'0,"0.000"0.000"0"0,0.000 0.000 0 0,0.000 0.000 23 15,0.000 0.000 1-15,21.000 3.000-1 0,-8.000-1.000 2 16,5.000 2.000-14-16,-3.000 2.000 2 0,-2.000 4.000-1 0,12.000 8.000 0 0,-3.000 3.000 27 15,-5.000 1.000-1-15,0.000 1.000 0 0,1.000 3.000 1 0,-3.000-3.000-24 16,-2.000-1.000 0-16,1.000-1.000 1 0,-1.000 7.000 0 0,-3.000 1.000 20 0,-2.000-2.000 0 16,1.000 3.000 0-16,7.000-5.000 0 15,-7.000 3.000-22-15,-3.000-3.000 1 0,-2.000 1.000-1 0,4.000 5.000 2 0,-4.000-4.000 0 0,-8.000-3.000 1 16,0.000-3.000-2-16,0.000 5.000 2 0,0.000-5.000-8 16,-4.000-5.000 1-16,-1.000 2.000-1 0,-1.000-3.000 1 0,-5.000 1.000 1 0,-1.000-8.000 2 15,1.000-2.000-2-15</inkml:trace>
  <inkml:trace contextRef="#ctx0" brushRef="#br0">23992.000 10768.000 1658 0,'0.000'0.000'0'0,"0.000"0.000"0"16,0.000 0.000 0-16,0.000 0.000 49 0,0.000 0.000 2 0,0.000 0.000-1 16,0.000 0.000 1-16,0.000 0.000-34 0,0.000 0.000 0 0,0.000 0.000-1 15,0.000 0.000 2-15,0.000 0.000 36 0,0.000 0.000 1 0,-4.000-19.000-1 16,0.000 9.000 1-16,0.000-2.000-38 0,2.000 3.000 1 0,-1.000 3.000-1 15,-3.000 2.000 1-15,0.000-4.000 9 0,2.000 4.000 1 0,2.000 4.000-1 16,-2.000 4.000 1-16,1.000-4.000-16 0,-1.000 4.000 1 0,0.000 0.000 1 16,-4.000 6.000-1-16,-1.000 7.000-4 0,-1.000 5.000 0 0,2.000-5.000 0 15,-3.000 15.000 1-15,3.000-7.000-4 0,6.000 1.000 1 0,0.000 1.000-2 0,0.000-5.000 2 16,0.000 1.000-2-16,2.000-1.000-1 0,2.000-3.000 1 16,0.000 1.000-1-16,2.000-5.000-1 0,0.000-1.000 1 0,0.000-2.000-1 0,0.000 0.000 2 15,-1.000-5.000-3-15,1.000-3.000 1 0,0.000 0.000 0 0,2.000 2.000 0 16,2.000-2.000-1-16,-3.000-4.000 0 0,-1.000 0.000 1 0,6.000-4.000-1 15,1.000-2.000-1-15,1.000-2.000 1 0,-1.000 1.000 0 0,5.000-5.000 1 16,3.000-8.000-2-16,0.000-1.000 1 0,-5.000-5.000-1 0,-1.000 3.000 1 16,-1.000 1.000 0-16,-3.000 1.000-1 0,3.000-5.000 0 0,1.000-3.000 1 15,1.000 1.000-1-15,-4.000 3.000 0 0,1.000-8.000 0 0,-1.000-8.000 1 0,-5.000 3.000-1 16,-1.000 5.000 0-16,0.000 2.000 0 0,2.000-2.000 0 0,0.000 1.000-1 16,-4.000 11.000 1-16,-2.000 3.000 0 0,3.000 2.000 0 0,-3.000 5.000 1 0,-1.000 7.000-1 15,-1.000 0.000 0-15,2.000 0.000 0 0,0.000 4.000 0 16,0.000 0.000 0-16,0.000 0.000 0 0,0.000 0.000 0 0,0.000 4.000 1 15,0.000 0.000 0-15,0.000 0.000-1 0,-4.000 21.000 1 0,-4.000 18.000-1 16,-2.000 4.000 0-16,3.000-4.000 1 0,5.000-2.000 0 0,0.000-7.000 0 0,0.000-1.000 0 16,-2.000-4.000 0-16,4.000 3.000 1 0,0.000-3.000-2 0,0.000-6.000 1 15,0.000 3.000-1-15,4.000-1.000 1 0,2.000-5.000 1 0,0.000-4.000-1 0,-3.000-3.000 0 16,3.000-1.000 0-16,-2.000-8.000 0 0,-2.000-4.000 0 0,2.000 4.000 0 16,-2.000 0.000 0-16,2.000-4.000 1 0,-1.000 4.000-1 0,-1.000-4.000 0 15,4.000-4.000 0-15,0.000 0.000-1 0,-2.000 0.000 2 0,0.000 0.000-1 16,7.000-14.000 0-16,8.000-9.000 0 0,3.000-2.000 1 15,-3.000 1.000-1-15,-6.000-1.000 1 0,1.000 0.000-2 16,-1.000-1.000 2-16,-3.000-1.000-1 0,-4.000 0.000 0 0,-1.000 1.000 0 0,1.000 5.000 2 0,2.000-1.000-1 16,-4.000 3.000 0-16,-2.000 5.000 0 0,1.000 4.000-1 0,1.000 5.000 0 0,-4.000 1.000 2 15,-2.000 0.000-2-15,2.000 2.000 0 0,4.000 6.000 0 0,-4.000 2.000 1 16,-2.000 2.000-2-16,2.000 0.000 1 0,0.000-4.000 0 16,0.000 8.000 0-16,0.000 7.000-1 0,0.000 11.000 2 0,0.000-5.000-1 15,-5.000 30.000 0-15,3.000 2.000-1 0,2.000-6.000 0 0,-2.000-2.000 1 0,0.000-2.000 0 0,2.000-6.000-1 0,2.000-3.000 0 16,3.000-1.000 0-1,1.000-4.000 1-15,2.000 1.000 0 0,0.000-3.000-1 0,-1.000-1.000 0 16,1.000 1.000 0-16,2.000-7.000 0 0,1.000-3.000 0 0,1.000-1.000 0 16,1.000-6.000 0-16,3.000 1.000-1 0,-3.000-3.000 2 0,1.000 0.000-1 15,-1.000-4.000 0-15,2.000 0.000 0 0,-1.000-4.000 1 0,-5.000 0.000-1 16,5.000-4.000 2-16,-1.000-4.000-2 0,-5.000-4.000 0 0</inkml:trace>
  <inkml:trace contextRef="#ctx0" brushRef="#br0">24182.000 10704.000 1683 0,'0.000'0.000'0'16,"0.000"0.000"0"-16,0.000 0.000 0 0,0.000 0.000 46 0,0.000 0.000 0 0,22.000 0.000 0 16,22.000 4.000 0-16,10.000 4.000-30 0,-4.000-1.000 0 0,-8.000-1.000 1 15,-3.000 0.000 0-15,-7.000-2.000 43 0,-3.000 2.000-1 0,-2.000 2.000 0 16,0.000-4.000 1-16,-6.000 0.000-43 0,-3.000-2.000 1 0,-1.000 0.000 0 15,-2.000 0.000 0-15,-3.000-2.000 5 0,-8.000 0.000 2 0,-4.000 0.000 0 16</inkml:trace>
</inkml:ink>
</file>

<file path=ppt/ink/ink23.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2:37"/>
    </inkml:context>
    <inkml:brush xml:id="br0">
      <inkml:brushProperty name="width" value="0.05292" units="cm"/>
      <inkml:brushProperty name="height" value="0.05292" units="cm"/>
      <inkml:brushProperty name="color" value="#ff0000"/>
    </inkml:brush>
  </inkml:definitions>
  <inkml:trace contextRef="#ctx0" brushRef="#br0">15551.000 10093.000 1746 0,'0.000'0.000'0'0,"0.000"0.000"0"0,0.000 0.000 0 0,0.000 0.000 41 16,0.000 0.000 1-16,0.000 0.000-1 0,0.000 0.000 1 0,0.000 0.000-27 15,0.000 0.000 1-15,0.000 0.000 0 0,0.000 0.000 1 0,0.000 0.000 35 0,0.000 0.000 2 16,0.000 0.000-1-16,0.000 0.000 1 15,0.000 0.000-37-15,0.000 0.000 1 0,0.000 0.000-1 0,37.000-4.000 0 0,-4.000 4.000 12 0,1.000 0.000 0 16,3.000 0.000 0-16,-6.000 0.000 0 0,-8.000-4.000-15 0,2.000 0.000-1 16,2.000 0.000 0-16,5.000 0.000 1 0,1.000 0.000-5 0,-2.000 0.000 0 15,4.000 1.000 0-15,3.000-1.000 1 0,1.000 0.000-4 0,-3.000 0.000 0 0,1.000 0.000 0 16,7.000-4.000 1-16,-7.000 2.000-2 0,-1.000 2.000 1 0,6.000-4.000-1 16,7.000 5.000 1-16,-3.000-1.000-3 0,-4.000 4.000 2 15,4.000 0.000-1-15,4.000-4.000 1 0,-2.000 4.000-3 0,-3.000 4.000 2 0,1.000-4.000-2 16,10.000-4.000 1-16,-4.000 0.000-1 0,-8.000 4.000 1 0,6.000 0.000-1 15,6.000-2.000 0-15,0.000 4.000 0 0,-5.000 2.000 1 0,1.000-4.000-1 16,8.000 0.000 0-16,-6.000 0.000-1 0,-4.000 0.000 1 0,8.000 0.000 1 16,-2.000-4.000-1-16,-1.000 2.000 5 0,1.000 2.000-1 0,4.000 6.000 1 15,-6.000-6.000 0-15,0.000 4.000-3 0,-6.000 0.000 1 0,6.000-4.000-1 0,3.000-4.000 2 16,1.000 4.000 3-16,-4.000 4.000 1 0,2.000-1.000 0 0,-2.000-3.000 0 16,3.000 0.000-4-16,-1.000 0.000 1 0,2.000-3.000-1 0,5.000 3.000 1 15,-5.000-4.000 8-15,-4.000 4.000-1 0,0.000 0.000 1 0,6.000 0.000 1 16,-3.000 0.000-7-16,-3.000 0.000-1 0,0.000-4.000 1 0,8.000 4.000 0 15,-3.000-4.000 7-15,-7.000 4.000 1 16,8.000 0.000 0-16,0.000 4.000 0 0,-7.000 0.000-8 0,-1.000-4.000 1 16,4.000-4.000-1-16,8.000 4.000 1 0,-10.000 0.000 3 0,-2.000 4.000 2 0,1.000-4.000-1 15,1.000 0.000 1-15,0.000 0.000-7 0,-6.000 0.000 1 0,2.000 0.000 0 16,10.000 0.000 0-16,-10.000 0.000 4 0,-2.000 0.000 2 0,4.000 0.000-2 16,4.000-4.000 2-16,0.000 4.000-7 0,-4.000 0.000 1 0,2.000 0.000 0 0,1.000 4.000 0 15,-1.000-4.000 1-15,0.000 0.000 0 0,-2.000-4.000 0 0,2.000 4.000 0 16,0.000 0.000-3-16,-4.000 0.000 0 0,4.000 0.000-1 0,-2.000 4.000 1 15,-2.000-4.000 3-15,-4.000 4.000 0 0,2.000-4.000 0 0,6.000 0.000 0 16,-6.000 0.000-3-16,-4.000-4.000 0 0,6.000 4.000 0 0,2.000 0.000-1 16,-4.000 0.000 3-16,1.000 0.000 0 0,-1.000 4.000 0 0,2.000-4.000 1 15,-4.000 0.000-4-15,0.000 0.000 1 0,0.000 0.000-2 0,4.000 0.000 2 0,0.000 0.000 0 16,-2.000 0.000 1-16,-3.000 0.000 0 0,-1.000-4.000-1 16,2.000 0.000-2-16,-4.000 4.000 0 0,3.000 0.000 1 0,1.000-4.000 0 0,-2.000 4.000-1 0,-3.000 0.000 2 15,3.000-2.000 0-15,0.000 0.000 0 16,0.000 0.000-3-16,-5.000 2.000 1 0,3.000 0.000-1 0,2.000-4.000 2 0,-5.000 2.000-2 0,-1.000 2.000 2 15,1.000 0.000-2-15,1.000-4.000 2 0,3.000 2.000-3 0,-11.000 2.000 2 16,9.000 0.000-2-16,1.000-4.000 2 0,-1.000 4.000-2 16,-3.000 0.000 1-16,-1.000 0.000 1 0,1.000-4.000-1 0,-1.000 4.000-1 0,-7.000 2.000 0 0,3.000-2.000 0 15,2.000-6.000 1-15,1.000 6.000-1 0,-3.000 0.000 0 0,-2.000-4.000 1 16,4.000 1.000-1-16,-3.000-1.000-1 0,-5.000 0.000 2 0,0.000 0.000-2 0,0.000 2.000 1 16,4.000 2.000 0-16,-2.000 0.000 0 0,0.000-2.000 0 0,-1.000-2.000 1 15,-1.000 4.000-2-15,-7.000 0.000 0 0,3.000-4.000 0 0,8.000 0.000 2 16,-5.000 4.000-2-16,-4.000 0.000 1 0,1.000 0.000 0 0,4.000 0.000 0 15,-8.000 0.000-1-15,-4.000-2.000 1 0,3.000 0.000-1 0,7.000-8.000 0 16,-4.000 7.000 1-16,-8.000-1.000 1 0,-1.000 4.000-1 0,1.000-6.000 0 16,-3.000 4.000 0-16,-4.000 6.000 0 0,-1.000 4.000-1 0,-1.000-8.000 2 0,-2.000-4.000-2 15,0.000 0.000 0-15,0.000 2.000 0 0,2.000-2.000 2 16,0.000 2.000-2-16,-2.000 0.000 0 0,-2.000 0.000 1 0,0.000 0.000-1 0,0.000 0.000 0 0,0.000 2.000 0 16,0.000-2.000 1-16,0.000 2.000 0 15,0.000 0.000-2-15,0.000 0.000 1 0,0.000 0.000 1 16,-4.000-2.000-1-16,-2.000-2.000-1 0,-4.000 2.000 1 0</inkml:trace>
</inkml:ink>
</file>

<file path=ppt/ink/ink24.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1:42:17"/>
    </inkml:context>
    <inkml:brush xml:id="br0">
      <inkml:brushProperty name="width" value="0.05292" units="cm"/>
      <inkml:brushProperty name="height" value="0.05292" units="cm"/>
      <inkml:brushProperty name="color" value="#ff0000"/>
    </inkml:brush>
  </inkml:definitions>
  <inkml:trace contextRef="#ctx0" brushRef="#br0">13904.000 8544.000 815 0,'0.000'0.000'0'0,"0.000"0.000"0"16,0.000 0.000 0-16,0.000 0.000 40 0,0.000 0.000-1 0,0.000 0.000 0 16,0.000 0.000 2-16,0.000 0.000-26 0,0.000 0.000 1 0,0.000 0.000 0 15,0.000 0.000-1-15,0.000 0.000 18 0,0.000 0.000-1 0,0.000 0.000 1 16,0.000 0.000 1-16,0.000 0.000-21 0,0.000 0.000 2 0,0.000 0.000-1 16,0.000 0.000 1-16,0.000 0.000 11 0,0.000 0.000 1 0,0.000 0.000-2 0,0.000 0.000 2 0,0.000 0.000-14 0,0.000 0.000-1 15,0.000 0.000 0-15,0.000 0.000 2 0,0.000 0.000 1 0,0.000 0.000-1 16,0.000 0.000 1-16,0.000 0.000-1 0,0.000 0.000-5 0,0.000 0.000 0 0,0.000 0.000 0 15,0.000 0.000 0-15,0.000 0.000 0 0,0.000 0.000 0 0,0.000 0.000 0 16,0.000 0.000 1-16,0.000 0.000-4 0,0.000 0.000 1 16,0.000 0.000-2-16,-11.000 19.000 2 0,13.000-5.000-4 0,3.000 2.000 2 0,3.000-4.000-2 15,-8.000-1.000 2-15,4.000 3.000-3 0,-4.000 2.000 1 0,4.000-5.000 1 16,-4.000 5.000-1-16,0.000 2.000 0 0,0.000-8.000 2 0,0.000 1.000-2 16,4.000 5.000 2-16,-4.000 0.000-3 0,3.000-5.000 1 0,-3.000 3.000 1 15,0.000 2.000-1-15,0.000-1.000-1 0,0.000 3.000 2 0,0.000-6.000-1 16,4.000 2.000 0-16,0.000 5.000 0 0,0.000-3.000-1 0,-4.000-1.000 0 0,0.000 3.000 1 15,4.000 2.000 0-15,3.000-3.000 0 0,-3.000 3.000-1 0,-4.000-4.000 2 16,4.000 1.000-2-16,0.000-1.000 0 0,0.000 3.000 0 0,-4.000 7.000 1 16,4.000-3.000 0-16,0.000 3.000 2 0,-1.000-5.000-1 0,-6.000 3.000 0 15,6.000 1.000 0-15,1.000-5.000-1 0,0.000 3.000 1 0,-4.000 1.000-1 16,0.000 3.000 1-16,0.000-7.000 1 0,0.000 5.000-1 0,0.000-1.000 1 16,0.000 5.000-2-16,0.000-5.000 1 0,0.000-3.000-1 0,0.000-1.000 0 0,4.000 1.000 3 15,0.000 3.000 0-15,-4.000 5.000-1 0,0.000-1.000 1 16,0.000 1.000-3-16,0.000-4.000 2 0,4.000-3.000-1 0,-4.000 5.000 1 0,0.000-3.000 1 15,0.000-3.000 1-15,0.000-3.000 0 0,0.000 6.000 0 0,3.000 1.000-3 16,3.000-1.000 1-16,-2.000-3.000-1 0,-6.000-1.000 2 0,4.000 3.000 3 0,4.000-3.000 0 16,0.000 5.000 0-16,-8.000-3.000 1 0,4.000 1.000-5 15,2.000-5.000 2-15,-3.000 5.000-1 0,-1.000 3.000 0 0,2.000-7.000 7 0,2.000-1.000-1 16,0.000 2.000 0-16,-4.000-5.000 2 0,0.000 5.000-6 0,0.000-2.000 0 16,0.000-3.000-1-16,-2.000-1.000 1 0,4.000-2.000 5 0,2.000-1.000-1 15,0.000 1.000 0-15,-4.000 2.000 1 0,-2.000 2.000-5 0,2.000-9.000-1 0,2.000 1.000 1 16,0.000 4.000 0-16,-2.000-2.000 0 0,0.000-2.000 1 0,0.000-1.000-1 15,-2.000 1.000 1-15,2.000 2.000-4 0,0.000-2.000 1 0,0.000 0.000 0 16,-4.000 0.000-1-16,2.000-1.000 0 0,2.000 1.000 0 0,0.000-2.000 1 16,-2.000 0.000 0-16,2.000 0.000-3 0,-2.000-2.000 1 0,0.000 0.000 0 15,0.000 0.000 0-15,0.000-4.000 0 0,2.000 3.000-1 0,0.000-1.000 0 16,-2.000 2.000 1-16,1.000-2.000-2 0,-1.000-2.000 1 0,0.000 0.000 0 16,0.000-2.000 0-16,0.000 0.000-1 0,0.000 0.000 0 0,0.000 2.000 1 15,-4.000-2.000-1-15,-2.000-5.000-1 0,1.000-7.000 1 0,3.000 0.000 1 16,-11.000-15.000-1-16,3.000-4.000-1 0,0.000 1.000 0 0,5.000-1.000 0 15,-5.000 0.000 0-15,1.000-5.000-1 0,3.000 7.000 1 0,-7.000 0.000 0 0,1.000-1.000 1 16,1.000-5.000-2-16,-1.000 4.000 1 0,1.000 2.000 0 0,-1.000-3.000 0 16,3.000 5.000-1-16,-1.000 5.000 1 0,4.000 7.000 0 0,-3.000 1.000 0 15,3.000 4.000-1-15,0.000 5.000 1 0,5.000-3.000-1 0,-1.000 4.000 2 16,0.000 2.000-2-16,0.000 4.000 1 0,0.000 0.000-1 0,4.000 0.000 1 16,-4.000 0.000 0-16,4.000 0.000 0 0,0.000 0.000 0 0,-3.000 0.000 1 15,3.000 0.000 0-15,-4.000 2.000-1 0,4.000 2.000 0 0,-4.000 13.000 1 0,-4.000 9.000 0 16,4.000-3.000 1-16,-3.000-3.000-1 0,3.000-2.000 1 15,0.000-3.000-2-15,4.000-5.000 2 0,-6.000 0.000-1 0,2.000-4.000 0 0,4.000-2.000 0 16,0.000 0.000 2-16,0.000-4.000-2 0,0.000 4.000 1 0,0.000-4.000-1 16,0.000 3.000 1-16,0.000-3.000-1 0,0.000 0.000 0 0,0.000 0.000 2 0,0.000 0.000 0 15,0.000 0.000 1-15,0.000 0.000-1 0,0.000 0.000-2 16,0.000 0.000 2-16,0.000 0.000-1 0,0.000 0.000 0 0,0.000 0.000 0 0,0.000 0.000 0 16,0.000 0.000 0-16</inkml:trace>
</inkml:ink>
</file>

<file path=ppt/ink/ink25.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2-03-17T08:26:52"/>
    </inkml:context>
    <inkml:brush xml:id="br0">
      <inkml:brushProperty name="width" value="0.05292" units="cm"/>
      <inkml:brushProperty name="height" value="0.05292" units="cm"/>
      <inkml:brushProperty name="color" value="#ff0000"/>
    </inkml:brush>
  </inkml:definitions>
  <inkml:trace contextRef="#ctx0" brushRef="#br0">13173.000 9536.000 172 0,'0.000'0.000'16'0,"-6.000"0.000"-16"0,0.000 0.000 0 0,6.000 0.000 0 16,0.000 0.000 113-16,0.000 0.000 20 0,-6.000 2.000 4 0,-3.000 1.000 1 15,-3.000-3.000-89-15,4.000 3.000-17 0,-1.000-1.000-4 0,3.000 1.000-1 16,-3.000-1.000-11-16,0.000 1.000-3 0,0.000-3.000 0 0,3.000 3.000 0 16,0.000 2.000 18-16,3.000-5.000 3 0,-6.000 5.000 1 0,3.000-5.000 0 15,3.000 3.000 31-15,-3.000 0.000 6 0,0.000-1.000 2 0,3.000-2.000 0 16,-3.000 0.000 10-16,3.000 0.000 3 0,3.000 0.000 0 0,0.000 0.000 0 15,0.000 3.000-15-15,0.000-3.000-2 0,0.000 0.000-1 0,0.000 0.000 0 16,0.000 0.000-20-16,0.000 0.000-4 0,0.000 0.000-1 0,0.000 0.000 0 16,0.000 0.000-5-16,6.000 3.000-2 0,0.000-1.000 0 0,3.000 1.000 0 15,0.000 0.000-1-15,0.000-3.000 0 0,0.000 2.000 0 0,0.000 1.000 0 0,0.000-3.000-5 0,-3.000 2.000-2 16,6.000 1.000 0-16,-3.000-3.000 0 0,-3.000 0.000 4 0,5.000 0.000 1 16,-2.000 0.000 0-16,0.000-3.000 0 0,3.000 3.000-8 0,-3.000-2.000-2 15,3.000 2.000 0-15,-3.000 0.000 0 0,3.000 0.000 7 0,0.000-3.000 1 16,0.000 1.000 0-16,3.000 2.000 0 0,-1.000 0.000 3 0,-2.000-3.000 1 15,3.000-2.000 0-15,0.000-1.000 0 0,-3.000 4.000-7 0,3.000-1.000-1 16,0.000-2.000 0-16,-3.000 2.000 0 0,3.000-5.000-9 0,-1.000 5.000-3 16,1.000 1.000 0-16,0.000-3.000 0 0,3.000 2.000-4 0,-3.000-2.000-2 15,0.000-1.000 0-15,0.000 1.000 0 0,-3.000 2.000-1 0,3.000 1.000 0 16,-1.000-1.000 0-16,-5.000 0.000 0 0,3.000 1.000-9 0,-3.000 2.000 0 16,3.000 0.000 0-16,3.000 0.000 8 0,-3.000 2.000-8 0,6.000 1.000 8 15,-6.000-3.000-8-15,3.000 0.000 8 0,-1.000 0.000-8 0,1.000 0.000 8 0,0.000 0.000-8 16,0.000 0.000 8-16,0.000-3.000-8 0,0.000 3.000 10 0,0.000 0.000-10 15,3.000 3.000 10-15,-4.000-3.000 0 0,4.000 3.000 0 16,-3.000-3.000 0-16,3.000 0.000 0 0,0.000-3.000-10 0,0.000 3.000 12 16,0.000 0.000-12-16,-1.000-3.000 12 0,1.000 3.000-12 0,0.000 0.000 12 0,0.000 0.000-12 0,0.000 3.000 12 15,-6.000-3.000-12-15,6.000 0.000 0 0,-6.000 0.000 9 0,5.000 0.000-9 16,1.000 0.000 0-16,-3.000 3.000 9 0,0.000-3.000-9 0,0.000 0.000 0 16,3.000 0.000 16-16,-3.000 2.000-3 0,0.000-2.000-1 0,-1.000 3.000 0 15,4.000-3.000-12-15,0.000 3.000 0 0,-3.000-3.000-9 0,3.000 0.000 9 16,-3.000 2.000 0-16,0.000 1.000 0 0,0.000-3.000 0 0,-1.000 0.000 0 15,4.000 3.000 12-15,-6.000-3.000-2 0,3.000 0.000 0 0,-3.000 0.000 0 16,0.000-3.000-10-16,0.000 3.000 0 0,3.000 3.000 0 0,-3.000-3.000 8 16,0.000 2.000-8-16,-1.000 1.000-11 0,1.000-3.000 3 0,-3.000 0.000 0 0,0.000 0.000 8 15,0.000 0.000 0-15,0.000-3.000 8 0,0.000 1.000-8 16,-3.000 2.000 0-16,3.000-3.000 9 0,-9.000 3.000-9 0,6.000 3.000 0 0,0.000-3.000 8 0,-6.000 0.000-8 16,0.000 0.000 0-16,6.000 0.000 0 15,3.000 0.000 9-15,-9.000 0.000-9 0,0.000 0.000 0 0,0.000 0.000 9 16,0.000 0.000-9-16,0.000 0.000 0 0,0.000 0.000 0 0,0.000 0.000 0 0,0.000 0.000 0 0,0.000 0.000 0 15,0.000 0.000 0-15,0.000 0.000 0 0,0.000 0.000 0 0,0.000 0.000 0 16,0.000 0.000 8-16,0.000 0.000-8 0,0.000 0.000 0 0,0.000 0.000 0 16,0.000 0.000 0-16,0.000 0.000 0 0,0.000 0.000-12 0,0.000 0.000 0 15,0.000 0.000-1-15,0.000 0.000 0 16,0.000 0.000-84-16,0.000 0.000-17 0,-6.000 0.000-3 0</inkml:trace>
  <inkml:trace contextRef="#ctx0" brushRef="#br0">9057.000 12703.000 748 0,'0.000'0.000'67'0,"-9.000"-3.000"-54"0,9.000 3.000-13 0,-6.000 0.000 0 15,3.000-3.000 147-15,3.000 3.000 26 0,-9.000-2.000 6 0,9.000 2.000 1 16,-3.000 0.000-78-16,-6.000 2.000-15 0,3.000-2.000-3 0,0.000 3.000-1 16,-3.000-3.000-38-16,0.000 3.000-7 0,3.000-1.000-2 0,0.000 4.000 0 15,0.000-4.000-6-15,6.000-2.000-2 0,-6.000 6.000 0 0,0.000-1.000 0 0,3.000 0.000 6 0,0.000 0.000 1 16,-3.000 1.000 0-16,0.000-1.000 0 16,3.000 0.000 17-16,3.000-5.000 3 0,-5.000 3.000 1 0,5.000-3.000 0 0,-3.000 5.000-18 0,3.000-5.000-3 15,0.000 0.000-1-15,0.000 0.000 0 0,0.000 0.000 5 0,0.000 0.000 1 16,0.000 0.000 0-16,0.000 0.000 0 0,0.000 0.000-10 0,0.000 0.000-2 15,6.000 3.000 0-15,-4.000 0.000 0 16,-2.000-3.000-4-16,9.000 5.000-2 0,0.000-3.000 0 0,-3.000-2.000 0 0,6.000 3.000-7 0,-3.000-3.000-2 16,-3.000 0.000 0-16,3.000 3.000 0 0,0.000-1.000 4 0,0.000 1.000 1 15,0.000-3.000 0-15,0.000 3.000 0 0,0.000-3.000 0 0,3.000 0.000 0 16,-3.000 2.000 0-16,-4.000-2.000 0 0,4.000 3.000 1 0,0.000-3.000 0 16,0.000 0.000 0-16,0.000 0.000 0 0,3.000 0.000-5 0,-3.000 0.000-1 15,3.000 0.000 0-15,-3.000 0.000 0 0,3.000 3.000 2 0,0.000-3.000 0 16,-3.000 0.000 0-16,3.000 0.000 0 0,-4.000 0.000-2 0,4.000 0.000 0 0,0.000 0.000 0 15,3.000 0.000 0-15,-3.000 2.000-5 0,0.000-2.000 0 16,3.000 3.000-8-16,-3.000-3.000 12 0,3.000 3.000-4 0,2.000-1.000-8 0,-2.000-4.000 11 16,0.000 2.000-11-16,-3.000 0.000 10 0,6.000 2.000-10 0,-3.000-4.000 8 0,3.000 2.000-8 15,0.000 0.000 17-15,-4.000 0.000-1 0,7.000 0.000-1 0,-3.000 0.000 0 16,0.000 0.000-15-16,3.000 2.000 0 0,-6.000-2.000 0 0,3.000 0.000 0 16,-1.000 0.000 0-16,1.000 0.000 0 0,0.000 3.000 0 15,0.000-1.000 0-15,0.000 1.000 0 0,0.000-3.000 0 0,3.000 3.000-8 0,-1.000-1.000 8 16,1.000 1.000 0-16,0.000-3.000 0 0,0.000 0.000 0 0,0.000 0.000 0 15,0.000 0.000 0-15,-1.000 0.000 0 0,1.000 0.000 0 0,3.000 0.000 9 16,-6.000 0.000-9-16,3.000 0.000 8 0,3.000 0.000-8 0,-4.000 3.000 8 0,4.000-3.000-8 16,-3.000 0.000 10-16,0.000 0.000-10 0,0.000 0.000 10 15,0.000 0.000-10-15,-4.000 0.000 10 0,1.000 0.000-10 0,-3.000 0.000 10 0,3.000 0.000-10 0,3.000 0.000 8 16,-3.000 0.000-8-16,0.000 0.000 8 16,-1.000 0.000-8-16,4.000 2.000 0 0,-3.000-2.000 0 0,3.000 0.000 0 0,0.000 0.000 8 0,0.000 3.000-8 15,-3.000-3.000 0-15,-1.000 3.000 8 0,4.000-1.000-8 0,0.000 1.000 0 16,6.000 0.000 0-16,-3.000-3.000 0 0,-1.000 2.000 8 0,1.000 1.000-8 15,0.000-3.000 8-15,3.000 0.000-8 0,-3.000 0.000 8 0,-3.000 3.000-8 16,2.000-1.000 0-16,-2.000-2.000 8 0,3.000 3.000-8 0,-3.000-3.000 8 16,3.000 0.000-8-16,-1.000 0.000 8 0,1.000 0.000-8 0,0.000 0.000-14 15,0.000 0.000 3-15,-3.000 0.000 1 0,3.000 0.000 22 0,-1.000 0.000 4 16,1.000 0.000 0-16,-3.000 0.000 1 0,3.000 2.000-9 0,-3.000 1.000-8 0,0.000-3.000 9 16,2.000 0.000-9-16,-2.000 0.000 11 0,0.000 0.000-11 15,0.000 0.000 12-15,0.000-3.000-12 0,0.000 3.000 10 0,2.000-2.000-10 0,-2.000 2.000 8 16,3.000 2.000-8-16,0.000-2.000 8 0,0.000 0.000-8 15,-7.000-2.000 0-15,4.000 2.000 8 0,0.000-3.000-8 0,3.000 1.000 0 16,-3.000 2.000 9-16,3.000-3.000-9 0,-4.000 0.000 0 0,4.000 3.000 0 0,-6.000 0.000 0 16,3.000-2.000 8-16,0.000 2.000-8 0,0.000 0.000 0 15,-4.000-3.000 0-15,1.000 0.000 8 0,0.000 3.000-8 0,-3.000 0.000 0 0,3.000 0.000 8 0,0.000-2.000-8 16,3.000 2.000 0-16,-4.000-3.000 0 0,4.000 0.000 0 0,0.000 3.000 8 16,6.000-2.000-8-16,-6.000 2.000 0 0,0.000-3.000 0 0,-1.000 3.000 8 15,1.000-3.000-8-15,3.000 1.000 0 0,0.000-1.000 8 0,-3.000 0.000-8 16,3.000 1.000 8-16,-4.000-1.000-8 0,1.000 3.000 8 0,0.000-2.000-8 15,3.000-1.000 0-15,-3.000 0.000 0 0,0.000 1.000 0 0,-1.000 2.000 8 16,1.000-3.000-8-16,-3.000 0.000 0 0,6.000-2.000 0 0,-3.000 2.000 8 16,3.000 1.000-8-16,-4.000-4.000 8 0,-2.000 4.000-8 0,3.000-1.000 8 15,0.000 1.000-8-15,0.000-1.000 0 0,0.000 0.000 0 0,2.000 3.000 0 16,1.000-2.000 8-16,0.000-1.000-8 0,-3.000 3.000 10 0,-3.000 0.000-10 0,0.000 0.000 8 0,-1.000 0.000-8 16,1.000 0.000 0-16,-3.000 0.000 0 0,0.000 3.000 8 0,3.000-3.000-8 15,0.000 2.000 0-15,0.000-2.000 0 0,-1.000 3.000 0 16,4.000 0.000 8-16,-3.000-3.000-8 0,-3.000 5.000 0 0,6.000-3.000 0 0,-3.000 1.000-15 15,3.000-3.000 3-15,-4.000 0.000 1 0,1.000 3.000 11 16,-3.000-3.000 0-16,6.000 0.000 0 0,0.000 0.000 8 0,-3.000 0.000 9 0,3.000 2.000 3 16,-7.000 1.000 0-16,4.000 0.000 0 0,-3.000-3.000-20 0,0.000 2.000 0 15,3.000-2.000-8-15,-3.000 0.000 8 0,0.000 0.000 0 0,0.000 3.000 0 16,-1.000-3.000 0-16,4.000 3.000 0 0,-6.000-3.000 0 0,6.000 0.000 0 16,-3.000 2.000 0-16,3.000 1.000 0 0,0.000-3.000 0 0,0.000 0.000 0 15,-4.000 0.000 0-15,4.000 0.000 0 0,-3.000 0.000 0 0,0.000 0.000 0 16,3.000 3.000 0-16,-3.000-3.000 0 0,-6.000 0.000 0 0,3.000 0.000 0 0,0.000 0.000 8 0,-1.000 0.000-8 15,1.000 0.000 0-15,0.000 0.000 10 16,0.000 0.000-10-16,3.000 0.000 8 0,-3.000 2.000-8 0,3.000-2.000 0 16,-6.000 0.000 0-16,3.000 0.000 0 0,0.000 0.000 0 0,-3.000-2.000 8 0,2.000 2.000-8 0,-2.000 0.000 0 15,0.000 0.000 0-15,0.000 0.000 0 0,0.000 0.000 8 0,0.000 0.000-8 16,0.000 0.000 0-16,0.000-3.000 0 0,-3.000 3.000 0 0,3.000 0.000 8 16,-3.000 0.000-8-16,0.000 0.000 0 0,0.000-3.000 0 0,0.000 3.000 0 15,0.000-2.000 0-15,0.000 2.000 8 0,-1.000 0.000-8 0,1.000-3.000 0 16,0.000 3.000 0-16,0.000 0.000 8 0,-6.000 0.000-8 0,0.000 0.000 0 15,0.000 0.000 8-15,6.000 0.000-8 0,0.000 0.000 0 0,-6.000 0.000 8 16,0.000 0.000-8-16,9.000 0.000 0 0,-3.000 0.000 0 0,0.000 0.000 0 16,0.000 0.000 0-16,-6.000 0.000 0 0,0.000 0.000 8 0,6.000 0.000-8 15,-3.000 0.000 0-15,3.000 3.000 0 0,-6.000-3.000 0 0,6.000 0.000 0 16,-6.000 0.000 8-16,3.000 0.000-8 0,-3.000 0.000 8 0,9.000 0.000-1 16,-9.000 0.000-7-16,3.000-3.000 0 0,3.000 3.000 0 0,-6.000 0.000 0 0,0.000 0.000 0 15,6.000 0.000 0-15,-6.000 0.000 0 0,0.000 0.000 0 0,0.000 0.000 0 0,0.000 0.000 0 16,6.000-3.000 0-16,-6.000 3.000 0 0,0.000 0.000 0 0,0.000 0.000 0 15,6.000 0.000 0-15,-6.000 0.000 0 0,0.000 0.000 0 0,0.000 0.000 0 16,0.000 0.000 0-16,0.000 0.000 0 0,0.000 0.000 0 0,0.000 0.000-8 16,0.000 0.000 8-16,0.000 0.000-10 15,-3.000-5.000-86-15,-6.000 0.000-16 0,-3.000-1.000-4 0</inkml:trace>
  <inkml:trace contextRef="#ctx0" brushRef="#br0">14882.000 12700.000 2127 0,'0.000'0.000'47'0,"0.000"0.000"9"0,0.000 0.000 3 0,0.000 0.000 1 0,-3.000-3.000-48 0,3.000 3.000-12 16,0.000 0.000 0-16,-3.000-5.000 0 0,3.000 2.000 30 0,0.000 3.000 4 15,0.000 0.000 1-15,0.000 0.000 0 0,0.000-5.000-15 0,0.000 5.000-4 16,0.000 0.000 0-16,0.000 0.000 0 0,0.000-5.000-3 0,0.000 5.000-1 16,0.000 0.000 0-16,0.000 0.000 0 0,0.000 0.000 20 0,0.000 0.000 4 15,0.000 0.000 1-15,0.000 0.000 0 0,0.000 0.000 1 0,0.000 0.000 0 16,0.000 0.000 0-16,0.000 0.000 0 0,0.000 0.000 13 0,0.000 0.000 2 0,0.000 0.000 1 0,0.000 0.000 0 15,0.000 0.000-14-15,0.000 0.000-2 0,0.000 0.000-1 16,0.000 0.000 0-16,0.000 0.000-14 0,0.000 0.000-3 0,0.000 0.000-1 0,6.000 0.000 0 16,-6.000 0.000-6-16,0.000 0.000-1 0,6.000-3.000 0 0,-6.000 3.000 0 15,0.000 0.000 16-15,0.000 0.000 2 16,6.000 0.000 1-16,3.000 0.000 0 0,-9.000 0.000-19 0,3.000 0.000-3 0,-3.000 0.000-1 0,8.000 3.000 0 16,-2.000-1.000 0-16,0.000 1.000-8 0,-6.000-3.000 12 0,0.000 0.000-4 15,0.000 0.000 2-15,0.000 0.000 0 0,0.000 0.000 0 0,0.000 0.000 0 16,0.000 0.000-2-16,0.000 0.000-8 0,6.000 5.000 12 0,3.000-2.000-4 15,0.000 2.000 0-15,0.000-2.000-8 0,0.000-3.000 12 0,0.000 3.000-4 16,0.000-3.000-8-16,0.000 2.000 10 0,0.000 1.000-10 16,0.000 0.000 10-16,0.000-3.000 9 0,0.000 2.000 1 0,-1.000-2.000 1 0,1.000 3.000 0 15,3.000 0.000-21-15,-3.000-1.000 0 0,0.000-2.000 0 0,0.000 0.000 0 16,0.000 0.000 0-16,3.000 0.000 0 0,-3.000 3.000 0 0,0.000-1.000-12 16,0.000-2.000 12-16,0.000 0.000 8 0,0.000 0.000-8 0,2.000-2.000 11 15,-5.000 2.000-3-15,3.000 0.000 0 0,3.000 0.000 0 0,0.000 0.000 0 0,0.000-3.000-8 16,0.000 1.000 12-16,0.000-1.000-12 0,-3.000 0.000 12 0,3.000 3.000-12 0,0.000 0.000 0 15,0.000-2.000 9-15,2.000-1.000-9 0,1.000 0.000 0 0,0.000 1.000 8 16,0.000 2.000-8-16,-3.000-3.000 0 0,-3.000 3.000 0 0,3.000 0.000 9 16,3.000-3.000-9-16,-3.000 1.000 0 0,-1.000 2.000 11 0,1.000 0.000-11 15,0.000 0.000 10-15,0.000 0.000-10 0,-3.000 2.000 12 0,3.000-2.000-3 16,-3.000 0.000-1-16,3.000 0.000 0 0,0.000 0.000-8 0,-3.000-2.000 0 16,0.000 2.000 0-16,0.000 0.000-11 0,-3.000 0.000 11 0,2.000 0.000 0 15,-8.000 0.000 0-15,9.000 0.000 0 0,-9.000 0.000 8 0,9.000 0.000 3 16,0.000-3.000 1-16,-3.000 3.000 0 0,-6.000 0.000-12 0,9.000-3.000 8 15,0.000 3.000-8-15,0.000 0.000 8 0,-9.000 0.000-8 0,9.000 0.000 0 16,-3.000 0.000 0-16,3.000-2.000 8 0,-3.000 2.000-8 0,3.000 0.000 8 0,-3.000 0.000-8 16,-6.000 0.000 8-16,6.000-3.000-8 0,3.000 0.000 0 0,-4.000 3.000 0 15,1.000 0.000 8-15,3.000 0.000-8 0,-3.000 0.000 0 0,0.000-2.000 0 0,0.000-1.000 0 16,-3.000 3.000 0-16,6.000-2.000 0 0,-6.000 2.000 0 0,-3.000 0.000 0 16,0.000 0.000-11-16,6.000-3.000 3 0,0.000-2.000 0 0,0.000 5.000 0 31,-6.000 0.000-128-31,6.000-3.000-24 0,0.000 0.000-6 0</inkml:trace>
  <inkml:trace contextRef="#ctx0" brushRef="#br0">16269.000 12811.000 1612 0,'-6.000'0.000'144'15,"0.000"0.000"-116"-15,0.000 0.000-28 0,0.000 0.000 0 0,6.000 0.000 207 0,0.000 0.000 35 16,-6.000 0.000 7-16,6.000 0.000 2 0,0.000 0.000-188 0,-6.000 0.000-38 15,3.000 0.000-7-15,-3.000 0.000-2 0,0.000 0.000 4 0,6.000 0.000 1 16,0.000 0.000 0-16,0.000 0.000 0 0,0.000 0.000 3 0,0.000 0.000 0 16,0.000 0.000 0-16,3.000-3.000 0 0,0.000-2.000 9 0,3.000 3.000 3 15,0.000-1.000 0-15,3.000 0.000 0 16,0.000 1.000-2-16,0.000-1.000 0 0,3.000-2.000 0 0,0.000 2.000 0 0,3.000 3.000-6 0,-1.000-3.000-2 16,1.000 1.000 0-16,3.000-4.000 0 0,0.000 4.000-6 0,3.000-1.000-2 15,-3.000 1.000 0-15,0.000 2.000 0 0,-1.000 0.000 1 0,4.000 0.000 0 16,0.000-3.000 0-16,0.000 3.000 0 0,3.000 0.000-3 0,0.000 0.000 0 15,-1.000 0.000 0-15,-2.000 0.000 0 0,3.000-3.000-1 0,0.000 3.000-1 16,3.000 0.000 0-16,-1.000 0.000 0 0,1.000 0.000-2 0,0.000 0.000-1 16,3.000-2.000 0-16,5.000 2.000 0 0,1.000 0.000 1 0,-6.000 0.000 0 15,0.000 0.000 0-15,-6.000 0.000 0 0,-1.000 0.000-4 0,1.000 0.000 0 0,3.000 0.000 0 0,-3.000 0.000 0 16,-3.000 0.000 0-16,5.000 0.000 0 0,7.000 0.000 0 0,0.000-3.000 0 16,0.000 3.000 0-16,-1.000 0.000-8 0,-2.000-3.000 12 0,3.000 1.000-4 15,-3.000-1.000-8-15,-1.000-2.000 12 0,1.000 2.000-12 0,-3.000 0.000 12 16,-3.000 1.000-12-16,6.000-1.000 0 0,2.000 0.000 0 0,1.000-2.000 0 15,9.000 0.000 8-15,-4.000 2.000-8 0,-2.000-2.000 0 0,3.000 2.000 8 16,-1.000-2.000-8-16,1.000 2.000 0 0,0.000 1.000 0 0,-3.000-1.000 0 16,-1.000 3.000 0-16,-2.000-3.000 10 0,3.000 1.000-10 0,-1.000-1.000 10 15,-2.000 0.000-10-15,3.000 3.000 0 0,-3.000-2.000 9 0,-1.000 2.000-9 16,1.000 0.000 0-16,0.000 2.000-8 0,0.000 1.000 0 0,-1.000 0.000 0 16,1.000-3.000 8-16,-3.000 2.000 0 0,0.000 1.000 0 0,-4.000 0.000 0 15,1.000-1.000 9-15,0.000 1.000 4 0,3.000-3.000 1 0,0.000 3.000 0 16,-1.000 2.000-14-16,1.000-2.000 0 0,0.000-1.000 0 0,-3.000-2.000 0 15,-1.000 0.000 0-15,4.000 3.000 8 0,0.000 0.000-8 0,-3.000 2.000 0 16,0.000-3.000 0-16,-4.000 1.000 0 0,4.000 0.000 0 0,-3.000-1.000 0 0,0.000 1.000 0 0,-3.000 0.000 0 16,5.000-1.000 0-16,-5.000 1.000 0 0,3.000 0.000 0 0,0.000-1.000 0 15,0.000 1.000 0-15,-1.000 0.000 0 0,1.000-3.000 0 0,0.000 2.000 8 16,-3.000 1.000-8-16,3.000 2.000 0 0,3.000 0.000 0 0,-4.000-2.000 0 16,-2.000 0.000 8-16,0.000-3.000-8 0,0.000 5.000 0 0,-3.000-2.000 0 15,0.000-3.000 0-15,-1.000 0.000 0 0,-2.000 2.000 0 0,3.000 1.000 0 16,0.000-3.000 8-16,-3.000 3.000-8 0,0.000-3.000 0 0,0.000 0.000 11 15,0.000 0.000-11-15,-1.000 0.000 10 0,-2.000 2.000-10 0,3.000-2.000 8 16,-3.000 0.000-8-16,0.000 0.000 8 0,0.000 0.000-8 0,3.000 0.000 8 16,-3.000-2.000-8-16,-3.000 2.000 8 0,3.000-3.000-8 0,-3.000 6.000 0 15,-1.000-3.000 0-15,1.000-3.000 0 0,3.000 3.000 0 0,-9.000-3.000 0 0,-3.000 3.000 0 0,0.000 0.000 0 16,0.000 0.000 0-16,6.000-2.000-16 0,-3.000-1.000 3 0,-3.000 3.000 0 31,0.000 0.000-123-31,-3.000-8.000-24 0</inkml:trace>
</inkml:ink>
</file>

<file path=ppt/ink/ink26.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3-30T04:17:52"/>
    </inkml:context>
    <inkml:context xml:id="ctx1">
      <inkml:inkSource xml:id="inkSrc0">
        <inkml:traceFormat>
          <inkml:channel name="X" type="integer" max="2736" units="cm"/>
          <inkml:channel name="Y" type="integer" max="1824" units="cm"/>
          <inkml:channel name="T" type="integer" max="2"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0-03-30T04:19:10"/>
    </inkml:context>
    <inkml:brush xml:id="br0">
      <inkml:brushProperty name="width" value="0.05292" units="cm"/>
      <inkml:brushProperty name="height" value="0.05292" units="cm"/>
      <inkml:brushProperty name="color" value="#ff0000"/>
    </inkml:brush>
  </inkml:definitions>
  <inkml:trace contextRef="#ctx0" brushRef="#br0">21016.000 4104.000 864 0,'0.000'0.000'76'0,"0.000"0.000"-60"0,0.000 0.000-16 0,0.000 0.000 0 16,0.000 0.000 146-16,0.000 0.000 26 0,0.000 0.000 6 15,0.000 0.000 1-15,0.000 0.000-73 0,-6.000 5.000-14 0,0.000 8.000-4 0,1.000-7.000 0 16,2.000 4.000-51-16,-3.000 1.000-10 0,0.000-6.000-3 0,0.000 3.000 0 16,-3.000 0.000-24-16,3.000 2.000 8 0,0.000-2.000-8 0,-6.000 0.000 0 15,0.000 3.000 0-15,0.000 2.000 8 0,3.000-5.000-8 0,-3.000 3.000 0 16,0.000 2.000 0-16,-2.000 0.000 0 0,-1.000 0.000 0 0,-3.000 1.000 0 16,0.000-1.000 0-16,3.000 0.000 0 0,3.000-5.000 0 0,0.000 5.000 0 15,-3.000 0.000 0-15,6.000 1.000 0 0,-3.000-4.000 0 0,4.000 1.000 0 16,2.000 5.000 0-16,-3.000-11.000 0 0,3.000 6.000 8 15,0.000-1.000-8-15,0.000-5.000 26 0,3.000 3.000 0 0,-3.000 0.000 0 0,3.000 0.000 0 16,3.000-8.000-2-16,0.000 11.000-1 0,0.000-6.000 0 0,0.000 0.000 0 16,0.000-5.000-5-16,0.000 0.000-1 0,3.000 6.000 0 0,0.000 2.000 0 15,-3.000-8.000 3-15,6.000 8.000 1 0,0.000-8.000 0 0,3.000 5.000 0 16,0.000 3.000-7-16,0.000-8.000-2 0,-1.000 0.000 0 0,7.000 0.000 0 16,6.000 2.000 8-16,0.000-2.000 2 0,-3.000-2.000 0 0,3.000 2.000 0 0,0.000 0.000-2 15,-4.000 0.000 0-15,4.000-5.000 0 0,0.000 2.000 0 16,-3.000 0.000-5-16,3.000 1.000-2 0,0.000 2.000 0 0,-6.000-6.000 0 0,5.000 1.000-2 0,-2.000 2.000-1 15,0.000 1.000 0-15,0.000-4.000 0 0,0.000 1.000-2 0,0.000 0.000-8 16,-3.000 0.000 12-16,2.000-1.000-4 0,1.000 4.000-8 0,0.000-6.000 12 16,0.000 2.000-12-16,-3.000 1.000 12 0,6.000 0.000-12 0,-6.000 2.000 0 15,-4.000-5.000 9-15,-2.000 3.000-9 0,6.000 0.000 0 0,-3.000 2.000 9 16,0.000 0.000-9-16,-3.000 1.000 0 0,-3.000-4.000 0 0,3.000 4.000 0 0,0.000-1.000 0 16,-3.000 0.000 0-16,0.000 1.000-12 0,0.000-1.000-2 0,-6.000 3.000-1 0,0.000 0.000 0 31,6.000-2.000-17-31,-6.000 2.000-3 0,0.000 0.000-1 0,3.000-3.000 0 15,3.000 0.000 4-15,-6.000 3.000 0 0,0.000 0.000 0 0,0.000-5.000 0 16,3.000-3.000-23-16,-3.000 3.000-4 0,0.000-1.000-1 0,0.000 1.000 0 16,-3.000-3.000-12-16,3.000 0.000-4 0,0.000-5.000 0 0,-3.000 2.000 0 15,3.000 1.000-68-15,0.000-1.000-15 0,-3.000-7.000-2 0,3.000 2.000-475 0</inkml:trace>
  <inkml:trace contextRef="#ctx0" brushRef="#br0">21388.000 3958.000 972 0,'3.000'-5.000'43'0,"-3.000"5.000"9"0,0.000 0.000-42 0,0.000 0.000-10 0,3.000-8.000 0 0,-3.000 8.000 0 15,0.000 0.000 108-15,0.000 0.000 20 0,0.000 0.000 4 0,0.000 0.000 1 16,0.000 0.000-29-16,0.000 0.000-7 0,0.000 0.000-1 0,0.000 0.000 0 16,0.000 8.000-58-16,-3.000 5.000-12 0,-3.000-5.000-2 0,1.000 5.000-1 15,-1.000 3.000 14-15,3.000 0.000 3 0,-6.000 3.000 1 0,3.000 2.000 0 0,0.000 3.000-26 0,-3.000 2.000-6 16,0.000-7.000-1-16,-3.000 2.000 0 0,3.000 5.000-8 0,-3.000 1.000 0 16,0.000-4.000 0-16,3.000 4.000 0 0,-3.000-1.000 0 0,1.000 1.000 0 15,2.000-6.000 0-15,0.000 3.000 0 0,0.000 0.000 0 0,0.000-1.000 0 16,3.000-1.000 0-16,-3.000 1.000 0 0,3.000 4.000 0 15,-3.000-6.000 0-15,0.000 5.000 0 0,3.000 1.000 0 0,0.000-3.000 0 0,0.000-6.000 0 16,-3.000 1.000 0-16,3.000 2.000 0 0,0.000-8.000 0 16,0.000 0.000 0-16,0.000 1.000 0 0,1.000-1.000 8 0,-1.000-3.000-8 0,3.000 1.000 0 15,-3.000 0.000 0-15,0.000-6.000 0 16,0.000 3.000-23-16,3.000-3.000-6 0,-3.000 3.000-2 0,6.000-5.000 0 16,0.000-3.000-40-16,0.000 0.000-8 0,0.000 0.000-1 0,0.000 0.000-450 15,0.000 0.000-90-15</inkml:trace>
  <inkml:trace contextRef="#ctx0" brushRef="#br0">20948.000 4675.000 1105 0,'-12.000'5.000'48'0,"6.000"1.000"12"0,-6.000-1.000-48 0,0.000 0.000-12 0,-3.000 1.000 0 0,-5.000 2.000 0 15,-1.000-3.000 66-15,-3.000 3.000 11 0,3.000 5.000 3 0,3.000-5.000 0 16,0.000 3.000-19-16,-3.000-3.000-3 0,4.000 2.000-1 0,-1.000 1.000 0 16,0.000-1.000-25-16,3.000-2.000-4 0,0.000 3.000-2 0,3.000-3.000 0 15,0.000 0.000-10-15,3.000-3.000-3 0,0.000 3.000 0 0,1.000-3.000 0 16,2.000 0.000-4-16,0.000-2.000-1 0,6.000-3.000 0 0,0.000 0.000 0 15,0.000 0.000-8-15,0.000 0.000 0 0,0.000 0.000 9 0,0.000 0.000-9 16,0.000 0.000 19-16,12.000 3.000-1 0,-4.000-1.000 0 0,4.000-2.000 0 16,3.000-2.000 26-16,0.000-1.000 6 0,0.000 0.000 1 0,6.000 1.000 0 15,0.000-1.000-31-15,5.000-2.000-7 0,1.000 0.000-1 0,0.000 2.000 0 16,0.000-5.000 5-16,0.000 3.000 1 0,-1.000-6.000 0 0,1.000 8.000 0 0,-3.000-7.000 2 0,0.000 7.000 1 16,-3.000-7.000 0-16,0.000 4.000 0 15,-1.000-2.000-2-15,-2.000 1.000-1 0,0.000 1.000 0 0,-3.000-2.000 0 0,3.000 3.000-7 0,-6.000 0.000-2 16,3.000 2.000 0-16,-3.000-5.000 0 0,-4.000 3.000-9 0,4.000 5.000 10 15,-6.000-5.000-10-15,3.000 5.000 10 0,0.000 0.000-10 0,-3.000 0.000 0 16,-6.000 0.000 0-16,0.000 0.000 0 0,0.000 0.000 0 0,0.000 0.000 0 16,3.000 5.000 0-16,0.000 3.000 0 0,-3.000 0.000 8 0,-3.000 2.000-8 15,0.000-4.000 0-15,-3.000 4.000 8 0,3.000 1.000-8 0,-3.000 2.000 10 16,0.000-2.000-10-16,-3.000 2.000 10 0,0.000 0.000-10 0,0.000 3.000 0 16,1.000-3.000 9-16,-1.000 0.000-9 0,-3.000 1.000 0 0,3.000-1.000 9 0,-3.000 5.000-9 0,0.000 1.000 0 15,0.000-6.000 9-15,3.000 6.000-9 0,-3.000 2.000 0 0,0.000 0.000 9 16,0.000 3.000-9-16,1.000-8.000 0 0,-1.000 5.000 0 0,3.000 0.000 8 15,0.000-8.000-8-15,0.000 3.000 0 0,0.000-3.000 0 0,0.000 1.000 0 16,3.000-1.000 0-16,3.000-3.000 0 16,-3.000 1.000 0-16,3.000-3.000 0 0,0.000 0.000 0 0,0.000 0.000-9 15,0.000-3.000 0-15,3.000-5.000 0 0,0.000 0.000 0 0,0.000 0.000 0 0,0.000 5.000 0 0,0.000-5.000 0 32,0.000 0.000-19-32,0.000 0.000-4 0,6.000 6.000-1 0,-6.000-6.000 0 15,0.000 0.000-18-15,12.000 0.000-3 0,-3.000-3.000-1 0,3.000-5.000 0 0,0.000 0.000-30 0,3.000-3.000-7 0,0.000-4.000 0 0,-1.000-1.000-451 16,4.000-5.000-89-16</inkml:trace>
  <inkml:trace contextRef="#ctx0" brushRef="#br0">21246.000 4850.000 288 0,'6.000'-13.000'12'0,"2.000"10.000"4"16,1.000-5.000-16-16,3.000 3.000 0 0,3.000-1.000 0 0,-3.000 1.000 0 15,-3.000 2.000 279-15,-3.000 3.000 53 0,0.000-5.000 10 0,-6.000 5.000 2 16,0.000 0.000-211-16,0.000 0.000-42 0,6.000 5.000-9 0,-3.000 1.000-2 0,3.000 2.000-18 0,-6.000-3.000-4 16,-3.000 6.000-1-16,0.000-1.000 0 15,-3.000 3.000-39-15,-3.000 1.000-8 0,-3.000 4.000-2 0,0.000-2.000 0 0,0.000 0.000 0 0,-3.000 5.000 0 16,3.000-2.000 0-16,1.000 7.000 0 0,-1.000-7.000-8 0,0.000 2.000 8 15,3.000-3.000-8-15,0.000 1.000 8 0,-3.000 2.000-8 0,3.000-8.000 0 16,0.000 0.000 0-16,3.000 3.000 0 0,3.000-2.000 0 16,0.000-1.000 0-16,0.000-3.000 0 0,0.000 1.000 0 0,3.000-3.000 12 0,0.000-3.000-4 15,0.000-5.000 0-15,6.000 8.000 0 0,-3.000-3.000-8 16,6.000 3.000 0-16,-3.000-2.000 9 0,0.000 2.000-9 0,6.000-8.000 35 0,-3.000 2.000 2 16,0.000 1.000 1-16,3.000-1.000 0 0,0.000 4.000-10 0,5.000-6.000-3 15,4.000 0.000 0-15,-3.000 0.000 0 0,-3.000 0.000 7 0,3.000 0.000 2 16,0.000 0.000 0-16,0.000 0.000 0 0,-3.000-6.000-22 0,2.000 4.000-4 15,-2.000-3.000 0-15,0.000 5.000-8 0,0.000-6.000 11 0,0.000 4.000-11 0,-3.000-1.000 10 16,0.000 0.000-10-16,0.000-5.000 20 0,0.000 6.000-1 0,-4.000-1.000-1 0,1.000-5.000 0 16,0.000 5.000 6-16,-3.000 1.000 0 0,3.000-9.000 1 0,0.000 6.000 0 15,-3.000-3.000-3-15,0.000 0.000-1 0,0.000-2.000 0 0,0.000 2.000 0 16,-3.000 0.000-9-16,3.000-3.000-1 0,-3.000-2.000-1 0,0.000 0.000 0 16,-3.000-1.000-2-16,3.000 1.000-8 0,-3.000-5.000 12 0,0.000 2.000-4 15,0.000-3.000-8-15,0.000 3.000 0 0,-3.000-2.000 0 16,3.000 2.000-11-16,0.000 0.000-12 0,0.000-5.000-2 15,-3.000 2.000-1-15,3.000 1.000 0 16,-3.000-1.000-96-16,3.000 1.000-19 0,-6.000 2.000-4 0,3.000-8.000-571 0,0.000 3.000-115 0</inkml:trace>
  <inkml:trace contextRef="#ctx0" brushRef="#br0">21942.000 4442.000 748 0,'0.000'0.000'67'0,"0.000"0.000"-54"15,0.000 0.000-13-15,0.000 0.000 0 0,0.000 0.000 139 0,0.000 0.000 25 0,0.000 0.000 4 0,0.000 0.000 2 16,0.000 0.000-70-16,0.000 0.000-13 16,0.000 0.000-3-16,0.000 0.000-1 0,0.000 0.000-43 0,0.000 0.000-8 0,0.000 0.000-1 0,0.000 0.000-1 15,-6.000 0.000-17-15,6.000 0.000-3 0,-6.000 6.000-1 0,3.000-4.000 0 16,0.000 4.000-9-16,0.000-1.000 0 0,3.000-5.000 9 0,-3.000 8.000-9 16,3.000-3.000 8-16,0.000 6.000-8 0,-3.000-3.000 8 0,0.000 0.000-8 15,0.000 0.000 12-15,3.000 2.000-3 0,0.000 1.000 0 0,0.000 2.000 0 16,-3.000 5.000 7-16,3.000 1.000 0 0,0.000-1.000 1 0,0.000 1.000 0 15,-3.000-6.000 1-15,3.000 8.000 0 0,-3.000-7.000 0 16,3.000 1.000 0-16,0.000 4.000-1 0,0.000-3.000 0 0,0.000 5.000 0 0,-3.000-2.000 0 16,3.000-4.000-4-16,0.000 1.000-1 0,-3.000 5.000 0 0,3.000-7.000 0 15,0.000 2.000-12-15,-3.000-1.000 8 0,1.000-1.000-8 0,2.000-1.000 0 16,0.000 0.000 8-16,-3.000 0.000-8 0,3.000 1.000 0 0,-3.000-6.000 0 16,3.000 2.000 8-16,0.000 1.000-8 0,-3.000-1.000 0 0,3.000-2.000 9 15,-3.000 0.000-9-15,3.000-3.000 0 0,-3.000 1.000 0 0,3.000-6.000 0 16,0.000 0.000 0-16,0.000 0.000-11 0,0.000 0.000 3 0,0.000 0.000 0 15,-3.000 5.000-17-15,3.000-5.000-3 0,0.000 0.000-1 0,0.000 0.000 0 16,0.000 0.000-23-16,0.000 0.000-4 0,0.000 0.000 0 0,0.000 0.000-1 16,0.000 0.000-44-16,6.000-8.000-9 0,-3.000-2.000-2 0</inkml:trace>
  <inkml:trace contextRef="#ctx0" brushRef="#br0">22064.000 4286.000 288 0,'0.000'0.000'25'0,"0.000"0.000"-25"15,0.000 0.000 0-15,0.000 0.000 0 0,0.000 0.000 253 0,0.000 0.000 46 16,0.000 0.000 9-16,0.000 0.000 1 0,0.000 0.000-197 0,0.000 0.000-40 0,0.000 0.000-8 0,0.000 0.000-2 16,0.000 0.000-34-16,0.000 0.000-6 15,0.000 0.000-2-15,0.000 0.000 0 0,0.000 0.000-9 0,0.000 0.000-3 0,3.000 3.000 0 0,-3.000-3.000 0 16,3.000 8.000-8-16,-3.000-8.000 0 0,6.000 8.000 0 0,0.000-3.000 0 15,-3.000 3.000 0-15,3.000-5.000 0 0,-6.000-3.000 0 0,6.000 5.000 0 16,-3.000 0.000 0-16,3.000-2.000 8 0,-6.000-3.000-8 0,6.000 5.000 0 16,3.000 0.000 0-16,-6.000 1.000 0 0,6.000 2.000 0 0,-3.000-3.000 0 15,-3.000 3.000 12-15,2.000-5.000-4 0,1.000 2.000 0 0,3.000 0.000 0 16,9.000-2.000 10-16,-6.000 5.000 2 0,-3.000 0.000 0 0,0.000-6.000 0 16,3.000 4.000 0-16,-3.000-1.000 1 0,-3.000 0.000 0 0,0.000 3.000 0 15,0.000-8.000-5-15,0.000 5.000 0 0,-3.000 3.000-1 0,0.000-5.000 0 16,0.000 2.000-5-16,0.000 1.000-1 0,0.000-1.000 0 0,-1.000 3.000 0 15,1.000-6.000 5-15,-3.000-2.000 1 0,6.000 6.000 0 0,-3.000-1.000 0 0,0.000 6.000-15 0,0.000-3.000 0 16,-3.000 0.000 0-16,0.000 2.000-10 0,3.000-2.000 10 16,-3.000 5.000 0-16,-3.000 3.000 0 0,0.000 0.000 8 0,0.000 0.000-8 15,3.000 2.000 9-15,-3.000 1.000-9 0,0.000-3.000 10 0,3.000 2.000-10 16,-3.000 1.000 10-16,0.000-1.000-10 0,1.000-2.000 10 0,-4.000 0.000-10 0,3.000 5.000 0 16,3.000-7.000 9-16,-6.000 1.000-9 0,3.000 4.000 0 0,0.000-3.000 0 15,0.000 0.000 0-15,3.000 2.000 0 0,-3.000-7.000 8 0,3.000 2.000-8 16,-3.000 0.000 8-16,3.000 0.000-8 0,0.000-2.000 0 0,0.000 0.000 0 15,-3.000 2.000 0-15,0.000 0.000 0 0,3.000-8.000 0 0,0.000 6.000 0 16,-3.000-3.000 0-16,3.000-3.000-8 0,-3.000 0.000-10 0,3.000 1.000-2 0,0.000 2.000 0 0,0.000-8.000 0 31,0.000 0.000-28-31,0.000 0.000-7 0,0.000 0.000-1 0,0.000 0.000 0 16,0.000 0.000-60-16,0.000 0.000-13 0,0.000 0.000-3 0,0.000 0.000 0 0</inkml:trace>
  <inkml:trace contextRef="#ctx0" brushRef="#br0">22055.000 4617.000 230 0,'0.000'0.000'20'0,"-3.000"0.000"-20"0,-3.000 0.000 0 0,0.000 3.000 0 16,0.000 2.000 164-16,0.000-5.000 28 0,0.000 5.000 5 0,1.000-2.000 2 16,-1.000 2.000-108-16,3.000 0.000-22 0,-3.000 3.000-4 0,3.000-2.000-1 15,0.000 2.000-21-15,0.000-6.000-5 0,3.000-2.000-1 0,-3.000 8.000 0 16,3.000-8.000-17-16,0.000 0.000-4 0,0.000 8.000-1 0,3.000 0.000 0 15,0.000 3.000-15-15,-3.000-11.000 0 0,3.000 8.000 0 0,0.000-3.000 0 0,-3.000-5.000-18 0,9.000 8.000 3 16,-3.000-3.000 1-16,-1.000 3.000 0 16,4.000-3.000-30-16,-9.000-5.000-7 0,6.000 8.000-1 0</inkml:trace>
  <inkml:trace contextRef="#ctx0" brushRef="#br0">21975.000 4834.000 1152 0,'0.000'0.000'102'0,"0.000"0.000"-82"0,0.000 0.000-20 16,0.000 0.000 0-16,9.000-5.000 152 0,0.000 2.000 27 15,0.000 0.000 5-15,3.000 1.000 0 0,-1.000-6.000-90 0,1.000 5.000-18 16,3.000 0.000-4-16,3.000-4.000-1 0,0.000 1.000-33 0,6.000-2.000-6 0,6.000 3.000-2 16,2.000-3.000 0-16,-2.000 0.000-20 0,0.000 6.000-10 0,-3.000-9.000 10 0,-4.000 0.000-10 15,1.000 6.000-12-15,-3.000-6.000-9 0,3.000 9.000-2 0,-3.000-9.000 0 31,-3.000 9.000-123-31,2.000-6.000-25 0,-5.000 2.000-5 0,0.000-2.000-344 0,0.000 0.000-70 0</inkml:trace>
  <inkml:trace contextRef="#ctx0" brushRef="#br0">22573.000 4516.000 288 0,'-3.000'-10.000'12'0,"3.000"5.000"4"0,0.000-6.000-16 0,0.000 0.000 0 0,-3.000 1.000 0 0,3.000-3.000 0 15,-3.000-6.000 180-15,0.000 3.000 34 0,0.000-2.000 6 0,0.000 2.000 2 16,3.000 0.000-143-16,-3.000-5.000-29 0,0.000 2.000-6 0,0.000 1.000 0 15,0.000-1.000 2-15,3.000 3.000 1 0,0.000 3.000 0 0,-3.000 0.000 0 0,0.000 0.000-10 0,3.000 7.000-1 16,-3.000-7.000-1-16,3.000 8.000 0 0,0.000-3.000 5 0,0.000 3.000 0 16,0.000-3.000 1-16,0.000 8.000 0 15,0.000 0.000-10-15,0.000 0.000-3 0,0.000 0.000 0 0,0.000 0.000 0 16,0.000 0.000-18-16,0.000 0.000-10 0,3.000-6.000 10 0,-3.000 6.000-10 0,0.000 0.000 0 0,0.000 0.000 0 16,6.000 0.000 0-16,-6.000 0.000 0 0,0.000 0.000 0 0,6.000 0.000 0 15,0.000 0.000-8-15,-3.000 0.000 8 0,-3.000 0.000 0 0,6.000 3.000 0 16,0.000 2.000 0-16,-3.000-2.000 0 0,3.000 0.000 0 0,-3.000 2.000 0 15,0.000 3.000 8-15,0.000-3.000-8 0,-3.000-5.000 16 0,3.000 8.000-2 16,0.000-3.000-1-16,0.000 3.000 0 0,0.000 0.000-1 0,-3.000 3.000-1 16,3.000-6.000 0-16,-3.000 3.000 0 0,-3.000 5.000-11 0,3.000-7.000 10 0,0.000 7.000-10 15,0.000 0.000 10-15,0.000-8.000-10 0,0.000 9.000 0 0,0.000-7.000 9 0,-3.000 7.000-9 16,0.000-1.000 8-16,3.000-2.000-8 0,-3.000 2.000 8 0,0.000-3.000-8 16,0.000 4.000 0-16,0.000-1.000 8 0,0.000 0.000-8 0,0.000 3.000 0 15,0.000-3.000 0-15,3.000 0.000 9 0,-6.000 3.000-9 0,3.000 3.000 0 16,-3.000 5.000 10-16,3.000-3.000-10 15,3.000 0.000 8-15,-3.000 3.000-8 0,0.000-6.000 0 0,0.000 6.000 0 0,0.000-3.000 0 0,3.000 0.000 0 16,-3.000 6.000 19-16,0.000-9.000-2 0,3.000 4.000 0 0,0.000-4.000 0 16,-3.000 8.000-17-16,3.000-7.000-19 0,0.000 2.000 4 0,0.000 3.000 1 15,0.000-3.000 14-15,0.000-2.000 0 0,0.000 2.000 0 0,0.000 3.000 0 16,0.000-1.000 0-16,0.000 1.000 0 0,3.000-3.000 0 0,-3.000 1.000 0 16,0.000-1.000 0-16,3.000 0.000 0 0,0.000-8.000 0 0,-3.000 3.000 0 15,0.000-3.000 0-15,-3.000 1.000 0 0,3.000-1.000 0 0,-3.000-3.000 0 16,3.000 1.000 0-16,-3.000-3.000 8 0,3.000 0.000-8 0,0.000-3.000 0 15,0.000-5.000 10-15,-3.000 8.000-10 0,3.000-8.000 8 0,0.000 0.000-8 16,0.000 0.000 12-16,0.000 0.000-4 0,-5.000 5.000 0 0,2.000-5.000 0 0,3.000 0.000 0 0,-6.000 3.000-8 16,0.000-6.000 12-16,0.000 3.000-4 0,0.000-5.000-8 15,0.000 0.000 0-15,-3.000-3.000-10 0,3.000 0.000 10 16,0.000-3.000-35-16,0.000-2.000-1 0,-3.000 0.000 0 0,3.000 0.000 0 16,-3.000-3.000-14-16,3.000-3.000-3 0,-3.000 6.000-1 15,3.000-8.000 0-15,-3.000-3.000 25 0,0.000 0.000 5 0,4.000 8.000 0 0,-4.000-5.000 1 0,0.000 3.000 23 0,3.000 4.000 16 16,0.000 1.000-2-16,0.000 0.000-1 15,0.000 2.000 19-15,3.000 3.000 4 0,-3.000-5.000 1 0,6.000 5.000 0 0,-3.000 3.000 17 0,3.000 5.000 3 16,0.000-5.000 1-16,0.000 5.000 0 0,0.000-6.000-40 0,0.000 6.000-8 16,0.000 0.000-2-16,0.000 0.000 0 0,0.000 0.000 0 0,3.000-5.000-8 15,0.000 0.000 12-15,3.000 2.000-4 0,0.000 0.000-8 0,3.000 1.000 0 0,-3.000-1.000 9 0,3.000 3.000-9 16,0.000-8.000 8-16,-1.000 6.000-8 16,1.000-1.000 10-16,0.000 3.000-10 0,-3.000-5.000 0 0,3.000 2.000-12 15,0.000 0.000 1-15,3.000 1.000 0 16,-3.000 2.000-57-16,0.000-8.000-12 0,0.000 8.000-3 0,-3.000-3.000-754 0</inkml:trace>
  <inkml:trace contextRef="#ctx0" brushRef="#br0">22365.000 4464.000 748 0,'0.000'0.000'33'0,"0.000"0.000"7"0,0.000 0.000-32 0,0.000 0.000-8 16,0.000 0.000 0-16,0.000 0.000 0 0,0.000 0.000 206 0,0.000 0.000 39 15,0.000 0.000 8-15,0.000 0.000 2 0,0.000 0.000-131 0,0.000 0.000-27 16,0.000 0.000-5-16,0.000 0.000 0 0,0.000 0.000-39 0,0.000 0.000-7 15,0.000 0.000-2-15,0.000 0.000 0 0,0.000 0.000-30 0,0.000 0.000-6 16,9.000 0.000-8-16,0.000 0.000 11 0,-3.000 0.000 1 0,3.000-3.000 1 16,2.000 3.000 0-16,1.000-3.000 0 0,0.000 1.000-2 0,3.000-4.000-1 15,-3.000 4.000 0-15,3.000 2.000 0 0,-3.000-3.000-10 0,0.000 0.000 10 0,3.000 3.000-10 0,-3.000 0.000 10 16,-1.000-5.000-10-16,1.000 2.000 0 0,0.000 1.000 0 16,0.000 2.000 0-16,-3.000-3.000 0 0,3.000 3.000 0 0,-6.000 0.000 0 0,9.000 0.000 0 31,6.000 0.000-39-31,-9.000 3.000-3 0,-1.000-1.000-1 0,-5.000-2.000-603 0,3.000 3.000-121 0</inkml:trace>
  <inkml:trace contextRef="#ctx0" brushRef="#br0">22871.000 4273.000 1868 0,'0.000'0.000'83'0,"0.000"0.000"17"0,0.000 0.000-80 0,0.000 0.000-20 0,9.000 0.000 0 0,-3.000 0.000 0 15,0.000 3.000 25-15,0.000-1.000 2 0,-6.000-2.000 0 0,9.000 3.000 0 16,-4.000 2.000-2-16,4.000-5.000 0 0,-3.000 3.000 0 0,0.000 2.000 0 15,-6.000-5.000-25-15,9.000 0.000 8 0,0.000 3.000-8 0,0.000-1.000 0 16,0.000 4.000 0-16,-3.000-6.000 8 0,3.000 0.000-8 0,0.000 0.000 0 16,-3.000 0.000 0-16,3.000 0.000 0 0,-3.000 0.000 0 0,3.000 0.000 0 15,-3.000 0.000 0-15,2.000 0.000 0 0,-8.000 0.000 0 0,6.000 0.000-11 16,0.000 0.000 11-16,-6.000 0.000-13 0,0.000 0.000 5 0,6.000 0.000 8 0,-6.000 0.000-17 0,0.000 0.000 4 16,0.000 0.000 1-16,15.000 0.000 0 15,3.000 2.000-13-15,-6.000 1.000-3 0,-6.000 5.000 0 0,0.000-5.000 0 16,0.000-1.000-99-16,-6.000-2.000-20 0,-9.000 8.000-4 0,0.000-8.000-1 0</inkml:trace>
  <inkml:trace contextRef="#ctx0" brushRef="#br0">22802.000 4514.000 1400 0,'0.000'0.000'62'0,"-6.000"2.000"13"0,0.000 1.000-60 0,-3.000 5.000-15 15,7.000-5.000 0-15,-4.000 2.000 0 0,3.000 0.000 87 0,3.000-5.000 14 16,-3.000 6.000 3-16,3.000-6.000 1 0,0.000 0.000-48 0,-3.000 7.000-9 15,6.000 7.000-3-15,-3.000-6.000 0 0,6.000 2.000-10 0,0.000-2.000-3 0,-1.000-3.000 0 0,1.000-2.000 0 16,6.000 2.000-18-16,0.000 1.000-4 0,0.000-6.000-1 0,3.000 2.000 0 16,-3.000-2.000 1-16,3.000 0.000 0 0,0.000-2.000 0 0,0.000-4.000 0 15,-1.000-2.000-10-15,-2.000-2.000 0 0,3.000 2.000 9 0,0.000 3.000-9 16,3.000-1.000 0-16,-3.000 4.000 8 0,0.000-6.000-8 0,-3.000 5.000 0 16,0.000 0.000 0-16,-1.000-2.000-12 0,-2.000 3.000 2 0,6.000-1.000 0 15,3.000 0.000-14 1,0.000 3.000-2-16,-9.000 0.000-1 0,3.000-5.000 0 0,-3.000 2.000-3 0,0.000 3.000-1 0,-3.000 0.000 0 0,-6.000 0.000 0 15,0.000 0.000-17-15,0.000 0.000-4 0,0.000 0.000-1 0,0.000 0.000 0 16,0.000 0.000-16-16,0.000 0.000-3 0,0.000 0.000-1 0,0.000 0.000 0 16,-6.000-5.000 5-16,0.000 0.000 2 0,-6.000 2.000 0 0,0.000-2.000 0 15,3.000 0.000-13-15,3.000-3.000-2 0,-3.000 2.000-1 0,0.000-2.000 0 16,0.000 0.000-15-16,3.000 3.000-3 0,0.000 0.000-1 0,0.000-6.000 0 0,0.000 3.000 64 0,0.000 0.000 13 16,1.000 3.000 2-16,-1.000 0.000 1 0,0.000 2.000 89 0,0.000 3.000 19 15,0.000-5.000 3-15,3.000 2.000 1 16,0.000 3.000-9-16,-3.000 0.000-2 0,6.000 0.000 0 0,-3.000 3.000 0 0,3.000-3.000 3 0,-6.000 5.000 0 15,3.000 0.000 0-15,-3.000 3.000 0 0,0.000 0.000-27 16,3.000 3.000-6-16,0.000-1.000-1 0,0.000 4.000 0 0,3.000 2.000-16 16,-3.000-3.000-3-16,0.000 8.000-1 0,3.000 3.000 0 0,0.000-3.000-11 0,0.000 0.000-2 15,0.000 3.000-1-15,0.000-6.000 0 0,0.000 4.000-15 0,3.000-1.000 0 16,-3.000 3.000 0-16,3.000-6.000 0 0,-3.000 3.000 0 0,0.000-2.000 0 16,3.000-1.000 8-16,-3.000 3.000-8 0,3.000-2.000 0 0,0.000 2.000 0 15,-3.000-8.000 0-15,0.000 3.000 0 16,0.000 3.000-28-16,0.000-3.000-1 0,0.000-3.000-1 0,0.000 0.000 0 0,-3.000-2.000 4 0,0.000-1.000 1 0,0.000-2.000 0 0,0.000 0.000 0 15,0.000-3.000 12-15,0.000 1.000 2 0,0.000-1.000 1 0,3.000-5.000 0 16,-3.000 3.000 10-16,-3.000-1.000-8 0,0.000-2.000 8 0,3.000 0.000-8 16,-3.000-2.000 8-16,0.000-1.000 0 0,-3.000-2.000 0 0,1.000-1.000 0 15,2.000-1.000 17-15,-3.000-4.000-1 0,0.000 6.000 0 0,0.000-6.000 0 16,0.000 0.000 16-16,0.000 1.000 4 16,-3.000 5.000 0-16,3.000-9.000 0 0,0.000 4.000 4 0,0.000-1.000 2 0,0.000 3.000 0 0,3.000 3.000 0 15,-3.000-3.000-11-15,3.000 3.000-3 0,4.000 2.000 0 0,-4.000 0.000 0 16,0.000-2.000-11-16,6.000 5.000-2 0,0.000 0.000-1 0,0.000 0.000 0 15,-6.000 0.000-14-15,6.000 0.000 0 0,0.000 0.000 0 0,0.000 0.000 0 16,0.000 0.000 0-16,9.000-8.000 0 0,-3.000 3.000-10 0,2.000 0.000 10 16,4.000-1.000-9-16,0.000 4.000 9 0,3.000-12.000-10 0,0.000 7.000 10 0,0.000 1.000-15 15,3.000-7.000 3-15,0.000 0.000 1 0,2.000 0.000 0 16,4.000-3.000-9-16,0.000 0.000-3 0,0.000-5.000 0 0,9.000 2.000 0 16,2.000 1.000 23-16,1.000-6.000-11 0,0.000-3.000 11 0,-3.000 1.000-8 15,-4.000 5.000-16-15,1.000-3.000-2 0,0.000 0.000-1 0,-3.000 6.000 0 0,-4.000-4.000 19 0,1.000 4.000 8 16,-6.000-1.000-8-16,3.000 1.000 8 0,-6.000 5.000 0 0,0.000-1.000 0 15,-3.000 4.000 0-15,0.000-1.000 8 0,-1.000-2.000 14 0,-2.000 8.000 3 16,-3.000-6.000 1-16,-3.000 8.000 0 0,3.000-2.000-4 0,-6.000 5.000-1 16,0.000 0.000 0-16,0.000 0.000 0 0,0.000 0.000-11 0,0.000 0.000-2 15,0.000 0.000-8-15,-6.000 8.000 12 0,-3.000 3.000-12 0,0.000-3.000 0 16,1.000 5.000 0-16,-1.000-3.000 0 0,0.000 4.000 0 0,0.000-1.000 0 16,-3.000 0.000 0-16,3.000 0.000 0 0,0.000 1.000 0 0,3.000-1.000 0 15,-6.000-3.000 0-15,6.000 4.000 0 0,0.000-4.000 0 0,3.000 3.000 0 16,0.000-2.000 0-16,0.000 5.000 0 0,0.000 8.000 0 0,3.000-11.000 0 0,0.000 0.000 0 0,0.000 0.000 0 15,3.000-2.000-10-15,0.000 2.000 10 16,0.000-2.000-8-16,3.000-1.000 8 0,-3.000-2.000 0 0,3.000 0.000 0 0,3.000 0.000 0 16,0.000-3.000 0-16,0.000 3.000 8 0,0.000 0.000 1 15,-3.000-5.000 0-15,6.000 2.000 0 0,-3.000 1.000-9 0,0.000 2.000 10 0,2.000-3.000-10 0,-2.000 0.000 10 16,0.000 3.000-10-16,0.000-3.000 0 0,0.000 3.000 0 0,0.000-2.000 8 16,0.000 2.000-8-16,-3.000-3.000 0 0,0.000 3.000 0 0,0.000 2.000 0 15,0.000-2.000 0-15,-3.000 5.000 10 0,-3.000-7.000-10 0,0.000 7.000 10 16,-3.000-2.000-10-16,3.000-1.000 10 0,-3.000 1.000-10 0,-3.000 2.000 10 15,-3.000-2.000 2-15,3.000 2.000 1 0,-3.000-3.000 0 0,-3.000 4.000 0 16,0.000-1.000-13-16,-3.000 0.000 0 0,3.000-5.000 0 0,-2.000 0.000 0 16,-1.000 3.000-8-16,0.000-1.000-2 0,0.000 6.000 0 0,-3.000-5.000 0 15,6.000-1.000-13-15,-3.000 1.000-2 0,0.000-6.000-1 16,1.000-2.000 0-16,-1.000-3.000-18 0,0.000-3.000-4 0,3.000-2.000-1 0,0.000-1.000 0 16,0.000 1.000-21-16,0.000-3.000-4 0,3.000 0.000-1 0,3.000-5.000-385 15,3.000-3.000-78-15</inkml:trace>
  <inkml:trace contextRef="#ctx0" brushRef="#br0">23216.000 4800.000 806 0,'0.000'0.000'72'16,"0.000"0.000"-58"-16,0.000 0.000-14 0,0.000 0.000 0 0,0.000 0.000 105 0,0.000 0.000 19 16,0.000 0.000 3-16,0.000 0.000 1 0,0.000 0.000-37 0,-6.000 7.000-7 15,0.000 7.000-2-15,0.000-6.000 0 0,0.000 2.000-16 0,-3.000 3.000-3 16,-3.000-2.000-1-16,-5.000 2.000 0 0,-7.000 3.000-39 0,3.000-3.000-8 16,3.000 3.000-2-16,3.000-3.000 0 15,-3.000 1.000-35-15,3.000-1.000-7 0,1.000 0.000-2 0,2.000 3.000 0 16,0.000 0.000-66-16,0.000-3.000-14 0,3.000-2.000-2 0</inkml:trace>
  <inkml:trace contextRef="#ctx0" brushRef="#br0">22930.000 5054.000 172 0,'0.000'-24.000'8'0,"0.000"13.000"1"0,3.000 3.000-9 0,0.000 0.000 0 0,0.000 0.000 0 0,3.000 3.000 0 15,-3.000-3.000 322-15,3.000 3.000 62 0,-3.000 2.000 13 0,3.000-2.000 3 16,0.000 2.000-228-16,3.000 3.000-46 0,0.000 0.000-9 0,3.000 0.000-1 16,3.000 0.000-50-16,-3.000 0.000-10 15,2.000 0.000-1-15,4.000 3.000-1 0,6.000 2.000-40 0,0.000-2.000-14 0,-3.000 2.000 9 0,0.000-2.000-9 31,-1.000 2.000-92-31,-2.000 0.000-24 0,-3.000 6.000-5 0</inkml:trace>
  <inkml:trace contextRef="#ctx0" brushRef="#br0">20871.000 6596.000 57 0,'0.000'0.000'0'0,"0.000"0.000"0"0,0.000 0.000 0 0,0.000 0.000 0 0,0.000 0.000 301 0,0.000 0.000 55 16,0.000 0.000 12-16,0.000 0.000 1 0,0.000 0.000-235 0,0.000 0.000-47 16,0.000 0.000-10-16,0.000 0.000-1 0,0.000 0.000-60 15,5.000 3.000-16-15,-5.000-3.000 0 0,9.000 5.000 8 0,3.000 0.000-8 0,3.000-2.000 10 16,0.000-3.000-10-16,3.000 3.000 10 0,0.000 2.000 17 0,0.000-5.000 3 16,0.000 0.000 1-16,-1.000 0.000 0 0,4.000 0.000-16 0,0.000 0.000-3 15,0.000-3.000-1-15,0.000 3.000 0 0,0.000-2.000 9 0,2.000-1.000 3 16,-2.000 3.000 0-16,3.000-3.000 0 0,0.000 1.000-12 0,0.000 2.000-3 15,-1.000-6.000 0-15,-2.000 4.000 0 0,3.000-1.000-8 0,-3.000 0.000 0 16,-3.000 1.000 0-16,-3.000-4.000-11 16,3.000 6.000-36-16,-4.000 0.000-7 0,-2.000-2.000-2 0,-3.000 2.000 0 15,0.000 2.000-128-15,0.000-2.000-25 0,-3.000 0.000-6 0</inkml:trace>
  <inkml:trace contextRef="#ctx0" brushRef="#br0">21332.000 6638.000 1033 0,'-6.000'8.000'45'0,"3.000"-2.000"11"0,-3.000-6.000-45 0,0.000 2.000-11 0,3.000 1.000 0 0,3.000-3.000 0 15,0.000 5.000 53-15,-3.000 1.000 9 0,0.000 4.000 2 0,3.000-2.000 0 16,0.000 3.000-14-16,3.000 2.000-2 0,-6.000 0.000-1 0,3.000 3.000 0 16,6.000 2.000-4-16,-3.000 4.000-1 0,0.000 1.000 0 0,0.000 4.000 0 15,3.000 5.000-15-15,0.000-1.000-3 0,3.000 4.000-1 0,-6.000-3.000 0 16,3.000-1.000-23-16,0.000 4.000 8 0,0.000-6.000-8 0,0.000 0.000 0 0,0.000 3.000-12 0,-3.000-6.000-6 15,0.000-2.000-2-15,0.000 2.000 0 16,2.000 3.000-36-16,-2.000-5.000-8 0,-3.000-3.000-2 0,0.000-2.000 0 16,-3.000-3.000-5-16,1.000-3.000-1 0,-4.000-2.000 0 0,0.000-3.000-288 15,3.000-3.000-59-15</inkml:trace>
  <inkml:trace contextRef="#ctx0" brushRef="#br0">20778.000 6966.000 576 0,'-6.000'3.000'51'0,"0.000"0.000"-41"16,-3.000 2.000-10-16,-2.000 3.000 0 0,2.000-3.000 148 0,0.000 6.000 28 0,3.000-1.000 6 0,-3.000 4.000 1 15,0.000-1.000-75-15,3.000 5.000-14 0,3.000 1.000-3 0,-3.000 2.000-1 16,3.000 3.000-20 0,0.000 5.000-4-16,0.000 5.000-1 0,3.000 3.000 0 0,0.000 1.000-33 0,0.000 1.000-8 0,0.000-2.000 0 15,0.000 0.000-1-15,3.000 3.000-15 0,3.000-3.000-8 0,-3.000 0.000 10 0,3.000-3.000-10 16,-3.000 4.000 0-16,3.000-1.000 0 0,0.000 0.000 0 0,0.000 0.000-10 31,0.000-3.000-15-31,3.000-5.000-3 0,-3.000-2.000-1 0,0.000-4.000 0 16,-1.000 1.000-9-16,1.000-5.000-2 0,3.000-3.000 0 0,-3.000-3.000 0 15,-3.000-3.000-9-15,0.000-2.000-3 0,0.000 0.000 0 0,3.000-5.000 0 16,0.000 0.000-23-16,-6.000-3.000-5 0,0.000 0.000 0 0,3.000-8.000-1 0</inkml:trace>
  <inkml:trace contextRef="#ctx0" brushRef="#br0">20900.000 7041.000 1364 0,'6.000'-6.000'30'0,"0.000"-4.000"6"0,0.000 2.000 2 0,3.000-5.000 0 0,0.000 2.000-30 0,0.000 0.000-8 16,3.000 1.000 0-16,0.000 2.000 0 0,3.000-3.000 64 0,-3.000 1.000 11 16,2.000-1.000 2-16,1.000-2.000 1 0,3.000 5.000-27 0,0.000-3.000-6 15,0.000 1.000-1-15,0.000-1.000 0 0,3.000-2.000-20 0,-1.000 2.000-5 16,1.000-2.000-1-16,3.000 3.000 0 0,0.000-1.000-9 0,0.000 6.000-1 15,2.000-3.000-8-15,-2.000 2.000 12 0,-3.000-1.000-12 0,6.000 1.000 0 16,-3.000 6.000 0-16,-3.000-2.000 0 0,-1.000-1.000 0 0,4.000 3.000 0 16,-6.000 5.000 8-16,0.000-2.000-8 0,3.000-3.000 0 0,-3.000 8.000 0 15,-1.000 2.000 8-15,1.000 4.000-8 0,0.000-1.000 0 0,0.000 0.000 0 0,-3.000-2.000 8 16,0.000 2.000-8-16,3.000 3.000 0 0,-3.000 0.000 8 16,-4.000 0.000-8-16,4.000 2.000 0 0,0.000 1.000 9 0,0.000-1.000-9 0,-3.000 3.000 8 0,0.000 0.000-8 15,0.000 1.000 24-15,0.000-1.000-1 0,0.000 0.000 0 0,-6.000 3.000 0 16,0.000 0.000-23-16,3.000 2.000 0 0,-7.000 6.000 0 0,4.000-1.000 8 15,-3.000 1.000-8-15,0.000-5.000 0 0,-3.000 2.000 0 0,3.000-3.000 0 16,0.000 3.000 0-16,-3.000-5.000 0 0,-3.000 0.000-9 0,0.000 0.000 9 16,0.000-3.000 0-16,-3.000 0.000 0 0,1.000-2.000 0 0,-4.000-3.000 8 31,0.000-3.000-47-31,3.000 0.000-9 0,0.000 0.000-3 0,-3.000-2.000 0 0,-3.000-1.000-17 0,3.000-4.000-3 0,0.000-1.000-1 0,0.000-2.000-431 16,-3.000-3.000-86-16</inkml:trace>
  <inkml:trace contextRef="#ctx0" brushRef="#br0">21231.000 7059.000 1569 0,'-12.000'0.000'69'0,"12.000"0.000"15"0,0.000 0.000-67 0,0.000 0.000-17 15,0.000 0.000 0-15,0.000 0.000 0 0,0.000 0.000 55 0,0.000 0.000 7 16,3.000 5.000 2-16,-3.000-5.000 0 0,0.000 0.000-25 0,9.000 3.000-5 15,6.000-3.000-1-15,-1.000 3.000 0 0,4.000-3.000-2 0,-3.000 0.000-1 16,3.000-3.000 0-16,0.000 3.000 0 0,3.000-3.000-30 0,-3.000 3.000 0 16,-3.000-2.000 0-16,2.000 2.000-10 0,4.000-3.000 10 0,-3.000 0.000-10 0,-6.000 3.000 10 15,3.000-2.000-10 1,0.000 2.000-42-16,-3.000-3.000-8 0,3.000 6.000-1 0,-4.000-3.000-1 16,-2.000 0.000-129-16,3.000 2.000-25 0</inkml:trace>
  <inkml:trace contextRef="#ctx0" brushRef="#br0">20731.000 7422.000 460 0,'-12.000'2.000'41'0,"-3.000"4.000"-33"0,0.000-4.000-8 0,-3.000 1.000 0 15,6.000 2.000 138-15,-3.000-2.000 26 0,3.000-1.000 4 0,1.000 1.000 2 16,2.000-3.000-50-16,0.000 0.000-11 0,0.000 0.000-1 0,6.000 0.000-1 15,0.000 0.000-20-15,3.000 0.000-4 0,0.000 0.000-1 0,0.000 0.000 0 0,0.000 0.000-37 0,0.000 0.000-7 16,0.000 0.000-2-16,9.000-3.000 0 16,0.000-2.000-12-16,0.000 2.000-2 0,2.000-2.000-1 0,4.000 3.000 0 0,-3.000-1.000 0 0,3.000 0.000 0 15,6.000 1.000 0-15,0.000-1.000 0 0,3.000 0.000-9 0,5.000 3.000-1 16,-2.000-2.000-1-16,3.000-1.000 0 0,0.000 3.000 2 0,-1.000 0.000 1 16,1.000 0.000 0-16,-3.000 0.000 0 15,0.000 0.000 0-15,3.000 0.000 0 0,-4.000 0.000 0 0,1.000 0.000 0 0,0.000-3.000 4 0,3.000 3.000 1 16,-1.000-5.000 0-16,4.000 5.000 0 0,-3.000-5.000-3 15,3.000 2.000-1-15,-1.000-2.000 0 0,1.000 0.000 0 0,3.000 2.000 2 0,-3.000 0.000 0 16,-7.000 1.000 0-16,4.000-4.000 0 0,-6.000 4.000 3 0,3.000-4.000 1 16,-3.000 4.000 0-16,-4.000-4.000 0 0,1.000-2.000-4 0,0.000 3.000-1 15,0.000 3.000 0-15,0.000-1.000 0 0,3.000-2.000-7 0,-4.000 2.000 0 16,1.000 0.000-8-16,0.000 1.000 12 0,0.000-1.000-12 0,-3.000 0.000 11 0,-3.000 3.000-11 0,0.000-2.000 10 16,-3.000-1.000-10-16,-4.000 0.000 0 0,4.000 3.000 0 0,-3.000 0.000 8 15,0.000 0.000-8-15,0.000 0.000 0 16,-3.000 0.000 0-16,0.000-2.000 0 0,3.000 4.000 0 0,-3.000-2.000 0 0,-6.000 0.000 0 0,6.000-2.000 0 15,0.000 2.000 0-15,-3.000 0.000 0 0,-3.000 0.000 0 0,0.000 0.000 0 16,0.000 0.000-11-16,6.000-3.000 11 0,0.000 3.000-8 0,-6.000 0.000 8 31,6.000-5.000-43-31,-3.000 0.000-3 0,3.000-3.000-1 0,0.000 0.000 0 16,-3.000-3.000-131-16,-1.000 3.000-26 0,4.000-8.000-6 0,-6.000 6.000-1 0</inkml:trace>
  <inkml:trace contextRef="#ctx0" brushRef="#br0">22100.000 6578.000 1620 0,'0.000'0.000'72'0,"0.000"0.000"14"16,0.000 0.000-69-16,0.000 0.000-17 0,0.000 0.000 0 0,0.000 0.000 0 15,0.000 0.000 56-15,0.000 0.000 8 0,0.000 0.000 2 0,0.000 0.000 0 16,0.000 0.000-26-16,0.000 0.000-6 0,0.000 0.000-1 0,0.000 0.000 0 0,0.000 0.000-33 0,0.000 0.000 0 15,0.000 0.000 0-15,6.000-3.000 0 0,0.000 3.000 0 0,3.000-3.000 0 16,0.000 3.000 0-16,0.000-2.000 0 0,-1.000 2.000 0 0,4.000-6.000 0 16,9.000 4.000 0-16,-3.000 2.000 0 0,0.000 0.000 0 0,-3.000 0.000 0 15,0.000 0.000 0-15,0.000 0.000 0 0,-4.000-3.000 8 0,4.000 3.000 0 16,0.000 0.000 1-16,-3.000 0.000 0 0,0.000 0.000 1 0,3.000 0.000 0 16,-3.000-3.000 0-16,-3.000 3.000 0 0,3.000 3.000-1 0,-3.000 0.000 0 15,-3.000-3.000 0-15,3.000 0.000 0 0,-4.000 2.000-9 0,-5.000-2.000 0 16,0.000 0.000 9-16,6.000 6.000-9 0,-6.000-6.000 0 0,6.000 2.000-12 15,-6.000-2.000 2-15,0.000 8.000 0 16,0.000 0.000-20-16,0.000 0.000-4 0,-3.000 0.000-1 0,-3.000-3.000 0 0,0.000 1.000 11 0,1.000 2.000 3 0,-4.000-3.000 0 16,0.000 3.000 0-16,-3.000 0.000 21 0,3.000 0.000 0 15,-3.000 0.000 0-15,0.000 2.000 0 0,0.000-2.000 0 0,0.000-3.000 18 16,0.000 3.000-3-16,0.000 0.000-1 0,3.000 0.000 18 0,1.000 0.000 3 0,-1.000 0.000 1 0,3.000-3.000 0 16,6.000-5.000-36-16,-9.000 6.000 0 0,9.000-6.000 0 0,0.000 0.000 0 15,0.000 0.000 14-15,0.000 0.000-4 0,0.000 0.000-1 0,0.000 8.000 0 16,0.000-8.000-9-16,3.000 5.000-11 0,6.000-2.000 3 0,-3.000-1.000 0 15,5.000-2.000 8-15,-2.000 0.000-8 0,3.000-2.000 8 0,0.000 2.000-8 16,3.000 0.000-16 0,-3.000-3.000-2-16,3.000 0.000-1 0,0.000-2.000 0 0,-3.000 2.000-154 0,3.000 1.000-31 0</inkml:trace>
  <inkml:trace contextRef="#ctx0" brushRef="#br0">22034.000 6742.000 979 0,'-9.000'8.000'43'0,"3.000"-3.000"9"0,1.000-3.000-41 0,-1.000 1.000-11 0,0.000 2.000 0 0,0.000-2.000 0 0,-3.000 2.000 95 0,3.000 3.000 17 16,0.000 0.000 3-16,3.000 0.000 1 0,0.000 5.000-36 0,0.000-2.000-8 16,0.000 2.000 0-16,3.000 0.000-1 0,0.000 1.000-33 0,3.000-1.000-6 15,0.000 0.000-2-15,-3.000 3.000 0 0,3.000 0.000-11 0,0.000 2.000-3 16,3.000-2.000 0-16,-3.000 3.000 0 0,3.000-1.000-4 0,0.000 1.000 0 15,-3.000-1.000-1-15,3.000-2.000 0 0,0.000 3.000-11 0,-3.000-3.000 0 16,0.000 2.000 9-16,-1.000 3.000-9 0,4.000-2.000 9 0,-3.000-1.000-9 16,0.000 1.000 12-16,0.000 2.000-12 0,0.000 5.000 11 0,-3.000 1.000-11 0,0.000-6.000 10 15,0.000 0.000-10-15,-3.000 0.000 8 0,3.000-2.000-8 0,-3.000-3.000 0 0,0.000 2.000 0 16,0.000-4.000 0-16,0.000-1.000 8 0,0.000 0.000-8 0,-2.000-2.000 0 16,-1.000-1.000-11-16,0.000 1.000-5 0,0.000-6.000 0 0,0.000 3.000-1 31,0.000-3.000-41-31,0.000-2.000-8 0,0.000 0.000-2 0,0.000-6.000-441 0,0.000 0.000-89 15</inkml:trace>
  <inkml:trace contextRef="#ctx0" brushRef="#br0">21969.000 7107.000 633 0,'0.000'0.000'56'0,"3.000"-6.000"-44"0,0.000 1.000-12 0,3.000 0.000 0 16,0.000 2.000 151-16,0.000 1.000 28 0,0.000-1.000 5 0,3.000 0.000 2 15,-3.000 1.000-83-15,-1.000-1.000-17 0,4.000 3.000-3 0,0.000 0.000-1 16,0.000-3.000-26-16,0.000 6.000-4 0,3.000 0.000-2 0,-3.000-1.000 0 15,6.000 1.000-21-15,-3.000 2.000-4 0,-3.000 3.000-1 0,9.000-3.000 0 0,2.000 6.000-7 16,1.000 0.000-1-16,-3.000-3.000-1 0,3.000 2.000 0 0,-3.000 3.000-1 0,0.000 1.000 0 16,0.000 1.000 0-16,-1.000 4.000 0 0,1.000 5.000-14 0,0.000 0.000 9 15,0.000-3.000-9-15,0.000 0.000 8 0,0.000 3.000-8 0,0.000-3.000 0 16,-1.000-3.000 0-16,-2.000 1.000 8 0,0.000-1.000-8 0,0.000-2.000 0 16,0.000 0.000 0-16,0.000-3.000 0 0,-3.000-2.000 0 0,3.000 2.000 0 15,-3.000-2.000 0-15,2.000-3.000 0 0,-2.000 0.000 8 0,0.000-3.000-8 16,3.000 3.000 8-16,3.000-5.000-8 0,6.000-1.000-13 0,-6.000-2.000-8 15,-3.000 0.000-2-15,-1.000-2.000 0 16,1.000-1.000-90-16,-3.000-5.000-19 0,3.000 0.000-3 0</inkml:trace>
  <inkml:trace contextRef="#ctx0" brushRef="#br0">22942.000 6337.000 2055 0,'0.000'0.000'91'0,"0.000"0.000"19"15,0.000 0.000-88-15,0.000 0.000-22 0,0.000 0.000 0 0,9.000 2.000 0 16,3.000 1.000 34-16,-3.000 2.000 2 0,0.000 1.000 1 0,0.000 2.000 0 0,-3.000-3.000-9 0,0.000 3.000-1 15,3.000-6.000-1-15,-3.000 6.000 0 0,0.000 3.000-26 0,-3.000 0.000 0 16,3.000-6.000 0-16,-4.000 0.000 0 16,4.000 3.000-30-16,0.000-3.000-5 15,0.000 3.000-1-15,-6.000 0.000 0 0,3.000 0.000-151 0,-3.000 3.000-30 0,0.000 2.000-7 0,-3.000 0.000 0 0</inkml:trace>
  <inkml:trace contextRef="#ctx0" brushRef="#br0">22612.000 6652.000 1152 0,'-15.000'0.000'102'0,"12.000"2.000"-82"16,-3.000 1.000-20-16,6.000-3.000 0 0,0.000 0.000 93 0,0.000 0.000 15 15,0.000 0.000 2-15,0.000 0.000 1 0,0.000 0.000-44 0,0.000 0.000-9 0,0.000 0.000-2 0,6.000 3.000 0 16,6.000-3.000-19-16,6.000 2.000-4 16,6.000-2.000-1-16,2.000 0.000 0 0,-2.000-2.000 0 0,3.000 2.000 0 0,0.000-3.000 0 0,0.000-2.000 0 15,-1.000-1.000-9-15,1.000 4.000-3 0,0.000-4.000 0 0,-3.000 1.000 0 16,2.000-3.000-20-16,-2.000 3.000 0 0,-3.000 0.000 0 0,3.000-1.000-8 31,0.000 1.000-42-31,0.000 0.000-8 0,8.000 2.000-2 0,-5.000 0.000 0 16,-6.000 1.000-140-16,-3.000-1.000-29 0</inkml:trace>
  <inkml:trace contextRef="#ctx0" brushRef="#br0">22796.000 6795.000 1177 0,'-17.000'18.000'52'0,"11.000"-10.000"11"16,3.000 3.000-51-16,-6.000-1.000-12 0,0.000 1.000 0 0,0.000-1.000 0 0,0.000 1.000 96 0,0.000 2.000 17 16,3.000 0.000 3-16,0.000 1.000 1 0,-3.000 1.000-37 0,0.000 1.000-7 15,-9.000 3.000-1-15,6.000 2.000-1 0,3.000-2.000-30 0,4.000 2.000-5 16,2.000 0.000-2-16,3.000 0.000 0 0,8.000 3.000-23 0,1.000 0.000-11 16,-3.000 2.000 10-16,0.000 1.000-10 0,3.000 4.000 13 0,-3.000 1.000-3 15,0.000-5.000-1-15,0.000-6.000 0 16,3.000 3.000-37-16,0.000-3.000-7 0,-3.000 0.000-1 0,3.000-3.000-1 15,0.000-2.000 7-15,0.000-3.000 2 0,-3.000-2.000 0 0,3.000-3.000 0 16,0.000 0.000-14-16,-1.000-3.000-2 0,-2.000-2.000-1 0,0.000 0.000 0 16,3.000-6.000-20-16,-6.000 3.000-4 0,6.000-5.000-1 0,-3.000-1.000-371 15,0.000-4.000-75-15</inkml:trace>
  <inkml:trace contextRef="#ctx0" brushRef="#br0">22841.000 6953.000 518 0,'0.000'0.000'46'0,"0.000"0.000"-37"0,0.000 0.000-9 0,0.000 0.000 0 16,0.000 0.000 192-16,0.000 0.000 36 0,0.000 0.000 7 0,0.000 0.000 1 16,0.000 0.000-120-16,0.000 0.000-24 0,0.000 0.000-4 0,0.000 0.000-2 15,9.000 0.000-26-15,0.000-2.000-4 0,0.000 2.000-2 0,3.000-3.000 0 16,0.000-2.000-1-16,3.000 2.000 0 0,-1.000-5.000 0 0,4.000 5.000 0 16,-3.000-2.000-18-16,6.000 0.000-4 0,-3.000 0.000-1 0,6.000-3.000 0 15,2.000 2.000-7-15,4.000 4.000-2 0,-6.000-4.000 0 0,0.000 1.000 0 16,3.000 2.000-21-16,-4.000 1.000 0 0,-2.000-1.000 0 0,-3.000 1.000 8 15,-3.000 2.000-38-15,3.000-3.000-7 0,-3.000 3.000-2 0,-3.000 0.000 0 16,0.000-3.000-10-16,-1.000 3.000-3 16,-5.000 3.000 0-16,3.000-3.000 0 0,-3.000 3.000-32 0,-6.000-3.000-8 0,0.000 0.000 0 0,0.000 0.000-1 15,3.000 7.000-66-15,-3.000-7.000-13 0,0.000 0.000-2 16,0.000 0.000-1-16</inkml:trace>
  <inkml:trace contextRef="#ctx0" brushRef="#br0">23037.000 6839.000 403 0,'-5.000'-7.000'17'0,"2.000"4.000"5"0,0.000-2.000-22 16,-3.000 5.000 0-16,3.000 2.000 0 0,3.000-2.000 0 0,-6.000 8.000 156 0,3.000-3.000 28 16,3.000-5.000 4-16,-3.000 8.000 2 0,0.000 0.000-93 0,0.000 0.000-18 15,0.000 3.000-4-15,0.000 2.000-1 0,0.000 3.000-17 0,3.000-3.000-3 16,0.000 3.000-1-16,0.000 0.000 0 0,0.000 0.000-24 0,3.000 0.000-5 0,0.000-3.000 0 16,0.000 3.000-1-16,0.000 0.000-23 0,0.000-3.000 8 0,3.000 0.000-8 0,-3.000-2.000 0 31,3.000-1.000-20-31,0.000 1.000-9 0,0.000-6.000-2 0,-4.000 3.000 0 15,4.000-3.000-9-15,-6.000-5.000-3 0,0.000 0.000 0 0,0.000 0.000 0 16,9.000 0.000 0-16,3.000 0.000 0 0,6.000-2.000 0 0,-3.000-4.000 0 16,0.000 1.000 7-16,-3.000-5.000 2 0,-3.000 2.000 0 0,0.000-6.000 0 15,0.000 1.000-11-15,0.000-3.000-3 0,-1.000 0.000 0 0,-2.000-2.000 0 0,0.000-1.000 29 0,0.000-2.000 6 0,0.000 0.000 1 0,0.000-5.000 0 16,0.000-1.000 12-16,-3.000 6.000 13 0,3.000 5.000-2 0,0.000 0.000-1 16,-3.000 0.000 50-16,0.000 6.000 9 0,0.000 2.000 3 0,0.000 3.000 0 15,-3.000 5.000-1-15,0.000 0.000 0 0,0.000 0.000 0 0,0.000 0.000 0 16,0.000 0.000-10-16,6.000 8.000-1 0,-3.000 5.000-1 0,0.000 3.000 0 15,-3.000-1.000-13-15,3.000 4.000-2 0,-3.000 2.000-1 0,-3.000 0.000 0 16,0.000 3.000-18-16,0.000 0.000-3 0,0.000 0.000-1 0,0.000 0.000 0 16,-3.000-3.000-4-16,0.000 0.000-1 0,3.000 0.000 0 0,-3.000 0.000 0 0,0.000 0.000-16 0,-3.000 1.000 0 15,0.000-4.000 0-15,3.000 1.000 0 0,0.000-1.000 0 0,-8.000 3.000 0 16,-4.000 0.000 0-16,0.000 3.000 0 0,0.000-5.000 0 0,0.000-1.000-12 16,3.000-4.000 1-16,0.000-1.000 1 0,0.000 0.000 10 0,1.000-2.000-12 15,-1.000-1.000 12-15,3.000-2.000-12 0,0.000-3.000 2 0,0.000 1.000 0 16,3.000-4.000 0-16,-3.000-2.000 0 0,3.000-2.000-1 0,0.000-4.000 0 15,0.000 1.000 0-15,3.000-3.000 0 0,-3.000 0.000-5 0,4.000-8.000-2 16,-1.000-5.000 0-16,3.000 0.000 0 0,0.000 3.000 1 0,0.000 2.000 0 16,0.000 0.000 0-16,3.000 3.000 0 0,3.000-1.000 7 0,-3.000 1.000 2 15,3.000 3.000 0-15,0.000 2.000 0 0,3.000 0.000 8 0,-3.000 2.000 14 16,-1.000-2.000-3-16,4.000 6.000-1 0,-6.000 2.000 17 0,6.000-3.000 3 16,-6.000 3.000 1-16,9.000 0.000 0 0,-3.000 0.000-2 0,0.000 0.000 0 15,3.000 3.000 0-15,0.000-1.000 0 0,0.000 4.000-11 0,0.000-4.000-2 0,0.000 6.000-1 16,3.000-2.000 0-16,-6.000 2.000-5 0,6.000-1.000-1 0,-3.000 1.000 0 0,-1.000 3.000 0 15,1.000 0.000-9-15,3.000-1.000 0 0,6.000 6.000 0 0,0.000 3.000 8 16,-3.000-4.000 3-16,0.000-1.000 0 0,0.000-1.000 0 0,-3.000 3.000 0 16,-3.000 0.000-2-16,2.000-3.000 0 15,1.000 0.000 0-15,0.000 3.000 0 0,0.000-3.000 1 0,0.000 0.000 0 0,0.000 1.000 0 0,0.000-1.000 0 16,-3.000-3.000-10-16,3.000 1.000 8 0,-3.000 0.000-8 0,0.000-3.000 8 16,0.000 2.000-8-16,-1.000-2.000 12 0,1.000-3.000-12 0,0.000 1.000 12 15,0.000 2.000-12-15,-3.000-3.000 8 0,3.000 0.000-8 0,-3.000-2.000 8 16,0.000-1.000-8-16,3.000 4.000 0 0,-3.000-4.000 9 0,3.000 1.000-9 15,-9.000-3.000 0-15,6.000 3.000 8 0,3.000-3.000-8 0,-3.000 2.000 0 16,3.000-2.000 0-16,-3.000 0.000 0 0,2.000 0.000 0 0,-2.000 0.000 8 16,-6.000 0.000-8-16,9.000-2.000 0 0,0.000 2.000 0 0,-3.000-3.000 8 0,0.000 0.000-8 0,0.000 1.000 0 15,3.000-1.000 0-15,-3.000 0.000 0 16,-6.000 3.000-8-16,9.000-2.000-4 0,0.000-1.000 0 0,0.000 1.000 0 16,0.000-1.000-20-16,0.000 0.000-4 0,6.000-2.000 0 0,-4.000 2.000-1 15,1.000 1.000-108-15,-3.000-1.000-22 0,3.000-2.000-4 0,0.000 2.000-1 0</inkml:trace>
  <inkml:trace contextRef="#ctx0" brushRef="#br0">23698.000 6570.000 961 0,'-3.000'-8.000'42'0,"3.000"8.000"10"0,0.000 0.000-42 0,0.000 0.000-10 0,0.000 0.000 0 0,0.000 0.000 0 15,-3.000 0.000 85-15,3.000 0.000 15 0,0.000 0.000 4 0,0.000 0.000 0 16,-3.000-3.000-22-16,3.000 3.000-4 0,0.000 0.000-1 0,0.000 0.000 0 16,0.000 0.000-16-16,0.000 0.000-3 0,0.000 0.000-1 0,0.000 0.000 0 15,0.000 0.000-18-15,0.000 0.000-4 0,0.000 0.000-1 0,0.000 0.000 0 16,0.000 0.000-14-16,0.000 0.000-4 0,-3.000-3.000 0 0,3.000 3.000 0 15,0.000 0.000-4-15,0.000 0.000 0 0,0.000 0.000-1 0,0.000 0.000 0 16,0.000 0.000-11-16,0.000 0.000 10 0,0.000 0.000-10 0,0.000 0.000 10 16,0.000 0.000-10-16,0.000 0.000 8 0,6.000-5.000-8 0,3.000 2.000 8 15,0.000 3.000-8-15,0.000 0.000 0 0,0.000 0.000 9 0,0.000 0.000-9 16,3.000 0.000 14-16,-3.000-2.000-2 0,0.000 2.000 0 0,3.000 0.000 0 16,0.000 0.000 2-16,-4.000 0.000 0 0,1.000 0.000 0 0,3.000 0.000 0 0,-3.000 0.000-3 0,3.000 0.000-1 15,0.000-3.000 0-15,0.000 3.000 0 0,0.000-2.000-2 16,-3.000-1.000-8-16,6.000 0.000 12 0,-3.000 1.000-4 0,-1.000 2.000-8 0,1.000-3.000 12 15,0.000 0.000-12-15,3.000 1.000 12 0,0.000-1.000-12 0,-3.000 0.000 12 16,0.000 1.000-12-16,0.000-1.000 12 0,0.000 3.000-12 0,-3.000-3.000 0 16,0.000 1.000 0-16,-1.000 2.000 0 0,1.000 0.000-8 0,-3.000 0.000 8 15,-6.000 0.000 0-15,0.000 0.000 0 0,0.000 0.000-22 0,0.000 0.000 0 16,0.000 0.000 0-16,0.000 0.000 0 16,0.000 0.000-11-16,0.000 0.000-3 0,0.000 0.000 0 0,0.000 0.000 0 15,-9.000 0.000 4-15,3.000 2.000 0 0,1.000 1.000 0 0,2.000 0.000 0 0,-6.000 2.000 8 0,0.000-5.000 3 16,-3.000 3.000 0-16,0.000 2.000 0 15,3.000 0.000-22-15,-6.000 3.000-4 0,3.000-3.000-1 0,0.000 1.000 0 16,-3.000 2.000-49-16,3.000 2.000-11 0,-2.000-2.000-1 0,2.000-3.000-327 0,-3.000 3.000-64 0</inkml:trace>
  <inkml:trace contextRef="#ctx0" brushRef="#br0">23779.000 6657.000 403 0,'0.000'0.000'17'0,"0.000"0.000"5"0,0.000 0.000-22 0,0.000 0.000 0 0,0.000 0.000 0 0,0.000 0.000-115 15,0.000 0.000-27-15</inkml:trace>
  <inkml:trace contextRef="#ctx0" brushRef="#br0">23835.000 6268.000 1497 0,'0.000'0.000'133'0,"0.000"0.000"-106"0,0.000 0.000-27 0,0.000 0.000 0 16,0.000 0.000 124-16,0.000 0.000 20 0,0.000 0.000 4 0,0.000 0.000 1 15,0.000 0.000-61-15,0.000 0.000-12 0,0.000 0.000-2 0,-6.000 3.000-1 16,6.000-3.000-49-16,-6.000 5.000-11 0,3.000 0.000-1 0,3.000-5.000-1 16,0.000 0.000-11-16,-6.000 8.000 0 0,3.000 0.000 0 0,3.000 0.000 0 15,0.000 0.000-21-15,-3.000 0.000 3 0,3.000-3.000 1 0,-3.000 3.000 0 16,3.000 3.000-22-16,3.000-3.000-4 0,0.000 0.000-1 0,-3.000 5.000 0 15,0.000 3.000-25-15,3.000-3.000-6 0,0.000 3.000-1 0,-3.000-3.000 0 16,3.000 3.000-37-16,-3.000-3.000-8 0,0.000 3.000-2 0</inkml:trace>
  <inkml:trace contextRef="#ctx0" brushRef="#br0">23811.000 6628.000 230 0,'0.000'0.000'20'0,"0.000"0.000"-20"0,0.000 0.000 0 0,0.000 0.000 0 15,0.000 0.000 302-15,0.000 0.000 56 0,3.000 8.000 11 0,3.000 0.000 3 16,-6.000-8.000-225-16,3.000 10.000-45 0,0.000 4.000-9 0,0.000-1.000-1 16,0.000 0.000-44-16,-3.000 3.000-8 0,0.000 5.000-1 0,0.000-2.000-1 15,0.000 10.000-22-15,-3.000-3.000-5 0,3.000-2.000-1 0,0.000 0.000 0 16,0.000 0.000-10-16,0.000-3.000 0 0,-3.000 0.000 0 0,3.000 0.000 0 15,0.000-2.000 0-15,0.000-1.000-16 0,0.000 1.000 3 0,0.000-4.000 0 16,0.000 1.000-15-16,0.000-2.000-2 0,0.000-4.000-1 16,0.000 1.000 0-16,0.000-3.000-1 0,0.000 0.000 0 0,0.000-8.000 0 0,0.000 8.000 0 31,0.000-8.000-10-31,0.000 0.000-2 0,0.000 0.000-1 0,0.000 0.000 0 16,0.000 0.000-27-16,0.000 0.000-6 0,0.000 0.000-1 0,0.000 0.000-359 0,6.000-8.000-72 0</inkml:trace>
  <inkml:trace contextRef="#ctx0" brushRef="#br0">23936.000 6625.000 806 0,'0.000'0.000'36'0,"0.000"0.000"7"0,0.000 0.000-35 0,0.000 0.000-8 15,0.000 0.000 0-15,0.000 0.000 0 0,0.000 0.000 168 0,0.000 0.000 31 16,-3.000 5.000 6-16,0.000 3.000 2 0,-3.000 0.000-128 0,4.000 0.000-26 16,2.000 6.000-5-16,-3.000-4.000 0 0,0.000 1.000-26 0,0.000-1.000-5 15,0.000 6.000-1-15,0.000-3.000 0 0,0.000 1.000-16 0,0.000-1.000 10 16,3.000 3.000-10-16,-3.000 0.000 8 0,0.000-1.000-8 0,0.000 4.000 8 15,0.000-3.000-8-15,0.000 0.000 8 0,3.000 0.000-8 0,-3.000-1.000 0 16,0.000 1.000 0-16,0.000-2.000 0 0,0.000 1.000 0 0,3.000-1.000-11 0,-3.000 2.000 3 16,0.000-3.000 0-16,0.000 0.000-11 0,0.000-2.000-1 15,0.000-1.000-1-15,0.000 1.000 0 16,0.000-3.000-13-16,0.000 0.000-2 0,-3.000 0.000-1 0,6.000 0.000 0 16,-3.000-3.000-25-16,-3.000-3.000-5 0,3.000 4.000-1 0,0.000-6.000 0 15,0.000 2.000-20-15,-3.000 1.000-4 0,-3.000-6.000 0 0,3.000 3.000-1 16,3.000-2.000 26-16,-5.000 2.000 6 0,2.000-6.000 1 0,0.000 4.000 0 0,-3.000-3.000 48 0,0.000-1.000 12 0,3.000 1.000 0 0,-3.000-3.000 0 15,0.000 3.000 36-15,0.000-3.000 9 0,0.000 2.000 3 0,0.000 1.000 0 16,3.000-3.000 12-16,0.000 3.000 4 0,0.000 0.000 0 0,0.000-1.000 0 16,3.000 1.000-1-16,0.000 2.000 0 0,0.000-2.000 0 0,3.000 5.000 0 15,0.000 0.000-40-15,0.000 0.000-8 0,0.000 0.000-2 0,0.000 0.000 0 16,3.000-5.000 15-16,0.000 2.000 4 0,3.000 1.000 0 0,0.000-1.000 0 16,0.000-2.000-17-16,3.000 5.000-3 0,0.000-3.000-1 0,0.000 0.000 0 15,0.000 3.000 12-15,0.000 0.000 2 0,3.000 0.000 1 0,-3.000 0.000 0 16,3.000 0.000-3-16,0.000 0.000-1 0,-1.000 3.000 0 0,1.000 0.000 0 15,0.000-1.000-7-15,0.000 1.000-2 0,3.000 0.000 0 0,-3.000-1.000 0 0,0.000 3.000-5 0,-3.000 1.000 0 16,3.000-1.000-8-16,-3.000 0.000 12 16,0.000 3.000-12-16,-1.000 0.000 9 0,-2.000-2.000-9 0,3.000 4.000 8 0,-6.000-2.000-8 0,3.000 3.000 0 15,-3.000-1.000 0-15,-3.000 1.000 0 0,-3.000-1.000 0 16,3.000 4.000 0-16,-3.000-1.000 0 0,-3.000 0.000 0 0,0.000 0.000 0 0,-3.000 1.000 0 16,1.000 1.000 0-16,-4.000-1.000 0 0,-3.000-1.000 0 0,0.000 0.000 0 15,3.000 0.000 0-15,-3.000 3.000 0 0,0.000 3.000 8 0,0.000-1.000-8 16,-3.000-5.000 8-16,4.000-2.000-8 0,-1.000-3.000 0 0,0.000 0.000 8 15,-3.000-5.000-8-15,0.000-1.000 0 0,0.000-2.000 0 0,3.000 3.000 0 16,-3.000-6.000 0-16,-2.000 3.000 0 0,2.000-5.000-12 0,-3.000 0.000 12 16,6.000-9.000-12-16,-3.000 4.000 12 0,3.000-1.000-14 0,3.000 1.000 5 0,1.000-1.000 1 0,2.000 0.000 0 15,0.000 4.000 8-15,3.000-4.000-8 0,0.000 3.000 8 16,3.000 3.000-8-16,0.000-3.000 8 0,3.000 0.000 11 0,0.000 3.000-3 0,3.000-1.000 0 16,0.000 1.000 2-16,3.000 2.000 0 0,-6.000 3.000 0 0,9.000-2.000 0 15,6.000 2.000 3-15,-4.000 0.000 1 0,4.000 2.000 0 0,0.000-2.000 0 16,0.000 6.000 11-16,0.000 2.000 3 0,3.000-6.000 0 0,0.000 6.000 0 15,0.000 0.000-13-15,-1.000 3.000-3 0,1.000-1.000 0 0,3.000 6.000 0 16,0.000 3.000 3-16,-3.000-1.000 0 0,3.000-2.000 0 0,-4.000 0.000 0 16,4.000-3.000-6-16,-3.000 3.000-1 0,3.000 0.000 0 0,0.000-3.000 0 15,-3.000 0.000-8-15,6.000-2.000 12 0,-1.000 2.000-12 0,1.000-2.000 12 16,-6.000-1.000-12-16,3.000-2.000-9 0,-6.000 3.000 9 0,0.000-3.000-13 16,-3.000-3.000-11-16,-4.000-2.000-1 0,7.000 2.000-1 0,-9.000-5.000 0 15,-6.000 0.000-21-15,0.000 0.000-4 0,0.000 0.000-1 0,9.000 0.000 0 31,-9.000 0.000-20-31,3.000-8.000-4 0,-3.000 0.000 0 0,-3.000 0.000-678 0</inkml:trace>
  <inkml:trace contextRef="#ctx0" brushRef="#br0">23529.000 6763.000 1551 0,'0.000'0.000'34'0,"0.000"0.000"7"0,0.000 0.000 2 0,0.000 0.000 1 0,0.000 0.000-36 0,6.000-3.000-8 16,0.000 0.000 0-16,5.000 1.000 0 0,-2.000 2.000 72 0,0.000 0.000 13 15,3.000 0.000 3-15,0.000 0.000 0 0,3.000 0.000-26 0,3.000 0.000-5 16,-3.000 0.000-1-16,3.000 0.000 0 0,-4.000 2.000-30 0,4.000 1.000-6 0,0.000-3.000-2 0,0.000 3.000 0 16,-3.000-1.000-10-16,3.000 1.000-8 0,-3.000 0.000 9 0,0.000 2.000-9 15,-1.000-2.000 0-15,4.000-1.000 0 0,-3.000 4.000 0 0,3.000-4.000 0 16,-3.000 1.000-14-16,0.000 0.000-9 0,0.000-1.000-1 15,-3.000 3.000-1 1,-1.000-2.000-24-16,4.000 0.000-5 0,0.000 5.000-1 0,0.000-3.000 0 16,6.000 3.000-101-16,-6.000-3.000-20 0,0.000-2.000-4 0,-3.000-1.000 0 0</inkml:trace>
  <inkml:trace contextRef="#ctx0" brushRef="#br0">24163.000 6734.000 345 0,'0.000'0.000'15'0,"0.000"0.000"4"0,0.000 0.000-19 0,0.000 0.000 0 0,6.000 2.000 0 0,2.000-2.000 0 0,-2.000-2.000 265 0,0.000 2.000 50 15,3.000 0.000 9-15,0.000 0.000 3 0,0.000-3.000-199 0,0.000 3.000-40 16,0.000-3.000-8-16,3.000 3.000-2 0,0.000 3.000-50 0,0.000-3.000-11 16,3.000 0.000-1-16,0.000 0.000-1 0,-4.000 0.000-15 0,4.000 0.000 0 15,0.000-3.000 0-15,0.000 3.000 0 16,-3.000 0.000-41-16,3.000 0.000-5 0,0.000-2.000-1 0,0.000-1.000 0 15,-3.000 0.000-22-15,-1.000-2.000-5 0,7.000 2.000-1 0,-3.000 1.000 0 16,-9.000-3.000 11-16,0.000 2.000 3 0,3.000-2.000 0 0,-3.000 2.000 0 16,0.000 0.000 25-16,-6.000 3.000 6 0,0.000 0.000 1 0,-6.000-5.000 0 0,-6.000-3.000 29 0,3.000 3.000 0 15,-3.000 0.000 0-15,3.000-3.000 10 0,-3.000 0.000 22 0,3.000 2.000 5 0,-2.000 1.000 1 0,-4.000 0.000 0 16,3.000-3.000 16-16,-3.000 0.000 3 0,3.000 0.000 1 16,0.000 0.000 0-16,0.000 0.000-37 0,0.000 0.000-7 15,3.000 3.000-2-15,0.000 0.000 0 0,-2.000 2.000-3 0,5.000 0.000-1 0,-3.000 1.000 0 0,3.000 2.000 0 16,0.000 0.000 12-16,3.000 0.000 3 0,3.000 0.000 0 0,-6.000 2.000 0 15,3.000 6.000-10-15,0.000 0.000-1 0,0.000-3.000-1 0,3.000 6.000 0 16,-6.000 0.000-1-16,6.000 2.000 0 0,0.000 3.000 0 0,3.000 0.000 0 16,0.000-1.000 3-16,-3.000 4.000 1 0,6.000-1.000 0 0,-3.000 6.000 0 15,0.000 3.000-1-15,3.000 2.000 0 0,0.000-3.000 0 0,0.000 1.000 0 16,0.000-1.000-5-16,0.000 1.000 0 0,2.000-1.000-8 0,-2.000-2.000 12 16,0.000 0.000-12-16,3.000 0.000 9 0,-6.000-3.000-9 0,6.000 0.000 8 15,-3.000 0.000-8-15,0.000 0.000 0 0,-3.000-2.000 0 0,0.000-3.000 0 16,0.000 2.000 0-16,-3.000-2.000 0 0,0.000-3.000 0 0,0.000 1.000 0 15,-3.000-1.000-16-15,0.000-3.000 2 0,-3.000-2.000 0 0,0.000 0.000 0 0,0.000-3.000-4 0,0.000 1.000-1 16,0.000-4.000 0-16,-3.000 1.000 0 16,0.000-3.000 19-16,-2.000 0.000-12 0,2.000-5.000 12 0,-3.000 2.000-10 0,3.000-5.000 10 0,0.000 0.000 12 15,-6.000-5.000-2-15,3.000 2.000-1 0,3.000-2.000 11 0,-3.000-3.000 1 16,3.000 0.000 1-16,-3.000 1.000 0 0,3.000-1.000-5 0,1.000-3.000-1 16,-1.000 1.000 0-16,3.000-1.000 0 0,-3.000 6.000 4 0,6.000 0.000 1 15,0.000-1.000 0-15,0.000 1.000 0 0,3.000 3.000 7 0,0.000-1.000 2 16,3.000 0.000 0-16,3.000 4.000 0 0,-3.000-1.000-10 0,6.000 2.000-1 15,-3.000-2.000-1-15,3.000 3.000 0 16,2.000 0.000-7-16,1.000-3.000-2 0,0.000 3.000 0 0,3.000-3.000 0 0,-3.000 0.000-9 0,3.000 0.000 0 16,3.000-3.000 9-16,0.000 1.000-9 0,-3.000-4.000 0 0,5.000 4.000 0 15,1.000-1.000 0-15,0.000-2.000 0 16,0.000 0.000-28-16,0.000 0.000-3 0,5.000 2.000-1 0,-5.000-2.000 0 16,0.000-1.000-100-16,-3.000 4.000-21 0,0.000-1.000-4 0,0.000-2.000-344 0,-3.000 0.000-69 0</inkml:trace>
  <inkml:trace contextRef="#ctx0" brushRef="#br0">24615.000 6554.000 460 0,'0.000'0.000'41'0,"-3.000"-6.000"-33"0,0.000-1.000-8 0,0.000 1.000 0 16,-3.000-2.000 196-16,6.000 3.000 38 0,-3.000 0.000 7 0,3.000-1.000 2 15,0.000 6.000-92-15,0.000 0.000-19 0,-3.000-5.000-3 0,3.000 5.000-1 16,0.000 0.000-70-16,0.000 0.000-14 0,0.000 0.000-4 0,0.000 0.000 0 16,0.000 0.000-12-16,9.000 3.000-4 0,0.000-1.000 0 0,0.000 4.000 0 15,-3.000 2.000-24-15,3.000 0.000 0 0,0.000 0.000 0 0,-3.000-1.000 0 16,3.000 4.000 15-16,0.000 0.000-3 0,0.000-6.000 0 0,-3.000 5.000 0 15,-1.000 1.000-12-15,1.000 0.000-8 0,0.000-3.000 8 0,-3.000 2.000-13 0,0.000 3.000-9 16,0.000-2.000-2-16,0.000 0.000 0 0,0.000-3.000 0 16,-3.000 2.000-10-16,0.000-2.000-2 0,0.000 0.000-1 0,-3.000 0.000 0 15,3.000 0.000 3-15,0.000-8.000 1 0,-6.000 5.000 0 0,3.000 0.000 0 0,-3.000 1.000 16 0,0.000-1.000 3 16,0.000-2.000 1-16,-2.000-1.000 0 0,2.000-4.000 13 16,-3.000 2.000-12-16,0.000-3.000 12 0,0.000-2.000-12 0,-3.000-1.000 12 0,3.000 4.000 0 15,0.000-4.000 0-15,0.000 4.000 0 0,3.000 2.000 0 0,-3.000-3.000 15 16,0.000 3.000-3-16,3.000 0.000-1 0,0.000 0.000 35 0,0.000 3.000 7 15,0.000-1.000 2-15,-2.000 4.000 0 0,5.000 4.000-20 0,-3.000-2.000-4 16,0.000 0.000-1-16,6.000 3.000 0 0,-3.000-1.000-18 0,3.000 1.000-4 16,0.000 2.000-8-16,0.000 0.000 12 0,0.000 1.000-12 0,0.000-4.000 0 15,3.000 1.000 0-15,0.000-1.000 0 0,0.000 4.000 0 0,0.000-6.000 0 16,0.000 0.000 0-16,3.000-3.000 0 0,-1.000 3.000 9 0,1.000-6.000-9 0,-3.000 4.000 8 16,3.000-4.000-8-16,3.000 1.000 0 0,0.000-3.000 0 15,-9.000 0.000 0-15,9.000-3.000 0 0,0.000 1.000 0 0,0.000-1.000-20 0,-3.000-2.000 3 0,3.000-1.000 1 16,3.000-1.000 25-16,-3.000-4.000 6 0,0.000-2.000 1 0,0.000-1.000 0 15,3.000 1.000-16-15,-4.000 3.000-13 0,4.000-4.000 2 0,0.000 1.000 1 16,-3.000 3.000 10-16,3.000-1.000 14 0,0.000 0.000-3 0,-3.000 4.000-1 16,0.000 1.000 10-16,0.000 4.000 3 0,0.000-4.000 0 0,0.000 4.000 0 15,-3.000-1.000-4-15,-6.000 3.000-1 0,0.000 0.000 0 0,6.000 3.000 0 16,2.000-1.000-18-16,-8.000-2.000 0 0,0.000 0.000 0 0,3.000 6.000 0 16,0.000 2.000-12-16,-6.000-1.000-5 0,0.000 4.000-2 0,-2.000 2.000 0 31,-1.000 3.000-13-31,-3.000 0.000-4 0,-3.000 0.000 0 0,0.000 0.000 0 0,-3.000 2.000 12 0,0.000-2.000 3 0,0.000-3.000 0 0,-3.000 1.000 0 15,3.000-1.000 21-15,-5.000 0.000-9 0,-1.000-2.000 9 0,3.000-1.000 0 16,0.000 1.000 0-16,-3.000-3.000 0 0,3.000 0.000 8 0,-2.000-3.000-8 16,-4.000 3.000 32-16,6.000-3.000 0 0,0.000-2.000 0 0,3.000 0.000 0 0,3.000 2.000-16 0,0.000-3.000-4 15,3.000-2.000 0-15,3.000 3.000 0 0,0.000-3.000 5 0,6.000 0.000 1 16,0.000 0.000 0-16,0.000 0.000 0 0,0.000 0.000-8 0,0.000 0.000-2 16,9.000 3.000 0-16,6.000-6.000 0 0,3.000 0.000-8 0,3.000 1.000 0 15,-6.000-1.000 0-15,6.000 1.000 0 0,0.000-1.000 0 0,2.000 0.000 0 16,-2.000 1.000 0-16,0.000-4.000 0 0,0.000 6.000-10 0,0.000-5.000 10 15,-3.000 2.000 0-15,-1.000-2.000-9 0,1.000 2.000-11 0,0.000-2.000-1 16,-3.000 0.000-1-16,0.000 0.000 0 16,0.000 2.000-22-16,0.000 0.000-5 0,-3.000-2.000-1 0,-1.000 2.000 0 15,-2.000-2.000-20-15,-3.000 2.000-4 0,0.000-2.000-1 0,-6.000 5.000 0 16,0.000 0.000-21-16,6.000-5.000-4 0,-6.000 0.000 0 0,0.000-3.000-1 16,0.000 2.000 39-16,-3.000 1.000 8 0,0.000 2.000 2 0,-3.000-5.000 0 0,0.000 3.000 52 0,-3.000-3.000 0 0,1.000 3.000 0 0,-4.000 0.000 0 15,3.000-3.000 30-15,-3.000 0.000 1 16,3.000-3.000 0-16,-3.000 3.000 0 0,0.000 3.000 23 0,0.000 2.000 5 0,3.000 6.000 1 0,0.000 2.000 0 15,-3.000 3.000 1-15,0.000-3.000 1 0,1.000 6.000 0 0,-1.000 2.000 0 16,0.000 0.000 2-16,0.000 3.000 1 0,-3.000 3.000 0 0,0.000-1.000 0 16,-3.000 4.000-9-16,3.000-1.000-3 0,-3.000 0.000 0 0,-2.000 3.000 0 15,-1.000 0.000-39-15,0.000-1.000-14 0,0.000 1.000 9 0,3.000 3.000-9 16,0.000 2.000 0-16,1.000 5.000 0 0,2.000 6.000 0 0,3.000-1.000 0 16,-3.000-7.000-40-16,3.000-3.000-1 0,3.000-2.000 0 15,0.000-3.000 0-15,3.000-3.000-47 16,-3.000-3.000-8-16,3.000-2.000-3 0,3.000-3.000 0 0,-3.000-2.000-79 0,3.000 0.000-16 0</inkml:trace>
  <inkml:trace contextRef="#ctx0" brushRef="#br0">24508.000 7324.000 691 0,'15.000'8.000'61'0,"-6.000"-6.000"-49"0,0.000 1.000-12 0,3.000 2.000 0 0,5.000 3.000 254 0,1.000-3.000 48 16,-3.000 6.000 10-16,6.000 2.000 1 0,-3.000 3.000-144 0,3.000 3.000-29 15,-3.000-3.000-5-15,2.000 2.000-2 16,1.000-2.000-85-16,0.000 2.000-16 0,-3.000 1.000-4 0,0.000-1.000-1 0,0.000-2.000-27 0,-1.000 6.000-9 15,-2.000-1.000 0-15,3.000 0.000-696 16,-6.000 0.000-139-16</inkml:trace>
  <inkml:trace contextRef="#ctx0" brushRef="#br0">17906.000 11049.000 1094 0,'0.000'0.000'97'0,"0.000"0.000"-77"16,0.000 0.000-20-16,0.000 0.000 0 0,0.000 0.000 135 0,0.000 0.000 23 15,0.000 0.000 5-15,0.000 0.000 1 0,0.000 0.000-56 0,-3.000-3.000-12 16,3.000 3.000-1-16,-3.000-2.000-1 0,-3.000 2.000-52 0,6.000 0.000-10 15,0.000 0.000-3-15,-6.000 2.000 0 0,3.000 1.000-20 0,-3.000 2.000-9 16,0.000 3.000 8-16,0.000-2.000-8 0,3.000 1.000 0 0,0.000 4.000 0 0,-6.000 0.000 0 16,6.000 2.000 0-16,0.000-3.000-12 0,-3.000 4.000 12 0,0.000 2.000-10 0,3.000-3.000 10 15,-2.000 3.000 0-15,2.000 0.000 0 0,0.000-3.000-8 0,0.000 5.000 8 16,-3.000 1.000 0-16,6.000-3.000 0 0,0.000-3.000 0 0,3.000 0.000-9 16,-6.000-2.000 9-16,6.000-1.000 0 0,0.000-2.000 10 0,3.000 0.000-10 15,-3.000-3.000 19-15,2.000 1.000-3 0,1.000-1.000 0 0,3.000-2.000 0 16,0.000-1.000 4-16,0.000-2.000 0 0,0.000 0.000 0 0,3.000-2.000 0 15,0.000 2.000-1-15,3.000-6.000 0 0,-3.000 4.000 0 0,3.000-4.000 0 16,0.000 1.000-8-16,-1.000-3.000-2 0,4.000-5.000 0 0,-3.000 5.000 0 16,3.000 0.000 1-16,0.000 0.000 0 0,3.000 0.000 0 0,-3.000 0.000 0 15,-1.000 3.000-10-15,-2.000 0.000 0 0,-3.000-3.000 0 0,3.000 3.000 0 16,-6.000-1.000 0-16,3.000 4.000 0 0,-3.000-4.000 0 0,-3.000 4.000 0 16,0.000-1.000 0-16,0.000 0.000 0 0,0.000 3.000-11 0,-6.000 0.000 11 15,0.000 0.000-20-15,0.000 0.000 0 0,6.000-2.000 1 0,-6.000 2.000 0 16,0.000 0.000-16-16,0.000 0.000-3 0,0.000 0.000-1 0,0.000 0.000 0 15,0.000 0.000-22-15,0.000 0.000-5 0,0.000 0.000-1 0,0.000 0.000 0 16,0.000 0.000-9-16,-3.000-6.000-3 0,0.000 1.000 0 0,3.000 0.000 0 16,-3.000-3.000-28-16,0.000 3.000-5 0,0.000-3.000-2 0,0.000 0.000 0 15,3.000 0.000-12-15,-3.000 0.000-2 0,0.000 0.000-1 0,3.000-3.000 0 16,0.000 1.000 65-16,-3.000-1.000 14 0,3.000-2.000 2 0,0.000 2.000 1 0,-3.000 1.000 92 0,0.000-3.000 19 16,0.000 2.000 3-16,3.000 0.000 1 0,-3.000 1.000 25 0,3.000 2.000 6 15,0.000 0.000 1-15,0.000 3.000 0 0,-3.000-1.000-15 0,3.000 6.000-2 16,0.000 0.000-1-16,0.000 0.000 0 0,-3.000-5.000-8 0,3.000 5.000-2 15,0.000 0.000 0-15,0.000 0.000 0 0,0.000 0.000-19 0,0.000 0.000-4 16,0.000 0.000-1-16,0.000 0.000 0 0,0.000 0.000-12 0,0.000 0.000-4 0,-6.000 8.000 0 0,0.000 3.000 0 16,-3.000-4.000-4-16,0.000 7.000-2 0,0.000-4.000 0 0,3.000 6.000 0 15,0.000 0.000-5-15,0.000 0.000-1 16,0.000 0.000 0-16,3.000 2.000 0 0,-2.000 1.000-3 0,-1.000-1.000-1 0,3.000 4.000 0 0,0.000-1.000 0 16,-3.000 0.000-16-16,3.000 3.000-17 15,0.000-1.000 3-15,-3.000-1.000 1 0,0.000-1.000-5 0,3.000 0.000-1 0,-3.000 0.000 0 0,0.000-2.000 0 31,3.000-1.000-35-31,-3.000 1.000-7 0,3.000-3.000-2 0,-3.000-3.000 0 16,0.000 3.000-125-16,0.000 0.000-26 0,-3.000-6.000-5 0</inkml:trace>
  <inkml:trace contextRef="#ctx0" brushRef="#br0">17787.000 11515.000 172 0,'0.000'0.000'8'0,"-3.000"0.000"1"0,-6.000 0.000-9 0,6.000 2.000 0 0,3.000-2.000 0 0,0.000 0.000 0 0,-6.000 3.000 262 0,6.000-3.000 50 15,0.000 0.000 11-15,0.000 0.000 1 0,0.000 0.000-212 0,0.000 0.000-44 16,0.000 0.000-8-16,0.000 0.000-1 0,9.000 3.000-37 0,-3.000-1.000-7 16,-6.000-2.000-2-16,6.000 3.000 0 0,6.000 0.000-3 0,0.000-3.000-1 15,-3.000 0.000 0-15,-1.000 0.000 0 0,4.000-3.000 15 0,0.000 3.000 4 16,3.000-3.000 0-16,-3.000 3.000 0 0,-3.000-2.000 0 0,3.000-1.000 1 16,3.000 3.000 0-16,-3.000-3.000 0 0,0.000 1.000-11 0,3.000-1.000-2 15,-4.000 0.000-1-15,4.000 1.000 0 0,-6.000-1.000-1 0,3.000 3.000 0 16,-3.000-3.000 0-16,3.000 1.000 0 0,-3.000 2.000-5 0,-3.000 0.000-1 15,-6.000 0.000 0-15,0.000 0.000 0 0,9.000 2.000 4 0,-3.000 1.000 0 16,-6.000-3.000 0-16,0.000 0.000 0 0,3.000 5.000 3 0,0.000 1.000 1 0,-3.000 2.000 0 0,0.000 0.000 0 16,-3.000-1.000 4-16,-3.000 1.000 0 0,3.000 3.000 1 0,-3.000 0.000 0 15,0.000 4.000 7-15,-3.000-1.000 0 0,3.000 2.000 1 0,-3.000-1.000 0 16,0.000 1.000-29-16,0.000 3.000 0 0,0.000 5.000 0 0,-3.000-3.000 0 16,3.000 3.000 0-16,1.000-3.000 0 0,-1.000 0.000 0 0,0.000-3.000 0 15,0.000 1.000 0-15,0.000 0.000 0 0,0.000-1.000 0 0,0.000-2.000 0 16,3.000-3.000-16-16,-3.000 3.000 3 0,6.000-3.000 1 0,-3.000-2.000 0 31,0.000-1.000-17-31,3.000-2.000-3 0,0.000 0.000-1 0,0.000 0.000 0 16,-3.000-2.000-104-16,6.000-6.000-21 0,0.000 0.000-4 0,0.000 0.000-1 0,9.000 0.000-26 0,-9.000 0.000-6 0</inkml:trace>
  <inkml:trace contextRef="#ctx0" brushRef="#br0">18007.000 11684.000 172 0,'12.000'-8.000'8'0,"-6.000"3.000"1"0,-3.000-1.000-9 0,3.000 1.000 0 0,0.000 0.000 0 0,0.000 0.000 0 16,0.000 5.000 316-16,-6.000 0.000 60 0,0.000 0.000 13 0,6.000 0.000 3 0,3.000 0.000-260 0,-3.000 2.000-52 15,0.000 1.000-11-15,-4.000 5.000-1 16,4.000 0.000-40-16,-3.000 5.000-7 0,3.000 6.000-1 0,0.000-1.000-1 0,0.000 3.000-5 0,0.000-2.000-1 16,0.000-1.000 0-16,0.000 1.000 0 0,0.000-1.000-13 0,3.000-2.000 8 15,-3.000 3.000-8-15,3.000-6.000 0 0,3.000 0.000 0 0,-3.000 0.000 0 16,6.000-2.000 0-16,-3.000-3.000 0 0,2.000 0.000 10 0,1.000-3.000 2 16,3.000 0.000 1-16,-3.000-2.000 0 0,3.000-3.000 12 0,0.000-3.000 3 15,3.000-2.000 0-15,-4.000 0.000 0 0,1.000-6.000 9 0,3.000-2.000 3 16,0.000-3.000 0-16,-3.000-2.000 0 0,0.000-4.000-16 0,6.000-4.000-4 15,-7.000 0.000 0-15,7.000-1.000 0 0,3.000 1.000-20 0,-3.000-1.000 0 16,-6.000 1.000-12-16,0.000-1.000 4 16,-4.000 3.000-48-16,-5.000 1.000-8 0,0.000 1.000-3 0,-3.000 1.000 0 15,-3.000 0.000-135-15,-3.000 0.000-27 0</inkml:trace>
  <inkml:trace contextRef="#ctx0" brushRef="#br0">18820.000 10991.000 979 0,'0.000'0.000'87'0,"0.000"0.000"-70"0,0.000 0.000-17 0,0.000 0.000 0 16,0.000 0.000 164-16,0.000 0.000 28 0,0.000 0.000 7 0,0.000 0.000 1 16,0.000 0.000-124-16,6.000-3.000-24 0,-3.000-2.000-4 0,3.000 0.000-2 15,2.000-3.000-31-15,1.000 2.000-7 0,0.000 1.000 0 0,6.000-3.000-8 16,0.000 0.000 15-16,3.000-2.000-4 0,3.000 2.000-1 0,3.000-3.000 0 15,5.000 3.000 14-15,-2.000 0.000 2 0,0.000-2.000 1 0,-3.000 4.000 0 16,0.000-2.000-27-16,-1.000 3.000 0 0,-5.000 0.000-9 0,3.000 0.000 9 16,-6.000 5.000 0-16,3.000-3.000 0 0,-6.000 3.000 0 0,0.000 0.000 9 15,-3.000 3.000-9-15,0.000-1.000 0 0,-1.000 3.000 0 0,-5.000 1.000 0 16,-3.000 2.000-18-16,0.000 2.000 1 0,-3.000 3.000 0 0,-5.000 3.000 0 16,-4.000 3.000-7-16,-3.000-1.000 0 0,-3.000 1.000-1 0,0.000 2.000 0 15,-6.000 3.000 9-15,-3.000 0.000 1 0,-5.000-3.000 1 0,-1.000 3.000 0 16,3.000-6.000 31-16,6.000 3.000 7 0,4.000-5.000 0 0,2.000 0.000 1 15,3.000 0.000 3-15,3.000 0.000 0 0,0.000-6.000 0 0,6.000 4.000 0 16,0.000-4.000-28-16,3.000 4.000 0 0,0.000-1.000 0 0,3.000 0.000 0 0,3.000-5.000 10 0,0.000 0.000-10 16,3.000-3.000 12-16,0.000-2.000-12 0,3.000 2.000 0 0,3.000-2.000 0 15,0.000-3.000-12-15,6.000-6.000 3 0,5.000 1.000-8 0,-2.000-3.000-2 16,0.000 0.000 0-16,-3.000 0.000 0 16,0.000 0.000-167-16,0.000 0.000-34 0</inkml:trace>
  <inkml:trace contextRef="#ctx0" brushRef="#br0">18695.000 11181.000 1263 0,'-12.000'6.000'56'0,"6.000"-4.000"12"0,0.000 4.000-55 0,0.000-4.000-13 16,3.000 1.000 0-16,3.000-3.000 0 0,-6.000 5.000 100 0,6.000-5.000 16 0,-3.000 5.000 4 0,3.000-5.000 1 15,-3.000 8.000-53-15,6.000-2.000-12 0,-3.000 2.000-1 0,3.000 2.000-1 16,3.000 6.000-29-16,0.000-3.000-5 0,0.000 0.000-2 0,0.000 1.000 0 16,3.000-1.000-9-16,0.000 0.000-1 0,0.000 3.000-8 0,0.000 0.000 12 15,-4.000 2.000-12-15,4.000-2.000 11 0,-3.000 0.000-11 0,3.000 0.000 10 16,-3.000 3.000-2-16,0.000-4.000-8 0,0.000 4.000 12 0,-3.000 0.000-4 16,0.000-4.000-8-16,0.000 4.000 0 0,0.000-1.000 0 0,0.000 1.000 8 15,-6.000-1.000-8-15,3.000 1.000 0 0,-3.000-3.000 9 0,0.000 2.000-9 16,0.000 1.000 0-16,0.000 2.000 8 0,-6.000 6.000-8 0,0.000-6.000 0 0,0.000-3.000 0 15,0.000-2.000 0-15,0.000 0.000 0 0,1.000-3.000 0 16,-4.000 0.000-47-16,0.000-2.000-7 0,0.000 0.000-2 0,-3.000-1.000 0 16,0.000-5.000-144-16,-6.000 3.000-30 0</inkml:trace>
  <inkml:trace contextRef="#ctx0" brushRef="#br0">18754.000 11480.000 1209 0,'9.000'-2.000'108'0,"-3.000"2.000"-87"16,3.000 0.000-21-16,0.000 0.000 0 0,3.000 0.000 132 0,0.000 2.000 23 16,3.000-2.000 4-16,-3.000 3.000 1 0,5.000 0.000-63 0,-2.000 2.000-12 15,0.000 0.000-2-15,0.000 0.000-1 0,0.000 3.000-43 0,0.000 0.000-9 16,0.000 0.000-2-16,3.000 0.000 0 0,5.000 3.000-6 0,1.000-3.000-2 0,-3.000 2.000 0 0,-3.000-2.000 0 16,0.000 3.000-20-16,-3.000-1.000 0 0,2.000 1.000 0 0,-2.000-3.000-12 15,0.000 3.000 12-15,0.000-1.000-8 0,0.000-2.000 8 0,-3.000 3.000-8 16,0.000-6.000 8-16,0.000 3.000 0 0,0.000-3.000 0 0,0.000 3.000 0 15,-1.000 0.000 9-15,-2.000 3.000-9 0,0.000 2.000 12 0,3.000-3.000-12 32,-3.000-2.000-20-32,0.000-5.000-12 0,0.000 2.000-1 0,0.000-5.000-1 15,3.000-8.000-107-15,-3.000 0.000-22 0,0.000 0.000-4 0,0.000 1.000-610 0</inkml:trace>
  <inkml:trace contextRef="#ctx0" brushRef="#br0">19686.000 10657.000 2174 0,'0.000'0.000'96'0,"0.000"0.000"20"0,0.000 0.000-92 0,0.000 0.000-24 16,0.000 0.000 0-16,0.000 0.000 0 0,0.000 0.000 43 0,0.000 0.000 4 15,0.000 0.000 1-15,0.000 0.000 0 0,0.000 0.000-32 0,9.000 3.000-7 16,0.000 0.000-1-16,0.000-1.000 0 0,0.000-2.000-8 0,0.000 6.000 0 16,-1.000-6.000 0-16,1.000 5.000 0 0,0.000-2.000-12 0,0.000 2.000 3 15,0.000 0.000 0-15,0.000 0.000 0 16,-3.000 1.000-21-16,3.000-1.000-4 0,0.000 0.000-1 0,0.000 1.000 0 16,-3.000 2.000-93-16,0.000-3.000-18 0,3.000 3.000-4 0,-3.000 0.000-682 0</inkml:trace>
  <inkml:trace contextRef="#ctx0" brushRef="#br0">19323.000 11060.000 1868 0,'0.000'0.000'83'0,"0.000"0.000"17"0,0.000 0.000-80 0,0.000 0.000-20 0,6.000 2.000 0 0,0.000 1.000 0 16,3.000 0.000 35-16,2.000-3.000 3 0,4.000 2.000 1 0,0.000 1.000 0 15,3.000-3.000 24-15,6.000-3.000 5 0,6.000 3.000 0 0,2.000-2.000 1 16,1.000-1.000-57-16,-3.000 0.000-12 0,-3.000-2.000 0 0,2.000 2.000 0 0,-2.000-2.000-13 16,0.000 2.000-1-16,-3.000 1.000 0 0,0.000-4.000 0 15,-3.000 4.000-48-15,-1.000-4.000-10 0,-2.000 6.000-1 0,0.000-2.000-1 16,-3.000 2.000-46-16,3.000-3.000-10 0,-6.000 3.000-2 0,-3.000 0.000-595 16</inkml:trace>
  <inkml:trace contextRef="#ctx0" brushRef="#br0">19707.000 11094.000 576 0,'-15.000'-3.000'25'0,"9.000"3.000"6"0,-3.000 3.000-31 0,3.000-3.000 0 16,-3.000 3.000 0-16,-3.000-1.000 0 0,3.000 1.000 133 0,0.000 0.000 21 15,-3.000-1.000 4-15,3.000 4.000 1 0,1.000 1.000-70 0,-1.000-1.000-13 16,0.000 2.000-4-16,-3.000 5.000 0 0,3.000-3.000-7 0,0.000 6.000-1 0,0.000 0.000-1 0,-3.000 3.000 0 16,-6.000 5.000-1-16,3.000 2.000 0 0,3.000-2.000 0 0,1.000 0.000 0 15,5.000-1.000 1-15,0.000 4.000 0 0,-3.000-1.000 0 16,3.000 1.000 0-16,0.000-1.000-34 0,3.000 3.000-6 0,0.000-2.000-2 0,0.000 2.000 0 15,-3.000-3.000-21-15,3.000 4.000 0 0,3.000-1.000 0 0,0.000 2.000 8 16,-3.000 1.000-21-16,0.000-3.000-4 0,3.000 0.000-1 16,0.000-2.000 0-1,-3.000-1.000-26-15,0.000-5.000-4 0,3.000-2.000-2 0,0.000-3.000 0 16,0.000 0.000-24-16,0.000-6.000-5 0,0.000 1.000-1 0,0.000-3.000-440 0,0.000-3.000-89 0</inkml:trace>
  <inkml:trace contextRef="#ctx0" brushRef="#br0">19558.000 11382.000 1209 0,'0.000'0.000'108'0,"6.000"0.000"-87"15,0.000-2.000-21-15,0.000-1.000 0 16,0.000 0.000 133-16,0.000 3.000 23 0,3.000-2.000 4 0,-1.000 2.000 0 0,4.000 0.000-83 0,-3.000 0.000-17 16,3.000 0.000-3-16,-3.000-3.000-1 0,3.000 6.000-26 0,0.000-3.000-6 15,-3.000 2.000 0-15,3.000-2.000-1 0,0.000 0.000-11 0,0.000 0.000-3 16,0.000 0.000 0-16,-4.000 0.000 0 0,4.000-2.000-9 0,0.000-1.000 0 15,-3.000 3.000 0-15,3.000-2.000 0 0,-3.000 2.000 0 0,0.000 0.000-16 16,0.000-3.000 3-16,0.000 0.000 0 16,-3.000 3.000-33-16,0.000-2.000-6 0,0.000-1.000-2 0,-6.000 3.000 0 15,0.000 0.000-38-15,6.000 0.000-8 0,0.000-3.000-2 0,-6.000 3.000-390 16,0.000 0.000-79-16</inkml:trace>
  <inkml:trace contextRef="#ctx0" brushRef="#br0">19784.000 11152.000 172 0,'0.000'0.000'8'0,"0.000"0.000"1"0,0.000 0.000-9 0,0.000 0.000 0 0,-6.000 0.000 0 0,6.000 0.000 0 16,-6.000 3.000 274-16,3.000-1.000 53 15,-3.000 1.000 10-15,0.000 2.000 3 0,0.000 3.000-209 0,3.000 0.000-42 0,0.000 3.000-8 0,0.000-1.000-1 16,-3.000 1.000-32-16,3.000 8.000-7 0,1.000 2.000-1 0,-1.000 0.000 0 16,0.000 0.000-15-16,0.000 0.000-3 0,0.000-2.000-1 0,0.000-1.000 0 15,0.000 1.000-21-15,0.000-1.000 8 0,3.000-2.000-8 0,-3.000 0.000 0 16,3.000 0.000 0-16,-3.000 0.000-10 0,0.000-3.000 1 0,3.000 0.000 0 15,-3.000 1.000-29-15,3.000-7.000-6 0,0.000 4.000 0 0,-3.000-6.000-1 16,3.000 1.000-2-16,0.000-6.000 0 0,0.000 0.000 0 16,0.000 0.000 0-1,0.000 0.000-12-15,0.000 0.000-2 0,0.000 0.000-1 0,0.000 0.000-358 0,0.000 0.000-72 0</inkml:trace>
  <inkml:trace contextRef="#ctx0" brushRef="#br0">19799.000 11176.000 1137 0,'0.000'0.000'50'0,"0.000"0.000"11"0,0.000 0.000-49 0,0.000 0.000-12 15,0.000 0.000 0-15,0.000 0.000 0 0,0.000 0.000 96 0,9.000 0.000 17 16,-3.000 3.000 3-16,-6.000-3.000 1 0,3.000 5.000-66 0,0.000 3.000-14 16,0.000 0.000-2-16,3.000 5.000-1 0,-3.000 0.000-3 0,-3.000 3.000-1 15,0.000 3.000 0-15,0.000 2.000 0 0,0.000 0.000-21 0,-3.000-2.000-9 16,3.000 2.000 8-16,-6.000-3.000-8 0,6.000 1.000 16 0,-3.000-1.000-3 16,-3.000-2.000 0-16,3.000 0.000 0 0,-3.000 0.000 1 0,0.000 2.000 0 15,3.000-2.000 0-15,-3.000 0.000 0 0,0.000 0.000-14 0,0.000 0.000 11 0,0.000 0.000-11 16,0.000 0.000 10-16,-3.000-3.000-10 0,3.000 3.000 0 15,-3.000-3.000 0-15,3.000 0.000 8 0,-2.000-2.000-8 0,2.000-1.000-12 0,-3.000 1.000 2 0,3.000-3.000 1 16,0.000-3.000-11-16,-3.000 3.000-3 0,3.000-3.000 0 0,0.000-2.000 0 16,6.000-3.000 4-16,0.000 0.000 1 0,-3.000 0.000 0 0,3.000 0.000 0 15,-6.000 0.000 1-15,6.000 0.000 0 16,0.000 0.000 0-16,0.000 0.000 0 0,0.000-8.000 17 0,0.000 3.000-12 0,0.000 5.000 12 0,6.000-5.000-10 16,-3.000-1.000 10-16,3.000 1.000 0 0,-6.000 5.000 0 0,6.000-3.000 0 15,3.000 3.000 0-15,0.000 0.000 16 0,0.000 0.000-4 0,-3.000 0.000-1 16,2.000 3.000 7-16,-2.000 0.000 2 0,3.000 2.000 0 0,-3.000-2.000 0 15,0.000 4.000-6-15,3.000-1.000-1 0,-6.000 2.000 0 0,3.000 2.000 0 16,-6.000 4.000-5-16,3.000 1.000 0 0,0.000-4.000-8 0,-3.000 2.000 12 16,0.000-2.000-12-16,-3.000 2.000 9 0,3.000-2.000-9 0,-3.000 2.000 8 15,-3.000-3.000-8-15,0.000 4.000-12 0,-3.000-4.000 2 0,3.000 1.000 1 16,-3.000-1.000-24-16,-2.000 1.000-5 0,2.000-3.000-1 0,-3.000 0.000 0 16,0.000-3.000-34-16,3.000 0.000-7 0,-6.000-2.000-2 0,3.000 0.000 0 15,-3.000-3.000-6-15,3.000 0.000-2 16,-3.000 0.000 0-16,3.000-3.000 0 0,-2.000-2.000 34 0,2.000 0.000 6 0,0.000-3.000 2 0,0.000 0.000 0 15,3.000-6.000 3-15,-3.000 4.000 1 16,-6.000-3.000 0-16,3.000-3.000 0 0,3.000 2.000-54 0,6.000-4.000-10 0,-2.000-3.000-3 0,5.000 2.000 0 0,0.000 6.000 86 0,6.000 0.000 17 16,5.000 2.000 8-16,4.000 3.000-8 0,-6.000 3.000 128 15,0.000 0.000 25-15,0.000-1.000 6 0,0.000 4.000 1 0,-6.000 2.000-47 0,6.000-3.000-9 16,-6.000 3.000-1-16,6.000 0.000-1 0,0.000 0.000 6 0,3.000 3.000 0 16,-3.000-1.000 1-16,3.000 1.000 0 0,-3.000 2.000-20 0,3.000-2.000-4 15,0.000 2.000-1-15,-3.000 6.000 0 0,3.000-1.000-31 0,-4.000 1.000-6 16,4.000 0.000-2-16,0.000-1.000 0 0,0.000-2.000-10 0,0.000 3.000-3 15,0.000-1.000 0-15,0.000 1.000 0 0,0.000-1.000-16 0,0.000-2.000-8 0,-3.000 0.000 0 0,0.000 3.000 8 16,3.000-3.000-8-16,0.000 0.000 0 0,0.000 0.000 9 0,-3.000 0.000-9 16,3.000 2.000 8-16,-1.000-4.000-8 0,1.000 2.000 10 0,3.000-3.000-10 15,-3.000 3.000 18-15,0.000-3.000-2 0,3.000 0.000-1 0,0.000 1.000 0 16,3.000-1.000-4-16,-3.000 0.000-1 0,0.000 0.000 0 0,3.000 1.000 0 16,-1.000-1.000-10-16,4.000 0.000 12 0,-3.000 1.000-12 0,3.000-1.000 12 15,0.000-2.000-12-15,-3.000-1.000 8 0,0.000 4.000-8 0,0.000-4.000 8 16,2.000 1.000-8-16,-2.000-1.000 0 0,-3.000 1.000 0 0,3.000 0.000 0 15,-3.000-3.000 0-15,3.000 0.000-16 0,0.000 0.000 3 0,-3.000 0.000 0 16,3.000 0.000-40-16,-4.000-3.000-8 16,1.000 0.000-2-16</inkml:trace>
  <inkml:trace contextRef="#ctx0" brushRef="#br0">20305.000 10668.000 1670 0,'0.000'0.000'148'0,"0.000"0.000"-118"16,0.000 0.000-30-16,0.000 0.000 0 0,0.000 0.000 143 0,0.000 0.000 22 0,0.000 0.000 5 0,0.000 0.000 1 16,0.000 0.000-85-16,0.000 0.000-17 0,0.000 0.000-3 0,0.000 0.000-1 15,0.000 0.000-51-15,0.000 0.000-14 0,0.000 0.000 0 0,0.000 0.000 0 16,0.000 0.000 0-16,0.000 0.000-16 0,3.000 8.000 3 0,6.000-3.000 0 15,-6.000 1.000-9-15,-3.000-6.000-2 0,3.000 7.000 0 0,0.000 1.000 0 16,3.000 0.000-12 0,-3.000 0.000-2-16,0.000 0.000-1 0,0.000 0.000 0 0,3.000 3.000-115 0,-3.000-1.000-23 0,-3.000 1.000-5 0</inkml:trace>
  <inkml:trace contextRef="#ctx0" brushRef="#br0">20114.000 11004.000 2217 0,'0.000'0.000'48'0,"0.000"0.000"11"0,-5.000 0.000 1 0,-1.000 5.000 4 0,6.000-5.000-52 0,0.000 0.000-12 15,0.000 0.000 0-15,-6.000 3.000 0 0,6.000-3.000 10 0,0.000 0.000-1 16,0.000 0.000 0-16,3.000 5.000 0 0,0.000 1.000-9 0,3.000 1.000 0 16,-1.000-4.000 0-16,4.000 2.000 0 0,0.000-2.000-10 0,3.000 0.000 10 15,3.000-1.000 0-15,0.000-2.000-9 0,3.000 0.000 9 0,-3.000 0.000-12 16,3.000 0.000 12-16,2.000-2.000-12 0,-2.000 2.000-1 0,6.000-3.000-1 15,3.000 3.000 0-15,-3.000-3.000 0 16,-3.000 1.000-18-16,2.000 2.000-3 0,-2.000-3.000-1 0,-3.000 3.000 0 16,0.000-3.000-19-16,-6.000 3.000-4 0,3.000 0.000-1 0,-3.000 3.000 0 15,-3.000-3.000-136-15,-3.000 3.000-27 0,-6.000-3.000-5 0,0.000 0.000-2 0</inkml:trace>
  <inkml:trace contextRef="#ctx0" brushRef="#br0">20269.000 11105.000 979 0,'0.000'0.000'43'0,"0.000"0.000"9"0,0.000 0.000-41 0,-3.000 5.000-11 0,-3.000 0.000 0 0,6.000-5.000 0 16,-3.000 5.000 164-16,0.000 3.000 30 0,3.000-2.000 6 0,-3.000 2.000 2 15,0.000 0.000-122-15,3.000 2.000-25 0,0.000 1.000-5 0,0.000-3.000-1 16,0.000 5.000-26-16,0.000-3.000-6 0,3.000 6.000-1 0,0.000 0.000 0 16,0.000 5.000-16-16,-3.000 1.000 0 0,3.000 1.000 0 0,0.000-1.000 0 15,-3.000 1.000 0-15,0.000-1.000 0 0,0.000-1.000 0 0,3.000-3.000 0 16,0.000 3.000 8-16,-3.000-2.000-8 0,0.000-1.000 0 0,-3.000-2.000 0 0,3.000 0.000 0 0,0.000-3.000 0 15,0.000 1.000 0-15,0.000-4.000-9 0,-3.000 1.000-10 0,3.000-3.000-1 16,0.000-8.000-1-16,0.000 0.000 0 16,-3.000 5.000-29-16,3.000-5.000-6 0,0.000 0.000 0 0,0.000 0.000-713 0</inkml:trace>
  <inkml:trace contextRef="#ctx0" brushRef="#br0">20317.000 11134.000 1382 0,'0.000'0.000'61'0,"0.000"0.000"13"0,0.000 0.000-59 0,0.000 0.000-15 0,0.000 0.000 0 0,0.000 0.000 0 16,0.000 0.000 116-16,0.000 0.000 21 0,0.000 0.000 4 0,3.000 8.000 1 15,3.000 0.000-92-15,-3.000-1.000-18 0,0.000 1.000-4 0,0.000 3.000-1 16,-3.000-3.000-14-16,3.000 3.000-2 0,0.000-1.000-1 0,3.000 1.000 0 16,-6.000-1.000-10-16,0.000 1.000 0 0,0.000 5.000 0 0,0.000 0.000 8 15,0.000-1.000-8-15,0.000-1.000 0 0,0.000 2.000 0 0,0.000-3.000 8 16,3.000 3.000-8-16,-3.000-3.000 0 0,-3.000 0.000 0 0,3.000 0.000 0 15,-3.000 1.000-12-15,0.000-1.000 1 0,0.000 0.000 1 0,3.000 0.000 0 32,-3.000-2.000-16-32,-3.000-1.000-3 0,3.000 1.000-1 0,-3.000 0.000 0 0,0.000-1.000-14 0,0.000 1.000-2 0,3.000-3.000-1 0,-3.000-3.000 0 15,0.000 3.000-89-15,-3.000 0.000-19 0,3.000 0.000-3 0</inkml:trace>
  <inkml:trace contextRef="#ctx0" brushRef="#br0">20070.000 11494.000 57 0,'0.000'0.000'0'0,"-6.000"-3.000"0"0,0.000 0.000 0 0,3.000 1.000 0 0,-3.000 2.000 282 0,0.000-3.000 51 16,6.000 3.000 11-16,0.000 0.000 1 0,-3.000-3.000-189 0,3.000 3.000-37 15,-6.000 0.000-8-15,6.000 0.000-2 0,0.000 0.000-45 0,0.000 0.000-10 16,0.000 0.000-2-16,0.000 0.000 0 0,0.000 0.000-37 0,0.000 0.000-15 16,0.000 0.000 11-16,6.000-2.000-11 0,3.000-4.000 0 0,0.000 6.000 0 15,0.000-5.000 0-15,3.000 5.000 0 0,0.000-5.000 0 0,0.000 2.000 0 16,2.000 3.000 0-16,1.000 0.000 0 0,-3.000-3.000 0 0,3.000 1.000 12 15,0.000 2.000-1-15,-3.000 0.000-1 0,6.000 0.000 1 0,-6.000 0.000 0 16,3.000 0.000 0-16,-4.000 2.000 0 0,1.000-2.000-11 0,0.000 3.000 0 0,0.000-3.000 0 0,-3.000 3.000 0 16,-9.000-3.000 0-16,9.000 5.000 0 0,-3.000-2.000 0 0,-6.000-3.000 0 15,0.000 0.000 0-15,3.000 5.000 0 0,3.000 0.000 0 0,-3.000 3.000 0 16,-3.000 0.000-9-16,-6.000-3.000-4 0,0.000 3.000-1 0,0.000 3.000 0 16,0.000-3.000 0-16,-3.000 0.000 0 0,0.000 0.000 0 0,0.000 0.000 0 15,0.000-3.000 14-15,-3.000 3.000-9 0,4.000-3.000 9 0,-1.000 1.000-8 16,0.000-1.000 8-16,3.000-3.000 0 0,0.000-2.000 0 0,3.000 3.000 0 15,-3.000-3.000 0-15,6.000 0.000-10 0,0.000 0.000 10 0,0.000 0.000-10 16,0.000 0.000-4-16,0.000 0.000-1 0,0.000 0.000 0 0,0.000 0.000 0 16,0.000 0.000 15-16,0.000 0.000 0 0,12.000 3.000 0 0,-3.000-1.000-9 15,0.000 1.000 26-15,0.000 0.000 6 0,-1.000-1.000 1 0,4.000 4.000 0 16,-3.000-4.000-6-16,3.000 1.000-1 0,-3.000 5.000 0 0,3.000-3.000 0 16,-6.000 0.000-17-16,3.000 3.000 0 0,-3.000-2.000 8 0,0.000 2.000-8 15,-3.000 0.000 0-15,0.000-1.000 0 0,0.000 1.000 0 0,-3.000 6.000 0 0,-3.000-1.000 0 16,-3.000 3.000 10-16,0.000 0.000-10 0,-3.000 0.000 8 0,0.000-1.000-8 0,-3.000 4.000 0 15,-3.000-1.000 9-15,0.000-2.000-9 0,0.000 0.000 0 0,-2.000-3.000 0 16,-1.000 3.000 0-16,0.000-2.000 0 0,0.000-4.000-11 0,0.000 1.000 11 16,-3.000-3.000-13-16,3.000-3.000 5 15,-2.000 0.000-16-15,-1.000-2.000-2 0,0.000-1.000-1 0,3.000-2.000 0 16,-3.000 0.000-18-16,3.000-2.000-4 0,-2.000-1.000-1 0,-1.000-2.000 0 0,3.000-3.000 22 0,3.000 0.000 5 16,3.000-3.000 1-16,0.000 1.000 0 0,3.000-3.000 3 0,3.000 2.000 1 15,3.000 0.000 0-15,0.000-2.000 0 0,0.000 0.000 29 0,3.000 5.000 5 16,0.000-3.000 2-16,6.000 6.000 0 0,0.000-5.000 15 0,0.000 2.000 3 15,-3.000 0.000 1-15,6.000 2.000 0 0,0.000-1.000 10 0,3.000-1.000 1 0,0.000 5.000 1 16,0.000 3.000 0-16,0.000 3.000-4 0,-3.000-1.000-1 0,3.000 1.000 0 16,2.000 0.000 0-16,-2.000-1.000-24 0,3.000 3.000-6 15,-3.000 1.000-1-15,3.000-4.000 0 0,-3.000 4.000 5 0,3.000-1.000 1 0,-3.000 0.000 0 0,3.000 3.000 0 16,-4.000-5.000-9-16,1.000 2.000-2 0,0.000 0.000 0 16,0.000 1.000 0-16,0.000-1.000 4 0,0.000 0.000 1 0,0.000-2.000 0 0,0.000 2.000 0 15,0.000-2.000 6-15,0.000 2.000 1 0,3.000-2.000 0 0,-4.000-1.000 0 16,-2.000 4.000-8-16,6.000-4.000-2 0,0.000 1.000 0 0,-3.000 2.000 0 15,-3.000 1.000-10-15,6.000-1.000 8 0,3.000 0.000-8 0,0.000-2.000 8 16,-1.000 2.000-8-16,-2.000 3.000 0 0,0.000-3.000 0 0,0.000 1.000 8 16,3.000-4.000-8-16,-6.000 1.000 0 0,0.000 0.000 0 0,0.000-1.000 0 15,0.000 1.000 0-15,-1.000-3.000 0 0,1.000 3.000 0 0,0.000-3.000 8 16,-3.000 0.000-29-16,3.000 0.000-7 0,0.000 0.000 0 16,0.000-3.000-1-16,-3.000 3.000-129 0,3.000-3.000-26 0,0.000-2.000-4 0</inkml:trace>
  <inkml:trace contextRef="#ctx0" brushRef="#br0">20692.000 11142.000 1612 0,'0.000'0.000'72'0,"0.000"0.000"14"0,0.000 0.000-69 0,0.000 0.000-17 0,0.000 0.000 0 0,0.000 0.000 0 15,0.000 0.000 114-15,0.000 0.000 19 0,0.000 0.000 4 0,0.000 0.000 1 16,0.000 0.000-82-16,0.000 0.000-16 16,0.000 0.000-3-16,0.000 0.000-1 0,0.000 0.000-28 0,0.000 0.000-8 0,6.000 0.000 0 0,0.000 0.000 0 15,3.000 0.000 0-15,0.000 0.000 0 0,3.000 0.000 0 0,2.000 0.000 0 16,4.000 0.000 0-16,0.000 0.000 0 0,3.000 0.000 0 0,0.000 0.000 0 15,0.000 0.000 0-15,0.000 0.000 0 0,-4.000 0.000 0 0,1.000 0.000 8 16,0.000 2.000-8-16,-3.000-2.000 0 0,-3.000 3.000 0 0,3.000-3.000 0 16,-6.000 3.000 9-16,3.000-3.000-9 0,0.000 0.000 12 0,-4.000 0.000-12 15,-2.000 0.000 0-15,-6.000 0.000-22 0,6.000 0.000 3 0,-6.000 0.000 1 16,0.000 0.000-20-16,0.000 0.000-4 16,0.000 0.000-1-16,6.000-3.000 0 0,-3.000-2.000-1 0,-3.000 5.000 0 0,0.000-6.000 0 0,0.000 1.000 0 15,-3.000 0.000 16-15,0.000-3.000 4 0,0.000 3.000 0 0,-3.000-3.000 0 16,-2.000 0.000 5-16,2.000 0.000 2 0,-3.000 0.000 0 0,-3.000 0.000 0 0,3.000-3.000 17 0,-3.000 3.000 8 15,3.000 0.000-8-15,0.000 0.000 12 16,0.000 0.000 8-16,0.000 3.000 2 0,0.000 0.000 0 0,0.000 2.000 0 0,3.000-2.000 8 0,3.000 2.000 2 16,3.000 3.000 0-16,-9.000 0.000 0 0,1.000 0.000-11 0,-1.000 3.000-1 15,0.000 2.000-1-15,0.000-2.000 0 0,9.000 2.000-11 0,-6.000 6.000-8 16,0.000-1.000 9-16,3.000 4.000-9 0,0.000-1.000 0 0,0.000 3.000 0 16,3.000 2.000 0-16,-3.000 3.000 0 0,3.000 1.000 10 0,3.000-1.000-10 15,3.000 3.000 10-15,0.000 2.000-10 0,0.000 3.000 9 16,3.000 3.000-9-16,-3.000-3.000 8 0,0.000 0.000-8 0,3.000 0.000 0 0,-7.000-2.000 0 15,4.000-4.000 0-15,0.000 1.000 0 0,0.000 0.000 0 0,0.000-3.000 0 16,-3.000 0.000 0-16,0.000 1.000 0 0,3.000-4.000 0 0,-3.000-2.000 0 16,0.000 0.000 0-16,-3.000-3.000 0 0,3.000 0.000 0 0,-3.000-2.000 0 0,0.000-1.000 0 0,-3.000-2.000 0 15,3.000-2.000 0-15,-3.000 2.000-9 16,3.000-8.000 9-16,0.000 5.000-13 0,0.000-5.000 4 0,-6.000 5.000 1 0,0.000-2.000 0 0,-3.000-3.000 0 16,3.000-3.000 8-16,-6.000-2.000 0 0,-2.000 0.000 0 0,-1.000-3.000 0 15,0.000 2.000 0-15,0.000-4.000 0 0,0.000-1.000 0 0,0.000 1.000 0 16,0.000-4.000 0-16,3.000 4.000 16 0,-5.000-3.000-3 0,5.000-1.000 0 15,0.000 1.000-2-15,-3.000 3.000-1 0,6.000-4.000 0 0,0.000 4.000 0 16,0.000-1.000 5-16,3.000 3.000 1 0,0.000 3.000 0 0,0.000 0.000 0 16,0.000-1.000 5-16,3.000 1.000 2 0,3.000 5.000 0 0,0.000 0.000 0 15,0.000-5.000-5-15,0.000 5.000-1 0,0.000 0.000 0 0,3.000-3.000 0 16,3.000-2.000-9-16,0.000 2.000-8 0,3.000-2.000 9 0,3.000 0.000-9 16,3.000-1.000 8-16,3.000 1.000-8 0,-3.000 0.000 0 0,2.000-1.000 9 15,7.000 1.000-9-15,0.000 0.000 0 0,6.000-3.000 0 0,-3.000 3.000 0 16,-1.000-3.000 0-16,-2.000 2.000 0 0,3.000-2.000 0 0,-3.000 1.000 0 15,-3.000-1.000-41-15,3.000-3.000-1 16,-4.000 0.000 0-16,1.000-2.000 0 0,3.000-8.000-133 0,-3.000 2.000-26 0</inkml:trace>
  <inkml:trace contextRef="#ctx0" brushRef="#br0">21338.000 10811.000 460 0,'0.000'0.000'20'0,"0.000"0.000"5"0,0.000 0.000-25 0,0.000 0.000 0 16,0.000 0.000 0-16,0.000 0.000 0 0,0.000 0.000 360 0,0.000 0.000 66 16,0.000 0.000 14-16,0.000 0.000 2 0,0.000 10.000-341 0,3.000-4.000-68 0,0.000 2.000-13 0,3.000-3.000-4 15,-3.000 3.000-16-15,0.000-3.000 10 0,0.000 3.000-10 0,0.000 3.000 8 16,0.000-3.000-8-16,0.000 2.000-16 0,-3.000-2.000 4 0,0.000 3.000 1 31,0.000-1.000-24-31,0.000 1.000-5 0,-3.000-3.000 0 0,0.000 5.000-1 16,0.000-5.000-16-16,-3.000 3.000-3 0,0.000-1.000-1 0,-3.000-2.000 0 15,0.000 0.000 17-15,0.000 0.000 3 0,3.000 0.000 1 0,0.000-3.000 0 0,-6.000 1.000 26 0,3.000 1.000 6 0,3.000-1.000 8 0,0.000-4.000-13 16,0.000 1.000 24-16,-3.000 0.000 5 0,9.000-3.000 0 0,-3.000 0.000 1 16,-2.000 5.000 11-16,-1.000-2.000 1 0,-3.000-1.000 1 0,3.000 1.000 0 15,6.000-3.000 2-15,-3.000 8.000 0 0,-3.000 0.000 0 0,0.000 0.000 0 16,0.000 2.000-4-16,3.000 1.000-1 0,0.000 2.000 0 0,0.000 0.000 0 16,-3.000 3.000-5-16,3.000 3.000-1 0,0.000-1.000 0 0,0.000 6.000 0 15,-3.000 3.000-9-15,3.000-1.000-1 0,3.000-2.000-1 0,-3.000-3.000 0 16,3.000 0.000-10-16,-3.000 0.000 10 0,3.000-2.000-10 0,-3.000-3.000 10 15,3.000 0.000-10-15,0.000-3.000 0 0,-3.000 0.000 0 0,3.000-2.000 8 16,3.000-3.000-8-16,-3.000 0.000 0 0,-3.000-1.000 0 0,3.000-7.000 0 0,0.000 0.000 0 0,0.000 0.000 0 16,0.000 0.000-9-16,0.000 0.000 9 15,0.000 0.000-32-15,0.000 0.000 1 0,0.000 0.000 0 0,0.000 0.000 0 16,0.000 0.000-11-16,0.000-10.000-2 0,3.000-1.000-1 0,0.000 1.000 0 16,3.000-6.000-1-16,0.000 3.000 0 0,0.000-9.000 0 15,3.000 1.000 0-15,6.000-3.000 30 0,-3.000 1.000 5 0,3.000 4.000 2 0,-3.000 1.000 0 0,2.000 2.000 9 0,4.000 3.000 12 16,0.000 2.000-2-16,0.000 0.000-1 0,-6.000 1.000 40 15,3.000 2.000 8-15,0.000 0.000 2 0,0.000 3.000 0 0,-7.000 2.000 4 0,1.000-2.000 1 16,6.000 5.000 0-16,-3.000-3.000 0 0,-3.000 3.000-28 0,0.000 0.000-4 16,0.000 3.000-2-16,-3.000 2.000 0 0,3.000-2.000-3 0,-3.000 2.000-1 15,-6.000-5.000 0-15,3.000 8.000 0 0,0.000-3.000-26 0,-3.000 6.000-17 16,-3.000-3.000 2-16,0.000 5.000 1 16,-3.000 3.000-14-16,3.000 2.000-4 0,-6.000-2.000 0 0,-3.000 0.000 0 0,0.000-3.000 18 0,0.000 3.000 3 0,-3.000 0.000 1 0,-5.000-3.000 0 15,-7.000 0.000 2-15,3.000 1.000 0 0,0.000-1.000 0 0,0.000 0.000 0 16,0.000 0.000 8-16,-2.000-2.000-10 0,5.000 0.000 10 0,0.000-1.000-10 15,3.000-2.000 10-15,0.000-3.000 0 0,0.000 1.000 0 0,4.000-1.000 0 16,2.000-2.000 0-16,0.000 2.000 12 0,0.000-2.000-2 0,3.000-3.000-1 16,6.000 2.000 6-16,3.000-2.000 1 0,-6.000 3.000 0 0,6.000-3.000 0 15,0.000 0.000-1-15,0.000 0.000 0 0,0.000 0.000 0 0,0.000 0.000 0 16,0.000 0.000-15-16,9.000 0.000 0 0,0.000 2.000 0 0,3.000-2.000 0 16,0.000 3.000 0-16,0.000-3.000 8 0,2.000 0.000-8 0,4.000 0.000 0 15,0.000-3.000 16-15,3.000 3.000-4 0,-3.000-2.000 0 0,9.000-1.000 0 16,2.000 1.000-4-16,-2.000-1.000-8 0,-3.000-2.000 11 0,0.000 2.000-11 15,-3.000-2.000 10-15,0.000-1.000-10 0,-4.000 1.000 8 0,-2.000 0.000-8 32,0.000-1.000-19-32,-3.000 1.000-9 0,0.000-3.000-1 0,0.000 3.000-1 0,-3.000 0.000-38 0,-3.000-1.000-7 0,0.000 1.000-1 0,0.000-3.000-1 15,-6.000 3.000-5-15,3.000-3.000-1 0,-3.000 0.000 0 0,0.000 3.000 0 16,0.000-3.000 27-16,-3.000 0.000 4 0,0.000 0.000 2 0,0.000 0.000 0 0,-3.000-3.000 40 0,0.000-2.000 10 16,-3.000-3.000 0-16,-3.000 0.000 0 0,3.000 0.000 0 0,-3.000 3.000 0 15,0.000 0.000 0-15,0.000 0.000 0 0,0.000 0.000 0 0,3.000 2.000 0 16,1.000 0.000 0-16,-4.000 3.000 0 0,-3.000 1.000 30 0,3.000 1.000 8 15,3.000 1.000 2-15,0.000 2.000 0 0,3.000 1.000 10 0,-3.000 2.000 2 16,3.000 0.000 1-16,3.000 0.000 0 0,3.000 0.000-8 0,-3.000 8.000-1 16,-3.000 0.000-1-16,3.000 2.000 0 0,3.000 3.000-11 0,0.000 3.000-1 15,-6.000 3.000-1-15,3.000 2.000 0 0,3.000 0.000-2 0,0.000 0.000-1 0,-3.000 3.000 0 0,0.000 0.000 0 16,0.000-3.000-12-16,0.000 0.000-3 0,0.000 0.000 0 16,0.000 1.000 0-16,0.000-1.000-12 0,1.000-3.000 0 0,-1.000 3.000 8 0,0.000-2.000-8 15,-3.000-1.000 0-15,0.000 1.000 0 0,3.000-1.000 0 0,-3.000 1.000 0 16,0.000-6.000 0-16,0.000 0.000 0 0,0.000 3.000 0 0,0.000-2.000 0 15,0.000-4.000-14-15,0.000 6.000-9 16,-3.000 3.000-1-16,0.000-9.000-1 16,3.000-2.000-79-16,-3.000-3.000-15 0,0.000 1.000-3 0</inkml:trace>
  <inkml:trace contextRef="#ctx0" brushRef="#br0">21189.000 11552.000 1036 0,'9.000'2.000'92'0,"3.000"1.000"-73"0,3.000 5.000-19 0,6.000-3.000 0 15,5.000 3.000 230-15,1.000 0.000 42 0,6.000 3.000 9 0,-3.000-1.000 2 16,-1.000-2.000-168-16,1.000 3.000-34 0,0.000-1.000-6 0,-3.000 1.000-2 16,0.000 0.000-42-16,-1.000-1.000-9 0,-2.000 3.000-2 0,3.000 1.000 0 0,-3.000 1.000-20 0,0.000 1.000 0 15,-1.000-2.000-12-15,1.000-6.000 4 16,3.000-1.000-14-16,-6.000-1.000-2 0,-3.000 2.000-1 0,-6.000-6.000 0 16,2.000 1.000-39-16,-5.000-3.000-7 0,-3.000 0.000-1 0,-6.000 0.000-1 15,0.000 0.000-124-15,3.000-8.000-25 0,-3.000-5.000-5 0,-3.000-3.000-1 0</inkml:trace>
  <inkml:trace contextRef="#ctx0" brushRef="#br0">21400.000 10935.000 576 0,'0.000'0.000'51'0,"0.000"0.000"-41"0,0.000 0.000-10 0,0.000 0.000 0 15,0.000 0.000 241-15,0.000 0.000 47 0,0.000 0.000 8 0,0.000 0.000 3 16,0.000 0.000-156-16,3.000-5.000-31 0,3.000 0.000-7 0,3.000-1.000-1 16,0.000 4.000-59-16,3.000-4.000-12 0,-6.000 4.000-2 0,3.000-1.000-1 0,6.000 0.000 3 0,-6.000 1.000 1 15,0.000-1.000 0-15,-9.000 3.000 0 0,0.000 0.000-34 0,9.000 0.000-16 16,0.000 0.000 2-16,-9.000 0.000 0 0,3.000 8.000 14 0,2.000 0.000-11 16,-2.000 0.000 11-16,0.000 3.000-10 15,-3.000 2.000-14-15,0.000 0.000-2 0,-6.000 3.000-1 0,3.000 2.000 0 16,-2.000 1.000-116-16,-7.000 2.000-23 0,-18.000 21.000-5 0,6.000-7.000-1 0</inkml:trace>
  <inkml:trace contextRef="#ctx0" brushRef="#br0">15709.000 16912.000 2034 0,'0.000'0.000'44'0,"0.000"0.000"10"0,0.000 0.000 2 0,0.000 0.000 1 0,0.000 0.000-45 0,0.000 0.000-12 16,0.000 0.000 0-16,0.000 0.000 0 0,0.000 0.000 0 0,0.000 0.000 10 15,0.000 0.000-10-15,0.000 0.000 10 0,0.000 0.000-10 0,6.000-2.000 0 16,0.000-1.000 0-16,0.000-2.000 0 0,3.000 2.000 13 0,0.000 0.000 7 15,6.000-2.000 2-15,0.000 0.000 0 0,5.000-1.000 14 0,1.000 1.000 2 0,0.000-3.000 1 0,3.000 3.000 0 16,3.000-3.000-17-16,-3.000 0.000-3 16,-1.000-3.000-1-16,4.000 6.000 0 0,0.000-3.000-6 0,-3.000 0.000 0 0,0.000-2.000-1 0,-1.000-4.000 0 15,-2.000 7.000-11-15,3.000-1.000 0 16,-3.000-3.000 9-16,0.000 3.000-9 0,-3.000 0.000-9 0,2.000 0.000-7 0,-5.000 0.000 0 0,0.000 3.000-1 31,0.000 0.000-35-31,-3.000 2.000-8 0,-3.000 3.000 0 0,-3.000 3.000-1 16,-6.000-3.000-163-16,0.000 0.000-32 0,-3.000 13.000-6 0,-3.000 0.000-2 0</inkml:trace>
  <inkml:trace contextRef="#ctx0" brushRef="#br0">15840.000 16917.000 1958 0,'6.000'3.000'174'0,"-6.000"-3.000"-139"16,0.000 0.000-35-16,0.000 0.000 0 0,0.000 0.000 76 0,6.000 3.000 8 15,-6.000-3.000 1-15,6.000 5.000 1 0,-6.000-5.000-65 0,6.000 11.000-13 16,0.000-1.000-8-16,0.000 1.000 10 0,-3.000 5.000-10 0,0.000 0.000 12 16,3.000 5.000-12-16,-3.000 5.000 12 0,0.000 3.000-1 0,-3.000 3.000 0 15,-3.000-3.000 0-15,3.000 3.000 0 0,-3.000 2.000 1 0,0.000-2.000 1 16,-3.000 0.000 0-16,0.000 2.000 0 0,3.000 1.000-13 0,-3.000 2.000 0 16,-6.000-3.000 0-16,0.000 3.000 0 15,0.000 0.000-40-15,3.000-3.000-5 0,-3.000-2.000-1 0,3.000 0.000 0 16,-2.000-8.000-102-16,-1.000 0.000-20 0,3.000-6.000-4 0,-3.000-2.000-382 15,3.000-3.000-77-15</inkml:trace>
  <inkml:trace contextRef="#ctx0" brushRef="#br0">15456.000 17174.000 345 0,'0.000'0.000'31'0,"-3.000"3.000"-31"0,-6.000-1.000 0 0,6.000 4.000 0 16,-3.000-1.000 386-16,3.000 0.000 71 0,-3.000-2.000 15 0,0.000 0.000 2 15,6.000 5.000-334-15,-6.000 2.000-68 0,4.000-2.000-12 0,-1.000 5.000-4 16,0.000 0.000-42-16,3.000 1.000-14 0,3.000 4.000 8 0,-3.000 3.000-8 16,-6.000-2.000 0-16,6.000 5.000 0 0,0.000 0.000 0 0,0.000 2.000 0 15,0.000 3.000 8-15,-3.000 3.000-8 0,3.000 2.000 9 0,0.000-2.000-9 16,0.000 2.000 0-16,0.000-2.000-8 0,0.000 3.000-1 0,0.000-4.000 0 16,3.000 1.000-13-16,-3.000 0.000-2 0,0.000-3.000-1 0,0.000-3.000 0 15,3.000 1.000-108-15,3.000-3.000-22 16,-6.000-1.000-4-16,2.000-4.000-642 0</inkml:trace>
  <inkml:trace contextRef="#ctx0" brushRef="#br0">15534.000 17375.000 115 0,'0.000'0.000'0'0,"0.000"0.000"10"0,0.000 0.000-10 0,0.000 0.000 0 16,0.000 0.000 0-16,0.000 0.000 0 0,0.000 0.000 465 0,0.000 0.000 91 15,8.000 0.000 19-15,-2.000 0.000 3 0,0.000 0.000-458 0,3.000-2.000-92 16,0.000-1.000-19-16,0.000-2.000-9 0,3.000 2.000 20 0,0.000-2.000-3 0,3.000-3.000 0 0,0.000 0.000 0 16,0.000 0.000-5-16,3.000 0.000-2 15,-1.000-3.000 0-15,4.000 1.000 0 0,0.000-1.000 1 0,6.000-2.000 0 0,0.000 0.000 0 0,2.000 2.000 0 16,-5.000 3.000-11-16,3.000-2.000 0 0,0.000 2.000 0 0,-3.000 0.000 8 16,-1.000 2.000-8-16,1.000 1.000 8 0,-6.000 0.000-8 0,0.000 2.000 8 15,0.000 3.000 4-15,0.000 0.000 1 16,-3.000 0.000 0-16,-1.000 3.000 0 0,1.000 0.000 3 0,-3.000 2.000 1 0,3.000 0.000 0 0,-3.000 0.000 0 15,-3.000 3.000-3-15,3.000 0.000-1 0,0.000 3.000 0 0,-3.000-1.000 0 16,-3.000 4.000-1-16,3.000 2.000 0 0,-1.000-1.000 0 0,-2.000 1.000 0 16,0.000 3.000-4-16,0.000-1.000-8 0,-3.000 1.000 11 0,0.000 2.000-11 15,0.000 0.000 10-15,3.000 0.000-10 0,-6.000 1.000 8 0,3.000 1.000-8 16,-3.000 4.000-10-16,0.000-6.000-7 0,-3.000 3.000-2 0,3.000-3.000 0 16,-6.000 0.000-80-16,3.000 0.000-16 0,-6.000-2.000-3 0,3.000-1.000-893 15</inkml:trace>
  <inkml:trace contextRef="#ctx0" brushRef="#br0">15596.000 17460.000 1036 0,'0.000'0.000'46'0,"0.000"0.000"10"0,0.000 0.000-45 0,0.000 0.000-11 16,0.000 0.000 0-16,0.000 0.000 0 0,0.000 0.000 349 0,0.000 0.000 68 15,9.000-3.000 14-15,0.000 1.000 2 0,0.000-4.000-353 0,3.000 4.000-72 16,0.000-4.000-8-16,0.000 1.000-12 0,2.000 2.000 4 0,-2.000-2.000 8 16,3.000 0.000-13-16,0.000 5.000 5 0,-3.000-3.000-12 0,0.000 1.000-1 15,0.000 2.000-1-15,0.000 2.000 0 16,-3.000 1.000-14-16,3.000-1.000-4 0,-3.000 1.000 0 0,5.000 0.000 0 16,-2.000-1.000-85-16,0.000 4.000-18 0,-3.000-1.000-3 0,0.000 0.000-453 0,0.000 1.000-90 0</inkml:trace>
  <inkml:trace contextRef="#ctx0" brushRef="#br0">15179.000 17751.000 1900 0,'-12.000'5.000'84'0,"12.000"-5.000"18"15,-8.000 3.000-82-15,2.000-1.000-20 0,0.000 1.000 0 0,6.000-3.000 0 16,0.000 0.000 67-16,0.000 0.000 9 0,0.000 0.000 1 0,0.000 0.000 1 15,0.000 0.000-35-15,0.000 0.000-7 0,0.000 0.000-2 0,3.000-5.000 0 16,3.000 0.000-11-16,-1.000-3.000-3 0,4.000 2.000 0 0,0.000-2.000 0 16,3.000 0.000 14-16,3.000 1.000 2 0,0.000 1.000 1 0,0.000-2.000 0 0,3.000-2.000-10 0,3.000 2.000-3 15,-1.000 0.000 0-15,7.000 3.000 0 0,0.000-3.000-24 0,3.000 2.000 0 16,-3.000 1.000 0-16,2.000 2.000 0 0,-2.000-2.000 15 0,0.000 0.000 1 16,0.000-1.000 0-16,-3.000 4.000 0 0,2.000-3.000-16 0,1.000-1.000 8 15,0.000 4.000-8-15,0.000-4.000 0 0,-1.000 1.000 12 0,1.000 0.000-4 16,3.000-1.000-8-16,3.000 1.000 12 0,2.000 0.000 3 0,1.000-3.000 0 15,-3.000 3.000 0-15,0.000-3.000 0 0,-1.000 0.000-7 0,1.000 0.000-8 16,0.000 0.000 11-16,-3.000 3.000-11 0,-4.000-1.000 12 0,4.000 4.000-12 16,0.000-4.000 12-16,-3.000 4.000-12 0,3.000-4.000 9 0,-4.000 4.000-9 15,4.000-1.000 0-15,0.000 0.000 9 0,-3.000-2.000-1 0,-4.000 3.000-8 0,4.000-1.000 12 0,0.000 0.000-4 16,-3.000 1.000 0-16,0.000-1.000 0 0,-3.000 0.000 0 0,-1.000 3.000 0 16,1.000-2.000 3-16,-3.000-1.000 0 15,-3.000 0.000 0-15,3.000 1.000 0 0,3.000-1.000 0 0,-7.000 0.000 0 0,1.000 1.000 0 0,0.000 2.000 0 16,-3.000-5.000-3-16,0.000 5.000 0 0,3.000-6.000 0 0,-3.000 4.000 0 15,-3.000-1.000-8-15,0.000 0.000 0 0,6.000 1.000 9 0,-6.000-1.000-9 16,-6.000 0.000 0-16,2.000 1.000 0 0,4.000-1.000 0 0,0.000 0.000 0 16,-3.000 3.000 0-16,3.000-2.000 0 0,-3.000-1.000-10 0,3.000 3.000 10 15,3.000-3.000-40 1,-3.000 3.000 0-16,-9.000 0.000-1 0,0.000 0.000 0 16,9.000-2.000-132-16,-6.000-3.000-27 0</inkml:trace>
  <inkml:trace contextRef="#ctx0" brushRef="#br0">15810.000 17439.000 979 0,'0.000'0.000'87'0,"0.000"0.000"-70"0,0.000 0.000-17 0,0.000 0.000 0 16,-6.000 2.000 106-16,6.000-2.000 18 0,0.000 0.000 3 0,0.000 0.000 1 15,0.000 0.000-61-15,0.000 0.000-12 0,0.000 0.000-3 0,0.000 0.000 0 16,-3.000 3.000-31-16,3.000-3.000-6 0,0.000 0.000-2 0,0.000 0.000 0 15,0.000 0.000 6-15,0.000 0.000 1 0,-6.000 5.000 0 0,6.000-5.000 0 16,0.000 0.000 4-16,0.000 0.000 0 0,0.000 0.000 1 0,0.000 0.000 0 16,0.000 0.000-2-16,0.000 0.000-1 0,0.000 0.000 0 0,0.000 0.000 0 0,0.000 0.000 6 15,0.000 0.000 0-15,0.000 0.000 1 0,0.000 0.000 0 16,0.000 0.000-15-16,0.000 0.000-3 0,0.000 0.000-1 0,0.000 0.000 0 0,0.000 0.000 6 0,0.000 0.000 2 16,0.000 0.000 0-16,0.000 0.000 0 0,0.000 0.000-10 0,0.000 0.000-8 15,0.000 0.000 12-15,0.000 0.000-12 0,0.000 0.000 10 0,0.000 0.000-10 16,0.000 0.000 8-16,0.000 0.000-8 0,0.000 0.000 8 0,0.000 0.000-8 15,0.000 0.000 8-15,0.000 0.000-8 0,0.000 0.000 8 0,0.000 0.000-8 16,0.000 0.000 8-16,0.000 0.000-8 0,0.000 0.000 15 0,0.000 0.000-3 16,0.000 0.000 0-16,0.000 0.000 0 0,0.000 0.000 4 0,0.000 0.000 1 15,0.000 0.000 0-15,0.000 0.000 0 0,0.000 0.000-2 0,0.000 0.000-1 16,0.000 0.000 0-16,0.000 0.000 0 0,0.000 0.000 2 0,0.000 0.000 0 16,0.000 0.000 0-16,0.000 0.000 0 0,0.000 0.000-3 0,0.000 0.000 0 15,0.000 0.000 0-15,0.000 0.000 0 0,0.000 0.000-1 0,0.000 0.000 0 0,0.000 0.000 0 0,0.000 0.000 0 16,0.000 0.000-12-16,0.000 0.000 0 0,0.000 0.000 0 0,0.000 0.000-10 15,0.000 0.000 10-15,0.000 0.000 0 16,0.000 0.000 8-16,0.000 0.000-8 0,0.000 0.000 12 0,0.000 0.000-3 0,0.000 0.000 0 0,6.000-2.000 0 16,-6.000 2.000 2-16,0.000 0.000 0 0,6.000 0.000 0 0,3.000-3.000 0 15,3.000 3.000-3-15,0.000 0.000-8 0,-12.000 0.000 12 0,0.000 0.000-4 16,9.000 0.000 3-16,-3.000 0.000 0 0,-6.000 0.000 0 0,6.000 0.000 0 16,-6.000 0.000-1-16,9.000 0.000 0 0,-3.000 0.000 0 0,0.000 0.000 0 15,-6.000 0.000 5-15,0.000 0.000 1 0,9.000 0.000 0 0,0.000 0.000 0 16,-9.000 0.000-16-16,0.000 0.000 0 0,6.000 0.000 0 0,0.000 0.000 0 15,-6.000 0.000 0-15,9.000 0.000 0 0,-9.000 0.000 11 0,0.000 0.000-11 16,8.000 0.000 16-16,-8.000 0.000-3 0,0.000 0.000-1 0,0.000 0.000 0 16,0.000 0.000 0-16,0.000 0.000-1 0,6.000 3.000 0 0,-6.000-3.000 0 15,0.000 0.000-3-15,0.000 0.000 0 0,0.000 0.000 0 0,0.000 0.000 0 16,0.000 0.000-8-16,0.000 0.000 8 0,0.000 0.000-8 0,0.000 0.000 8 16,0.000 0.000-8-16,0.000 0.000 10 0,0.000 0.000-10 0,0.000 0.000 10 0,0.000 0.000-10 0,0.000 0.000 8 15,0.000 0.000-8-15,0.000 0.000 8 0,0.000 0.000-8 0,0.000 0.000 0 16,0.000 0.000 0-16,0.000 0.000 0 0,0.000 0.000 0 0,0.000 0.000-17 15,0.000 0.000 4-15,0.000 0.000 1 16,0.000 0.000-81-16,0.000 0.000-16 0,0.000 0.000-3 0,0.000 0.000-664 16,0.000 0.000-133-16</inkml:trace>
  <inkml:trace contextRef="#ctx0" brushRef="#br0">16891.000 16997.000 403 0,'0.000'0.000'17'0,"0.000"0.000"5"0,0.000 0.000-22 0,0.000 0.000 0 0,0.000 0.000 0 0,0.000 0.000 0 16,0.000 0.000 170-16,0.000 0.000 30 0,-6.000-5.000 5 0,3.000 2.000 2 15,-3.000 3.000-117-15,6.000 0.000-23 0,0.000 0.000-5 0,0.000 0.000-1 16,-3.000 0.000 6-16,3.000 0.000 1 0,0.000 0.000 0 0,0.000 0.000 0 16,0.000 0.000-5-16,0.000 0.000-1 0,0.000 0.000 0 0,0.000 0.000 0 15,0.000 0.000-21-15,0.000 0.000-4 0,0.000 0.000-1 0,0.000 0.000 0 16,0.000 0.000-5-16,0.000 8.000-2 0,0.000 0.000 0 0,3.000 0.000 0 15,0.000 0.000-3-15,-3.000 0.000-1 0,3.000 2.000 0 0,-3.000 1.000 0 16,-3.000 2.000-6-16,3.000 0.000-2 0,0.000 0.000 0 0,0.000 6.000 0 16,-3.000-3.000 6-16,0.000 2.000 1 0,6.000-2.000 0 0,0.000 3.000 0 15,-3.000-1.000 0-15,0.000-2.000 1 0,-3.000 0.000 0 0,3.000 3.000 0 16,3.000-4.000-2-16,-3.000 4.000-1 0,-6.000-3.000 0 0,6.000 2.000 0 16,0.000-2.000-3-16,0.000 0.000-1 0,-3.000 3.000 0 0,0.000-4.000 0 15,0.000 1.000-18-15,0.000 0.000 0 0,0.000 0.000 8 0,-3.000-3.000-8 16,0.000 1.000 0-16,3.000-1.000 0 0,3.000 0.000 0 0,-3.000-2.000 0 0,-3.000-1.000 0 0,3.000 1.000-14 15,3.000-1.000 2-15,0.000 1.000 1 16,-3.000-3.000-20-16,0.000 0.000-4 0,3.000-8.000-1 0,0.000 0.000 0 16,0.000 0.000-80-16,0.000 0.000-16 0,0.000 0.000-3 0,0.000 0.000-488 15,6.000-5.000-97-15</inkml:trace>
  <inkml:trace contextRef="#ctx0" brushRef="#br0">16936.000 17074.000 2088 0,'0.000'0.000'92'0,"0.000"0.000"20"0,0.000 0.000-90 0,0.000 0.000-22 0,0.000 0.000 0 0,0.000 0.000 0 16,0.000 0.000 0-16,0.000 0.000 0 0,0.000 0.000 0 0,0.000 0.000 8 15,5.000 0.000-20-15,-5.000 0.000-3 0,0.000 0.000-1 0,6.000 0.000 0 16,-6.000 0.000 8-16,6.000 0.000 8 0,3.000-3.000-13 0,-3.000 0.000 5 15,-6.000 3.000 8-15,0.000 0.000 0 0,9.000-2.000 0 0,-3.000-1.000 0 16,-6.000 3.000 10-16,9.000 3.000 1 0,-3.000-6.000 0 0,3.000 3.000 0 16,0.000 0.000 0-16,-3.000 0.000 0 0,-6.000 0.000 0 0,6.000 0.000 0 15,3.000 0.000 1-15,-3.000 0.000 0 0,-6.000 0.000 0 0,0.000 0.000 0 16,9.000 3.000 4-16,-3.000-1.000 2 0,-6.000-2.000 0 0,0.000 0.000 0 16,0.000 0.000 5-16,6.000 3.000 1 0,-1.000 2.000 0 0,-5.000-5.000 0 15,0.000 8.000-2-15,0.000-8.000 0 0,9.000 3.000 0 0,-6.000 5.000 0 16,0.000 5.000-7-16,-3.000-2.000-2 0,3.000-6.000 0 0,3.000 3.000 0 0,-3.000-3.000 7 0,0.000 3.000 0 15,-3.000-8.000 1-15,3.000 5.000 0 0,6.000 1.000-21 0,-3.000-1.000 0 16,-6.000 3.000 0-16,0.000-3.000 0 0,6.000 0.000 0 0,-3.000 3.000 0 16,-3.000 0.000 0-16,-3.000-2.000 0 0,3.000 2.000 0 0,3.000-1.000 9 15,3.000-1.000-1-15,-6.000 4.000-8 0,-3.000-2.000 9 0,0.000 3.000-9 16,9.000-3.000 0-16,-3.000 0.000 9 0,0.000 2.000-9 0,-3.000-2.000 0 16,6.000 0.000 0-16,-3.000 3.000 0 0,0.000-3.000-8 0,-3.000 2.000 8 15,-3.000 1.000 0-15,6.000-1.000 0 0,3.000-2.000 0 0,-6.000 3.000 0 16,-3.000 0.000 10-16,3.000-1.000-10 0,0.000 3.000 14 0,-3.000 1.000-4 15,0.000-1.000-1-15,-3.000 0.000 0 0,0.000 0.000-1 0,3.000 1.000 0 16,0.000-1.000 0-16,-3.000 5.000 0 0,-3.000 1.000-8 0,3.000-1.000 8 0,3.000-2.000-8 0,0.000 0.000 8 16,-3.000 0.000-8-16,0.000 0.000 0 15,3.000-3.000 0-15,3.000 0.000 0 0,0.000-2.000 0 0,-3.000-1.000 0 0,0.000 1.000 0 0,0.000 0.000-11 32,6.000-1.000-13-32,-3.000-2.000-4 0,-6.000 0.000 0 0,3.000 0.000 0 15,0.000-3.000-28-15,0.000 1.000-5 0,1.000-1.000-2 0,-4.000-2.000-635 0,3.000-3.000-127 0</inkml:trace>
  <inkml:trace contextRef="#ctx0" brushRef="#br0">16974.000 17267.000 1900 0,'0.000'5.000'169'16,"-3.000"3.000"-135"-16,-6.000 3.000-34 0,3.000-4.000 0 0,3.000 1.000 96 0,0.000 3.000 13 15,-3.000-3.000 3-15,3.000 0.000 0 0,-2.000 0.000-94 0,5.000 0.000-18 16,0.000 0.000 0-16,0.000 0.000-8 16,-3.000-3.000-21-16,3.000 3.000-4 0,0.000-8.000-1 0,0.000 8.000 0 15,0.000 0.000-3-15,0.000 0.000-1 0,3.000 0.000 0 0,-1.000 2.000 0 16,1.000-2.000 0-16,0.000 0.000 0 0,0.000-3.000 0 0,0.000 3.000-825 0</inkml:trace>
  <inkml:trace contextRef="#ctx0" brushRef="#br0">17138.000 17272.000 2368 0,'-6.000'5.000'52'0,"6.000"-5.000"12"0,0.000 0.000 1 0,0.000 0.000 1 0,0.000 0.000-53 0,0.000 0.000-13 0,12.000-5.000 0 0,0.000 2.000 0 16,0.000 1.000 0-16,3.000-4.000 0 0,-1.000 1.000 0 0,10.000-3.000 0 15,0.000 0.000 0-15,0.000 3.000 0 0,-9.000-3.000 0 0,3.000 3.000 9 16,2.000-6.000-9-16,1.000 6.000 0 0,-3.000 0.000 0 0,0.000-3.000 0 16,0.000 0.000 0-16,0.000-3.000 0 0,-3.000-2.000 0 0,2.000 0.000 0 15,-8.000 5.000 0-15,6.000-3.000 0 0,6.000 1.000-12 0,-6.000 4.000 12 16,-9.000 1.000-20-16,6.000 0.000 3 0,3.000-3.000 1 0,-3.000 2.000 0 16,-3.000 4.000-9-1,0.000-1.000-2-15,-1.000-5.000 0 0,-2.000 6.000 0 0,6.000-4.000-9 0,-6.000 4.000-1 0,-6.000 2.000-1 0,6.000-3.000 0 16,0.000-2.000-24-16,-3.000-3.000-5 0,-6.000 2.000-1 0,0.000 1.000 0 15,0.000 0.000-36-15,0.000-3.000-7 0,0.000 0.000-1 0,-3.000 3.000-1 16,-3.000-1.000-1-16,0.000-2.000 0 0,6.000 1.000 0 0,-5.000-4.000 0 16,-4.000 3.000 69-16,0.000 3.000 13 0,3.000-3.000 4 0,3.000 0.000 0 0,-3.000 3.000 82 0,0.000-3.000 17 15,-3.000 0.000 3-15,3.000 0.000 1 0,3.000 2.000 30 0,0.000 4.000 7 16,-3.000-3.000 0-16,0.000 2.000 1 0,3.000 0.000-24 0,0.000 1.000-5 16,-2.000 2.000 0-16,-1.000 0.000-1 0,3.000 0.000-25 0,6.000 0.000-5 15,0.000 0.000-1-15,-3.000 2.000 0 0,-6.000 1.000-17 0,6.000 2.000-4 16,3.000-5.000-1-16,-3.000 5.000 0 0,0.000 3.000-11 0,0.000 0.000-3 15,6.000 0.000 0-15,0.000 0.000 0 0,0.000 5.000-8 0,0.000 1.000-8 16,0.000 2.000 12-16,0.000-1.000-12 0,6.000 1.000 10 0,-3.000 8.000-10 16,-3.000 5.000 8-16,0.000-2.000-8 0,3.000-4.000 0 0,-4.000 4.000 0 15,1.000-1.000 8-15,3.000 1.000-8 0,-3.000-1.000 0 0,3.000 1.000 10 0,-3.000-1.000-10 0,-3.000-2.000 10 16,-3.000 3.000-10-16,3.000-1.000 12 0,3.000 0.000-12 0,0.000 1.000 12 16,-6.000-3.000-12-16,0.000 5.000 10 0,0.000 3.000-10 0,3.000-3.000 10 15,0.000-3.000-10-15,-3.000 1.000 12 16,-6.000-4.000-12-16,6.000 1.000 12 0,3.000-5.000-4 0,-5.000-1.000 0 0,-1.000-2.000 0 0,-3.000 0.000 0 15,3.000-3.000-8-15,0.000 0.000 8 0,0.000-2.000-8 0,-3.000 0.000 8 16,0.000-3.000 5-16,3.000-1.000 1 0,-3.000-4.000 0 0,0.000 2.000 0 16,-3.000-2.000 13-16,3.000 0.000 2 0,0.000-3.000 1 0,0.000 0.000 0 15,0.000-3.000-14-15,-2.000 0.000-2 0,-1.000-2.000-1 0,3.000 0.000 0 16,3.000 0.000-13-16,-3.000-3.000 0 0,-3.000-3.000 0 0,0.000 0.000 0 16,6.000-2.000 0-16,-3.000 3.000 0 0,0.000-4.000 0 0,0.000 1.000 0 15,3.000 3.000 8-15,3.000-4.000-8 0,0.000 1.000 11 0,3.000 0.000-11 16,-3.000 2.000 0-16,9.000 1.000 0 0,3.000-6.000 0 0,-3.000 3.000-9 0,-6.000 2.000 9 0,6.000 0.000-8 15,6.000 1.000 8-15,0.000 2.000-8 0,0.000-3.000-5 16,0.000 3.000-1-16,3.000-2.000 0 0,3.000-1.000 0 16,2.000 1.000-11-16,-2.000-1.000-3 0,-3.000 1.000 0 0,3.000-1.000 0 15,6.000-5.000-94-15,-3.000 3.000-19 0,-3.000 0.000-4 0,-1.000-1.000-488 16,4.000-2.000-98-16</inkml:trace>
  <inkml:trace contextRef="#ctx0" brushRef="#br0">17915.000 16822.000 2365 0,'0.000'0.000'52'0,"0.000"0.000"10"0,0.000 0.000 2 0,0.000 0.000 4 0,0.000 8.000-55 0,0.000-8.000-13 0,0.000 0.000 0 0,0.000 0.000 0 16,3.000 5.000 49-16,0.000 3.000 7 0,-3.000-8.000 2 0,3.000 6.000 0 16,-3.000-6.000-31-16,3.000 5.000-7 0,3.000 3.000 0 0,-6.000-8.000-1 15,6.000 3.000-19-15,0.000-1.000 0 0,-3.000 6.000 0 0,3.000-3.000 0 16,-6.000-5.000 0-16,5.000 6.000 0 0,1.000-1.000 0 0,-3.000 0.000 0 15,3.000 1.000-15-15,-3.000-1.000-6 0,3.000-2.000-2 0,0.000 2.000 0 32,-6.000-5.000-22-32,3.000 5.000-5 0,-3.000-5.000-1 0,6.000 5.000 0 15,-3.000 1.000-93-15,-3.000-6.000-20 0,0.000 0.000-3 0,0.000 0.000-436 0,0.000 0.000-87 0</inkml:trace>
  <inkml:trace contextRef="#ctx0" brushRef="#br0">17766.000 17166.000 288 0,'-6.000'8.000'25'0,"-9.000"3.000"-25"0,-6.000-1.000 0 0,6.000 4.000 0 0,1.000-1.000 356 0,2.000-3.000 67 16,0.000-2.000 13-16,6.000 0.000 2 0,6.000-8.000-259 0,0.000 8.000-52 16,0.000-8.000-11-16,0.000 5.000-1 0,0.000-5.000-75 0,9.000 8.000-16 15,9.000-5.000-2-15,-4.000 2.000-1 0,-5.000-2.000-13 0,3.000 0.000-8 16,6.000-3.000 8-16,3.000 0.000-8 0,-3.000-3.000 13 0,0.000 3.000-1 16,0.000-5.000-1-16,-1.000 2.000 0 0,1.000 0.000-11 0,0.000 1.000 0 15,-3.000-6.000 0-15,0.000 2.000 0 16,3.000 1.000-32-16,-3.000 0.000-3 0,-3.000 0.000 0 0,2.000-1.000 0 15,1.000 1.000-28-15,-3.000 0.000-5 0,3.000-1.000-2 0,-3.000 1.000 0 16,-3.000 0.000-42-16,0.000 0.000-8 0,-3.000-1.000-1 0,0.000 4.000-1 16,-6.000 2.000 14-16,6.000-6.000 2 0,0.000 1.000 1 0,-3.000 0.000 0 15,-3.000 5.000 25-15,0.000-8.000 4 0,0.000-3.000 2 0</inkml:trace>
  <inkml:trace contextRef="#ctx0" brushRef="#br0">17977.000 17055.000 345 0,'0.000'0.000'31'0,"-3.000"-5.000"-31"0,-6.000 5.000 0 0,3.000 0.000 0 15,-2.000-3.000 249-15,-1.000 3.000 44 16,3.000-3.000 9-16,0.000 6.000 2 0,0.000 0.000-167 0,0.000-1.000-33 0,6.000-2.000-6 0,-6.000 6.000-2 15,0.000-1.000-17-15,3.000 0.000-4 0,-3.000-2.000-1 0,6.000 5.000 0 16,-3.000 0.000-30-16,3.000 5.000-7 0,-3.000 6.000-1 0,3.000-1.000 0 16,3.000 1.000-22-16,-3.000 2.000-5 0,0.000 3.000-1 0,3.000-3.000 0 15,-3.000 3.000 0-15,3.000-1.000-8 16,-3.000 1.000 12-16,3.000 3.000-4 0,0.000-4.000 5 0,-3.000 4.000 1 0,6.000-1.000 0 0,-3.000 1.000 0 16,0.000 2.000-14-16,0.000 0.000 0 0,0.000 3.000 0 0,3.000-3.000 0 15,-3.000-3.000 0-15,0.000 1.000-8 0,0.000-6.000-1 0,0.000-5.000 0 16,0.000 2.000-58-16,0.000-4.000-11 0,-3.000-1.000-2 0,-3.000-3.000-1 15,3.000 1.000 4-15,-3.000-6.000 1 16,0.000 1.000 0-16,0.000-4.000 0 0,-3.000 1.000-32 0,3.000 0.000-7 0,-3.000-6.000-1 0,-3.000 3.000 0 16,0.000-3.000 19-16,0.000-2.000 3 0,0.000 0.000 1 0,-3.000-1.000 0 0,-6.000 1.000 93 0,6.000-3.000 8 15,0.000-2.000 8-15,-2.000 2.000 0 0,-1.000 0.000 89 0,0.000-3.000 18 16,0.000 0.000 3-16,3.000 1.000 1 0,6.000 2.000-7 0,-9.000 0.000-2 16,-3.000 0.000 0-16,0.000 3.000 0 0,7.000 0.000-37 0,11.000 5.000-7 15,0.000 0.000-2-15,0.000 0.000 0 16,0.000 0.000-2-16,0.000 0.000-1 0,0.000 0.000 0 0,0.000 0.000 0 0,-6.000-11.000-33 0,6.000 6.000-6 15,9.000-3.000-2-15,2.000 2.000 0 0,-5.000-2.000-18 0,6.000 1.000-10 16,3.000-1.000 10-16,0.000 0.000-10 0,3.000 0.000 8 0,0.000-3.000-8 16,3.000 3.000 0-16,-1.000-5.000 0 0,1.000 2.000 0 0,0.000-2.000-8 15,0.000 0.000-1-15,0.000 2.000 0 16,3.000-5.000-26-16,-1.000 3.000-5 0,-2.000 0.000 0 0,0.000-3.000-1 16,3.000 3.000-27-16,3.000-3.000-4 0,2.000 0.000-2 0,-2.000 0.000 0 15,0.000 3.000-34-15,-3.000-3.000-6 0,-3.000-5.000-2 0,0.000 5.000-688 0</inkml:trace>
  <inkml:trace contextRef="#ctx0" brushRef="#br0">18421.000 16902.000 1544 0,'0.000'0.000'68'0,"0.000"0.000"15"16,0.000 0.000-67-16,0.000 0.000-16 0,0.000 0.000 0 0,0.000 0.000 0 0,0.000 0.000 32 0,0.000 0.000 4 15,3.000-3.000 0-15,-3.000-2.000 0 0,3.000-1.000-36 0,0.000 4.000 0 16,0.000-4.000 0-16,0.000 1.000 0 0,0.000 0.000 8 0,-3.000 5.000-8 16,3.000-3.000 0-16,-3.000 3.000 0 0,3.000-2.000 14 0,-3.000 2.000-4 15,6.000-3.000-1-15,-6.000 3.000 0 0,0.000 0.000 12 0,0.000 0.000 3 16,0.000 0.000 0-16,0.000 0.000 0 0,0.000 0.000 4 0,3.000 0.000 2 15,3.000-5.000 0-15,-6.000 5.000 0 0,0.000 0.000-3 0,0.000 0.000-1 16,0.000 0.000 0-16,0.000 0.000 0 0,0.000 0.000 2 0,0.000 0.000 1 16,0.000 0.000 0-16,0.000 0.000 0 0,0.000 0.000-6 0,0.000 0.000-2 15,0.000 0.000 0-15,0.000 0.000 0 0,0.000 0.000-5 0,0.000 0.000 0 16,0.000 0.000-1-16,0.000 0.000 0 0,0.000 0.000-6 0,0.000 0.000-1 0,0.000 0.000 0 0,0.000 0.000 0 16,0.000 0.000 1-16,0.000 0.000 0 0,0.000 0.000 0 0,0.000 0.000 0 15,0.000 0.000-1-15,0.000 0.000 0 16,0.000 0.000 0-16,0.000 0.000 0 0,0.000 0.000-8 0,0.000 0.000 0 0,0.000 0.000 0 0,0.000 8.000 0 15,-6.000-1.000 0-15,3.000 1.000 0 0,0.000 3.000 0 0,0.000 0.000 0 16,-3.000-1.000 0-16,0.000 1.000 0 0,0.000-1.000 0 0,0.000 1.000 0 16,0.000 2.000 11-16,0.000 0.000 0 0,-3.000-2.000 0 0,0.000 0.000 0 15,3.000 4.000-2-15,0.000-1.000 0 0,0.000-4.000 0 0,3.000-2.000 0 16,-3.000 3.000-9-16,3.000-1.000 0 0,0.000-2.000 9 0,3.000-8.000-9 16,0.000 0.000 0-16,0.000 0.000 0 0,0.000 0.000 0 0,0.000 0.000 0 15,0.000 0.000-16-15,6.000 6.000 1 0,0.000 2.000 1 0,3.000-6.000 0 16,-3.000 3.000 14-16,3.000-2.000-12 0,0.000-3.000 12 0,0.000 3.000-12 15,3.000-3.000 12-15,0.000 0.000 0 0,0.000-3.000 0 0,-3.000 3.000 0 16,2.000 0.000 0-16,1.000 0.000 0 0,-3.000 3.000 0 0,-3.000-3.000 0 16,3.000 2.000 0-16,-9.000-2.000 0 0,6.000 6.000 0 0,-6.000-6.000 0 0,3.000 10.000 0 0,0.000 1.000 0 15,-3.000-1.000 0-15,0.000 1.000-12 0,-3.000 0.000 12 0,0.000 2.000 0 16,-3.000 0.000 0-16,0.000 3.000-9 16,0.000-3.000 9-16,-3.000 3.000 0 0,0.000-3.000 0 0,3.000 3.000 8 0,-2.000-3.000 11 0,2.000 1.000 2 15,0.000-4.000 1-15,0.000-2.000 0 0,0.000 3.000-7 0,3.000-3.000-2 16,0.000-3.000 0-16,3.000 0.000 0 0,0.000-5.000-13 0,0.000 6.000 0 15,0.000-4.000 0-15,0.000-2.000 0 0,3.000 5.000-19 0,0.000-2.000 3 16,3.000 2.000 1-16,3.000-5.000 0 0,-3.000 6.000 15 0,-1.000-6.000-12 16,4.000 5.000 12-16,0.000-2.000-12 0,0.000-1.000 12 0,3.000 1.000 0 15,-3.000 2.000 0-15,0.000 0.000 0 0,0.000 1.000 0 0,0.000-1.000 0 16,-3.000 0.000 0-16,3.000 3.000 0 0,6.000-2.000 0 0,-9.000 4.000 0 0,-9.000 1.000 0 16,0.000 2.000 0-16,0.000-2.000 0 0,0.000 2.000 10 0,-3.000 0.000-10 15,0.000 6.000 8-15,-3.000-4.000 1 0,0.000 4.000 0 0,0.000-1.000 0 0,0.000-2.000 0 16,-3.000-2.000-9-16,3.000 1.000-9 0,-3.000-4.000 9 0,-3.000 0.000-13 31,1.000 2.000-19-31,-1.000-5.000-4 0,0.000-3.000-1 0,-3.000 0.000 0 16,3.000 1.000-98-16,-3.000-6.000-19 0,0.000 0.000-4 0,3.000-6.000-414 0,-2.000 1.000-84 0</inkml:trace>
  <inkml:trace contextRef="#ctx0" brushRef="#br0">18320.000 17235.000 172 0,'0.000'0.000'16'0,"0.000"0.000"-16"0,0.000 0.000 0 0,0.000 0.000 0 15,3.000 8.000 328-15,3.000-3.000 64 0,-6.000-5.000 12 0,3.000 8.000 2 16,2.000 0.000-242-16,-2.000 0.000-49 0,-3.000 3.000-10 0,0.000-1.000-1 16,0.000 1.000-37-16,-3.000 5.000-7 0,1.000-3.000-2 0,-4.000 0.000 0 0,0.000 3.000-13 0,0.000 2.000-2 15,-3.000 1.000-1-15,0.000 0.000 0 0,0.000 2.000-5 0,-3.000 3.000-1 16,0.000 2.000 0-16,0.000 0.000 0 0,-3.000-2.000-24 0,3.000-3.000-12 16,0.000-2.000 10-16,1.000-1.000-10 0,-1.000-2.000 0 0,-3.000 0.000-12 15,-6.000-3.000 1-15,3.000-2.000 0 16,3.000 0.000-132-16,0.000-3.000-26 0,-3.000-3.000-6 0,4.000-3.000-1 15,2.000-2.000-37-15,0.000 0.000-8 0,-3.000-2.000-2 0</inkml:trace>
  <inkml:trace contextRef="#ctx0" brushRef="#br0">18055.000 17370.000 518 0,'0.000'0.000'46'0,"9.000"-3.000"-37"16,-9.000 3.000-9-16,9.000-2.000 0 0,2.000-1.000 256 0,-5.000 0.000 48 15,-6.000 3.000 11-15,12.000 0.000 1 0,0.000 0.000-161 0,0.000 0.000-33 0,0.000 0.000-6 0,-3.000 3.000-2 16,0.000 0.000-38-16,-3.000-1.000-8 15,3.000 1.000-2-15,-3.000 2.000 0 0,6.000-2.000-18 0,-3.000 2.000-4 16,0.000 3.000-1-16,-4.000-3.000 0 0,4.000 3.000-15 0,0.000-2.000-4 0,0.000 2.000 0 0,0.000-1.000 0 16,0.000 1.000-9-16,3.000 0.000-3 0,-6.000 0.000 0 0,3.000 0.000 0 15,0.000 3.000-12-15,0.000-3.000 0 0,0.000 0.000 0 0,0.000 0.000 0 16,0.000 0.000 0-16,-1.000 2.000-15 0,-2.000 6.000 2 0,3.000-3.000 0 31,-3.000-5.000-25-31,0.000 0.000-5 0,0.000-3.000-1 0,0.000 1.000 0 0,0.000-6.000-86 16,3.000-6.000-18-16,-3.000-4.000-3 0</inkml:trace>
  <inkml:trace contextRef="#ctx0" brushRef="#br0">20079.000 11221.000 1875 0,'0.000'0.000'41'0,"0.000"0.000"9"0,0.000 0.000 2 0,0.000 0.000 0 0,0.000 0.000-41 0,0.000 0.000-11 0,0.000 0.000 0 0,0.000 0.000 0 16,0.000 0.000 46-16,0.000 0.000 7 0,0.000 0.000 2 0,0.000 0.000 0 15,0.000 0.000-39-15,0.000 0.000-7 0,0.000 0.000-1 0,0.000 0.000-8 0,0.000 0.000 9 0,0.000 0.000-9 16,0.000 0.000 0-16,0.000 0.000 9 15,0.000 0.000 5-15,0.000 0.000 1 0,0.000 0.000 0 0,0.000 0.000 0 0,0.000 0.000 9 0,0.000 0.000 1 16,0.000 0.000 1-16,0.000 0.000 0 0,0.000 0.000-11 0,0.000 8.000-3 16,0.000-8.000 0-16,0.000 0.000 0 0,-3.000 5.000 0 0,3.000-5.000-1 15,0.000 0.000 0-15,0.000 0.000 0 0,0.000 0.000 7 0,0.000 8.000 2 16,0.000-8.000 0-16,0.000 0.000 0 0,0.000 0.000 7 0,0.000 0.000 1 16,0.000 5.000 1-16,0.000-5.000 0 0,0.000 0.000-17 0,0.000 0.000-3 15,0.000 0.000-1-15,3.000 11.000 0 0,0.000-3.000 3 0,0.000 0.000 0 16,-3.000-8.000 0-16,0.000 0.000 0 0,3.000 5.000-11 0,-3.000-5.000 8 15,6.000 5.000-8-15,-6.000-5.000 8 0,3.000 6.000-8 0,-3.000-6.000 10 16,0.000 0.000-10-16,9.000 0.000 10 0,-3.000 2.000-10 0,-1.000 1.000 0 16,-5.000-3.000 0-16,9.000 3.000 0 0,-3.000-3.000 0 0,-6.000 0.000 0 15,0.000 0.000 0-15,9.000 2.000 0 0,-3.000 1.000 0 0,3.000-3.000 0 0,-3.000 0.000 0 0,3.000 0.000 0 16,-3.000 0.000-11-16,0.000 0.000 11 0,3.000-3.000-8 0,-3.000 3.000 8 16,3.000-2.000-9-16,-3.000-1.000 9 0,0.000-5.000-10 0,0.000 5.000 10 15,0.000-2.000 0-15,-6.000 5.000 0 0,9.000-2.000 0 0,-1.000-1.000 0 16,-2.000 0.000 0-16,3.000 3.000 0 0,-3.000-2.000 0 15,3.000 2.000 0-15,0.000-3.000 0 0,3.000 0.000 0 0,-6.000 1.000 0 0,6.000-1.000 0 16,6.000-2.000 0-16,-3.000 2.000 0 0,2.000-2.000-8 0,1.000-3.000 8 16,-3.000 3.000 0-16,3.000-3.000 0 0,-3.000 0.000 0 0,0.000 0.000 0 15,0.000 2.000 0-15,0.000-1.000 0 0,0.000 1.000 0 0,-4.000 1.000 0 16,-2.000 0.000 0-16,0.000 2.000 0 0,-3.000-2.000 0 0,3.000 2.000 0 16,-3.000 0.000 0-16,3.000 1.000 0 0,-9.000 2.000 0 0,0.000 0.000 0 15,0.000 0.000 0-15,0.000 0.000 0 0,0.000 0.000 0 0,0.000 0.000 0 16,0.000 0.000 9-16,0.000 0.000-9 0,0.000 0.000 0 0,0.000 0.000 9 15,0.000 0.000 5-15,6.000 2.000 1 0,-6.000-2.000 0 0,6.000 6.000 0 0,-6.000-6.000 10 0,3.000 8.000 3 16,-3.000-3.000 0-16,0.000 3.000 0 0,0.000-3.000-28 0,0.000-5.000 0 16,0.000 8.000 0-16,0.000 0.000 0 15,0.000 3.000-77-15,0.000-1.000-8 0,-6.000 3.000-2 0,3.000 3.000-1041 16</inkml:trace>
  <inkml:trace contextRef="#ctx1" brushRef="#br0">19207.000 11656.000 0</inkml:trace>
  <inkml:trace contextRef="#ctx1" brushRef="#br0">19207.000 11656.000 0</inkml:trace>
</inkml:ink>
</file>

<file path=ppt/ink/ink27.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4-01T06:20:07"/>
    </inkml:context>
    <inkml:brush xml:id="br0">
      <inkml:brushProperty name="width" value="0.05292" units="cm"/>
      <inkml:brushProperty name="height" value="0.05292" units="cm"/>
      <inkml:brushProperty name="color" value="#ff0000"/>
    </inkml:brush>
  </inkml:definitions>
  <inkml:trace contextRef="#ctx0" brushRef="#br0">10378.000 17799.000 172 0,'0.000'0.000'16'0,"0.000"0.000"-16"16,0.000 0.000 0-16,0.000 0.000 0 0,0.000 0.000 266 0,0.000 0.000 50 16,0.000 0.000 11-16,0.000 0.000 1 0,0.000 0.000-207 0,0.000 0.000-41 15,-9.000 2.000-9-15,9.000-2.000-2 0,0.000 0.000-17 0,0.000 0.000-3 16,-3.000 0.000-1-16,3.000 0.000 0 0,0.000 0.000 17 0,0.000 0.000 3 15,0.000 0.000 1-15,0.000 0.000 0 0,0.000 0.000-19 0,0.000 0.000-4 16,0.000 0.000-1-16,0.000 0.000 0 0,0.000 0.000-5 0,0.000 0.000-2 0,0.000 0.000 0 16,0.000 0.000 0-16,0.000 0.000-11 0,0.000 0.000-3 0,0.000 0.000 0 0,0.000 0.000 0 15,6.000-5.000 4-15,-6.000 5.000 1 0,0.000 0.000 0 0,9.000 0.000 0 16,0.000-3.000-10-16,0.000 3.000-3 0,-3.000 0.000 0 0,3.000 0.000 0 16,3.000 3.000-6-16,0.000-3.000-2 0,-3.000 0.000 0 0,3.000 3.000 0 15,-1.000-1.000-8-15,4.000-2.000 0 0,0.000 3.000 0 0,3.000-3.000 0 16,0.000 2.000-14-16,0.000 1.000-5 0,3.000-3.000-1 0,-1.000 0.000 0 31,1.000 0.000-193-31,3.000 0.000-39 0</inkml:trace>
</inkml:ink>
</file>

<file path=ppt/ink/ink28.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4-01T06:19:45"/>
    </inkml:context>
    <inkml:brush xml:id="br0">
      <inkml:brushProperty name="width" value="0.05292" units="cm"/>
      <inkml:brushProperty name="height" value="0.05292" units="cm"/>
      <inkml:brushProperty name="color" value="#ff0000"/>
    </inkml:brush>
  </inkml:definitions>
  <inkml:trace contextRef="#ctx0" brushRef="#br0">2892.000 17590.000 172 0,'0.000'0.000'8'0,"0.000"0.000"1"0,0.000-6.000-9 0,0.000 6.000 0 16,0.000 0.000 0-16,0.000 0.000 0 0,3.000-8.000 130 0,-3.000 3.000 24 16,0.000 5.000 5-16,0.000 0.000 1 0,3.000-5.000-136 0,-3.000 5.000-24 15,0.000 0.000-9-15,0.000 0.000 0 0,0.000 0.000-7 0,0.000 0.000-2 16,0.000 0.000 0-16,0.000 0.000 0 0,0.000 0.000 18 0,0.000 0.000 11 15,3.000-6.000-2-15,-3.000 6.000 0 0,0.000 0.000 36 0,0.000 0.000 7 16,0.000 0.000 2-16,0.000 0.000 0 0,3.000-5.000 13 0,-3.000 5.000 2 16,0.000 0.000 1-16,0.000 0.000 0 0,3.000-8.000-18 0,-3.000 8.000-3 15,0.000 0.000-1-15,0.000 0.000 0 0,0.000 0.000-17 0,0.000 0.000-4 0,0.000 0.000-1 0,0.000 0.000 0 16,0.000 0.000-10-16,0.000 0.000-1 0,0.000 0.000-1 0,0.000 0.000 0 16,0.000 0.000-6-16,0.000 0.000 0 0,0.000 0.000-8 0,0.000 0.000 12 15,0.000 0.000 4-15,0.000 0.000 0 0,0.000 0.000 0 0,0.000 0.000 0 16,0.000 0.000 9-16,0.000 0.000 3 0,0.000 0.000 0 0,9.000 0.000 0 15,-3.000-8.000 6-15,-6.000 8.000 2 0,0.000 0.000 0 0,0.000 0.000 0 16,0.000 0.000-6-16,0.000 0.000-1 0,0.000 0.000 0 0,6.000 6.000 0 16,-6.000-6.000-5-16,0.000 0.000-2 0,6.000-3.000 0 0,-6.000 3.000 0 15,9.000 3.000 1-15,-3.000-1.000 0 0,3.000-7.000 0 0,-3.000 0.000 0 16,-6.000 5.000-4-16,8.000 2.000-1 0,-8.000-2.000 0 0,6.000-2.000 0 16,0.000-6.000 1-16,3.000 5.000 0 0,-3.000 8.000 0 0,0.000-5.000 0 15,3.000-8.000 0-15,0.000 8.000 0 0,-6.000 6.000 0 0,6.000-4.000 0 16,0.000-4.000-4-16,-3.000-1.000-1 0,0.000 0.000 0 0,3.000 6.000 0 0,0.000 0.000-2 15,-3.000-3.000-1-15,-6.000 0.000 0 0,9.000 0.000 0 0,-3.000 2.000-1 0,-1.000 1.000 0 16,1.000-3.000 0-16,3.000-3.000 0 0,-9.000 3.000 2 0,9.000 0.000 1 16,-6.000 3.000 0-16,6.000-3.000 0 0,0.000-5.000 8 0,-3.000 5.000 2 15,0.000 8.000 0-15,3.000-6.000 0 0,0.000-4.000-23 0,-9.000 2.000 0 16,6.000 0.000 0-16,3.000 2.000 8 0,3.000 1.000 0 0,-3.000 0.000 0 16,-3.000-3.000 0-16,-1.000 0.000 0 15,1.000 0.000-8-15,3.000 2.000 8 0,0.000-2.000-8 0,-3.000 0.000 8 0,0.000 0.000-8 0,3.000 3.000 0 16,-9.000-3.000 0-16,0.000 0.000 0 0,3.000-5.000 0 0,-3.000 5.000 9 15,9.000 2.000 0-15,-9.000-2.000 0 0,9.000-8.000 1 0,-9.000 8.000 0 16,9.000 3.000 0-16,-3.000 0.000 0 0,0.000-6.000-2 0,-6.000 3.000 0 0,9.000 3.000 0 0,-6.000-1.000 0 16,3.000-2.000-8-16,-6.000 0.000 0 0,0.000 0.000 9 15,0.000 0.000-9-15,0.000 0.000 0 0,12.000 0.000 0 16,-12.000 0.000 0-16,0.000 0.000 8 0,3.000-5.000-8 0,-3.000 5.000 0 0,6.000-3.000 0 0,-6.000 3.000 0 16,8.000-5.000 0-16,-8.000 5.000-15 0,0.000 0.000 4 0,6.000 0.000 1 31,3.000-8.000-20-31,-9.000 8.000-4 0,6.000 3.000-1 0,0.000 2.000 0 15,-6.000-5.000-35-15,9.000 0.000-7 0,-9.000 0.000-2 0,6.000 3.000-606 0,3.000-1.000-122 0</inkml:trace>
  <inkml:trace contextRef="#ctx0" brushRef="#br0">3103.000 17595.000 57 0,'0.000'0.000'0'0,"0.000"0.000"0"16,0.000 0.000 0-16,0.000 0.000 0 0,0.000 0.000 173 0,0.000 0.000 30 0,-6.000-3.000 5 0,6.000 3.000 2 16,0.000 0.000-104-16,0.000 0.000-21 0,-2.000-2.000-4 0,2.000 2.000-1 15,-6.000-3.000-12-15,6.000 3.000-4 0,0.000 0.000 0 0,-3.000-3.000 0 16,-6.000 1.000-24-16,6.000 2.000-6 0,3.000 0.000-1 0,0.000 0.000 0 15,-9.000-3.000-4-15,9.000 3.000-1 0,0.000 0.000 0 0,0.000 0.000 0 16,-9.000 0.000-10-16,3.000 0.000-2 0,3.000 0.000-1 0,3.000 0.000 0 16,-3.000 3.000 5-16,3.000-3.000 0 0,-6.000 5.000 1 0,3.000 0.000 0 15,3.000 0.000-11-15,-6.000 3.000-2 0,0.000-2.000-8 0,6.000-1.000 12 16,-6.000 3.000-2-16,3.000 0.000-1 0,3.000 0.000 0 0,0.000 2.000 0 16,-6.000-2.000 7-16,3.000 0.000 0 0,0.000 3.000 1 0,3.000 2.000 0 15,-3.000-2.000 2-15,0.000 2.000 0 0,0.000 0.000 0 0,3.000-2.000 0 16,-6.000-1.000 1-16,3.000 3.000 1 0,3.000-2.000 0 0,-6.000 0.000 0 15,0.000 2.000 2-15,6.000-3.000 0 0,-8.000 1.000 0 0,2.000 0.000 0 16,0.000 2.000-1-16,0.000 0.000 0 0,-3.000 0.000 0 0,6.000 1.000 0 0,-6.000-1.000-13 16,6.000-3.000-9-16,-3.000 4.000 12 0,3.000-1.000-12 0,3.000-3.000 0 15,-6.000 1.000 0-15,3.000 2.000 0 0,0.000-2.000 0 0,0.000-3.000 0 0,3.000 2.000-17 16,0.000-2.000 1-16,-3.000 0.000 1 16,3.000-3.000-41-16,0.000-5.000-9 0,0.000 0.000-2 0,0.000 0.000 0 15,3.000 3.000-169-15,-3.000-3.000-35 0</inkml:trace>
  <inkml:trace contextRef="#ctx0" brushRef="#br0">3154.000 17717.000 1148 0,'0.000'0.000'51'0,"0.000"0.000"10"0,0.000 0.000-49 0,0.000 7.000-12 0,-3.000 4.000 0 0,0.000-6.000 0 16,3.000 3.000 69-16,-3.000-2.000 11 0,3.000 1.000 3 0,-6.000-1.000 0 15,3.000-1.000-66-15,3.000 0.000-17 0,0.000 1.000 0 0,-6.000-1.000 0 16,3.000 3.000 9-16,0.000-3.000-9 0,3.000-5.000 8 0,0.000 5.000-8 16,0.000 1.000 0-16,0.000-6.000 0 0,-6.000 5.000 0 0,3.000 0.000 0 15,3.000-5.000 18-15,0.000 6.000 11 0,-9.000 2.000 3 0,6.000-3.000 0 16,3.000-5.000-16-16,0.000 0.000-2 0,0.000 8.000-1 0,0.000 0.000 0 16,0.000-8.000 14-16,3.000 5.000 2 0,-3.000 3.000 1 0,3.000-3.000 0 15,3.000 1.000-4-15,3.000-1.000-1 0,-9.000-5.000 0 0,3.000 5.000 0 16,6.000 0.000 4-16,3.000 1.000 1 0,-6.000-4.000 0 0,6.000 1.000 0 15,-3.000 2.000-10-15,-3.000-2.000-1 0,3.000 0.000-1 0,3.000-3.000 0 16,-6.000 2.000-18-16,3.000 1.000 8 0,2.000 0.000-8 0,-2.000-3.000 0 16,0.000 0.000 10-16,-3.000 2.000-10 0,3.000-2.000 8 0,0.000 0.000-8 15,-3.000 0.000 0-15,6.000 3.000 0 0,-9.000-3.000 8 0,3.000 2.000-8 0,3.000-2.000 0 0,-9.000 0.000 0 16,0.000 0.000 0-16,6.000 0.000 0 16,3.000 0.000-32-16,-3.000 0.000 2 0,0.000-2.000 0 0,-6.000 2.000 0 15,6.000 0.000-46-15,3.000-3.000-10 0,-4.000 1.000-2 0,-2.000-1.000-420 16,-3.000 3.000-84-16</inkml:trace>
  <inkml:trace contextRef="#ctx0" brushRef="#br0">2821.000 17412.000 1821 0,'0.000'0.000'40'0,"0.000"0.000"8"0,0.000 0.000 1 0,0.000 0.000 3 0,-9.000-2.000-41 0,9.000 2.000-11 0,0.000 8.000 0 0,-6.000-3.000 0 16,3.000-5.000 0-16,0.000 5.000-11 0,0.000 6.000 3 0,3.000-1.000 0 15,-3.000 4.000-6-15,3.000 1.000-1 0,-3.000 9.000 0 0,-3.000-8.000 0 16,3.000 3.000 15-16,-9.000-4.000-9 0,3.000-1.000 9 0,-6.000 4.000-8 15,3.000 6.000-4-15,-3.000 2.000 0 0,1.000 1.000 0 0,-1.000 10.000 0 0,-6.000-3.000 64 0,6.000-5.000 13 16,3.000 1.000 3-16,0.000-7.000 0 0,0.000 4.000-7 0,-3.000-6.000-1 16,9.000 0.000 0-16,-3.000 0.000 0 0,1.000 1.000-40 0,2.000-1.000-9 15,3.000 0.000-2-15,3.000 0.000 0 0,-3.000-2.000-9 0,3.000-4.000 0 16,0.000 1.000 0-16,3.000-2.000 0 0,6.000-1.000 0 0,-1.000 0.000 0 16,1.000-2.000 0-16,-3.000-1.000 0 0,0.000-2.000-12 0,6.000 0.000-8 15,9.000 0.000-2-15,0.000 0.000 0 0,6.000-3.000 0 0,-3.000 0.000 0 16,8.000 1.000 0-16</inkml:trace>
  <inkml:trace contextRef="#ctx0" brushRef="#br0">3535.000 17489.000 57 0,'0.000'24.000'0'0,"0.000"-14.000"0"0,-3.000-2.000 0 0,3.000-8.000 0 0,0.000 0.000 0 0,0.000 0.000 0 16,-3.000-5.000 117-16,3.000 5.000 19 0,0.000 0.000 3 0,0.000 0.000 1 15,0.000-16.000-44-15,0.000 8.000-8 0,0.000 8.000-1 0,0.000 0.000-1 16,0.000 0.000-16-16,0.000 0.000-3 0,0.000 0.000-1 0,0.000 0.000 0 16,0.000 0.000-22-16,0.000 0.000-4 0,0.000 0.000 0 0,0.000 0.000-1 15,0.000 0.000 5-15,0.000 0.000 0 0,0.000 0.000 1 0,0.000 0.000 0 16,0.000 0.000 5-16,0.000 0.000 1 0,12.000-8.000 0 0,-12.000 8.000 0 0,3.000-8.000-19 0,6.000 3.000-4 16,3.000 5.000-1-16,-6.000-3.000 0 0,-6.000 3.000 5 0,0.000 0.000 2 15,9.000 0.000 0-15,-3.000 0.000 0 0,-6.000 0.000-12 0,9.000 0.000-2 16,-3.000 3.000-1-16,5.000 0.000 0 0,-8.000 2.000 1 0,6.000-2.000 1 15,-3.000-1.000 0-15,0.000 1.000 0 0,0.000 2.000-5 0,-3.000-2.000 0 16,3.000-3.000-1-16,0.000 2.000 0 0,0.000 6.000-1 0,-6.000-2.000 0 16,3.000-1.000 0-16,-3.000-5.000 0 0,0.000 0.000-1 0,0.000 0.000 0 15,0.000 0.000 0-15,0.000 0.000 0 0,0.000 0.000 7 0,0.000 8.000 2 16,-3.000 5.000 0-16,3.000-5.000 0 16,0.000-3.000-10-16,-6.000-5.000-3 0,3.000 0.000 0 0,0.000 0.000 0 0,-3.000 6.000-1 0,3.000-1.000 0 15,-6.000 3.000 0-15,3.000 0.000 0 0,0.000 0.000 0 0,-3.000 2.000 0 0,9.000-2.000 0 0,-9.000-2.000 0 16,7.000 2.000-8-16,-7.000-3.000 0 0,3.000 3.000 0 0,6.000-3.000 0 15,6.000-2.000 0-15,-6.000-1.000 0 0,0.000 4.000 0 0,3.000-4.000 0 16,-3.000 1.000 0-16,0.000 0.000 0 0,-3.000-3.000 0 0,-3.000 2.000 0 16,12.000 1.000 8-16,-6.000-3.000 4 0,0.000 0.000 0 0,0.000 0.000 0 15,9.000 3.000 1-15,-4.000-3.000 1 0,4.000 0.000 0 0,0.000 0.000 0 16,0.000 0.000 5-16,3.000 0.000 1 0,-3.000-3.000 0 0,3.000 3.000 0 16,-3.000-3.000 0-16,3.000 3.000 1 0,0.000-2.000 0 0,3.000 2.000 0 15,-6.000 0.000-21-15,-3.000-3.000 0 0,2.000 3.000 0 0,1.000 0.000-8 16,-3.000 0.000 8-16,0.000 0.000 0 0,0.000 0.000 0 0,3.000 0.000 8 15,-9.000 0.000-8-15,6.000 0.000 0 0,-6.000 0.000 0 0,0.000 0.000 0 16,0.000 0.000-19-16,3.000 0.000-5 0,-3.000 0.000 0 0,0.000 0.000-1 16,0.000 0.000-96-16,0.000 0.000-19 0,0.000 0.000-4 0,0.000 0.000-1 15,0.000 0.000-99-15,0.000 0.000-20 0</inkml:trace>
  <inkml:trace contextRef="#ctx0" brushRef="#br0">4136.000 17679.000 961 0,'0.000'0.000'42'0,"0.000"0.000"10"0,0.000 0.000-42 0,0.000 0.000-10 0,0.000 0.000 0 0,0.000 0.000 0 16,0.000 0.000 101-16,0.000 0.000 19 0,0.000 0.000 3 0,0.000 0.000 1 16,0.000 0.000-64-16,0.000 0.000-13 0,0.000 0.000-3 0,0.000 0.000 0 15,0.000 0.000-2-15,0.000 0.000-1 0,0.000 0.000 0 0,0.000 0.000 0 16,0.000 0.000-1-16,0.000 0.000 0 0,0.000 0.000 0 0,0.000 0.000 0 16,0.000 0.000-1-16,0.000 0.000-1 0,12.000-2.000 0 0,-9.000 2.000 0 15,-3.000 0.000-5-15,6.000 0.000-1 0,6.000 0.000 0 0,-6.000 0.000 0 0,0.000 0.000-3 0,3.000 0.000-1 16,0.000-3.000 0-16,0.000 3.000 0 0,3.000 0.000-3 0,-6.000 0.000-1 15,3.000 0.000 0-15,-1.000 0.000 0 0,1.000 3.000-4 0,0.000-3.000 0 16,0.000 0.000-1-16,0.000 0.000 0 0,3.000 0.000-6 0,-3.000 2.000-1 16,0.000-2.000 0-16,3.000 0.000 0 0,-3.000 0.000 0 0,0.000 0.000 0 15,3.000 0.000 0-15,-6.000 0.000 0 0,0.000-2.000 4 0,2.000 2.000 0 16,-2.000 0.000 0-16,0.000 0.000 0 0,-6.000 0.000-2 0,6.000 0.000 0 16,6.000 0.000 0-16,-9.000 0.000 0 0,-3.000 0.000-14 0,0.000 0.000 8 15,0.000 0.000-8-15,0.000 0.000 0 0,6.000 2.000 0 0,-6.000-2.000 8 0,0.000 0.000-8 16,0.000 0.000 0-16,6.000 0.000-9 0,-6.000 0.000-5 0,0.000 0.000-1 0,0.000 0.000 0 31,0.000 0.000-20-31,0.000 0.000-4 0,0.000 0.000-1 0,0.000 0.000 0 16,0.000 0.000-148-16,-3.000-5.000-29 0</inkml:trace>
  <inkml:trace contextRef="#ctx0" brushRef="#br0">4746.000 17523.000 288 0,'0.000'0.000'12'0,"0.000"6.000"4"0,0.000 2.000-16 0,0.000-8.000 0 0,0.000 0.000 0 0,0.000 0.000 0 16,-11.000 5.000 296-16,11.000-5.000 56 0,0.000 0.000 11 0,0.000 0.000 2 15,0.000 0.000-295-15,0.000 0.000-59 0,-3.000 5.000-11 0,3.000-5.000 0 16,0.000 0.000-12-16,0.000 0.000 3 0,0.000 0.000 0 0,0.000 0.000 0 16,0.000 0.000 9-16,-6.000 8.000 14 0,6.000-3.000-3 0,-6.000 3.000-1 15,3.000 0.000 8-15,3.000 0.000 2 0,-3.000 3.000 0 0,3.000-1.000 0 0,0.000 1.000 7 0,-3.000 2.000 1 16,3.000 3.000 1-16,-3.000-3.000 0 0,0.000 1.000-4 0,3.000-1.000-1 15,0.000 3.000 0-15,0.000-3.000 0 0,0.000 0.000-6 0,0.000-2.000-2 16,3.000 2.000 0-16,-3.000-3.000 0 0,0.000 1.000 8 0,0.000 0.000 2 16,3.000-3.000 0-16,0.000 2.000 0 0,0.000-2.000-9 0,0.000 3.000-1 15,-3.000-3.000-1-15,6.000-3.000 0 0,-6.000 3.000-2 0,6.000-3.000 0 16,-3.000 0.000 0-16,0.000 1.000 0 0,0.000-1.000 1 0,-3.000 0.000 0 16,5.000-2.000 0-16,-5.000 0.000 0 0,3.000-3.000 2 0,0.000 0.000 1 15,3.000 2.000 0-15,0.000-2.000 0 0,-3.000-2.000-8 0,6.000-1.000-1 16,-9.000 0.000-8-16,6.000 1.000 12 0,3.000-4.000-4 0,-3.000 1.000-8 15,0.000 0.000 11-15,0.000 0.000-11 0,0.000-3.000 16 0,6.000 0.000-4 16,-9.000 0.000-1-16,3.000 2.000 0 0,0.000-2.000 0 0,0.000 1.000 0 0,-6.000-4.000 0 0,3.000 3.000 0 16,0.000 0.000-2-16,0.000-3.000 0 0,3.000 6.000 0 0,-3.000-3.000 0 15,0.000 0.000-9-15,0.000 0.000 12 0,2.000 3.000-12 0,-5.000 0.000 12 16,0.000 0.000-12-16,0.000 5.000 0 0,0.000-6.000 0 0,0.000 6.000 0 16,0.000 0.000 0-16,0.000 0.000 0 0,3.000-2.000 0 0,0.000 2.000 0 15,-3.000 0.000 0-15,0.000 0.000-14 0,0.000 0.000 5 0,3.000 5.000 1 16,0.000 3.000 8-16,6.000 0.000 0 0,-9.000-3.000-9 0,3.000 6.000 9 15,3.000-3.000 0-15,-3.000 2.000 0 0,0.000 1.000 0 0,3.000-1.000 0 16,3.000 1.000 0-16,-6.000-1.000 0 0,9.000 4.000 0 0,-3.000-4.000 0 16,0.000 1.000 0-16,0.000 2.000 0 0,0.000-5.000 0 0,0.000 3.000 0 15,3.000-3.000 0-15,-7.000-3.000 0 0,4.000 0.000 0 0,0.000 0.000 0 16,-3.000-2.000 0-16,3.000 0.000 0 0,-3.000-3.000 0 0,3.000-3.000 0 16,-6.000 3.000 0-16,3.000-5.000 0 0,0.000-1.000 0 0,6.000-1.000 12 0,-12.000-1.000 7 0,6.000-3.000 1 15,0.000-2.000 1-15,3.000 0.000 0 0,-9.000-3.000-9 0,0.000-3.000-1 16,6.000 1.000-1-16,-3.000-4.000 0 0,-3.000-4.000-10 0,3.000 0.000 0 15,-6.000-1.000 0-15,3.000 1.000 0 0,0.000 4.000 0 0,0.000 1.000 0 16,0.000 0.000 0-16,0.000 3.000 0 0,-3.000 2.000 0 0,3.000 3.000 0 16,-3.000 2.000 0-16,3.000 3.000 0 0,-3.000 0.000-11 0,3.000 3.000 11 15,0.000 5.000-8-15,0.000 0.000 8 0,0.000 0.000-22 0,0.000 0.000 1 16,0.000 0.000 0-16,0.000 0.000 0 16,0.000 0.000-23-16,0.000 0.000-4 0,0.000 0.000 0 0,0.000 0.000-1 15,0.000 2.000-48-15,0.000 4.000-10 0,3.000-1.000-1 0,0.000 3.000-482 16,-3.000-3.000-96-16</inkml:trace>
  <inkml:trace contextRef="#ctx0" brushRef="#br0">5297.000 17452.000 921 0,'0.000'0.000'40'0,"0.000"0.000"10"0,-3.000 0.000-40 0,3.000 0.000-10 0,0.000 0.000 0 0,0.000 0.000 0 16,-3.000 0.000 214-16,3.000 0.000 41 0,0.000 0.000 8 0,0.000 0.000 1 15,0.000 0.000-202-15,-3.000 8.000-41 0,-3.000-5.000-8 0,6.000 2.000-1 16,0.000-5.000-12-16,0.000 8.000 0 0,-3.000-3.000-12 0,0.000 3.000 12 16,3.000-3.000 0-16,-3.000 3.000 0 0,3.000-8.000 0 0,0.000 0.000 0 15,-3.000 5.000 22-15,3.000 3.000-1 0,0.000-8.000 0 0,0.000 0.000 0 16,0.000 0.000 5-16,3.000 6.000 1 0,3.000 2.000 0 0,0.000-3.000 0 16,-6.000-5.000 5-16,6.000 5.000 2 0,6.000 3.000 0 0,-6.000-5.000 0 15,6.000-6.000-13-15,0.000 3.000-2 0,-3.000 5.000-1 0,3.000-2.000 0 16,-6.000-3.000-6-16,0.000-3.000-2 0,3.000-4.000 0 0,-3.000 1.000 0 0,-1.000 4.000-10 0,1.000 2.000 12 15,0.000 0.000-12-15,3.000 2.000 12 0,3.000-2.000-12 0,-6.000 6.000 0 16,0.000-4.000 0-16,-3.000 3.000 0 0,3.000 1.000 8 0,-3.000-1.000-8 16,3.000 0.000 0-16,-6.000 1.000 8 0,6.000 2.000-8 0,-6.000-3.000 10 15,0.000 0.000-10-15,0.000 0.000 10 0,0.000-5.000-10 0,0.000 3.000 8 16,0.000-3.000-8-16,0.000 5.000 8 0,3.000 1.000-8 0,-3.000-6.000 0 16,0.000 0.000 0-16,0.000 2.000 0 0,6.000 4.000 0 0,-3.000-4.000 0 15,-3.000-2.000 0-15,0.000 0.000 0 0,9.000 3.000-17 0,-6.000-3.000-6 16,3.000 3.000-1-16,3.000-3.000 0 15,3.000 0.000-16-15,-7.000-3.000-3 0,4.000 3.000-1 0,0.000-3.000 0 16,-3.000 1.000-28-16,0.000-1.000-5 0,0.000 0.000-2 0,3.000-2.000 0 16,-3.000 0.000-91-16,0.000-1.000-18 0,3.000 1.000-4 0,-3.000-3.000-1 0</inkml:trace>
  <inkml:trace contextRef="#ctx0" brushRef="#br0">5738.000 17515.000 1152 0,'-3.000'-2.000'102'0,"0.000"4.000"-82"0,3.000-2.000-20 0,0.000 0.000 0 16,0.000 0.000 67-16,0.000 0.000 9 0,0.000 8.000 1 0,0.000-8.000 1 16,3.000 8.000-33-16,-3.000-8.000-6 0,0.000 0.000-2 0,9.000 8.000 0 15,-3.000 5.000-24-15,3.000-5.000-5 0,-9.000-8.000 0 0,5.000 6.000-8 0,1.000 2.000 56 0,3.000-6.000 5 16,-3.000 1.000 1-16,3.000 2.000 0 0,0.000-2.000 4 15,3.000 0.000 1-15,3.000 4.000 0 0,-9.000-1.000 0 16,3.000-6.000-20-16,0.000-3.000-4 0,-3.000-2.000-1 0,0.000 2.000 0 0,3.000 3.000-17 0,-3.000 3.000-3 16,2.000-1.000-1-16,4.000 4.000 0 0,-3.000 2.000 3 0,0.000 0.000 0 15,3.000-3.000 0-15,-6.000 3.000 0 0,0.000 0.000 7 0,0.000 2.000 1 16,-3.000-2.000 1-16,0.000 0.000 0 0,0.000 3.000-21 0,0.000-3.000-4 16,-3.000 2.000 0-16,0.000 1.000-8 0,-3.000 2.000 8 0,-3.000 0.000-8 15,0.000 6.000 0-15,-3.000-3.000 0 16,3.000 0.000-32-16,-9.000 0.000-9 0,0.000-1.000-3 0,1.000 4.000 0 15,-1.000-3.000-68-15,0.000 2.000-13 0,-6.000 1.000-3 0,-3.000-1.000-792 0</inkml:trace>
  <inkml:trace contextRef="#ctx0" brushRef="#br0">6256.000 17441.000 1094 0,'6.000'8.000'48'0,"-3.000"-5.000"11"0,-3.000-3.000-47 16,0.000 0.000-12-16,0.000 0.000 0 0,0.000 0.000 0 0,0.000 0.000 78 0,0.000 0.000 14 15,0.000 0.000 2-15,0.000 0.000 1 0,0.000 0.000-35 0,0.000 0.000-6 16,-3.000-8.000-2-16,3.000 8.000 0 0,0.000 0.000 9 0,0.000 0.000 2 15,0.000 0.000 0-15,0.000 0.000 0 0,3.000-5.000 1 0,-3.000 5.000 1 16,3.000-3.000 0-16,-3.000 3.000 0 0,0.000 0.000-13 0,2.000-5.000-4 16,4.000 2.000 0-16,3.000 3.000 0 0,0.000 0.000-27 0,3.000 0.000-5 15,-6.000 0.000-2-15,9.000 0.000 0 0,0.000 3.000 14 0,0.000-3.000 4 16,0.000 0.000 0-16,0.000-3.000 0 0,5.000 6.000-4 0,-8.000-1.000-1 0,3.000-2.000 0 0,-3.000-2.000 0 16,3.000 2.000-11-16,0.000 0.000-3 0,-3.000 5.000 0 0,0.000-5.000 0 15,-3.000-3.000-13-15,0.000 3.000 0 0,2.000 3.000 8 0,1.000-3.000-8 16,-3.000 0.000 0-16,0.000 0.000 0 0,3.000 0.000 8 0,-3.000 5.000-8 15,3.000-5.000 0-15,-3.000 3.000 0 0,0.000-3.000 0 0,0.000 3.000 0 16,0.000-1.000-12-16,-3.000 4.000-6 0,0.000-6.000-1 0,0.000 2.000 0 31,-1.000 4.000-33-31,-2.000-4.000-6 0,-3.000-2.000-2 0,0.000 0.000 0 16,0.000 0.000-36-16,0.000 0.000-7 0,3.000 3.000-1 0,-3.000-3.000-1 16,0.000 0.000-108-16,-8.000 0.000-22 0</inkml:trace>
  <inkml:trace contextRef="#ctx0" brushRef="#br0">6452.000 17463.000 1569 0,'-3.000'10.000'69'0,"3.000"-5.000"15"0,0.000 1.000-67 0,0.000-6.000-17 16,0.000 0.000 0-16,0.000 0.000 0 0,-3.000 5.000 79 0,3.000-5.000 12 16,0.000 0.000 2-16,0.000 0.000 1 0,-3.000 5.000-56 0,0.000 1.000-11 15,0.000-4.000-3-15,3.000-2.000 0 0,0.000 0.000-13 0,-3.000 5.000-3 16,0.000 9.000-8-16,3.000-6.000 12 0,-6.000-6.000 6 0,6.000-2.000 1 15,0.000 6.000 0-15,-3.000-1.000 0 0,0.000 0.000 5 0,0.000 8.000 2 16,0.000 1.000 0-16,0.000 4.000 0 0,0.000 1.000-6 0,3.000 2.000-2 16,0.000 11.000 0-16,-6.000-3.000 0 0,6.000 0.000-6 0,-3.000-3.000 0 15,3.000 1.000-1-15,0.000-6.000 0 0,3.000 0.000-3 0,-3.000 0.000 0 16,0.000 0.000 0-16,6.000-2.000 0 0,-6.000 2.000-8 0,0.000-2.000 0 0,0.000-1.000 0 16,3.000-2.000 0-16,-3.000 3.000 0 0,0.000-4.000 0 0,3.000 1.000 0 0,-3.000-3.000 0 15,0.000 1.000 0-15,3.000-4.000 0 0,-3.000 1.000-9 0,0.000-3.000 9 31,0.000-8.000-30-31,0.000 8.000 1 0,0.000-8.000 0 0,0.000 0.000 0 16,0.000 0.000-19-16,0.000 0.000-4 0,0.000 0.000-1 0,0.000 0.000 0 16,0.000 0.000-28-16,3.000-3.000-6 0,-3.000-7.000-1 0,0.000-1.000 0 15,0.000-8.000-52-15,0.000 4.000-12 0,3.000-4.000-1 0,-3.000 1.000-1 0</inkml:trace>
  <inkml:trace contextRef="#ctx0" brushRef="#br0">6446.000 17756.000 1220 0,'0.000'0.000'54'0,"0.000"0.000"11"0,0.000 0.000-52 0,0.000 0.000-13 0,0.000 0.000 0 0,-6.000 0.000 0 15,0.000 0.000 125-15,6.000 0.000 23 0,0.000 0.000 4 0,0.000 0.000 0 16,-6.000 3.000-74-16,6.000-3.000-15 0,0.000 0.000-3 0,0.000 0.000-1 16,0.000 0.000-20-16,0.000 0.000-4 0,0.000 0.000-1 0,0.000 0.000 0 15,0.000 0.000 8-15,0.000 0.000 2 0,0.000 0.000 0 0,0.000 0.000 0 0,0.000 0.000-17 0,0.000 0.000-3 16,0.000 0.000-1-16,9.000 2.000 0 0,0.000-2.000 8 0,3.000 0.000 1 16,-3.000 0.000 1-16,0.000 0.000 0 0,0.000 0.000-8 0,0.000-2.000-1 15,0.000 2.000-1-15,3.000 0.000 0 0,-3.000 0.000-13 0,-1.000 0.000-2 16,1.000 0.000-8-16,0.000 0.000 12 0,0.000 2.000-12 0,0.000-2.000 0 15,-3.000 0.000 0-15,0.000 0.000 0 0,3.000 0.000 0 0,0.000 0.000-10 16,-9.000 0.000 2-16,0.000 0.000 0 16,0.000 0.000-32-16,6.000 0.000-5 0,3.000 0.000-2 0,0.000 0.000 0 15,-3.000-2.000-126-15,3.000-1.000-26 0,0.000 3.000-5 0</inkml:trace>
  <inkml:trace contextRef="#ctx0" brushRef="#br0">6910.000 17592.000 1900 0,'3.000'-26.000'84'0,"0.000"18.000"18"0,-3.000 2.000-82 0,0.000 6.000-20 0,0.000 0.000 0 0,0.000 0.000 0 16,0.000 0.000 14-16,0.000 0.000-2 0,0.000 0.000 0 0,0.000 0.000 0 15,0.000 0.000-21-15,0.000 0.000-5 0,0.000 0.000-1 0,0.000 0.000 0 16,0.000 0.000 15-16,0.000 0.000 0 0,0.000 0.000 0 0,0.000 0.000 0 15,-6.000 6.000 33-15,-2.000-1.000 0 0,2.000 0.000 0 0,0.000 3.000 0 16,0.000 3.000 5-16,0.000-3.000 1 0,0.000 0.000 0 0,3.000 2.000 0 16,-3.000 1.000-23-16,3.000 2.000-4 0,-3.000-2.000 0 0,0.000 2.000-1 15,3.000 0.000 1-15,0.000-2.000 1 0,0.000 2.000 0 0,3.000 0.000 0 0,-3.000-2.000 6 0,3.000 2.000 1 16,-3.000-2.000 0-16,3.000-1.000 0 0,3.000 3.000-8 0,0.000-5.000-2 16,0.000 3.000 0-16,0.000-3.000 0 0,0.000 0.000-10 0,0.000 2.000 0 15,3.000-2.000 0-15,0.000 0.000 0 0,-3.000 3.000 0 0,3.000-3.000 0 16,0.000 0.000 0-16,0.000 0.000-11 0,3.000 0.000-11 0,0.000 0.000-2 15,-1.000-3.000-1-15,1.000 0.000 0 16,0.000 0.000-34-16,-3.000 1.000-6 0,3.000-4.000-2 0,-3.000 4.000 0 16,3.000-4.000-46-16,-3.000-2.000-10 0,-6.000 0.000-1 0</inkml:trace>
  <inkml:trace contextRef="#ctx0" brushRef="#br0">7202.000 17566.000 230 0,'12.000'10.000'10'0,"-6.000"-4.000"2"16,-3.000-4.000-12-16,-3.000-2.000 0 0,0.000 0.000 0 0,9.000 3.000 0 0,-3.000 2.000 424 0,3.000 0.000 83 0,-6.000 3.000 16 0,6.000 0.000 3 15,6.000 0.000-390-15,-1.000 0.000-79 0,-8.000 3.000-15 0,3.000-1.000-3 16,3.000-2.000-26-16,-3.000 3.000-5 0,0.000-3.000 0 0,-6.000 5.000-8 16,0.000-2.000 10-16,3.000-1.000-10 0,3.000 1.000 8 0,-6.000-1.000-8 15,-3.000 1.000 0-15,0.000 0.000 0 0,6.000-1.000 8 0,-3.000-2.000-8 16,-6.000 3.000 0-16,0.000-3.000 0 0,3.000 0.000 0 0,-3.000-1.000 8 15,3.000 1.000-17-15,-3.000 0.000-4 0,-6.000 0.000-1 0,3.000 0.000 0 16,6.000-2.000-23-16,-3.000 1.000-5 0,-9.000-1.000-1 0,-3.000-1.000 0 16,6.000 0.000-81-16,-3.000 1.000-17 0,-8.000-4.000-3 0,8.000 1.000-1 15,3.000-3.000-72-15,0.000-3.000-15 0</inkml:trace>
  <inkml:trace contextRef="#ctx0" brushRef="#br0">7190.000 17325.000 1324 0,'12.000'8.000'59'0,"-6.000"-5.000"12"0,0.000-1.000-57 0,-6.000-2.000-14 15,0.000 0.000 0-15,0.000 0.000 0 0,9.000 0.000 214 0,-3.000 0.000 40 16,-6.000 0.000 8-16,3.000 5.000 2 0,6.000 1.000-207 0,-3.000-1.000-41 16,-3.000 3.000-8-16,0.000 0.000-8 0,-3.000 0.000 0 0,3.000 2.000 0 0,9.000 1.000 0 0,-6.000 0.000 0 31,-9.000 2.000-24-31,6.000-3.000-3 0,9.000 1.000 0 0,-1.000 0.000 0 15,-8.000 4.000-118-15,3.000-1.000-24 0,3.000-4.000-5 0,3.000-2.000-624 0</inkml:trace>
  <inkml:trace contextRef="#ctx0" brushRef="#br0">7547.000 17558.000 57 0,'-3.000'8.000'0'0,"0.000"-6.000"0"0,1.000-4.000 0 0,2.000-4.000 0 16,0.000 6.000 296-16,0.000 0.000 53 0,-6.000 0.000 11 0,3.000-2.000 3 0,6.000-4.000-254 0,-3.000 6.000-50 16,-3.000 3.000-11-16,3.000-6.000-1 0,-3.000-4.000-19 15,3.000 1.000-4-15,0.000 6.000-1 0,0.000 0.000 0 16,0.000 0.000 21-16,0.000-2.000 4 0,0.000-6.000 0 0,0.000 5.000 1 0,-3.000 0.000-31 0,3.000 3.000-6 15,0.000 0.000-2-15,0.000 0.000 0 0,3.000 6.000 12 0,0.000 4.000 2 16,0.000 3.000 1-16,3.000 3.000 0 0,2.000-2.000-13 0,-2.000 1.000-4 16,-3.000 1.000 0-16,0.000 3.000 0 0,6.000-3.000-8 0,-3.000 0.000 12 15,0.000-1.000-12-15,-6.000 1.000 12 0,3.000-2.000-4 0,3.000-4.000-8 16,0.000 1.000 12-16,-3.000-6.000-4 0,0.000 3.000 12 0,-3.000-8.000 3 16,3.000 5.000 0-16,-3.000-5.000 0 0,0.000 0.000 3 0,0.000 0.000 1 15,6.000 3.000 0-15,3.000 0.000 0 0,0.000-3.000-11 0,-3.000-3.000-1 16,-6.000 3.000-1-16,9.000-5.000 0 0,6.000-6.000 2 0,-9.000 0.000 1 0,-9.000-2.000 0 15,3.000 0.000 0-15,3.000-3.000-17 0,2.000-2.000 0 0,-5.000 2.000 8 0,-2.000 0.000-8 16,-1.000 0.000 0-16,3.000 0.000 10 0,3.000 3.000-10 0,-3.000 0.000 8 16,-9.000-1.000-8-16,6.000 6.000 0 0,9.000-2.000 9 0,-3.000 5.000-9 15,-3.000-1.000 8-15,0.000 6.000-8 0,0.000 0.000 8 0,3.000-5.000-8 16,2.000 2.000 8-16,-5.000 3.000-8 0,-3.000-2.000 8 0,3.000 2.000-8 16,9.000-3.000 0-16,-9.000 3.000 0 0,0.000 0.000 0 0,0.000 0.000 8 15,0.000 0.000-8-15,0.000 0.000 0 0,0.000 0.000 0 0,0.000 0.000 0 16,0.000 0.000 0-16,0.000 0.000 0 0,0.000 0.000 0 0,0.000 0.000 0 15,0.000 0.000 0-15,0.000 0.000 0 0,6.000 5.000 0 0,-6.000-5.000 0 16,0.000 0.000 0-16,6.000 3.000 0 0,-6.000-3.000 0 0,12.000 0.000 0 16,0.000 0.000 11-16,-3.000 0.000 7 0,-9.000 0.000 2 0,0.000 0.000 0 15,15.000-5.000 7-15,-6.000 2.000 1 0,-9.000 3.000 1 0,0.000-3.000 0 16,3.000-2.000-13-16,0.000 0.000-4 0,0.000 0.000 0 0,0.000-1.000 0 0,-9.000 4.000-12 16,6.000 2.000 9-16,6.000-6.000-9 0,-6.000 6.000 8 0,-6.000-5.000-8 15,6.000 0.000 12-15,0.000-1.000-12 0,0.000 4.000 12 0,3.000-3.000-12 0,-6.000-1.000 0 16,0.000 1.000 0-16,0.000 2.000 8 0,0.000-5.000 4 0,0.000 6.000 0 15,0.000-4.000 0-15,3.000 1.000 0 0,3.000 0.000-12 0,-3.000 5.000-11 16,-3.000 8.000 3-16,0.000 0.000 0 0,0.000-8.000-8 0,3.000 0.000 0 16,0.000 0.000-1-16,0.000 0.000 0 15,-9.000 2.000-29-15,9.000-2.000-6 0,0.000 0.000 0 0,0.000 0.000-1 16,0.000 0.000-161-16,0.000 0.000-32 0,0.000 0.000-6 0,9.000-5.000-2 0</inkml:trace>
  <inkml:trace contextRef="#ctx0" brushRef="#br0">7759.000 17526.000 925 0,'-15.000'13.000'40'0,"15.000"-13.000"10"0,0.000 0.000-40 0,0.000 0.000-10 16,-3.000 6.000 0-16,3.000-6.000 0 0,0.000 0.000 16 0,0.000 0.000 2 15,0.000 0.000 0-15,0.000 0.000 0 0,-6.000-3.000-5 0,6.000 3.000-1 16,0.000 0.000 0-16,-6.000 5.000 0 0,-3.000 0.000 2 0,9.000-5.000 0 16,0.000 0.000 0-16,0.000 0.000 0 15,0.000 0.000 16-15,0.000 0.000 3 0,0.000 0.000 1 0,0.000 0.000 0 0,0.000 0.000 10 0,0.000 0.000 3 16,0.000 0.000 0-16,0.000 0.000 0 0,6.000-2.000 3 0,-6.000 2.000 1 15,-3.000 5.000 0-15,3.000-5.000 0 0,0.000 0.000-7 0,0.000 0.000 0 0,0.000 0.000-1 0,0.000 0.000 0 32,0.000 0.000-3-32,0.000 0.000 0 0,0.000-8.000 0 0,0.000 3.000 0 0,-3.000 0.000 6 0,3.000 5.000 1 0,0.000 0.000 0 0,0.000 0.000 0 15,0.000 0.000-26-15,0.000 0.000-5 0,0.000 5.000 0 0,3.000 0.000-1 16,9.000 3.000 0-16,-6.000-3.000 0 0,-9.000 3.000 0 0,6.000-2.000 0 16,3.000 2.000-3-16,0.000 0.000-1 0,-6.000-1.000 0 0,3.000 1.000 0 15,-3.000 0.000 7-15,3.000 0.000 2 0,3.000 0.000 0 0,-6.000 0.000 0 16,0.000 3.000-9-16,0.000-1.000-2 0,6.000-2.000 0 0,0.000 3.000 0 15,-6.000-3.000-1-15,3.000 0.000-8 0,0.000-3.000 12 0,3.000 3.000-4 16,-1.000-3.000 0-16,1.000 3.000-8 0,-6.000-3.000 12 0,3.000 1.000-4 16,6.000-1.000 2-16,-6.000-2.000 0 0,-3.000-1.000 0 0,0.000-2.000 0 15,6.000 3.000 5-15,-6.000-3.000 1 0,0.000 0.000 0 0,0.000 0.000 0 16,0.000 0.000 1-16,0.000 0.000 1 0,9.000-5.000 0 0,-9.000 5.000 0 16,0.000 0.000-9-16,0.000 0.000-1 0,6.000-8.000-8 0,0.000 0.000 12 15,-3.000 3.000 0-15,3.000-6.000 0 0,-3.000 3.000 0 0,3.000-3.000 0 16,0.000 1.000-12-16,-3.000-1.000 11 0,0.000-2.000-11 0,0.000 2.000 10 0,3.000-2.000-10 0,0.000 0.000 0 15,-6.000-3.000 9-15,3.000 3.000-9 0,3.000-3.000 0 0,-3.000 0.000 8 16,0.000 0.000-8-16,-3.000 3.000 0 0,0.000-3.000 0 0,3.000 3.000 0 16,0.000 0.000 0-16,-3.000 2.000 0 0,-3.000 1.000 0 0,3.000 2.000 0 15,3.000-3.000 0-15,-3.000 11.000 0 0,0.000 0.000-10 0,0.000 0.000 10 16,-3.000-8.000-12-16,3.000 3.000 12 0,0.000 5.000-9 0,0.000-6.000 9 16,-3.000 1.000 0-16,3.000 0.000-9 0,3.000 0.000 1 0,-3.000-1.000 0 15,-6.000 1.000 0-15,0.000 2.000 0 0,6.000 3.000-2 0,0.000 0.000 0 16,-3.000-2.000 0-16,-3.000-1.000 0 15,0.000 3.000-15-15,6.000 0.000-3 0,0.000 0.000-1 0,0.000 0.000 0 16,-6.000 0.000-30-16,0.000 0.000-5 0,6.000 0.000-2 0,0.000 0.000 0 16,0.000 0.000-152-16,0.000 0.000-30 0,0.000 0.000-7 0,0.000 0.000-1 0</inkml:trace>
  <inkml:trace contextRef="#ctx0" brushRef="#br0">8006.000 17484.000 57 0,'9.000'-8.000'0'15,"-6.000"0.000"0"-15,-9.000 5.000 0 0,3.000-2.000 0 16,6.000-6.000 295-16,0.000 1.000 53 0,-9.000 2.000 12 0,6.000-3.000 1 0,-3.000 3.000-276 0,3.000-2.000-55 15,6.000-1.000-11-15,-6.000 0.000-3 0,-3.000 6.000-16 0,3.000-3.000 0 16,6.000 0.000 0-16,0.000 3.000 0 0,0.000 0.000 0 0,-3.000 2.000 15 16,0.000 0.000-3-16,0.000 1.000-1 0,6.000-1.000 33 0,-9.000 3.000 6 15,0.000 0.000 2-15,0.000 0.000 0 0,11.000-2.000 0 0,-11.000 2.000 0 16,0.000 0.000 0-16,0.000 0.000 0 0,0.000 0.000 2 0,0.000 0.000 1 16,6.000 5.000 0-16,-6.000-5.000 0 0,-3.000 5.000-15 0,6.000 3.000-4 15,9.000-5.000 0-15,-9.000 5.000 0 0,-6.000 2.000 0 0,3.000-2.000-1 16,3.000 0.000 0-16,0.000 0.000 0 0,0.000 5.000-9 0,0.000 0.000-2 15,-3.000 1.000 0-15,3.000-4.000 0 0,6.000 4.000-11 0,-6.000 1.000-2 16,-9.000 4.000-1-16,6.000-1.000 0 0,9.000-7.000 10 0,-9.000 5.000 1 16,-6.000 0.000 1-16,0.000-6.000 0 0,3.000 1.000-22 15,3.000 2.000 0-15,6.000-5.000 0 0,-9.000 3.000 0 0,-3.000 2.000 12 0,0.000 3.000 0 0,9.000 0.000 1 0,-6.000 2.000 0 16,-3.000 3.000 0-16,0.000-2.000 0 0,3.000-3.000 0 0,3.000 0.000 0 16,3.000-1.000-13-16,-6.000-4.000 0 0,0.000 0.000 0 0,3.000-11.000 0 15,3.000 13.000 0-15,-3.000-13.000-12 0,-6.000 10.000 1 0,6.000-10.000 0 31,0.000 0.000-39-31,0.000 0.000-8 0,0.000 0.000-2 0,-6.000 11.000-1006 0</inkml:trace>
  <inkml:trace contextRef="#ctx0" brushRef="#br0">8592.000 17505.000 1346 0,'0.000'0.000'60'0,"0.000"0.000"12"0,0.000 0.000-58 0,0.000 0.000-14 0,0.000 0.000 0 0,0.000 0.000 0 15,0.000 0.000 61-15,0.000 0.000 10 0,0.000 0.000 1 0,0.000 0.000 1 16,0.000 0.000-53-16,0.000 0.000-12 0,0.000 0.000-8 0,0.000 0.000 12 16,0.000 0.000 11-16,0.000 0.000 2 0,0.000 0.000 1 0,0.000 0.000 0 15,9.000 5.000 22-15,0.000 0.000 5 0,3.000-5.000 1 0,-12.000 0.000 0 16,0.000 0.000-6-16,9.000 0.000-2 0,0.000 6.000 0 0,-9.000-6.000 0 16,9.000-6.000 0-16,3.000 6.000 0 0,-3.000 6.000 0 0,0.000-6.000 0 0,-1.000-3.000-38 0,4.000 3.000-8 15,-3.000 5.000 0-15,3.000 1.000 0 0,0.000 2.000 9 0,0.000-6.000 3 16,-12.000-2.000 0-16,9.000 3.000 0 0,3.000 2.000-2 0,0.000 0.000 0 15,-3.000-5.000 0-15,-3.000 3.000 0 0,3.000 2.000 1 0,0.000-2.000 0 16,-1.000 2.000 0-16,-2.000-2.000 0 0,0.000-8.000 1 0,0.000 5.000 1 16,3.000 5.000 0-16,-3.000-2.000 0 0,0.000-6.000-13 0,-6.000 3.000 0 15,6.000 3.000 0-15,-6.000-3.000 0 0,6.000 0.000 0 0,0.000 0.000-13 16,-6.000 0.000 4-16,3.000 2.000 1 16,3.000-4.000-23-16,-3.000-4.000-4 0,0.000-2.000-1 0,0.000 0.000 0 15,0.000 1.000-151-15,0.000 1.000-30 0,-3.000 1.000-7 0</inkml:trace>
  <inkml:trace contextRef="#ctx0" brushRef="#br0">8521.000 17788.000 1850 0,'0.000'0.000'40'0,"0.000"0.000"9"0,0.000 0.000 2 0,0.000 0.000 1 0,6.000-3.000-41 0,0.000 1.000-11 0,6.000 2.000 0 0,-3.000-3.000 0 16,-1.000-2.000 24-16,4.000 2.000 4 0,0.000 0.000 0 0,3.000-2.000 0 16,0.000 2.000 2-16,3.000-2.000 1 0,-3.000 3.000 0 0,0.000-4.000 0 15,3.000 6.000-5-15,-1.000-2.000-1 0,-2.000-1.000 0 0,0.000-2.000 0 0,0.000 2.000 2 0,3.000 3.000 0 16,-3.000-3.000 0-16,0.000 3.000 0 0,0.000-2.000-2 0,-1.000 2.000 0 15,1.000 2.000 0-15,0.000 1.000 0 0,0.000-3.000-12 0,-3.000 0.000-2 16,3.000 3.000-1-16,0.000-1.000 0 0,0.000 1.000 2 0,-3.000 0.000 0 16,-1.000-1.000 0-16,1.000 1.000 0 0,-3.000 0.000-2 0,0.000-1.000 0 15,0.000 3.000 0-15,0.000-2.000 0 0,0.000 0.000 2 0,0.000-1.000 1 16,-9.000-2.000 0-16,0.000 0.000 0 0,0.000 0.000-13 0,6.000 3.000-13 16,-3.000 0.000 2-16,-3.000-3.000 1 15,0.000 0.000-18-15,0.000 0.000-4 0,0.000 0.000-1 0,6.000 5.000 0 16,0.000-2.000-119-16,-6.000-3.000-23 0,6.000 5.000-5 0,-6.000-5.000-682 0</inkml:trace>
  <inkml:trace contextRef="#ctx0" brushRef="#br0">9405.000 17574.000 1206 0,'-3.000'-11.000'53'0,"3.000"8.000"11"0,0.000 3.000-51 0,0.000 0.000-13 15,-3.000-2.000 0-15,3.000-1.000 0 0,0.000 0.000 92 0,0.000 3.000 15 16,0.000 0.000 3-16,-3.000-5.000 1 0,0.000-3.000-43 0,3.000 6.000-9 0,0.000 2.000-2 0,0.000 0.000 0 16,-3.000-6.000 2-16,3.000 1.000 0 0,0.000 5.000 0 0,0.000 0.000 0 15,0.000 0.000-27-15,0.000 0.000-4 0,3.000 0.000-2 0,-3.000 0.000 0 16,6.000 5.000 6-16,0.000-2.000 2 0,3.000-3.000 0 0,0.000 0.000 0 16,0.000 3.000-10-16,3.000-1.000-1 0,-1.000-2.000-1 0,-2.000-2.000 0 15,0.000-1.000 0-15,3.000 3.000 0 0,0.000 3.000 0 0,0.000-3.000 0 16,3.000-8.000-5-16,-3.000 8.000-1 0,6.000 5.000 0 0,-6.000-2.000 0 15,2.000-6.000-2-15,1.000 0.000-1 0,3.000 6.000 0 0,-3.000 0.000 0 16,0.000-1.000-1-16,0.000 1.000 0 0,-3.000-3.000 0 0,3.000 3.000 0 16,-3.000 2.000-3-16,2.000-3.000-1 0,1.000-7.000 0 0,-3.000 5.000 0 15,0.000 3.000-8-15,3.000-1.000 0 0,-3.000-2.000 9 0,0.000 0.000-9 16,0.000-5.000 0-16,-3.000 3.000 0 0,3.000 4.000 0 0,-4.000-2.000 8 16,1.000-5.000-8-16,0.000 5.000 0 0,0.000 5.000 0 0,0.000-5.000 0 15,-3.000-5.000 0-15,0.000 2.000 0 0,-6.000 3.000-10 0,6.000 3.000 10 16,0.000-3.000-31-16,3.000 0.000 1 0,-9.000 0.000 0 0,0.000 0.000 0 15,0.000 0.000-23-15,0.000 0.000-5 0,0.000 0.000-1 0,0.000 0.000 0 16,-3.000-5.000-130-16,3.000 5.000-27 0,0.000 0.000-4 0</inkml:trace>
  <inkml:trace contextRef="#ctx0" brushRef="#br0">9592.000 17624.000 57 0,'0.000'0.000'0'0,"0.000"0.000"0"16,0.000 0.000 0-16,-3.000 8.000 0 0,0.000-3.000 360 0,0.000 3.000 66 0,3.000-8.000 14 0,0.000 5.000 2 15,0.000-5.000-342-15,-3.000 8.000-68 0,0.000 0.000-13 0,0.000-2.000-3 16,3.000 1.000-1-16,0.000-1.000 0 0,0.000 2.000 0 0,-2.000 0.000 0 16,2.000 0.000 17-16,0.000 2.000 4 0,-3.000-2.000 1 0,3.000 0.000 0 15,0.000 3.000 6-15,0.000-3.000 1 0,0.000 2.000 0 0,0.000-2.000 0 16,0.000 0.000-19-16,0.000 0.000-3 0,-3.000-3.000-1 0,3.000 3.000 0 15,0.000-3.000-21-15,0.000 3.000 8 0,0.000-2.000-8 0,-3.000-1.000 0 16,3.000-5.000 0-16,0.000 8.000-16 0,3.000-3.000 2 0,-3.000-5.000 1 31,0.000 0.000-27-31,0.000 0.000-6 0,0.000 0.000-1 0,0.000 0.000 0 0,0.000 0.000-9 0,0.000 0.000-3 0,0.000 0.000 0 0,0.000 0.000 0 16,0.000 0.000-29-16,0.000 0.000-5 0,3.000-5.000-2 0,5.000 0.000-353 16,-2.000-6.000-72-16</inkml:trace>
  <inkml:trace contextRef="#ctx0" brushRef="#br0">9735.000 17539.000 1418 0,'3.000'24.000'63'0,"-3.000"-16.000"13"16,0.000-8.000-61-16,0.000 0.000-15 0,0.000 0.000 0 0,0.000 0.000 0 0,0.000 0.000 96 0,0.000 0.000 17 15,3.000 5.000 3-15,-3.000 3.000 1 0,3.000 3.000-52 0,0.000 2.000-10 16,-3.000 0.000-3-16,0.000 0.000 0 0,0.000 3.000-32 0,0.000 0.000-6 16,0.000 0.000-2-16,-3.000 0.000 0 0,3.000 0.000 7 0,-3.000-3.000 1 15,3.000 3.000 0-15,0.000-3.000 0 0,-3.000-2.000-5 0,3.000 2.000-1 16,0.000-2.000 0-16,3.000-1.000 0 0,-3.000 1.000-14 0,3.000-3.000 9 15,0.000 0.000-9-15,0.000 0.000 8 0,0.000 0.000-8 0,0.000-1.000 0 16,3.000-1.000 0-16,0.000-1.000 0 0,0.000 0.000 8 0,0.000 1.000-8 16,0.000-4.000 0-16,3.000 4.000 8 0,-3.000-4.000 0 0,3.000 1.000 0 15,3.000-1.000 0-15,-4.000 1.000 0 0,1.000 0.000 2 0,3.000-3.000 0 0,0.000 2.000 0 0,0.000-2.000 0 16,0.000 0.000-10-16,-3.000 0.000 0 0,0.000 0.000 0 0,0.000-2.000 0 31,0.000 2.000-38-31,3.000-3.000-3 0,0.000 0.000-1 0,-1.000 1.000 0 16,1.000-1.000-17-16,-3.000 1.000-3 0,3.000-4.000-1 0,-3.000 1.000-529 0,0.000 0.000-107 0</inkml:trace>
  <inkml:trace contextRef="#ctx0" brushRef="#br0">10033.000 17502.000 1465 0,'0.000'0.000'64'0,"0.000"0.000"15"0,0.000-5.000-63 0,0.000 5.000-16 16,0.000 0.000 0-16,0.000 0.000 0 0,3.000-8.000 72 0,0.000 3.000 12 16,-3.000 5.000 3-16,3.000-6.000 0 0,0.000 1.000-48 0,3.000 0.000-10 15,-3.000 0.000-1-15,-3.000 5.000-1 0,0.000 0.000-7 0,0.000 0.000 0 0,0.000 0.000-1 0,6.000-6.000 0 16,-6.000 6.000 7-16,0.000 0.000 2 0,0.000 0.000 0 0,0.000 0.000 0 16,0.000 0.000 0-16,0.000 0.000 0 0,0.000 0.000 0 0,6.000-2.000 0 15,0.000-1.000-9-15,-6.000 3.000-2 0,0.000 0.000 0 0,0.000 0.000 0 16,6.000 0.000-7-16,-6.000 0.000-2 0,0.000 0.000 0 0,5.000 5.000 0 15,-5.000-5.000 5-15,0.000 0.000 1 0,3.000 11.000 0 0,0.000-3.000 0 16,0.000 0.000-14-16,-3.000 0.000 0 0,0.000 0.000 0 0,0.000-1.000 0 16,-3.000 7.000 0-16,3.000-6.000 0 0,0.000 2.000 8 0,-3.000-2.000-8 15,0.000-3.000 0-15,0.000 6.000 0 0,3.000 2.000 8 0,-2.000-7.000-8 16,2.000-6.000 0-16,0.000 0.000 0 0,-3.000 13.000 0 0,3.000-5.000 0 16,0.000-8.000 0-16,0.000 0.000 11 0,0.000-8.000-11 0,0.000 3.000 10 15,3.000 2.000 1-15,-3.000 0.000 0 0,0.000 3.000 0 0,0.000 0.000 0 16,0.000 0.000 2-16,5.000-2.000 1 0,-5.000 2.000 0 0,0.000 0.000 0 0,0.000 0.000 6 15,6.000-3.000 2-15,0.000 3.000 0 0,0.000 0.000 0 16,0.000-3.000-43-16,0.000 1.000-9 0,0.000 2.000-2 0,0.000 0.000 0 0,3.000-3.000 19 0,-3.000 6.000 3 16,-3.000 2.000 1-16,3.000 3.000 0 15,0.000-8.000-37-15,3.000-3.000-7 0,-3.000-7.000-2 0,0.000-1.000 0 16,6.000 0.000-184-16,-3.000 1.000-37 0</inkml:trace>
  <inkml:trace contextRef="#ctx0" brushRef="#br0">10738.000 17325.000 288 0,'0.000'0.000'12'0,"0.000"0.000"4"0,0.000 0.000-16 0,0.000 0.000 0 0,0.000 0.000 0 0,0.000 0.000 0 16,0.000 0.000 318-16,6.000-11.000 61 0,0.000 3.000 12 0,-3.000-2.000 2 15,3.000 2.000-278-15,-6.000 8.000-56 0,3.000-5.000-11 0,-3.000 5.000-3 16,0.000 0.000-20-16,0.000 0.000-4 0,0.000 0.000-1 0,0.000 0.000 0 15,0.000 0.000 8-15,0.000 0.000 2 0,0.000 0.000 0 0,0.000 0.000 0 0,0.000 0.000-21 0,-9.000 2.000-9 16,0.000-2.000 8-16,0.000 8.000-8 0,0.000 5.000-11 16,-2.000 1.000-7-16,-4.000-1.000-2 0,3.000 3.000 0 0,0.000 5.000-2 0,-3.000-3.000-1 15,3.000-2.000 0-15,-3.000 0.000 0 0,0.000 3.000 23 0,3.000-3.000 18 16,0.000 2.000-3-16,4.000-5.000-1 0,-4.000-5.000 6 0,3.000 3.000 0 16,3.000 5.000 1-16,0.000-8.000 0 0,0.000-3.000-21 0,0.000 0.000 9 15,6.000 6.000-9-15,-3.000-6.000 0 0,3.000-5.000 0 0,0.000 0.000 0 16,0.000 5.000 0-16,0.000 1.000 0 0,3.000-1.000 0 0,6.000-2.000 0 15,-3.000-3.000 0-15,-3.000-3.000-9 16,6.000 0.000 9-16,0.000-5.000 14 0,2.000 0.000-3 0,1.000 1.000-1 0,-3.000 17.000 2 0,3.000 3.000 0 16,0.000-5.000 0-16,0.000-2.000 0 0,3.000-4.000-12 0,-3.000 1.000 12 15,-3.000 2.000-12-15,3.000-2.000 12 0,3.000-8.000-12 0,-4.000 5.000 8 16,-2.000 5.000-8-16,0.000 0.000 8 0,-3.000 0.000-8 16,0.000-5.000 0-16,-3.000 0.000 0 0,-3.000 0.000 8 0,0.000 0.000-8 0,3.000 8.000 0 0,-3.000 3.000 0 0,0.000 2.000 8 15,-3.000 0.000-8-15,0.000 1.000 0 0,-3.000-1.000 0 0,0.000-3.000-11 16,-3.000 4.000 11-16,0.000-1.000-8 0,1.000 0.000 8 0,-1.000 0.000-8 15,0.000-5.000 8-15,3.000 3.000 0 0,-3.000-3.000 0 0,0.000-3.000 0 16,0.000 0.000-11-16,0.000 1.000 0 0,0.000-4.000 0 0,3.000 1.000 0 31,3.000 0.000-17-31,-3.000-1.000-4 0,0.000-4.000-1 0,0.000 2.000 0 16,0.000 0.000-79-16,0.000-3.000-16 0,3.000-2.000-4 0,0.000-1.000-611 0</inkml:trace>
  <inkml:trace contextRef="#ctx0" brushRef="#br0">10905.000 17494.000 1414 0,'-3.000'27.000'63'0,"3.000"-22.000"13"15,0.000-5.000-61-15,0.000 0.000-15 0,0.000-5.000 0 0,0.000 2.000 0 0,0.000 0.000 9 0,0.000 3.000-1 16,0.000 0.000 0-16,0.000-5.000 0 0,0.000 5.000-24 0,0.000 0.000-4 15,0.000 0.000-2-15,0.000 0.000 0 0,0.000 0.000 22 0,0.000 0.000 15 16,0.000 0.000-3-16,0.000 0.000 0 0,0.000 0.000 60 0,0.000 0.000 12 16,0.000 0.000 3-16,0.000 0.000 0 0,0.000 0.000-27 0,0.000 0.000-6 15,0.000 0.000-1-15,0.000 0.000 0 0,6.000-3.000-26 0,-6.000 3.000-6 16,0.000 0.000-1-16,6.000 0.000 0 0,3.000 0.000-9 0,-9.000 0.000-3 0,0.000 0.000 0 0,6.000 3.000 0 16,0.000 0.000 4-16,-6.000-3.000 0 0,9.000 2.000 0 0,-9.000-2.000 0 15,6.000 0.000 0-15,-6.000 0.000 0 0,9.000 6.000 0 0,0.000-4.000 0 16,-9.000-2.000-12-16,5.000 3.000 0 0,-5.000-3.000 0 0,9.000 5.000 0 15,-9.000-5.000 0-15,6.000 6.000 0 0,-6.000-6.000 0 0,6.000 2.000 0 16,3.000 4.000 0-16,-9.000-6.000 0 0,0.000 0.000 0 0,0.000 0.000 0 16,0.000 0.000 0-16,6.000 2.000 0 0,-6.000-2.000 0 0,0.000 0.000 0 15,6.000 3.000-21-15,-6.000-3.000 3 0,9.000 2.000 1 0,-3.000-2.000 0 32,0.000-2.000-9-32,0.000-1.000-2 0,0.000 1.000 0 0,0.000-4.000 0 0,-3.000 4.000 6 0,3.000-4.000 1 0,0.000-2.000 0 0,3.000 0.000 0 15,-3.000 0.000 21-15,0.000 3.000 0 0,0.000-3.000-9 0,-1.000 0.000 9 16,1.000 3.000 0-16,3.000 0.000 0 0,-6.000-3.000 0 0,3.000 5.000 0 15,0.000 1.000 8-15,0.000-1.000 0 0,0.000 0.000-8 0,-6.000 3.000 12 16,0.000 0.000 12-16,0.000 0.000 1 0,6.000 3.000 1 0,3.000 0.000 0 16,-9.000-3.000-2-16,6.000 7.000 0 0,0.000 9.000 0 0,0.000 0.000 0 15,-3.000-3.000-5-15,3.000-7.000-2 0,-3.000-9.000 0 0,3.000 6.000 0 0,-6.000-3.000-3 0,6.000 5.000-1 16,0.000 0.000 0-16,0.000 3.000 0 0,0.000-2.000-13 0,-1.000 1.000 11 16,1.000-1.000-11-16,-6.000-6.000 10 0,6.000 8.000-10 0,-6.000-8.000 0 15,6.000 5.000 9-15,-6.000-5.000-9 0,0.000 0.000 0 0,9.000 5.000 0 16,0.000-2.000 0-16,-9.000-3.000 0 0,0.000 0.000 0 0,6.000 3.000 0 15,3.000-3.000 0-15,-3.000 0.000 0 0,0.000 0.000 0 0,-6.000 0.000-8 16,0.000 0.000 8-16,6.000 0.000-8 0,0.000 0.000 8 0,-6.000 0.000 0 16,0.000 0.000 0-16,3.000 0.000-8 0,3.000-3.000-7 0,-3.000 3.000-1 15,-3.000 0.000 0-15,0.000 0.000 0 16,0.000 0.000-28-16,0.000 0.000-7 0,0.000 0.000-1 0,0.000 0.000-540 16,-3.000 0.000-109-16</inkml:trace>
  <inkml:trace contextRef="#ctx0" brushRef="#br0">11012.000 17267.000 2718 0,'0.000'0.000'60'0,"0.000"0.000"12"0,0.000 0.000 2 0,0.000 0.000 2 0,0.000 0.000-60 0,0.000 0.000-16 0,0.000 0.000 0 0,3.000 5.000 0 15,-3.000-5.000-29-15,6.000 8.000-9 0,3.000-3.000-2 0,3.000 3.000 0 16,-3.000-3.000-36-16,3.000 3.000-8 0,-3.000-2.000-2 0,3.000-1.000 0 16,-3.000 0.000-81-16,-1.000 3.000-16 0,-2.000-2.000-3 0,3.000-1.000-373 15,0.000 0.000-74-15</inkml:trace>
  <inkml:trace contextRef="#ctx0" brushRef="#br0">11554.000 17370.000 403 0,'0.000'0.000'36'0,"0.000"0.000"-36"0,0.000 0.000 0 0,0.000 0.000 0 16,0.000 0.000 156-16,0.000 0.000 24 0,0.000 0.000 4 0,0.000 0.000 2 15,-3.000 0.000-126-15,3.000 0.000-24 0,-6.000-3.000-6 0,0.000 1.000-1 16,3.000-4.000-29-16,0.000 1.000 0 0,0.000 2.000-13 0,3.000 3.000 4 16,0.000 0.000 9-16,-6.000-5.000 0 0,3.000 0.000 0 0,0.000 0.000 0 15,3.000 5.000 14-15,-3.000-6.000 5 0,0.000-2.000 1 0,0.000 0.000 0 16,3.000 0.000 24-16,0.000 0.000 4 0,0.000 8.000 2 0,0.000-7.000 0 16,0.000 1.000-3-16,0.000 6.000-1 0,0.000 0.000 0 0,0.000 0.000 0 15,0.000 0.000-28-15,0.000 0.000-6 0,0.000 0.000 0 0,0.000 0.000-1 16,0.000 0.000-2-16,0.000 0.000 0 0,3.000 8.000 0 0,3.000 3.000 0 15,-3.000 2.000 2-15,3.000 3.000 0 0,-3.000 0.000 0 0,0.000 2.000 0 16,3.000 3.000 22-16,-3.000 3.000 5 0,0.000 0.000 1 0,3.000 0.000 0 16,0.000-3.000-17-16,0.000 3.000-3 0,-3.000-3.000-1 0,3.000 0.000 0 15,-3.000-5.000-18-15,0.000-3.000 8 0,3.000-2.000-8 0,0.000-6.000 0 16,-3.000-2.000 17-16,3.000-3.000-3 0,-6.000 0.000-1 0,3.000 0.000 0 0,2.000-3.000 6 0,1.000 3.000 1 16,-6.000 0.000 0-16,6.000 0.000 0 0,-3.000-5.000-1 0,3.000 2.000 0 15,0.000-2.000 0-15,0.000 0.000 0 0,-3.000-3.000-2 0,3.000 2.000 0 16,0.000-4.000 0-16,0.000-1.000 0 0,-3.000 3.000-7 0,3.000-5.000-2 15,0.000 2.000 0-15,-3.000-2.000 0 0,0.000 3.000 0 0,-3.000-1.000 0 16,6.000 1.000 0-16,-3.000-1.000 0 0,0.000 3.000-8 0,-3.000 3.000 0 16,3.000-1.000 9-16,0.000 1.000-9 0,0.000 2.000 0 0,-3.000-2.000 0 15,0.000 5.000 0-15,0.000 0.000 0 0,3.000 11.000 0 0,-3.000-1.000-10 16,0.000-10.000 10-16,0.000 0.000-13 0,3.000 8.000 2 0,0.000-2.000 1 16,0.000 7.000 0-16,3.000-5.000 0 0,0.000 5.000 10 0,-1.000 0.000 0 15,1.000 8.000 0-15,0.000-7.000 0 0,3.000-6.000 0 0,3.000-1.000 0 0,0.000 4.000 0 16,0.000 0.000 8-16,0.000-6.000-8 0,0.000 3.000 0 0,-3.000-3.000 0 15,3.000 0.000 0-15,0.000 1.000 0 0,-3.000-4.000 8 0,-1.000 4.000-8 0,4.000-6.000 8 16,-3.000 2.000 22-16,3.000-2.000 5 0,-3.000-2.000 1 0,0.000-1.000 0 16,-3.000-2.000 10-16,3.000-1.000 2 0,0.000-1.000 1 0,-3.000-4.000 0 15,0.000 0.000-30-15,0.000 1.000-7 0,0.000-3.000 0 0,0.000-1.000-1 16,-3.000-2.000 2-16,0.000 1.000 1 0,0.000-1.000 0 0,-3.000 0.000 0 16,0.000 3.000-14-16,-3.000-1.000 11 0,0.000 1.000-11 0,3.000 3.000 10 15,-3.000 2.000-10-15,-3.000-3.000 0 0,0.000 0.000 0 0,0.000-2.000-11 31,3.000 3.000-15-31,-6.000-4.000-3 0,3.000 6.000-1 0,-3.000-5.000 0 0,0.000 5.000-40 0,0.000 0.000-8 0,-3.000 0.000-2 16,-3.000 6.000-601-16,0.000-1.000-121 0</inkml:trace>
  <inkml:trace contextRef="#ctx0" brushRef="#br0">11107.000 18055.000 576 0,'-3.000'-8.000'51'0,"3.000"0.000"-41"0,-3.000 3.000-10 0,0.000-3.000 0 16,3.000 3.000 145-16,-2.000-3.000 27 0,-1.000 0.000 6 0,3.000 0.000 1 15,-3.000-3.000-134-15,0.000 3.000-26 0,3.000 1.000-6 0,0.000 1.000-1 16,-3.000 1.000-12-16,3.000 2.000 8 0,0.000 3.000-8 0,0.000 0.000 0 15,0.000 0.000 45-15,0.000 0.000 3 0,0.000 0.000 1 0,0.000 0.000 0 16,0.000 0.000 12-16,0.000 0.000 3 0,0.000 0.000 0 0,0.000 0.000 0 16,0.000 0.000-18-16,0.000 0.000-3 0,0.000 0.000-1 0,0.000 0.000 0 15,0.000 8.000-14-15,0.000-2.000-4 0,0.000 1.000 0 0,0.000 4.000 0 16,0.000 0.000 2-16,0.000-1.000 0 0,0.000 3.000 0 0,0.000-2.000 0 0,0.000 2.000 9 0,0.000 3.000 1 16,0.000-3.000 1-16,0.000 3.000 0 0,0.000 0.000-3 0,0.000 0.000-1 15,0.000 0.000 0-15,0.000 2.000 0 0,3.000-2.000-10 16,-3.000-3.000-3-16,0.000 3.000 0 0,3.000-2.000 0 0,0.000-4.000-12 0,0.000 1.000-8 15,-3.000-1.000 10-15,2.000-2.000-10 0,4.000 0.000 0 0,-3.000-3.000 8 16,3.000 1.000-8-16,-3.000-4.000 0 0,3.000 1.000 0 0,0.000-3.000 0 16,3.000 3.000 8-16,-3.000-6.000-8 0,3.000 3.000 0 0,0.000-3.000 8 15,0.000-2.000-8-15,3.000 0.000 0 0,-3.000-3.000 12 0,3.000 0.000-4 16,0.000 0.000-8-16,-1.000-3.000 12 0,1.000 4.000 8 0,0.000-7.000 0 16,0.000 4.000 1-16,0.000-1.000 0 0,-6.000 1.000-21 0,0.000 2.000 8 15,0.000 0.000-8-15,0.000 2.000 0 0,3.000 1.000 0 0,-6.000 0.000 0 16,-3.000 5.000 0-16,0.000 0.000 0 0,0.000 0.000 0 0,0.000 0.000 0 15,0.000 0.000 0-15,0.000 0.000 8 0,0.000 0.000-8 0,0.000 0.000 11 16,0.000 0.000-11-16,0.000 0.000 12 0,0.000 0.000-12 0,0.000 0.000 0 0,6.000 2.000 0 0,0.000 4.000 8 16,0.000-1.000-8-16,0.000 0.000 0 0,-3.000 3.000 0 0,3.000 3.000 0 15,2.000-3.000 0-15,-2.000 2.000-17 0,0.000-2.000 4 0,0.000 0.000 1 16,6.000-2.000 12-16,-3.000-1.000 0 0,-3.000 0.000 0 0,3.000 0.000 0 16,0.000 1.000 0-16,0.000-4.000 0 0,0.000 1.000 0 0,0.000 0.000 0 15,0.000-3.000 17-15,0.000 0.000-3 0,0.000-3.000-1 0,0.000 3.000 0 16,-1.000-5.000 1-16,1.000-1.000 0 0,0.000-2.000 0 0,0.000 1.000 0 15,3.000-4.000 0-15,-3.000 0.000 0 0,0.000-2.000 0 0,0.000 0.000 0 16,0.000 0.000-4-16,0.000-3.000-1 0,0.000 3.000 0 0,-3.000-3.000 0 16,0.000 2.000-9-16,-3.000 1.000 12 0,0.000 0.000-12 0,0.000 0.000 12 15,0.000 0.000-12-15,-3.000-1.000 0 0,0.000 4.000 9 0,0.000-4.000-9 16,0.000 7.000 8-16,-3.000-4.000-8 0,0.000 0.000 8 0,0.000 3.000-8 16,0.000-2.000 12-16,0.000 5.000-1 0,0.000-1.000-1 0,0.000-2.000 0 15,0.000 3.000-10-15,0.000 0.000 0 0,0.000-1.000-12 0,0.000 4.000 12 0,-3.000-3.000-22 16,3.000 2.000 3-16,0.000-2.000 1 0,0.000 2.000 0 15,0.000 0.000-24-15,0.000 1.000-5 0,0.000-4.000-1 0,-3.000 4.000 0 16,3.000-1.000-113-16,-3.000 0.000-23 0,3.000 1.000-5 0</inkml:trace>
  <inkml:trace contextRef="#ctx0" brushRef="#br0">12116.000 17820.000 1674 0,'0.000'0.000'74'0,"0.000"0.000"15"0,0.000 0.000-71 0,0.000 0.000-18 0,0.000 0.000 0 15,0.000 0.000 0-15,0.000 0.000 16 0,0.000 0.000 0 0,0.000 0.000 0 0,0.000 0.000 0 32,0.000 0.000-39-32,0.000 0.000-8 0,0.000 0.000-1 0,0.000 0.000-1 0,-5.000-6.000 11 0,5.000 6.000 2 0,0.000 0.000 1 0,0.000 0.000 0 15,0.000 0.000 19-15,0.000 0.000 0 0,-3.000-2.000 0 0,3.000 2.000 9 16,0.000 0.000 7-16,0.000 0.000 0 0,0.000 0.000 1 0,0.000 0.000 0 15,0.000 0.000 6-15,0.000 0.000 1 0,0.000 0.000 0 0,0.000 0.000 0 16,0.000 0.000 16-16,0.000 0.000 4 0,0.000 0.000 1 0,0.000 0.000 0 16,0.000 0.000 3-16,0.000 0.000 0 0,0.000 0.000 0 0,0.000 0.000 0 15,0.000 0.000-13-15,0.000 0.000-3 0,0.000 0.000 0 0,0.000 0.000 0 16,0.000 0.000 0-16,0.000 0.000-1 0,0.000 0.000 0 0,0.000 0.000 0 16,5.000-3.000-5-16,-5.000 3.000-1 0,6.000-5.000 0 0,0.000 2.000 0 15,3.000 1.000-5-15,0.000 2.000-2 0,-3.000-3.000 0 0,3.000 3.000 0 16,0.000-3.000-3-16,-3.000 3.000-1 0,6.000-2.000 0 0,-3.000 2.000 0 15,-9.000 0.000 2-15,6.000-3.000 1 0,0.000 3.000 0 0,0.000-3.000 0 0,3.000 3.000-6 0,-3.000-2.000-2 16,0.000 2.000 0-16,0.000 0.000 0 0,-1.000 0.000-1 0,4.000 0.000 0 16,-9.000 0.000 0-16,0.000 0.000 0 0,0.000 0.000-8 0,0.000 0.000 12 15,0.000 0.000-12-15,0.000 0.000 12 0,0.000 0.000-12 0,0.000 0.000-12 16,0.000 0.000 2-16,0.000 0.000 1 16,0.000 0.000-87-16,0.000 0.000-16 0,0.000 0.000-4 0,0.000 0.000-1 0</inkml:trace>
</inkml:ink>
</file>

<file path=ppt/ink/ink29.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4096" units="dev"/>
          <inkml:channel name="T" type="integer" max="2" units="dev"/>
        </inkml:traceFormat>
        <inkml:channelProperties>
          <inkml:channelProperty channel="X" name="resolution" value="369.51501" units="1/cm"/>
          <inkml:channelProperty channel="Y" name="resolution" value="415.70438" units="1/cm"/>
          <inkml:channelProperty channel="F" name="resolution" value="0" units="1/dev"/>
          <inkml:channelProperty channel="T" name="resolution" value="1" units="1/dev"/>
        </inkml:channelProperties>
      </inkml:inkSource>
      <inkml:timestamp xml:id="ts0" timeString="2020-04-01T06:20:05"/>
    </inkml:context>
    <inkml:brush xml:id="br0">
      <inkml:brushProperty name="width" value="0.05292" units="cm"/>
      <inkml:brushProperty name="height" value="0.05292" units="cm"/>
      <inkml:brushProperty name="color" value="#ff0000"/>
    </inkml:brush>
  </inkml:definitions>
  <inkml:trace contextRef="#ctx0" brushRef="#br0">10554.000 17820.000 1825 0,'0.000'0.000'80'0,"0.000"0.000"18"0,0.000 0.000-78 0,0.000 0.000-20 0,0.000 0.000 0 0,0.000 0.000 0 15,0.000 0.000 24-15,0.000 0.000 0 0,0.000 0.000 1 0,0.000 0.000 0 16,6.000 0.000-25-16,-6.000 0.000-9 0,9.000 0.000 0 0,-9.000 0.000 0 16,3.000 0.000 9-16,-3.000 0.000 0 0,9.000 0.000 10 0,-3.000 0.000-10 15,-6.000 0.000 36-15,5.000 0.000 0 0,4.000 0.000 1 0,-3.000 0.000 0 16,-6.000 0.000 3-16,9.000 0.000 1 0,-3.000 0.000 0 0,3.000 0.000 0 15,-3.000 0.000-14-15,3.000 0.000-3 0,-9.000 0.000-1 0,9.000 0.000 0 16,3.000 0.000 2-16,-3.000-3.000 1 0,0.000 3.000 0 0,0.000-3.000 0 16,0.000 3.000 9-16,0.000 0.000 1 0,2.000-2.000 1 0,4.000-1.000 0 15,0.000 3.000-7-15,0.000 0.000-2 0,3.000-3.000 0 0,0.000 1.000 0 16,-3.000-1.000-6-16,6.000 1.000-2 0,2.000 2.000 0 0,-2.000-3.000 0 0,3.000 3.000 1 0,0.000-3.000 0 16,3.000 3.000 0-16,-4.000-2.000 0 0,1.000-1.000-11 0,0.000 3.000-2 15,0.000-3.000-8-15,0.000 1.000 12 0,2.000 2.000 0 0,-2.000 0.000-1 16,3.000-3.000 0-16,3.000 0.000 0 0,6.000 1.000 4 0,-7.000 2.000 1 15,-2.000 0.000 0-15,3.000-3.000 0 0,0.000 0.000 6 0,-1.000 3.000 2 16,-2.000 0.000 0-16,3.000-2.000 0 0,-3.000 2.000-14 0,2.000-3.000-2 16,-5.000 3.000-8-16,3.000 0.000 12 0,0.000 0.000-12 0,0.000 0.000 0 15,-1.000 0.000 0-15,4.000 3.000 0 0,-3.000-3.000 0 0,0.000 2.000 11 16,0.000-2.000-11-16,-1.000 3.000 10 0,4.000 0.000-10 0,0.000-1.000 0 16,0.000-2.000 9-16,-4.000 3.000-9 0,-2.000 0.000 8 0,0.000-1.000-8 15,0.000 1.000 8-15,-3.000-3.000-8 0,-3.000 3.000 0 0,2.000-3.000 0 16,-2.000 2.000 0-16,0.000 1.000 0 0,0.000-3.000 0 0,-3.000 0.000 8 15,3.000 3.000-8-15,-3.000-3.000 0 0,-6.000 0.000 0 0,2.000 2.000 0 0,1.000-2.000 0 0,0.000 0.000 8 16,-3.000 3.000-8-16,-3.000-3.000 0 0,0.000 0.000 0 0,3.000 0.000 0 16,0.000 0.000-9-16,-3.000 0.000-7 0,-6.000 0.000 0 0,0.000 0.000-1 31,0.000 0.000-32-31,0.000 0.000-7 0,0.000 0.000 0 0,0.000 0.000-1 16,0.000 0.000-103-16,0.000 0.000-20 0,-9.000-5.000-4 0</inkml:trace>
</inkml:ink>
</file>

<file path=ppt/ink/ink30.xml><?xml version="1.0" encoding="utf-8"?>
<inkml:ink xmlns:inkml="http://www.w3.org/2003/InkML">
  <inkml:definitions>
    <inkml:context xml:id="ctx0">
      <inkml:inkSource xml:id="inkSrc0">
        <inkml:traceFormat>
          <inkml:channel name="X" type="integer" max="14848" units="cm"/>
          <inkml:channel name="Y" type="integer" max="9728" units="cm"/>
          <inkml:channel name="F" type="integer" max="4096" units="dev"/>
          <inkml:channel name="T" type="integer" max="2" units="dev"/>
        </inkml:traceFormat>
        <inkml:channelProperties>
          <inkml:channelProperty channel="X" name="resolution" value="668.82886" units="1/cm"/>
          <inkml:channelProperty channel="Y" name="resolution" value="657.2973" units="1/cm"/>
          <inkml:channelProperty channel="F" name="resolution" value="0" units="1/dev"/>
          <inkml:channelProperty channel="T" name="resolution" value="1" units="1/dev"/>
        </inkml:channelProperties>
      </inkml:inkSource>
      <inkml:timestamp xml:id="ts0" timeString="2021-03-22T12:31:19"/>
    </inkml:context>
    <inkml:brush xml:id="br0">
      <inkml:brushProperty name="width" value="0.1" units="cm"/>
      <inkml:brushProperty name="height" value="0.1" units="cm"/>
      <inkml:brushProperty name="color" value="#ed1c24"/>
      <inkml:brushProperty name="fitToCurve" value="1"/>
    </inkml:brush>
  </inkml:definitions>
  <inkml:trace contextRef="#ctx0" brushRef="#br0">115.000 77.000 150 0,'0.000'0.000'0'0,"0.000"0.000"0"0,0.000 0.000 0 16,0.000 0.000 1-16,0.000 0.000 0 0,0.000 0.000 0 0,0.000 0.000 0 0,0.000 0.000-1 15,0.000 0.000 1-15,0.000 0.000 1 0,-18.000-27.000-1 0,15.000 20.000 23 0,0.000 4.000 2 16,0.000 0.000 0-16,0.000 3.000 0 16,0.000 0.000-14-16,0.000 0.000 1 0,0.000 0.000-1 0,-4.000-3.000 1 0,1.000 0.000 72 0,0.000 0.000 0 15,0.000 0.000-1-15,0.000 0.000 1 0,-3.000-3.000-68 0,0.000-1.000 1 16,3.000 4.000 0-16,3.000 3.000 0 0,-3.000 0.000 62 0,0.000-3.000 0 16,6.000 0.000 0-16,0.000 3.000 1 0,-6.000 0.000-63 0,6.000 0.000 0 0,0.000 0.000 0 15,0.000 0.000 0-15,0.000 0.000 15 0,0.000 0.000 1 0,0.000 0.000 0 16,0.000 0.000 0-16,0.000 0.000-19 0,0.000 0.000 0 15,0.000 0.000-1-15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w="9525">
            <a:noFill/>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kumimoji="1" sz="1200" b="0">
                <a:latin typeface="Times New Roman" panose="02020603050405020304" pitchFamily="18" charset="0"/>
                <a:ea typeface="宋体" panose="02010600030101010101" pitchFamily="2" charset="-122"/>
              </a:defRPr>
            </a:lvl1pPr>
          </a:lstStyle>
          <a:p>
            <a:pPr>
              <a:defRPr/>
            </a:pPr>
            <a:r>
              <a:rPr lang="en-US" altLang="zh-CN"/>
              <a:t>计算机控制技术</a:t>
            </a:r>
            <a:endParaRPr lang="en-US" altLang="zh-CN">
              <a:latin typeface="Arial" panose="020B0604020202020204" pitchFamily="34" charset="0"/>
            </a:endParaRPr>
          </a:p>
        </p:txBody>
      </p:sp>
      <p:sp>
        <p:nvSpPr>
          <p:cNvPr id="2051" name="Rectangle 3"/>
          <p:cNvSpPr>
            <a:spLocks noGrp="1" noChangeArrowheads="1"/>
          </p:cNvSpPr>
          <p:nvPr>
            <p:ph type="dt" idx="1"/>
          </p:nvPr>
        </p:nvSpPr>
        <p:spPr bwMode="auto">
          <a:xfrm>
            <a:off x="5181600" y="0"/>
            <a:ext cx="396240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fld id="{B6841A88-4129-4229-A626-0AF2DEE0DA7C}" type="datetimeFigureOut">
              <a:rPr lang="en-US" altLang="zh-CN"/>
            </a:fld>
            <a:endParaRPr lang="en-US" altLang="zh-CN"/>
          </a:p>
        </p:txBody>
      </p:sp>
      <p:sp>
        <p:nvSpPr>
          <p:cNvPr id="10244"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单击以编辑母版文本样式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6515100"/>
            <a:ext cx="3962400" cy="342900"/>
          </a:xfrm>
          <a:prstGeom prst="rect">
            <a:avLst/>
          </a:prstGeom>
          <a:noFill/>
          <a:ln w="9525">
            <a:noFill/>
            <a:miter lim="800000"/>
          </a:ln>
        </p:spPr>
        <p:txBody>
          <a:bodyPr vert="horz" wrap="square" lIns="91440" tIns="45720" rIns="91440" bIns="45720" numCol="1" anchor="b" anchorCtr="0" compatLnSpc="1"/>
          <a:lstStyle>
            <a:lvl1pPr algn="l" eaLnBrk="1" hangingPunct="1">
              <a:lnSpc>
                <a:spcPct val="100000"/>
              </a:lnSpc>
              <a:spcBef>
                <a:spcPct val="0"/>
              </a:spcBef>
              <a:buClrTx/>
              <a:buFontTx/>
              <a:buNone/>
              <a:defRPr kumimoji="1" sz="1200" b="0">
                <a:latin typeface="Arial" panose="020B0604020202020204" pitchFamily="34" charset="0"/>
                <a:ea typeface="宋体"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w="9525">
            <a:noFill/>
            <a:miter lim="800000"/>
          </a:ln>
        </p:spPr>
        <p:txBody>
          <a:bodyPr vert="horz" wrap="square" lIns="91440" tIns="45720" rIns="91440" bIns="45720" numCol="1" anchor="b" anchorCtr="0" compatLnSpc="1"/>
          <a:lstStyle>
            <a:lvl1pPr algn="r" eaLnBrk="1" hangingPunct="1">
              <a:defRPr kumimoji="1" sz="1200">
                <a:latin typeface="Arial" panose="020B0604020202020204" pitchFamily="34" charset="0"/>
              </a:defRPr>
            </a:lvl1pPr>
          </a:lstStyle>
          <a:p>
            <a:pPr>
              <a:defRPr/>
            </a:pPr>
            <a:fld id="{EA467409-74BC-49AA-A3F9-D9C350255B4E}" type="slidenum">
              <a:rPr lang="en-US" altLang="zh-CN"/>
            </a:fld>
            <a:endParaRPr lang="en-US" altLang="zh-CN"/>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p:sp>
      <p:sp>
        <p:nvSpPr>
          <p:cNvPr id="2355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3556" name="页眉占位符 3"/>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en-US" altLang="zh-CN" sz="1200">
                <a:latin typeface="Times New Roman" panose="02020603050405020304" pitchFamily="18" charset="0"/>
              </a:rPr>
              <a:t>计算机控制技术</a:t>
            </a:r>
            <a:endParaRPr lang="en-US" altLang="zh-CN" sz="1200">
              <a:latin typeface="Arial" panose="020B0604020202020204" pitchFamily="34" charset="0"/>
            </a:endParaRPr>
          </a:p>
        </p:txBody>
      </p:sp>
      <p:sp>
        <p:nvSpPr>
          <p:cNvPr id="23557" name="灯片编号占位符 4"/>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fld id="{90220E54-A861-47CD-BF7A-5026BA49690F}" type="slidenum">
              <a:rPr lang="en-US" altLang="zh-CN" sz="1200" smtClean="0">
                <a:latin typeface="Arial" panose="020B0604020202020204" pitchFamily="34" charset="0"/>
              </a:rPr>
            </a:fld>
            <a:endParaRPr lang="en-US" altLang="zh-CN" sz="120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p:sp>
      <p:sp>
        <p:nvSpPr>
          <p:cNvPr id="46083" name="Rectangle 3"/>
          <p:cNvSpPr>
            <a:spLocks noGrp="1" noChangeArrowheads="1"/>
          </p:cNvSpPr>
          <p:nvPr>
            <p:ph type="body" idx="1"/>
          </p:nvPr>
        </p:nvSpPr>
        <p:spPr>
          <a:xfrm>
            <a:off x="1219200" y="3255963"/>
            <a:ext cx="6705600" cy="30876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000">
                <a:solidFill>
                  <a:schemeClr val="bg2"/>
                </a:solidFill>
                <a:latin typeface="Arial" panose="020B0604020202020204" pitchFamily="34" charset="0"/>
              </a:rPr>
              <a:t>傅立叶生平</a:t>
            </a:r>
            <a:endParaRPr lang="zh-CN" altLang="en-US" sz="2000">
              <a:latin typeface="Arial" panose="020B0604020202020204" pitchFamily="34" charset="0"/>
            </a:endParaRPr>
          </a:p>
          <a:p>
            <a:r>
              <a:rPr lang="zh-CN" altLang="en-US" sz="2000">
                <a:solidFill>
                  <a:schemeClr val="bg2"/>
                </a:solidFill>
                <a:latin typeface="Arial" panose="020B0604020202020204" pitchFamily="34" charset="0"/>
              </a:rPr>
              <a:t>生于</a:t>
            </a:r>
            <a:r>
              <a:rPr lang="en-US" altLang="zh-CN" sz="2000">
                <a:solidFill>
                  <a:schemeClr val="bg2"/>
                </a:solidFill>
                <a:latin typeface="Arial" panose="020B0604020202020204" pitchFamily="34" charset="0"/>
              </a:rPr>
              <a:t>1768</a:t>
            </a:r>
            <a:r>
              <a:rPr lang="zh-CN" altLang="en-US" sz="2000">
                <a:solidFill>
                  <a:schemeClr val="bg2"/>
                </a:solidFill>
                <a:latin typeface="Arial" panose="020B0604020202020204" pitchFamily="34" charset="0"/>
              </a:rPr>
              <a:t>年</a:t>
            </a:r>
            <a:r>
              <a:rPr lang="en-US" altLang="zh-CN" sz="2000">
                <a:solidFill>
                  <a:schemeClr val="bg2"/>
                </a:solidFill>
                <a:latin typeface="Arial" panose="020B0604020202020204" pitchFamily="34" charset="0"/>
              </a:rPr>
              <a:t>3</a:t>
            </a:r>
            <a:r>
              <a:rPr lang="zh-CN" altLang="en-US" sz="2000">
                <a:solidFill>
                  <a:schemeClr val="bg2"/>
                </a:solidFill>
                <a:latin typeface="Arial" panose="020B0604020202020204" pitchFamily="34" charset="0"/>
              </a:rPr>
              <a:t>月</a:t>
            </a:r>
            <a:r>
              <a:rPr lang="en-US" altLang="zh-CN" sz="2000">
                <a:solidFill>
                  <a:schemeClr val="bg2"/>
                </a:solidFill>
                <a:latin typeface="Arial" panose="020B0604020202020204" pitchFamily="34" charset="0"/>
              </a:rPr>
              <a:t>21</a:t>
            </a:r>
            <a:r>
              <a:rPr lang="zh-CN" altLang="en-US" sz="2000">
                <a:solidFill>
                  <a:schemeClr val="bg2"/>
                </a:solidFill>
                <a:latin typeface="Arial" panose="020B0604020202020204" pitchFamily="34" charset="0"/>
              </a:rPr>
              <a:t>日</a:t>
            </a:r>
            <a:endParaRPr lang="zh-CN" altLang="en-US" sz="2000">
              <a:solidFill>
                <a:schemeClr val="bg2"/>
              </a:solidFill>
              <a:latin typeface="Arial" panose="020B0604020202020204" pitchFamily="34" charset="0"/>
            </a:endParaRPr>
          </a:p>
          <a:p>
            <a:r>
              <a:rPr lang="en-US" altLang="zh-CN" sz="2000">
                <a:solidFill>
                  <a:schemeClr val="bg2"/>
                </a:solidFill>
                <a:latin typeface="Arial" panose="020B0604020202020204" pitchFamily="34" charset="0"/>
              </a:rPr>
              <a:t>1807</a:t>
            </a:r>
            <a:r>
              <a:rPr lang="zh-CN" altLang="en-US" sz="2000">
                <a:solidFill>
                  <a:schemeClr val="bg2"/>
                </a:solidFill>
                <a:latin typeface="Arial" panose="020B0604020202020204" pitchFamily="34" charset="0"/>
              </a:rPr>
              <a:t>年提出“任何周期信号都可用正弦函数级数表示“</a:t>
            </a:r>
            <a:endParaRPr lang="zh-CN" altLang="en-US" sz="2000">
              <a:solidFill>
                <a:schemeClr val="bg2"/>
              </a:solidFill>
              <a:latin typeface="Arial" panose="020B0604020202020204" pitchFamily="34" charset="0"/>
            </a:endParaRPr>
          </a:p>
          <a:p>
            <a:r>
              <a:rPr lang="en-US" altLang="zh-CN" sz="2000">
                <a:solidFill>
                  <a:schemeClr val="bg2"/>
                </a:solidFill>
                <a:latin typeface="Arial" panose="020B0604020202020204" pitchFamily="34" charset="0"/>
              </a:rPr>
              <a:t>1829</a:t>
            </a:r>
            <a:r>
              <a:rPr lang="zh-CN" altLang="en-US" sz="2000">
                <a:solidFill>
                  <a:schemeClr val="bg2"/>
                </a:solidFill>
                <a:latin typeface="Arial" panose="020B0604020202020204" pitchFamily="34" charset="0"/>
              </a:rPr>
              <a:t>年狄里赫利为他证明</a:t>
            </a:r>
            <a:endParaRPr lang="zh-CN" altLang="en-US" sz="2000">
              <a:solidFill>
                <a:schemeClr val="bg2"/>
              </a:solidFill>
              <a:latin typeface="Arial" panose="020B0604020202020204" pitchFamily="34" charset="0"/>
            </a:endParaRPr>
          </a:p>
          <a:p>
            <a:r>
              <a:rPr lang="zh-CN" altLang="en-US" sz="2000">
                <a:solidFill>
                  <a:schemeClr val="bg2"/>
                </a:solidFill>
                <a:latin typeface="Arial" panose="020B0604020202020204" pitchFamily="34" charset="0"/>
              </a:rPr>
              <a:t>拉格朗日的反对发表</a:t>
            </a:r>
            <a:endParaRPr lang="zh-CN" altLang="en-US" sz="2000">
              <a:solidFill>
                <a:schemeClr val="bg2"/>
              </a:solidFill>
              <a:latin typeface="Arial" panose="020B0604020202020204" pitchFamily="34" charset="0"/>
            </a:endParaRPr>
          </a:p>
          <a:p>
            <a:r>
              <a:rPr lang="en-US" altLang="zh-CN" sz="2000">
                <a:solidFill>
                  <a:schemeClr val="bg2"/>
                </a:solidFill>
                <a:latin typeface="Arial" panose="020B0604020202020204" pitchFamily="34" charset="0"/>
              </a:rPr>
              <a:t>1822</a:t>
            </a:r>
            <a:r>
              <a:rPr lang="zh-CN" altLang="en-US" sz="2000">
                <a:solidFill>
                  <a:schemeClr val="bg2"/>
                </a:solidFill>
                <a:latin typeface="Arial" panose="020B0604020202020204" pitchFamily="34" charset="0"/>
              </a:rPr>
              <a:t>年首次发表“热的分析理论”中</a:t>
            </a:r>
            <a:endParaRPr lang="zh-CN" altLang="en-US" sz="2000">
              <a:solidFill>
                <a:schemeClr val="bg2"/>
              </a:solidFill>
              <a:latin typeface="Arial" panose="020B0604020202020204" pitchFamily="34" charset="0"/>
            </a:endParaRPr>
          </a:p>
          <a:p>
            <a:endParaRPr lang="zh-CN" altLang="en-US" sz="2000">
              <a:latin typeface="Arial" panose="020B0604020202020204" pitchFamily="34" charset="0"/>
            </a:endParaRPr>
          </a:p>
          <a:p>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ChangeArrowheads="1" noTextEdit="1"/>
          </p:cNvSpPr>
          <p:nvPr>
            <p:ph type="sldImg"/>
          </p:nvPr>
        </p:nvSpPr>
        <p:spPr/>
      </p:sp>
      <p:sp>
        <p:nvSpPr>
          <p:cNvPr id="880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88068" name="页眉占位符 3"/>
          <p:cNvSpPr>
            <a:spLocks noGrp="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r>
              <a:rPr lang="en-US" altLang="zh-CN">
                <a:latin typeface="Times New Roman" panose="02020603050405020304" pitchFamily="18" charset="0"/>
              </a:rPr>
              <a:t>计算机控制技术</a:t>
            </a:r>
            <a:endParaRPr lang="en-US" altLang="zh-CN"/>
          </a:p>
        </p:txBody>
      </p:sp>
      <p:sp>
        <p:nvSpPr>
          <p:cNvPr id="88069" name="灯片编号占位符 4"/>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2BEC143-CE34-49B5-9577-90C584CF2778}"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ltLang="zh-CN"/>
              <a:t>计算机控制技术</a:t>
            </a:r>
            <a:endParaRPr lang="en-US" altLang="zh-CN">
              <a:latin typeface="Arial" panose="020B0604020202020204" pitchFamily="34" charset="0"/>
            </a:endParaRPr>
          </a:p>
        </p:txBody>
      </p:sp>
      <p:sp>
        <p:nvSpPr>
          <p:cNvPr id="5" name="灯片编号占位符 4"/>
          <p:cNvSpPr>
            <a:spLocks noGrp="1"/>
          </p:cNvSpPr>
          <p:nvPr>
            <p:ph type="sldNum" sz="quarter" idx="5"/>
          </p:nvPr>
        </p:nvSpPr>
        <p:spPr/>
        <p:txBody>
          <a:bodyPr/>
          <a:lstStyle/>
          <a:p>
            <a:pPr>
              <a:defRPr/>
            </a:pPr>
            <a:fld id="{EA467409-74BC-49AA-A3F9-D9C350255B4E}" type="slidenum">
              <a:rPr lang="en-US" altLang="zh-CN"/>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pPr>
              <a:defRPr/>
            </a:pPr>
            <a:r>
              <a:rPr lang="en-US" altLang="zh-CN"/>
              <a:t>计算机控制技术</a:t>
            </a:r>
            <a:endParaRPr lang="en-US" altLang="zh-CN">
              <a:latin typeface="Arial" panose="020B0604020202020204" pitchFamily="34" charset="0"/>
            </a:endParaRPr>
          </a:p>
        </p:txBody>
      </p:sp>
      <p:sp>
        <p:nvSpPr>
          <p:cNvPr id="5" name="灯片编号占位符 4"/>
          <p:cNvSpPr>
            <a:spLocks noGrp="1"/>
          </p:cNvSpPr>
          <p:nvPr>
            <p:ph type="sldNum" sz="quarter" idx="5"/>
          </p:nvPr>
        </p:nvSpPr>
        <p:spPr/>
        <p:txBody>
          <a:bodyPr/>
          <a:lstStyle/>
          <a:p>
            <a:pPr>
              <a:defRPr/>
            </a:pPr>
            <a:fld id="{EA467409-74BC-49AA-A3F9-D9C350255B4E}"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pPr>
              <a:defRPr/>
            </a:pPr>
            <a:r>
              <a:rPr lang="en-US" altLang="zh-CN"/>
              <a:t>计算机控制技术</a:t>
            </a:r>
            <a:endParaRPr lang="en-US" altLang="zh-CN">
              <a:latin typeface="Arial" panose="020B0604020202020204" pitchFamily="34" charset="0"/>
            </a:endParaRPr>
          </a:p>
        </p:txBody>
      </p:sp>
      <p:sp>
        <p:nvSpPr>
          <p:cNvPr id="5" name="灯片编号占位符 4"/>
          <p:cNvSpPr>
            <a:spLocks noGrp="1"/>
          </p:cNvSpPr>
          <p:nvPr>
            <p:ph type="sldNum" sz="quarter" idx="5"/>
          </p:nvPr>
        </p:nvSpPr>
        <p:spPr/>
        <p:txBody>
          <a:bodyPr/>
          <a:lstStyle/>
          <a:p>
            <a:pPr>
              <a:defRPr/>
            </a:pPr>
            <a:fld id="{EA467409-74BC-49AA-A3F9-D9C350255B4E}"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4"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5"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13"/>
          <p:cNvSpPr txBox="1"/>
          <p:nvPr userDrawn="1"/>
        </p:nvSpPr>
        <p:spPr>
          <a:xfrm>
            <a:off x="3030538" y="6581775"/>
            <a:ext cx="2771775" cy="501650"/>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章信号分析</a:t>
            </a:r>
            <a:r>
              <a:rPr lang="en-US" altLang="zh-CN" sz="1400" b="1" dirty="0">
                <a:latin typeface="宋体" panose="02010600030101010101" pitchFamily="2" charset="-122"/>
              </a:rPr>
              <a:t>--</a:t>
            </a:r>
            <a:fld id="{1C17FAD4-3B35-4BF0-B006-8ADED22651D7}" type="slidenum">
              <a:rPr lang="zh-CN" altLang="en-US" sz="1400" b="1" smtClean="0">
                <a:latin typeface="宋体" panose="02010600030101010101" pitchFamily="2" charset="-122"/>
              </a:rPr>
            </a:fld>
            <a:r>
              <a:rPr lang="en-US" altLang="zh-CN" sz="1400" b="1" dirty="0">
                <a:latin typeface="宋体" panose="02010600030101010101" pitchFamily="2" charset="-122"/>
              </a:rPr>
              <a:t>/173</a:t>
            </a:r>
            <a:endParaRPr lang="zh-CN" altLang="en-US" sz="1400" b="1" dirty="0">
              <a:latin typeface="宋体" panose="02010600030101010101" pitchFamily="2" charset="-122"/>
            </a:endParaRPr>
          </a:p>
          <a:p>
            <a:pPr algn="ctr" eaLnBrk="1" hangingPunct="1">
              <a:lnSpc>
                <a:spcPct val="85000"/>
              </a:lnSpc>
              <a:spcBef>
                <a:spcPct val="20000"/>
              </a:spcBef>
              <a:buClr>
                <a:schemeClr val="accent2"/>
              </a:buClr>
              <a:buFont typeface="Wingdings" panose="05000000000000000000" pitchFamily="2" charset="2"/>
              <a:buNone/>
              <a:defRPr/>
            </a:pPr>
            <a:endParaRPr lang="zh-CN" altLang="en-US" sz="1400" b="1" dirty="0">
              <a:latin typeface="宋体" panose="02010600030101010101" pitchFamily="2" charset="-122"/>
            </a:endParaRPr>
          </a:p>
        </p:txBody>
      </p:sp>
      <p:sp>
        <p:nvSpPr>
          <p:cNvPr id="8" name="矩形 7"/>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9" name="Text Box 12"/>
          <p:cNvSpPr txBox="1">
            <a:spLocks noChangeArrowheads="1"/>
          </p:cNvSpPr>
          <p:nvPr userDrawn="1"/>
        </p:nvSpPr>
        <p:spPr bwMode="auto">
          <a:xfrm>
            <a:off x="-161925" y="0"/>
            <a:ext cx="611188" cy="6858000"/>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207963" y="6475413"/>
            <a:ext cx="1381125" cy="379412"/>
          </a:xfrm>
        </p:spPr>
        <p:txBody>
          <a:bodyPr/>
          <a:lstStyle>
            <a:lvl1pPr>
              <a:defRPr b="1"/>
            </a:lvl1pPr>
          </a:lstStyle>
          <a:p>
            <a:pPr>
              <a:defRPr/>
            </a:pPr>
            <a:fld id="{CF006D11-614D-4BE9-B70C-B389A9E19014}" type="datetime1">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spTree>
      <p:nvGrpSpPr>
        <p:cNvPr id="1" name=""/>
        <p:cNvGrpSpPr/>
        <p:nvPr/>
      </p:nvGrpSpPr>
      <p:grpSpPr>
        <a:xfrm>
          <a:off x="0" y="0"/>
          <a:ext cx="0" cy="0"/>
          <a:chOff x="0" y="0"/>
          <a:chExt cx="0" cy="0"/>
        </a:xfrm>
      </p:grpSpPr>
      <p:sp>
        <p:nvSpPr>
          <p:cNvPr id="5"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6"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14"/>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9" name="Text Box 12"/>
          <p:cNvSpPr txBox="1">
            <a:spLocks noChangeArrowheads="1"/>
          </p:cNvSpPr>
          <p:nvPr userDrawn="1"/>
        </p:nvSpPr>
        <p:spPr bwMode="auto">
          <a:xfrm>
            <a:off x="-161925" y="0"/>
            <a:ext cx="611188" cy="6858000"/>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10" name="TextBox 15"/>
          <p:cNvSpPr txBox="1"/>
          <p:nvPr userDrawn="1"/>
        </p:nvSpPr>
        <p:spPr>
          <a:xfrm>
            <a:off x="3030538" y="6581775"/>
            <a:ext cx="2771775" cy="275460"/>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章信号分析</a:t>
            </a:r>
            <a:r>
              <a:rPr lang="en-US" altLang="zh-CN" sz="1400" b="1" dirty="0">
                <a:latin typeface="宋体" panose="02010600030101010101" pitchFamily="2" charset="-122"/>
              </a:rPr>
              <a:t>--</a:t>
            </a:r>
            <a:fld id="{51D5D676-9E2A-4648-BA40-31A5294486BF}" type="slidenum">
              <a:rPr lang="zh-CN" altLang="en-US" sz="1400" b="1" smtClean="0">
                <a:latin typeface="宋体" panose="02010600030101010101" pitchFamily="2" charset="-122"/>
              </a:rPr>
            </a:fld>
            <a:r>
              <a:rPr lang="en-US" altLang="zh-CN" sz="1400" b="1" dirty="0">
                <a:latin typeface="宋体" panose="02010600030101010101" pitchFamily="2" charset="-122"/>
              </a:rPr>
              <a:t>/173</a:t>
            </a:r>
            <a:endParaRPr lang="zh-CN" altLang="en-US" sz="1400" b="1" dirty="0">
              <a:latin typeface="宋体" panose="02010600030101010101" pitchFamily="2" charset="-122"/>
            </a:endParaRPr>
          </a:p>
        </p:txBody>
      </p:sp>
      <p:sp>
        <p:nvSpPr>
          <p:cNvPr id="2" name="标题 1"/>
          <p:cNvSpPr>
            <a:spLocks noGrp="1"/>
          </p:cNvSpPr>
          <p:nvPr>
            <p:ph type="title"/>
          </p:nvPr>
        </p:nvSpPr>
        <p:spPr>
          <a:xfrm>
            <a:off x="574675" y="0"/>
            <a:ext cx="8001000" cy="74771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11188" y="1484313"/>
            <a:ext cx="3924300" cy="42672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87888" y="1484313"/>
            <a:ext cx="3924300" cy="4267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 name="Rectangle 6"/>
          <p:cNvSpPr>
            <a:spLocks noGrp="1" noChangeArrowheads="1"/>
          </p:cNvSpPr>
          <p:nvPr>
            <p:ph type="dt" sz="half" idx="10"/>
          </p:nvPr>
        </p:nvSpPr>
        <p:spPr>
          <a:xfrm>
            <a:off x="0" y="6624638"/>
            <a:ext cx="1370013" cy="233362"/>
          </a:xfrm>
        </p:spPr>
        <p:txBody>
          <a:bodyPr/>
          <a:lstStyle>
            <a:lvl1pPr>
              <a:defRPr/>
            </a:lvl1pPr>
          </a:lstStyle>
          <a:p>
            <a:pPr>
              <a:defRPr/>
            </a:pPr>
            <a:fld id="{9F4BE407-FF0F-4F76-9534-65917555EEC3}" type="datetime1">
              <a:rPr lang="zh-CN" altLang="en-US"/>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sp>
        <p:nvSpPr>
          <p:cNvPr id="3"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4"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14"/>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7" name="Text Box 12"/>
          <p:cNvSpPr txBox="1">
            <a:spLocks noChangeArrowheads="1"/>
          </p:cNvSpPr>
          <p:nvPr userDrawn="1"/>
        </p:nvSpPr>
        <p:spPr bwMode="auto">
          <a:xfrm>
            <a:off x="-144463" y="0"/>
            <a:ext cx="611188" cy="6858000"/>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8" name="TextBox 15"/>
          <p:cNvSpPr txBox="1"/>
          <p:nvPr userDrawn="1"/>
        </p:nvSpPr>
        <p:spPr>
          <a:xfrm>
            <a:off x="2794000" y="6581775"/>
            <a:ext cx="2771775" cy="501650"/>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章信号分析</a:t>
            </a:r>
            <a:r>
              <a:rPr lang="en-US" altLang="zh-CN" sz="1400" b="1" dirty="0">
                <a:latin typeface="宋体" panose="02010600030101010101" pitchFamily="2" charset="-122"/>
              </a:rPr>
              <a:t>--</a:t>
            </a:r>
            <a:fld id="{F8D5358A-98C4-4FAB-8AE1-220D2541AF4A}" type="slidenum">
              <a:rPr lang="zh-CN" altLang="en-US" sz="1400" b="1" smtClean="0">
                <a:latin typeface="宋体" panose="02010600030101010101" pitchFamily="2" charset="-122"/>
              </a:rPr>
            </a:fld>
            <a:r>
              <a:rPr lang="en-US" altLang="zh-CN" sz="1400" b="1" dirty="0">
                <a:latin typeface="宋体" panose="02010600030101010101" pitchFamily="2" charset="-122"/>
              </a:rPr>
              <a:t>/ 173</a:t>
            </a:r>
            <a:endParaRPr lang="zh-CN" altLang="en-US" sz="1400" b="1" dirty="0">
              <a:latin typeface="宋体" panose="02010600030101010101" pitchFamily="2" charset="-122"/>
            </a:endParaRPr>
          </a:p>
          <a:p>
            <a:pPr algn="ctr" eaLnBrk="1" hangingPunct="1">
              <a:lnSpc>
                <a:spcPct val="85000"/>
              </a:lnSpc>
              <a:spcBef>
                <a:spcPct val="20000"/>
              </a:spcBef>
              <a:buClr>
                <a:schemeClr val="accent2"/>
              </a:buClr>
              <a:buFont typeface="Wingdings" panose="05000000000000000000" pitchFamily="2" charset="2"/>
              <a:buNone/>
              <a:defRPr/>
            </a:pPr>
            <a:endParaRPr lang="zh-CN" altLang="en-US" sz="1400" b="1" dirty="0">
              <a:latin typeface="宋体" panose="02010600030101010101" pitchFamily="2" charset="-122"/>
            </a:endParaRPr>
          </a:p>
        </p:txBody>
      </p:sp>
      <p:sp>
        <p:nvSpPr>
          <p:cNvPr id="2" name="内容占位符 1"/>
          <p:cNvSpPr>
            <a:spLocks noGrp="1"/>
          </p:cNvSpPr>
          <p:nvPr>
            <p:ph/>
          </p:nvPr>
        </p:nvSpPr>
        <p:spPr>
          <a:xfrm>
            <a:off x="277793" y="1261641"/>
            <a:ext cx="8507392" cy="4710896"/>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Rectangle 6"/>
          <p:cNvSpPr>
            <a:spLocks noGrp="1" noChangeArrowheads="1"/>
          </p:cNvSpPr>
          <p:nvPr>
            <p:ph type="dt" sz="half" idx="10"/>
          </p:nvPr>
        </p:nvSpPr>
        <p:spPr/>
        <p:txBody>
          <a:bodyPr/>
          <a:lstStyle>
            <a:lvl1pPr>
              <a:defRPr/>
            </a:lvl1pPr>
          </a:lstStyle>
          <a:p>
            <a:pPr>
              <a:defRPr/>
            </a:pPr>
            <a:fld id="{7E0012CE-60DF-4F4D-AC10-F684A5CA8408}" type="datetime1">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showMasterSp="0">
  <p:cSld name="空白">
    <p:spTree>
      <p:nvGrpSpPr>
        <p:cNvPr id="1" name=""/>
        <p:cNvGrpSpPr/>
        <p:nvPr/>
      </p:nvGrpSpPr>
      <p:grpSpPr>
        <a:xfrm>
          <a:off x="0" y="0"/>
          <a:ext cx="0" cy="0"/>
          <a:chOff x="0" y="0"/>
          <a:chExt cx="0" cy="0"/>
        </a:xfrm>
      </p:grpSpPr>
      <p:sp>
        <p:nvSpPr>
          <p:cNvPr id="2"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3"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4"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14"/>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6" name="Text Box 12"/>
          <p:cNvSpPr txBox="1">
            <a:spLocks noChangeArrowheads="1"/>
          </p:cNvSpPr>
          <p:nvPr userDrawn="1"/>
        </p:nvSpPr>
        <p:spPr bwMode="auto">
          <a:xfrm>
            <a:off x="-161925" y="0"/>
            <a:ext cx="611188" cy="6858000"/>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7" name="TextBox 15"/>
          <p:cNvSpPr txBox="1"/>
          <p:nvPr userDrawn="1"/>
        </p:nvSpPr>
        <p:spPr>
          <a:xfrm>
            <a:off x="3030538" y="6581775"/>
            <a:ext cx="2771775" cy="275460"/>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章信号分析</a:t>
            </a:r>
            <a:r>
              <a:rPr lang="en-US" altLang="zh-CN" sz="1400" b="1" dirty="0">
                <a:latin typeface="宋体" panose="02010600030101010101" pitchFamily="2" charset="-122"/>
              </a:rPr>
              <a:t>--</a:t>
            </a:r>
            <a:fld id="{4B018C8E-4995-49FF-934C-208886787DEF}" type="slidenum">
              <a:rPr lang="zh-CN" altLang="en-US" sz="1400" b="1" smtClean="0">
                <a:latin typeface="宋体" panose="02010600030101010101" pitchFamily="2" charset="-122"/>
              </a:rPr>
            </a:fld>
            <a:r>
              <a:rPr lang="en-US" altLang="zh-CN" sz="1400" b="1" dirty="0">
                <a:latin typeface="宋体" panose="02010600030101010101" pitchFamily="2" charset="-122"/>
              </a:rPr>
              <a:t>/ 173</a:t>
            </a:r>
            <a:endParaRPr lang="zh-CN" altLang="en-US" sz="1400" b="1" dirty="0">
              <a:latin typeface="宋体" panose="02010600030101010101" pitchFamily="2" charset="-122"/>
            </a:endParaRPr>
          </a:p>
        </p:txBody>
      </p:sp>
      <p:sp>
        <p:nvSpPr>
          <p:cNvPr id="8" name="日期占位符 1"/>
          <p:cNvSpPr>
            <a:spLocks noGrp="1"/>
          </p:cNvSpPr>
          <p:nvPr>
            <p:ph type="dt" sz="half" idx="10"/>
          </p:nvPr>
        </p:nvSpPr>
        <p:spPr/>
        <p:txBody>
          <a:bodyPr/>
          <a:lstStyle>
            <a:lvl1pPr>
              <a:defRPr/>
            </a:lvl1pPr>
          </a:lstStyle>
          <a:p>
            <a:pPr>
              <a:defRPr/>
            </a:pPr>
            <a:fld id="{046969F5-DA7E-44B7-8C6E-DB5E0FCBB12B}" type="datetime1">
              <a:rPr lang="zh-CN" altLang="en-US"/>
            </a:fld>
            <a:endParaRPr lang="en-US" altLang="zh-CN" dirty="0"/>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showMasterSp="0">
  <p:cSld name="标题，文本与两项内容">
    <p:spTree>
      <p:nvGrpSpPr>
        <p:cNvPr id="1" name=""/>
        <p:cNvGrpSpPr/>
        <p:nvPr/>
      </p:nvGrpSpPr>
      <p:grpSpPr>
        <a:xfrm>
          <a:off x="0" y="0"/>
          <a:ext cx="0" cy="0"/>
          <a:chOff x="0" y="0"/>
          <a:chExt cx="0" cy="0"/>
        </a:xfrm>
      </p:grpSpPr>
      <p:sp>
        <p:nvSpPr>
          <p:cNvPr id="6"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7"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4"/>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10" name="Text Box 11"/>
          <p:cNvSpPr txBox="1">
            <a:spLocks noChangeArrowheads="1"/>
          </p:cNvSpPr>
          <p:nvPr userDrawn="1"/>
        </p:nvSpPr>
        <p:spPr bwMode="auto">
          <a:xfrm>
            <a:off x="-166688" y="0"/>
            <a:ext cx="615951" cy="6854825"/>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11" name="TextBox 15"/>
          <p:cNvSpPr txBox="1"/>
          <p:nvPr userDrawn="1"/>
        </p:nvSpPr>
        <p:spPr>
          <a:xfrm>
            <a:off x="3030538" y="6581775"/>
            <a:ext cx="2771775" cy="501650"/>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章信号分析</a:t>
            </a:r>
            <a:r>
              <a:rPr lang="en-US" altLang="zh-CN" sz="1400" b="1" dirty="0">
                <a:latin typeface="宋体" panose="02010600030101010101" pitchFamily="2" charset="-122"/>
              </a:rPr>
              <a:t>--</a:t>
            </a:r>
            <a:fld id="{3768BD76-83D1-4FF5-92D6-8C40F84CD540}" type="slidenum">
              <a:rPr lang="zh-CN" altLang="en-US" sz="1400" b="1" smtClean="0">
                <a:latin typeface="宋体" panose="02010600030101010101" pitchFamily="2" charset="-122"/>
              </a:rPr>
            </a:fld>
            <a:r>
              <a:rPr lang="en-US" altLang="zh-CN" sz="1400" b="1" dirty="0">
                <a:latin typeface="宋体" panose="02010600030101010101" pitchFamily="2" charset="-122"/>
              </a:rPr>
              <a:t>/ 173</a:t>
            </a:r>
            <a:endParaRPr lang="zh-CN" altLang="en-US" sz="1400" b="1" dirty="0">
              <a:latin typeface="宋体" panose="02010600030101010101" pitchFamily="2" charset="-122"/>
            </a:endParaRPr>
          </a:p>
          <a:p>
            <a:pPr algn="ctr" eaLnBrk="1" hangingPunct="1">
              <a:lnSpc>
                <a:spcPct val="85000"/>
              </a:lnSpc>
              <a:spcBef>
                <a:spcPct val="20000"/>
              </a:spcBef>
              <a:buClr>
                <a:schemeClr val="accent2"/>
              </a:buClr>
              <a:buFont typeface="Wingdings" panose="05000000000000000000" pitchFamily="2" charset="2"/>
              <a:buNone/>
              <a:defRPr/>
            </a:pPr>
            <a:endParaRPr lang="zh-CN" altLang="en-US" sz="1400" b="1" dirty="0">
              <a:latin typeface="宋体" panose="02010600030101010101" pitchFamily="2" charset="-122"/>
            </a:endParaRPr>
          </a:p>
        </p:txBody>
      </p:sp>
      <p:sp>
        <p:nvSpPr>
          <p:cNvPr id="2" name="标题 1"/>
          <p:cNvSpPr>
            <a:spLocks noGrp="1"/>
          </p:cNvSpPr>
          <p:nvPr>
            <p:ph type="title"/>
          </p:nvPr>
        </p:nvSpPr>
        <p:spPr>
          <a:xfrm>
            <a:off x="686889" y="610362"/>
            <a:ext cx="7770223"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6889" y="1981963"/>
            <a:ext cx="3832860" cy="411365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24252" y="1981963"/>
            <a:ext cx="3832860" cy="200139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24252" y="4093083"/>
            <a:ext cx="3832860" cy="2002536"/>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2" name="日期占位符 5"/>
          <p:cNvSpPr>
            <a:spLocks noGrp="1"/>
          </p:cNvSpPr>
          <p:nvPr>
            <p:ph type="dt" sz="half" idx="10"/>
          </p:nvPr>
        </p:nvSpPr>
        <p:spPr>
          <a:xfrm>
            <a:off x="0" y="6581775"/>
            <a:ext cx="1905000" cy="276225"/>
          </a:xfrm>
        </p:spPr>
        <p:txBody>
          <a:bodyPr/>
          <a:lstStyle>
            <a:lvl1pPr>
              <a:defRPr/>
            </a:lvl1pPr>
          </a:lstStyle>
          <a:p>
            <a:pPr>
              <a:defRPr/>
            </a:pPr>
            <a:fld id="{EA0B1C9A-801A-4299-A4CC-DC60E9F0EC04}" type="datetime1">
              <a:rPr lang="zh-CN" altLang="en-US"/>
            </a:fld>
            <a:endParaRPr lang="en-US" altLang="zh-CN" dirty="0"/>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AndTwoObj" showMasterSp="0">
  <p:cSld name="标题，一项大型内容和两项小型内容">
    <p:spTree>
      <p:nvGrpSpPr>
        <p:cNvPr id="1" name=""/>
        <p:cNvGrpSpPr/>
        <p:nvPr/>
      </p:nvGrpSpPr>
      <p:grpSpPr>
        <a:xfrm>
          <a:off x="0" y="0"/>
          <a:ext cx="0" cy="0"/>
          <a:chOff x="0" y="0"/>
          <a:chExt cx="0" cy="0"/>
        </a:xfrm>
      </p:grpSpPr>
      <p:sp>
        <p:nvSpPr>
          <p:cNvPr id="6"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7"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图片 9"/>
          <p:cNvPicPr>
            <a:picLocks noChangeAspect="1" noChangeArrowheads="1"/>
          </p:cNvPicPr>
          <p:nvPr userDrawn="1"/>
        </p:nvPicPr>
        <p:blipFill>
          <a:blip r:embed="rId2">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13"/>
          <p:cNvSpPr txBox="1"/>
          <p:nvPr userDrawn="1"/>
        </p:nvSpPr>
        <p:spPr>
          <a:xfrm>
            <a:off x="3030538" y="6581775"/>
            <a:ext cx="2055812" cy="276225"/>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 绪论</a:t>
            </a:r>
            <a:r>
              <a:rPr lang="en-US" altLang="zh-CN" sz="1400" b="1" dirty="0">
                <a:latin typeface="宋体" panose="02010600030101010101" pitchFamily="2" charset="-122"/>
              </a:rPr>
              <a:t>--</a:t>
            </a:r>
            <a:fld id="{46152BB8-ABE9-44CA-B642-CAF35847328A}" type="slidenum">
              <a:rPr lang="zh-CN" altLang="en-US" sz="1400" b="1" smtClean="0">
                <a:latin typeface="宋体" panose="02010600030101010101" pitchFamily="2" charset="-122"/>
              </a:rPr>
            </a:fld>
            <a:r>
              <a:rPr lang="en-US" altLang="zh-CN" sz="1400" b="1" dirty="0">
                <a:latin typeface="宋体" panose="02010600030101010101" pitchFamily="2" charset="-122"/>
              </a:rPr>
              <a:t>/ 173</a:t>
            </a:r>
            <a:endParaRPr lang="zh-CN" altLang="en-US" sz="1400" b="1" dirty="0">
              <a:latin typeface="宋体" panose="02010600030101010101" pitchFamily="2" charset="-122"/>
            </a:endParaRPr>
          </a:p>
        </p:txBody>
      </p:sp>
      <p:sp>
        <p:nvSpPr>
          <p:cNvPr id="10" name="矩形 9"/>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11" name="Text Box 11"/>
          <p:cNvSpPr txBox="1">
            <a:spLocks noChangeArrowheads="1"/>
          </p:cNvSpPr>
          <p:nvPr userDrawn="1"/>
        </p:nvSpPr>
        <p:spPr bwMode="auto">
          <a:xfrm>
            <a:off x="-161925" y="0"/>
            <a:ext cx="611188" cy="6858000"/>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2" name="标题 1"/>
          <p:cNvSpPr>
            <a:spLocks noGrp="1"/>
          </p:cNvSpPr>
          <p:nvPr>
            <p:ph type="title"/>
          </p:nvPr>
        </p:nvSpPr>
        <p:spPr>
          <a:xfrm>
            <a:off x="686889" y="610362"/>
            <a:ext cx="7770223"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6889" y="1981963"/>
            <a:ext cx="3832860" cy="411365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24252" y="1981963"/>
            <a:ext cx="3832860" cy="200139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24252" y="4093083"/>
            <a:ext cx="3832860" cy="2002536"/>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2" name="日期占位符 5"/>
          <p:cNvSpPr>
            <a:spLocks noGrp="1"/>
          </p:cNvSpPr>
          <p:nvPr>
            <p:ph type="dt" sz="half" idx="10"/>
          </p:nvPr>
        </p:nvSpPr>
        <p:spPr>
          <a:xfrm>
            <a:off x="144463" y="6600825"/>
            <a:ext cx="1905000" cy="276225"/>
          </a:xfrm>
        </p:spPr>
        <p:txBody>
          <a:bodyPr/>
          <a:lstStyle>
            <a:lvl1pPr>
              <a:defRPr/>
            </a:lvl1pPr>
          </a:lstStyle>
          <a:p>
            <a:pPr>
              <a:defRPr/>
            </a:pPr>
            <a:fld id="{C69FFAB0-ACF8-42A6-8EBB-0FCA974D4863}" type="datetime1">
              <a:rPr lang="zh-CN" altLang="en-US"/>
            </a:fld>
            <a:endParaRPr lang="en-US" altLang="zh-CN" dirty="0"/>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5" name="矩形 4"/>
          <p:cNvSpPr>
            <a:spLocks noChangeArrowheads="1"/>
          </p:cNvSpPr>
          <p:nvPr userDrawn="1"/>
        </p:nvSpPr>
        <p:spPr bwMode="auto">
          <a:xfrm>
            <a:off x="446088" y="987425"/>
            <a:ext cx="8313737" cy="331788"/>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981200" y="1524000"/>
            <a:ext cx="32004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334000" y="1524000"/>
            <a:ext cx="32004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Rectangle 7"/>
          <p:cNvSpPr>
            <a:spLocks noGrp="1" noChangeArrowheads="1"/>
          </p:cNvSpPr>
          <p:nvPr>
            <p:ph type="sldNum" sz="quarter" idx="10"/>
          </p:nvPr>
        </p:nvSpPr>
        <p:spPr>
          <a:xfrm>
            <a:off x="0" y="0"/>
            <a:ext cx="0" cy="0"/>
          </a:xfrm>
        </p:spPr>
        <p:txBody>
          <a:bodyPr/>
          <a:lstStyle>
            <a:lvl1pPr>
              <a:defRPr/>
            </a:lvl1pPr>
          </a:lstStyle>
          <a:p>
            <a:pPr>
              <a:defRPr/>
            </a:pPr>
            <a:fld id="{586DDE24-DE0E-4CE5-96CC-431ECBC36B13}"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C52EDA11-92DB-48CD-9D0D-046755CF4ECC}" type="datetime1">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201F7787-1912-4F84-B6EF-02046D8E4C58}" type="datetime1">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4E004FC7-497A-4A12-91DE-055EB22D3CF6}" type="datetime1">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11188" y="1484313"/>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7888" y="1484313"/>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75D00390-3ABD-44E5-976C-B4AF91B41EB4}" type="datetime1">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6"/>
          <p:cNvSpPr>
            <a:spLocks noGrp="1" noChangeArrowheads="1"/>
          </p:cNvSpPr>
          <p:nvPr>
            <p:ph type="dt" sz="half" idx="10"/>
          </p:nvPr>
        </p:nvSpPr>
        <p:spPr/>
        <p:txBody>
          <a:bodyPr/>
          <a:lstStyle>
            <a:lvl1pPr>
              <a:defRPr/>
            </a:lvl1pPr>
          </a:lstStyle>
          <a:p>
            <a:pPr>
              <a:defRPr/>
            </a:pPr>
            <a:fld id="{79D9EC4E-8F98-470A-B78B-5F15D9A7318D}" type="datetime1">
              <a:rPr lang="zh-CN" altLang="en-US"/>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6"/>
          <p:cNvSpPr>
            <a:spLocks noGrp="1" noChangeArrowheads="1"/>
          </p:cNvSpPr>
          <p:nvPr>
            <p:ph type="dt" sz="half" idx="10"/>
          </p:nvPr>
        </p:nvSpPr>
        <p:spPr/>
        <p:txBody>
          <a:bodyPr/>
          <a:lstStyle>
            <a:lvl1pPr>
              <a:defRPr/>
            </a:lvl1pPr>
          </a:lstStyle>
          <a:p>
            <a:pPr>
              <a:defRPr/>
            </a:pPr>
            <a:fld id="{4F992146-CD20-46EF-A790-695D30A54D2D}" type="datetime1">
              <a:rPr lang="zh-CN" altLang="en-US"/>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F8DDB598-F3ED-48AA-B754-60AC259E0DDE}" type="datetime1">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57B12505-BB26-4ACE-9800-9CC172EB7998}" type="datetime1">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6"/>
          <p:cNvSpPr>
            <a:spLocks noGrp="1" noChangeArrowheads="1"/>
          </p:cNvSpPr>
          <p:nvPr>
            <p:ph type="dt" sz="half" idx="10"/>
          </p:nvPr>
        </p:nvSpPr>
        <p:spPr/>
        <p:txBody>
          <a:bodyPr/>
          <a:lstStyle>
            <a:lvl1pPr>
              <a:defRPr/>
            </a:lvl1pPr>
          </a:lstStyle>
          <a:p>
            <a:pPr>
              <a:defRPr/>
            </a:pPr>
            <a:fld id="{65EEBBB5-6E77-4482-BF2E-84FDDFF9CE32}" type="datetime1">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904CE0C4-8903-4987-9951-DA852C067EFB}" type="datetime1">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04000" y="304800"/>
            <a:ext cx="2008188" cy="54467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74675" y="304800"/>
            <a:ext cx="5876925" cy="54467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6"/>
          <p:cNvSpPr>
            <a:spLocks noGrp="1" noChangeArrowheads="1"/>
          </p:cNvSpPr>
          <p:nvPr>
            <p:ph type="dt" sz="half" idx="10"/>
          </p:nvPr>
        </p:nvSpPr>
        <p:spPr/>
        <p:txBody>
          <a:bodyPr/>
          <a:lstStyle>
            <a:lvl1pPr>
              <a:defRPr/>
            </a:lvl1pPr>
          </a:lstStyle>
          <a:p>
            <a:pPr>
              <a:defRPr/>
            </a:pPr>
            <a:fld id="{890C353C-6D55-4041-B36D-2DDF6F879C31}" type="datetime1">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jpeg"/><Relationship Id="rId8" Type="http://schemas.openxmlformats.org/officeDocument/2006/relationships/image" Target="../media/image2.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image" Target="../media/image2.png"/><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8"/>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611188" y="1484313"/>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1029"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30" name="图片 9"/>
          <p:cNvPicPr>
            <a:picLocks noChangeAspect="1" noChangeArrowheads="1"/>
          </p:cNvPicPr>
          <p:nvPr userDrawn="1"/>
        </p:nvPicPr>
        <p:blipFill>
          <a:blip r:embed="rId9">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3030538" y="6491288"/>
            <a:ext cx="2519362" cy="274637"/>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 信号分析</a:t>
            </a:r>
            <a:r>
              <a:rPr lang="en-US" altLang="zh-CN" sz="1400" b="1" dirty="0">
                <a:latin typeface="宋体" panose="02010600030101010101" pitchFamily="2" charset="-122"/>
              </a:rPr>
              <a:t>--</a:t>
            </a:r>
            <a:fld id="{7C1A426F-03B5-4089-883B-90BB88BA3072}" type="slidenum">
              <a:rPr lang="zh-CN" altLang="en-US" sz="1400" b="1" smtClean="0">
                <a:latin typeface="宋体" panose="02010600030101010101" pitchFamily="2" charset="-122"/>
              </a:rPr>
            </a:fld>
            <a:r>
              <a:rPr lang="en-US" altLang="zh-CN" sz="1400" b="1" dirty="0">
                <a:latin typeface="宋体" panose="02010600030101010101" pitchFamily="2" charset="-122"/>
              </a:rPr>
              <a:t>/173</a:t>
            </a:r>
            <a:endParaRPr lang="zh-CN" altLang="en-US" sz="1400" b="1" dirty="0">
              <a:latin typeface="宋体" panose="02010600030101010101" pitchFamily="2" charset="-122"/>
            </a:endParaRPr>
          </a:p>
        </p:txBody>
      </p:sp>
      <p:sp>
        <p:nvSpPr>
          <p:cNvPr id="32778" name="Text Box 10"/>
          <p:cNvSpPr txBox="1">
            <a:spLocks noChangeArrowheads="1"/>
          </p:cNvSpPr>
          <p:nvPr userDrawn="1"/>
        </p:nvSpPr>
        <p:spPr bwMode="auto">
          <a:xfrm>
            <a:off x="-161925" y="0"/>
            <a:ext cx="611188" cy="6858000"/>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196614" name="Rectangle 6"/>
          <p:cNvSpPr>
            <a:spLocks noGrp="1" noChangeArrowheads="1"/>
          </p:cNvSpPr>
          <p:nvPr>
            <p:ph type="dt" sz="half" idx="2"/>
          </p:nvPr>
        </p:nvSpPr>
        <p:spPr bwMode="auto">
          <a:xfrm>
            <a:off x="0" y="6581775"/>
            <a:ext cx="1419225" cy="276225"/>
          </a:xfrm>
          <a:prstGeom prst="rect">
            <a:avLst/>
          </a:prstGeom>
          <a:noFill/>
          <a:ln w="9525">
            <a:noFill/>
            <a:miter lim="800000"/>
          </a:ln>
          <a:effectLst/>
        </p:spPr>
        <p:txBody>
          <a:bodyPr vert="horz" wrap="square" lIns="91440" tIns="45720" rIns="91440" bIns="45720" numCol="1" anchor="t" anchorCtr="0" compatLnSpc="1"/>
          <a:lstStyle>
            <a:lvl1pPr algn="l" eaLnBrk="1" hangingPunct="1">
              <a:lnSpc>
                <a:spcPct val="100000"/>
              </a:lnSpc>
              <a:spcBef>
                <a:spcPct val="0"/>
              </a:spcBef>
              <a:buClrTx/>
              <a:buFontTx/>
              <a:buNone/>
              <a:defRPr sz="1200" b="1">
                <a:latin typeface="+mn-lt"/>
                <a:ea typeface="+mj-ea"/>
              </a:defRPr>
            </a:lvl1pPr>
          </a:lstStyle>
          <a:p>
            <a:pPr>
              <a:defRPr/>
            </a:pPr>
            <a:fld id="{7109A9DA-76B4-4D9E-ABF7-6F6D8443F73A}" type="datetime1">
              <a:rPr lang="zh-CN" altLang="en-US"/>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2"/>
          <a:srcRect/>
          <a:tile tx="0" ty="0" sx="100000" sy="100000" flip="none" algn="tl"/>
        </a:blipFill>
        <a:effectLst/>
      </p:bgPr>
    </p:bg>
    <p:spTree>
      <p:nvGrpSpPr>
        <p:cNvPr id="1" name=""/>
        <p:cNvGrpSpPr/>
        <p:nvPr/>
      </p:nvGrpSpPr>
      <p:grpSpPr>
        <a:xfrm>
          <a:off x="0" y="0"/>
          <a:ext cx="0" cy="0"/>
          <a:chOff x="0" y="0"/>
          <a:chExt cx="0" cy="0"/>
        </a:xfrm>
      </p:grpSpPr>
      <p:sp>
        <p:nvSpPr>
          <p:cNvPr id="2050" name="AutoShape 4"/>
          <p:cNvSpPr>
            <a:spLocks noChangeArrowheads="1"/>
          </p:cNvSpPr>
          <p:nvPr/>
        </p:nvSpPr>
        <p:spPr bwMode="auto">
          <a:xfrm>
            <a:off x="395288" y="1079500"/>
            <a:ext cx="7958137"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zh-CN" altLang="en-US"/>
          </a:p>
        </p:txBody>
      </p:sp>
      <p:sp>
        <p:nvSpPr>
          <p:cNvPr id="2051" name="Line 5"/>
          <p:cNvSpPr>
            <a:spLocks noChangeShapeType="1"/>
          </p:cNvSpPr>
          <p:nvPr/>
        </p:nvSpPr>
        <p:spPr bwMode="auto">
          <a:xfrm flipV="1">
            <a:off x="609600" y="6359525"/>
            <a:ext cx="79248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2052" name="图片 9"/>
          <p:cNvPicPr>
            <a:picLocks noChangeAspect="1" noChangeArrowheads="1"/>
          </p:cNvPicPr>
          <p:nvPr userDrawn="1"/>
        </p:nvPicPr>
        <p:blipFill>
          <a:blip r:embed="rId13">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矩形 8"/>
          <p:cNvSpPr>
            <a:spLocks noChangeArrowheads="1"/>
          </p:cNvSpPr>
          <p:nvPr userDrawn="1"/>
        </p:nvSpPr>
        <p:spPr bwMode="auto">
          <a:xfrm>
            <a:off x="207963" y="960438"/>
            <a:ext cx="8520112" cy="358775"/>
          </a:xfrm>
          <a:prstGeom prst="rect">
            <a:avLst/>
          </a:prstGeom>
          <a:solidFill>
            <a:schemeClr val="bg1"/>
          </a:solidFill>
          <a:ln>
            <a:noFill/>
          </a:ln>
        </p:spPr>
        <p:txBody>
          <a:bodyPr>
            <a:spAutoFit/>
          </a:bodyPr>
          <a:lstStyle>
            <a:lvl1pPr marL="367030" indent="-187325"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endParaRPr lang="zh-CN" altLang="en-US" b="1">
              <a:ea typeface="黑体" panose="02010609060101010101" pitchFamily="49" charset="-122"/>
            </a:endParaRPr>
          </a:p>
        </p:txBody>
      </p:sp>
      <p:sp>
        <p:nvSpPr>
          <p:cNvPr id="2054" name="Rectangle 2"/>
          <p:cNvSpPr>
            <a:spLocks noGrp="1" noChangeArrowheads="1"/>
          </p:cNvSpPr>
          <p:nvPr>
            <p:ph type="title"/>
          </p:nvPr>
        </p:nvSpPr>
        <p:spPr bwMode="auto">
          <a:xfrm>
            <a:off x="574675" y="304800"/>
            <a:ext cx="80010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2055" name="Rectangle 3"/>
          <p:cNvSpPr>
            <a:spLocks noGrp="1" noChangeArrowheads="1"/>
          </p:cNvSpPr>
          <p:nvPr>
            <p:ph type="body" idx="1"/>
          </p:nvPr>
        </p:nvSpPr>
        <p:spPr bwMode="auto">
          <a:xfrm>
            <a:off x="611188" y="1484313"/>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Rectangle 6"/>
          <p:cNvSpPr>
            <a:spLocks noGrp="1" noChangeArrowheads="1"/>
          </p:cNvSpPr>
          <p:nvPr>
            <p:ph type="dt" sz="half" idx="2"/>
          </p:nvPr>
        </p:nvSpPr>
        <p:spPr bwMode="auto">
          <a:xfrm>
            <a:off x="0" y="6488113"/>
            <a:ext cx="1190625" cy="369887"/>
          </a:xfrm>
          <a:prstGeom prst="rect">
            <a:avLst/>
          </a:prstGeom>
          <a:ln>
            <a:miter lim="800000"/>
          </a:ln>
        </p:spPr>
        <p:txBody>
          <a:bodyPr vert="horz" wrap="square" lIns="91440" tIns="45720" rIns="91440" bIns="45720" numCol="1" anchor="t" anchorCtr="0" compatLnSpc="1"/>
          <a:lstStyle>
            <a:lvl1pPr algn="l" eaLnBrk="1" hangingPunct="1">
              <a:lnSpc>
                <a:spcPct val="100000"/>
              </a:lnSpc>
              <a:spcBef>
                <a:spcPct val="0"/>
              </a:spcBef>
              <a:buClrTx/>
              <a:buFontTx/>
              <a:buNone/>
              <a:defRPr sz="1200" b="1">
                <a:latin typeface="+mn-lt"/>
                <a:ea typeface="+mj-ea"/>
              </a:defRPr>
            </a:lvl1pPr>
          </a:lstStyle>
          <a:p>
            <a:pPr>
              <a:defRPr/>
            </a:pPr>
            <a:fld id="{9A9F2CFE-55CD-4A1C-9294-E5B030433CD3}" type="datetime1">
              <a:rPr lang="zh-CN" altLang="en-US"/>
            </a:fld>
            <a:endParaRPr lang="zh-CN" altLang="en-US"/>
          </a:p>
        </p:txBody>
      </p:sp>
      <p:sp>
        <p:nvSpPr>
          <p:cNvPr id="328716" name="Text Box 12"/>
          <p:cNvSpPr txBox="1">
            <a:spLocks noChangeArrowheads="1"/>
          </p:cNvSpPr>
          <p:nvPr userDrawn="1"/>
        </p:nvSpPr>
        <p:spPr bwMode="auto">
          <a:xfrm>
            <a:off x="-161925" y="0"/>
            <a:ext cx="611188" cy="6858000"/>
          </a:xfrm>
          <a:prstGeom prst="rect">
            <a:avLst/>
          </a:prstGeom>
          <a:gradFill rotWithShape="1">
            <a:gsLst>
              <a:gs pos="0">
                <a:srgbClr val="33CC33"/>
              </a:gs>
              <a:gs pos="100000">
                <a:srgbClr val="33CC33">
                  <a:gamma/>
                  <a:shade val="46275"/>
                  <a:invGamma/>
                </a:srgbClr>
              </a:gs>
            </a:gsLst>
            <a:lin ang="0" scaled="1"/>
          </a:gradFill>
          <a:ln w="9525">
            <a:noFill/>
            <a:miter lim="800000"/>
          </a:ln>
          <a:effectLst/>
        </p:spPr>
        <p:txBody>
          <a:bodyPr vert="eaVert">
            <a:spAutoFit/>
          </a:bodyPr>
          <a:lstStyle/>
          <a:p>
            <a:pPr algn="ctr" eaLnBrk="1" hangingPunct="1">
              <a:spcBef>
                <a:spcPct val="50000"/>
              </a:spcBef>
              <a:defRPr/>
            </a:pPr>
            <a:r>
              <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rPr>
              <a:t>第三章 连续信号的正交分解</a:t>
            </a:r>
            <a:endParaRPr lang="zh-CN" altLang="en-US" b="1">
              <a:solidFill>
                <a:schemeClr val="bg1"/>
              </a:solidFill>
              <a:effectLst>
                <a:outerShdw blurRad="38100" dist="38100" dir="2700000" algn="tl">
                  <a:srgbClr val="000000"/>
                </a:outerShdw>
              </a:effectLst>
              <a:latin typeface="华文行楷" panose="02010800040101010101" pitchFamily="2" charset="-122"/>
              <a:ea typeface="华文行楷" panose="02010800040101010101" pitchFamily="2" charset="-122"/>
            </a:endParaRPr>
          </a:p>
        </p:txBody>
      </p:sp>
      <p:sp>
        <p:nvSpPr>
          <p:cNvPr id="11" name="TextBox 10"/>
          <p:cNvSpPr txBox="1"/>
          <p:nvPr userDrawn="1"/>
        </p:nvSpPr>
        <p:spPr>
          <a:xfrm>
            <a:off x="3030538" y="6581775"/>
            <a:ext cx="2771775" cy="275460"/>
          </a:xfrm>
          <a:prstGeom prst="rect">
            <a:avLst/>
          </a:prstGeom>
          <a:noFill/>
        </p:spPr>
        <p:txBody>
          <a:bodyPr>
            <a:spAutoFit/>
          </a:bodyPr>
          <a:lstStyle>
            <a:lvl1pPr eaLnBrk="0" hangingPunct="0">
              <a:defRPr sz="2800">
                <a:solidFill>
                  <a:schemeClr val="tx1"/>
                </a:solidFill>
                <a:latin typeface="黑体" panose="02010609060101010101" pitchFamily="49" charset="-122"/>
                <a:ea typeface="宋体" panose="02010600030101010101" pitchFamily="2" charset="-122"/>
              </a:defRPr>
            </a:lvl1pPr>
            <a:lvl2pPr marL="742950" indent="-285750" eaLnBrk="0" hangingPunct="0">
              <a:defRPr sz="2800">
                <a:solidFill>
                  <a:schemeClr val="tx1"/>
                </a:solidFill>
                <a:latin typeface="黑体" panose="02010609060101010101" pitchFamily="49" charset="-122"/>
                <a:ea typeface="宋体" panose="02010600030101010101" pitchFamily="2" charset="-122"/>
              </a:defRPr>
            </a:lvl2pPr>
            <a:lvl3pPr marL="1143000" indent="-228600" eaLnBrk="0" hangingPunct="0">
              <a:defRPr sz="2800">
                <a:solidFill>
                  <a:schemeClr val="tx1"/>
                </a:solidFill>
                <a:latin typeface="黑体" panose="02010609060101010101" pitchFamily="49" charset="-122"/>
                <a:ea typeface="宋体" panose="02010600030101010101" pitchFamily="2" charset="-122"/>
              </a:defRPr>
            </a:lvl3pPr>
            <a:lvl4pPr marL="1600200" indent="-228600" eaLnBrk="0" hangingPunct="0">
              <a:defRPr sz="2800">
                <a:solidFill>
                  <a:schemeClr val="tx1"/>
                </a:solidFill>
                <a:latin typeface="黑体" panose="02010609060101010101" pitchFamily="49" charset="-122"/>
                <a:ea typeface="宋体" panose="02010600030101010101" pitchFamily="2" charset="-122"/>
              </a:defRPr>
            </a:lvl4pPr>
            <a:lvl5pPr marL="2057400" indent="-228600" eaLnBrk="0" hangingPunct="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b="1" dirty="0">
                <a:latin typeface="宋体" panose="02010600030101010101" pitchFamily="2" charset="-122"/>
              </a:rPr>
              <a:t>第</a:t>
            </a:r>
            <a:r>
              <a:rPr lang="en-US" altLang="zh-CN" sz="1400" b="1" dirty="0">
                <a:latin typeface="宋体" panose="02010600030101010101" pitchFamily="2" charset="-122"/>
              </a:rPr>
              <a:t>3</a:t>
            </a:r>
            <a:r>
              <a:rPr lang="zh-CN" altLang="en-US" sz="1400" b="1" dirty="0">
                <a:latin typeface="宋体" panose="02010600030101010101" pitchFamily="2" charset="-122"/>
              </a:rPr>
              <a:t>章信号分析</a:t>
            </a:r>
            <a:r>
              <a:rPr lang="en-US" altLang="zh-CN" sz="1400" b="1" dirty="0">
                <a:latin typeface="宋体" panose="02010600030101010101" pitchFamily="2" charset="-122"/>
              </a:rPr>
              <a:t>--</a:t>
            </a:r>
            <a:fld id="{D5A5E3D5-C9E2-455E-81DF-028998BB5C5F}" type="slidenum">
              <a:rPr lang="zh-CN" altLang="en-US" sz="1400" b="1" smtClean="0">
                <a:latin typeface="宋体" panose="02010600030101010101" pitchFamily="2" charset="-122"/>
              </a:rPr>
            </a:fld>
            <a:r>
              <a:rPr lang="en-US" altLang="zh-CN" sz="1400" b="1" dirty="0">
                <a:latin typeface="宋体" panose="02010600030101010101" pitchFamily="2" charset="-122"/>
              </a:rPr>
              <a:t>/ 173</a:t>
            </a:r>
            <a:endParaRPr lang="zh-CN" altLang="en-US" sz="1400" b="1" dirty="0">
              <a:latin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sldNum="0" hdr="0" ft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1.xml"/><Relationship Id="rId7" Type="http://schemas.openxmlformats.org/officeDocument/2006/relationships/audio" Target="../media/audio1.wav"/><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customXml" Target="../ink/ink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1.xml"/><Relationship Id="rId7" Type="http://schemas.openxmlformats.org/officeDocument/2006/relationships/tags" Target="../tags/tag3.x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emf"/><Relationship Id="rId3" Type="http://schemas.openxmlformats.org/officeDocument/2006/relationships/oleObject" Target="../embeddings/oleObject3.bin"/><Relationship Id="rId2" Type="http://schemas.openxmlformats.org/officeDocument/2006/relationships/image" Target="../media/image9.wmf"/><Relationship Id="rId1"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15.png"/><Relationship Id="rId7" Type="http://schemas.openxmlformats.org/officeDocument/2006/relationships/oleObject" Target="../embeddings/oleObject8.bin"/><Relationship Id="rId6" Type="http://schemas.openxmlformats.org/officeDocument/2006/relationships/image" Target="../media/image14.png"/><Relationship Id="rId5" Type="http://schemas.openxmlformats.org/officeDocument/2006/relationships/oleObject" Target="../embeddings/oleObject7.bin"/><Relationship Id="rId4" Type="http://schemas.openxmlformats.org/officeDocument/2006/relationships/image" Target="../media/image13.wmf"/><Relationship Id="rId3" Type="http://schemas.openxmlformats.org/officeDocument/2006/relationships/oleObject" Target="../embeddings/oleObject6.bin"/><Relationship Id="rId2" Type="http://schemas.openxmlformats.org/officeDocument/2006/relationships/image" Target="../media/image12.wmf"/><Relationship Id="rId15" Type="http://schemas.openxmlformats.org/officeDocument/2006/relationships/vmlDrawing" Target="../drawings/vmlDrawing3.vml"/><Relationship Id="rId14" Type="http://schemas.openxmlformats.org/officeDocument/2006/relationships/slideLayout" Target="../slideLayouts/slideLayout5.xml"/><Relationship Id="rId13" Type="http://schemas.openxmlformats.org/officeDocument/2006/relationships/tags" Target="../tags/tag4.xml"/><Relationship Id="rId12" Type="http://schemas.openxmlformats.org/officeDocument/2006/relationships/image" Target="../media/image17.png"/><Relationship Id="rId11" Type="http://schemas.openxmlformats.org/officeDocument/2006/relationships/customXml" Target="../ink/ink2.xml"/><Relationship Id="rId10" Type="http://schemas.openxmlformats.org/officeDocument/2006/relationships/image" Target="../media/image16.png"/><Relationship Id="rId1"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16.png"/><Relationship Id="rId7" Type="http://schemas.openxmlformats.org/officeDocument/2006/relationships/oleObject" Target="../embeddings/oleObject13.bin"/><Relationship Id="rId6" Type="http://schemas.openxmlformats.org/officeDocument/2006/relationships/image" Target="../media/image15.png"/><Relationship Id="rId5" Type="http://schemas.openxmlformats.org/officeDocument/2006/relationships/oleObject" Target="../embeddings/oleObject12.bin"/><Relationship Id="rId4" Type="http://schemas.openxmlformats.org/officeDocument/2006/relationships/image" Target="../media/image14.png"/><Relationship Id="rId3" Type="http://schemas.openxmlformats.org/officeDocument/2006/relationships/oleObject" Target="../embeddings/oleObject11.bin"/><Relationship Id="rId2" Type="http://schemas.openxmlformats.org/officeDocument/2006/relationships/image" Target="../media/image18.wmf"/><Relationship Id="rId13" Type="http://schemas.openxmlformats.org/officeDocument/2006/relationships/vmlDrawing" Target="../drawings/vmlDrawing4.vml"/><Relationship Id="rId12" Type="http://schemas.openxmlformats.org/officeDocument/2006/relationships/slideLayout" Target="../slideLayouts/slideLayout5.xml"/><Relationship Id="rId11" Type="http://schemas.openxmlformats.org/officeDocument/2006/relationships/tags" Target="../tags/tag5.xml"/><Relationship Id="rId10" Type="http://schemas.openxmlformats.org/officeDocument/2006/relationships/image" Target="../media/image19.wmf"/><Relationship Id="rId1"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21.wmf"/><Relationship Id="rId7" Type="http://schemas.openxmlformats.org/officeDocument/2006/relationships/oleObject" Target="../embeddings/oleObject18.bin"/><Relationship Id="rId6" Type="http://schemas.openxmlformats.org/officeDocument/2006/relationships/image" Target="../media/image14.png"/><Relationship Id="rId5" Type="http://schemas.openxmlformats.org/officeDocument/2006/relationships/oleObject" Target="../embeddings/oleObject17.bin"/><Relationship Id="rId4" Type="http://schemas.openxmlformats.org/officeDocument/2006/relationships/image" Target="../media/image19.wmf"/><Relationship Id="rId3" Type="http://schemas.openxmlformats.org/officeDocument/2006/relationships/oleObject" Target="../embeddings/oleObject16.bin"/><Relationship Id="rId2" Type="http://schemas.openxmlformats.org/officeDocument/2006/relationships/image" Target="../media/image20.wmf"/><Relationship Id="rId15" Type="http://schemas.openxmlformats.org/officeDocument/2006/relationships/vmlDrawing" Target="../drawings/vmlDrawing5.vml"/><Relationship Id="rId14" Type="http://schemas.openxmlformats.org/officeDocument/2006/relationships/slideLayout" Target="../slideLayouts/slideLayout1.xml"/><Relationship Id="rId13" Type="http://schemas.openxmlformats.org/officeDocument/2006/relationships/tags" Target="../tags/tag6.xml"/><Relationship Id="rId12" Type="http://schemas.openxmlformats.org/officeDocument/2006/relationships/image" Target="../media/image23.png"/><Relationship Id="rId11" Type="http://schemas.openxmlformats.org/officeDocument/2006/relationships/customXml" Target="../ink/ink3.xml"/><Relationship Id="rId10" Type="http://schemas.openxmlformats.org/officeDocument/2006/relationships/image" Target="../media/image22.wmf"/><Relationship Id="rId1"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26.wmf"/><Relationship Id="rId7" Type="http://schemas.openxmlformats.org/officeDocument/2006/relationships/oleObject" Target="../embeddings/oleObject23.bin"/><Relationship Id="rId6" Type="http://schemas.openxmlformats.org/officeDocument/2006/relationships/image" Target="../media/image14.png"/><Relationship Id="rId5" Type="http://schemas.openxmlformats.org/officeDocument/2006/relationships/oleObject" Target="../embeddings/oleObject22.bin"/><Relationship Id="rId4" Type="http://schemas.openxmlformats.org/officeDocument/2006/relationships/image" Target="../media/image25.wmf"/><Relationship Id="rId3" Type="http://schemas.openxmlformats.org/officeDocument/2006/relationships/oleObject" Target="../embeddings/oleObject21.bin"/><Relationship Id="rId2" Type="http://schemas.openxmlformats.org/officeDocument/2006/relationships/image" Target="../media/image24.wmf"/><Relationship Id="rId14" Type="http://schemas.openxmlformats.org/officeDocument/2006/relationships/notesSlide" Target="../notesSlides/notesSlide1.xml"/><Relationship Id="rId13" Type="http://schemas.openxmlformats.org/officeDocument/2006/relationships/vmlDrawing" Target="../drawings/vmlDrawing6.vml"/><Relationship Id="rId12" Type="http://schemas.openxmlformats.org/officeDocument/2006/relationships/slideLayout" Target="../slideLayouts/slideLayout1.xml"/><Relationship Id="rId11" Type="http://schemas.openxmlformats.org/officeDocument/2006/relationships/tags" Target="../tags/tag7.xml"/><Relationship Id="rId10" Type="http://schemas.openxmlformats.org/officeDocument/2006/relationships/image" Target="../media/image27.wmf"/><Relationship Id="rId1" Type="http://schemas.openxmlformats.org/officeDocument/2006/relationships/oleObject" Target="../embeddings/oleObject20.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31.wmf"/><Relationship Id="rId7" Type="http://schemas.openxmlformats.org/officeDocument/2006/relationships/oleObject" Target="../embeddings/oleObject28.bin"/><Relationship Id="rId6" Type="http://schemas.openxmlformats.org/officeDocument/2006/relationships/image" Target="../media/image30.wmf"/><Relationship Id="rId5" Type="http://schemas.openxmlformats.org/officeDocument/2006/relationships/oleObject" Target="../embeddings/oleObject27.bin"/><Relationship Id="rId4" Type="http://schemas.openxmlformats.org/officeDocument/2006/relationships/image" Target="../media/image29.wmf"/><Relationship Id="rId3" Type="http://schemas.openxmlformats.org/officeDocument/2006/relationships/oleObject" Target="../embeddings/oleObject26.bin"/><Relationship Id="rId2" Type="http://schemas.openxmlformats.org/officeDocument/2006/relationships/image" Target="../media/image28.png"/><Relationship Id="rId17" Type="http://schemas.openxmlformats.org/officeDocument/2006/relationships/vmlDrawing" Target="../drawings/vmlDrawing7.vml"/><Relationship Id="rId16" Type="http://schemas.openxmlformats.org/officeDocument/2006/relationships/slideLayout" Target="../slideLayouts/slideLayout1.xml"/><Relationship Id="rId15" Type="http://schemas.openxmlformats.org/officeDocument/2006/relationships/tags" Target="../tags/tag8.xml"/><Relationship Id="rId14" Type="http://schemas.openxmlformats.org/officeDocument/2006/relationships/image" Target="../media/image34.png"/><Relationship Id="rId13" Type="http://schemas.openxmlformats.org/officeDocument/2006/relationships/customXml" Target="../ink/ink5.xml"/><Relationship Id="rId12" Type="http://schemas.openxmlformats.org/officeDocument/2006/relationships/image" Target="../media/image33.png"/><Relationship Id="rId11" Type="http://schemas.openxmlformats.org/officeDocument/2006/relationships/customXml" Target="../ink/ink4.xml"/><Relationship Id="rId10" Type="http://schemas.openxmlformats.org/officeDocument/2006/relationships/image" Target="../media/image32.wmf"/><Relationship Id="rId1" Type="http://schemas.openxmlformats.org/officeDocument/2006/relationships/oleObject" Target="../embeddings/oleObject25.bin"/></Relationships>
</file>

<file path=ppt/slides/_rels/slide13.xml.rels><?xml version="1.0" encoding="UTF-8" standalone="yes"?>
<Relationships xmlns="http://schemas.openxmlformats.org/package/2006/relationships"><Relationship Id="rId9" Type="http://schemas.openxmlformats.org/officeDocument/2006/relationships/image" Target="../media/image39.wmf"/><Relationship Id="rId8" Type="http://schemas.openxmlformats.org/officeDocument/2006/relationships/oleObject" Target="../embeddings/oleObject33.bin"/><Relationship Id="rId7" Type="http://schemas.openxmlformats.org/officeDocument/2006/relationships/image" Target="../media/image38.wmf"/><Relationship Id="rId6" Type="http://schemas.openxmlformats.org/officeDocument/2006/relationships/oleObject" Target="../embeddings/oleObject32.bin"/><Relationship Id="rId5" Type="http://schemas.openxmlformats.org/officeDocument/2006/relationships/image" Target="../media/image37.png"/><Relationship Id="rId4" Type="http://schemas.openxmlformats.org/officeDocument/2006/relationships/oleObject" Target="../embeddings/oleObject31.bin"/><Relationship Id="rId3" Type="http://schemas.openxmlformats.org/officeDocument/2006/relationships/image" Target="../media/image36.wmf"/><Relationship Id="rId2" Type="http://schemas.openxmlformats.org/officeDocument/2006/relationships/image" Target="../media/image35.wmf"/><Relationship Id="rId16" Type="http://schemas.openxmlformats.org/officeDocument/2006/relationships/vmlDrawing" Target="../drawings/vmlDrawing8.vml"/><Relationship Id="rId15" Type="http://schemas.openxmlformats.org/officeDocument/2006/relationships/slideLayout" Target="../slideLayouts/slideLayout1.xml"/><Relationship Id="rId14" Type="http://schemas.openxmlformats.org/officeDocument/2006/relationships/tags" Target="../tags/tag9.xml"/><Relationship Id="rId13" Type="http://schemas.openxmlformats.org/officeDocument/2006/relationships/image" Target="../media/image41.wmf"/><Relationship Id="rId12" Type="http://schemas.openxmlformats.org/officeDocument/2006/relationships/oleObject" Target="../embeddings/oleObject35.bin"/><Relationship Id="rId11" Type="http://schemas.openxmlformats.org/officeDocument/2006/relationships/image" Target="../media/image40.wmf"/><Relationship Id="rId10" Type="http://schemas.openxmlformats.org/officeDocument/2006/relationships/oleObject" Target="../embeddings/oleObject34.bin"/><Relationship Id="rId1" Type="http://schemas.openxmlformats.org/officeDocument/2006/relationships/oleObject" Target="../embeddings/oleObject30.bin"/></Relationships>
</file>

<file path=ppt/slides/_rels/slide14.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media/image45.wmf"/><Relationship Id="rId7" Type="http://schemas.openxmlformats.org/officeDocument/2006/relationships/oleObject" Target="../embeddings/oleObject39.bin"/><Relationship Id="rId6" Type="http://schemas.openxmlformats.org/officeDocument/2006/relationships/image" Target="../media/image44.wmf"/><Relationship Id="rId5" Type="http://schemas.openxmlformats.org/officeDocument/2006/relationships/oleObject" Target="../embeddings/oleObject38.bin"/><Relationship Id="rId4" Type="http://schemas.openxmlformats.org/officeDocument/2006/relationships/image" Target="../media/image43.wmf"/><Relationship Id="rId3" Type="http://schemas.openxmlformats.org/officeDocument/2006/relationships/oleObject" Target="../embeddings/oleObject37.bin"/><Relationship Id="rId2" Type="http://schemas.openxmlformats.org/officeDocument/2006/relationships/image" Target="../media/image42.wmf"/><Relationship Id="rId11" Type="http://schemas.openxmlformats.org/officeDocument/2006/relationships/vmlDrawing" Target="../drawings/vmlDrawing9.vml"/><Relationship Id="rId10" Type="http://schemas.openxmlformats.org/officeDocument/2006/relationships/slideLayout" Target="../slideLayouts/slideLayout1.xml"/><Relationship Id="rId1" Type="http://schemas.openxmlformats.org/officeDocument/2006/relationships/oleObject" Target="../embeddings/oleObject36.bin"/></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1.xml"/><Relationship Id="rId7" Type="http://schemas.openxmlformats.org/officeDocument/2006/relationships/tags" Target="../tags/tag11.xml"/><Relationship Id="rId6" Type="http://schemas.openxmlformats.org/officeDocument/2006/relationships/image" Target="../media/image47.wmf"/><Relationship Id="rId5" Type="http://schemas.openxmlformats.org/officeDocument/2006/relationships/oleObject" Target="../embeddings/oleObject42.bin"/><Relationship Id="rId4" Type="http://schemas.openxmlformats.org/officeDocument/2006/relationships/image" Target="../media/image14.png"/><Relationship Id="rId3" Type="http://schemas.openxmlformats.org/officeDocument/2006/relationships/oleObject" Target="../embeddings/oleObject41.bin"/><Relationship Id="rId2" Type="http://schemas.openxmlformats.org/officeDocument/2006/relationships/image" Target="../media/image46.emf"/><Relationship Id="rId1" Type="http://schemas.openxmlformats.org/officeDocument/2006/relationships/oleObject" Target="../embeddings/oleObject40.bin"/></Relationships>
</file>

<file path=ppt/slides/_rels/slide16.xml.rels><?xml version="1.0" encoding="UTF-8" standalone="yes"?>
<Relationships xmlns="http://schemas.openxmlformats.org/package/2006/relationships"><Relationship Id="rId9" Type="http://schemas.openxmlformats.org/officeDocument/2006/relationships/customXml" Target="../ink/ink7.xml"/><Relationship Id="rId8" Type="http://schemas.openxmlformats.org/officeDocument/2006/relationships/image" Target="../media/image51.png"/><Relationship Id="rId7" Type="http://schemas.openxmlformats.org/officeDocument/2006/relationships/customXml" Target="../ink/ink6.xml"/><Relationship Id="rId6" Type="http://schemas.openxmlformats.org/officeDocument/2006/relationships/image" Target="../media/image50.wmf"/><Relationship Id="rId5" Type="http://schemas.openxmlformats.org/officeDocument/2006/relationships/oleObject" Target="../embeddings/oleObject45.bin"/><Relationship Id="rId4" Type="http://schemas.openxmlformats.org/officeDocument/2006/relationships/image" Target="../media/image49.wmf"/><Relationship Id="rId3" Type="http://schemas.openxmlformats.org/officeDocument/2006/relationships/oleObject" Target="../embeddings/oleObject44.bin"/><Relationship Id="rId2" Type="http://schemas.openxmlformats.org/officeDocument/2006/relationships/image" Target="../media/image48.wmf"/><Relationship Id="rId17" Type="http://schemas.openxmlformats.org/officeDocument/2006/relationships/vmlDrawing" Target="../drawings/vmlDrawing11.vml"/><Relationship Id="rId16" Type="http://schemas.openxmlformats.org/officeDocument/2006/relationships/slideLayout" Target="../slideLayouts/slideLayout1.xml"/><Relationship Id="rId15" Type="http://schemas.openxmlformats.org/officeDocument/2006/relationships/tags" Target="../tags/tag12.xml"/><Relationship Id="rId14" Type="http://schemas.openxmlformats.org/officeDocument/2006/relationships/image" Target="../media/image54.png"/><Relationship Id="rId13" Type="http://schemas.openxmlformats.org/officeDocument/2006/relationships/customXml" Target="../ink/ink9.xml"/><Relationship Id="rId12" Type="http://schemas.openxmlformats.org/officeDocument/2006/relationships/image" Target="../media/image53.png"/><Relationship Id="rId11" Type="http://schemas.openxmlformats.org/officeDocument/2006/relationships/customXml" Target="../ink/ink8.xml"/><Relationship Id="rId10" Type="http://schemas.openxmlformats.org/officeDocument/2006/relationships/image" Target="../media/image52.png"/><Relationship Id="rId1" Type="http://schemas.openxmlformats.org/officeDocument/2006/relationships/oleObject" Target="../embeddings/oleObject43.bin"/></Relationships>
</file>

<file path=ppt/slides/_rels/slide17.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1.xml"/><Relationship Id="rId7" Type="http://schemas.openxmlformats.org/officeDocument/2006/relationships/tags" Target="../tags/tag13.xml"/><Relationship Id="rId6" Type="http://schemas.openxmlformats.org/officeDocument/2006/relationships/image" Target="../media/image57.png"/><Relationship Id="rId5" Type="http://schemas.openxmlformats.org/officeDocument/2006/relationships/customXml" Target="../ink/ink10.xml"/><Relationship Id="rId4" Type="http://schemas.openxmlformats.org/officeDocument/2006/relationships/image" Target="../media/image56.wmf"/><Relationship Id="rId3" Type="http://schemas.openxmlformats.org/officeDocument/2006/relationships/oleObject" Target="../embeddings/oleObject47.bin"/><Relationship Id="rId2" Type="http://schemas.openxmlformats.org/officeDocument/2006/relationships/image" Target="../media/image55.wmf"/><Relationship Id="rId1" Type="http://schemas.openxmlformats.org/officeDocument/2006/relationships/oleObject" Target="../embeddings/oleObject46.bin"/></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1.xml"/><Relationship Id="rId5" Type="http://schemas.openxmlformats.org/officeDocument/2006/relationships/tags" Target="../tags/tag14.xml"/><Relationship Id="rId4" Type="http://schemas.openxmlformats.org/officeDocument/2006/relationships/image" Target="../media/image58.wmf"/><Relationship Id="rId3" Type="http://schemas.openxmlformats.org/officeDocument/2006/relationships/oleObject" Target="../embeddings/oleObject49.bin"/><Relationship Id="rId2" Type="http://schemas.openxmlformats.org/officeDocument/2006/relationships/image" Target="../media/image56.wmf"/><Relationship Id="rId1" Type="http://schemas.openxmlformats.org/officeDocument/2006/relationships/oleObject" Target="../embeddings/oleObject48.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62.wmf"/><Relationship Id="rId7" Type="http://schemas.openxmlformats.org/officeDocument/2006/relationships/oleObject" Target="../embeddings/oleObject53.bin"/><Relationship Id="rId6" Type="http://schemas.openxmlformats.org/officeDocument/2006/relationships/image" Target="../media/image61.wmf"/><Relationship Id="rId5" Type="http://schemas.openxmlformats.org/officeDocument/2006/relationships/oleObject" Target="../embeddings/oleObject52.bin"/><Relationship Id="rId41" Type="http://schemas.openxmlformats.org/officeDocument/2006/relationships/vmlDrawing" Target="../drawings/vmlDrawing14.vml"/><Relationship Id="rId40" Type="http://schemas.openxmlformats.org/officeDocument/2006/relationships/slideLayout" Target="../slideLayouts/slideLayout1.xml"/><Relationship Id="rId4" Type="http://schemas.openxmlformats.org/officeDocument/2006/relationships/image" Target="../media/image60.wmf"/><Relationship Id="rId39" Type="http://schemas.openxmlformats.org/officeDocument/2006/relationships/tags" Target="../tags/tag15.xml"/><Relationship Id="rId38" Type="http://schemas.openxmlformats.org/officeDocument/2006/relationships/image" Target="../media/image77.png"/><Relationship Id="rId37" Type="http://schemas.openxmlformats.org/officeDocument/2006/relationships/customXml" Target="../ink/ink24.xml"/><Relationship Id="rId36" Type="http://schemas.openxmlformats.org/officeDocument/2006/relationships/image" Target="../media/image76.png"/><Relationship Id="rId35" Type="http://schemas.openxmlformats.org/officeDocument/2006/relationships/customXml" Target="../ink/ink23.xml"/><Relationship Id="rId34" Type="http://schemas.openxmlformats.org/officeDocument/2006/relationships/image" Target="../media/image75.png"/><Relationship Id="rId33" Type="http://schemas.openxmlformats.org/officeDocument/2006/relationships/customXml" Target="../ink/ink22.xml"/><Relationship Id="rId32" Type="http://schemas.openxmlformats.org/officeDocument/2006/relationships/image" Target="../media/image74.png"/><Relationship Id="rId31" Type="http://schemas.openxmlformats.org/officeDocument/2006/relationships/customXml" Target="../ink/ink21.xml"/><Relationship Id="rId30" Type="http://schemas.openxmlformats.org/officeDocument/2006/relationships/image" Target="../media/image73.png"/><Relationship Id="rId3" Type="http://schemas.openxmlformats.org/officeDocument/2006/relationships/oleObject" Target="../embeddings/oleObject51.bin"/><Relationship Id="rId29" Type="http://schemas.openxmlformats.org/officeDocument/2006/relationships/customXml" Target="../ink/ink20.xml"/><Relationship Id="rId28" Type="http://schemas.openxmlformats.org/officeDocument/2006/relationships/image" Target="../media/image72.png"/><Relationship Id="rId27" Type="http://schemas.openxmlformats.org/officeDocument/2006/relationships/customXml" Target="../ink/ink19.xml"/><Relationship Id="rId26" Type="http://schemas.openxmlformats.org/officeDocument/2006/relationships/image" Target="../media/image71.png"/><Relationship Id="rId25" Type="http://schemas.openxmlformats.org/officeDocument/2006/relationships/customXml" Target="../ink/ink18.xml"/><Relationship Id="rId24" Type="http://schemas.openxmlformats.org/officeDocument/2006/relationships/image" Target="../media/image70.png"/><Relationship Id="rId23" Type="http://schemas.openxmlformats.org/officeDocument/2006/relationships/customXml" Target="../ink/ink17.xml"/><Relationship Id="rId22" Type="http://schemas.openxmlformats.org/officeDocument/2006/relationships/image" Target="../media/image69.png"/><Relationship Id="rId21" Type="http://schemas.openxmlformats.org/officeDocument/2006/relationships/customXml" Target="../ink/ink16.xml"/><Relationship Id="rId20" Type="http://schemas.openxmlformats.org/officeDocument/2006/relationships/image" Target="../media/image68.png"/><Relationship Id="rId2" Type="http://schemas.openxmlformats.org/officeDocument/2006/relationships/image" Target="../media/image59.wmf"/><Relationship Id="rId19" Type="http://schemas.openxmlformats.org/officeDocument/2006/relationships/customXml" Target="../ink/ink15.xml"/><Relationship Id="rId18" Type="http://schemas.openxmlformats.org/officeDocument/2006/relationships/image" Target="../media/image67.png"/><Relationship Id="rId17" Type="http://schemas.openxmlformats.org/officeDocument/2006/relationships/customXml" Target="../ink/ink14.xml"/><Relationship Id="rId16" Type="http://schemas.openxmlformats.org/officeDocument/2006/relationships/image" Target="../media/image66.png"/><Relationship Id="rId15" Type="http://schemas.openxmlformats.org/officeDocument/2006/relationships/customXml" Target="../ink/ink13.xml"/><Relationship Id="rId14" Type="http://schemas.openxmlformats.org/officeDocument/2006/relationships/image" Target="../media/image65.png"/><Relationship Id="rId13" Type="http://schemas.openxmlformats.org/officeDocument/2006/relationships/customXml" Target="../ink/ink12.xml"/><Relationship Id="rId12" Type="http://schemas.openxmlformats.org/officeDocument/2006/relationships/image" Target="../media/image64.png"/><Relationship Id="rId11" Type="http://schemas.openxmlformats.org/officeDocument/2006/relationships/customXml" Target="../ink/ink11.xml"/><Relationship Id="rId10" Type="http://schemas.openxmlformats.org/officeDocument/2006/relationships/image" Target="../media/image63.wmf"/><Relationship Id="rId1" Type="http://schemas.openxmlformats.org/officeDocument/2006/relationships/oleObject" Target="../embeddings/oleObject50.bin"/></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1.xml"/><Relationship Id="rId5" Type="http://schemas.openxmlformats.org/officeDocument/2006/relationships/tags" Target="../tags/tag16.xml"/><Relationship Id="rId4" Type="http://schemas.openxmlformats.org/officeDocument/2006/relationships/image" Target="../media/image79.wmf"/><Relationship Id="rId3" Type="http://schemas.openxmlformats.org/officeDocument/2006/relationships/oleObject" Target="../embeddings/oleObject56.bin"/><Relationship Id="rId2" Type="http://schemas.openxmlformats.org/officeDocument/2006/relationships/image" Target="../media/image78.wmf"/><Relationship Id="rId1" Type="http://schemas.openxmlformats.org/officeDocument/2006/relationships/oleObject" Target="../embeddings/oleObject55.bin"/></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16.vml"/><Relationship Id="rId8" Type="http://schemas.openxmlformats.org/officeDocument/2006/relationships/slideLayout" Target="../slideLayouts/slideLayout1.xml"/><Relationship Id="rId7" Type="http://schemas.openxmlformats.org/officeDocument/2006/relationships/tags" Target="../tags/tag17.xml"/><Relationship Id="rId6" Type="http://schemas.openxmlformats.org/officeDocument/2006/relationships/image" Target="../media/image47.wmf"/><Relationship Id="rId5" Type="http://schemas.openxmlformats.org/officeDocument/2006/relationships/oleObject" Target="../embeddings/oleObject59.bin"/><Relationship Id="rId4" Type="http://schemas.openxmlformats.org/officeDocument/2006/relationships/image" Target="../media/image14.png"/><Relationship Id="rId3" Type="http://schemas.openxmlformats.org/officeDocument/2006/relationships/oleObject" Target="../embeddings/oleObject58.bin"/><Relationship Id="rId2" Type="http://schemas.openxmlformats.org/officeDocument/2006/relationships/image" Target="../media/image46.emf"/><Relationship Id="rId1" Type="http://schemas.openxmlformats.org/officeDocument/2006/relationships/oleObject" Target="../embeddings/oleObject57.bin"/></Relationships>
</file>

<file path=ppt/slides/_rels/slide22.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1.xml"/><Relationship Id="rId4" Type="http://schemas.openxmlformats.org/officeDocument/2006/relationships/image" Target="../media/image81.wmf"/><Relationship Id="rId3" Type="http://schemas.openxmlformats.org/officeDocument/2006/relationships/oleObject" Target="../embeddings/oleObject61.bin"/><Relationship Id="rId2" Type="http://schemas.openxmlformats.org/officeDocument/2006/relationships/image" Target="../media/image80.wmf"/><Relationship Id="rId1" Type="http://schemas.openxmlformats.org/officeDocument/2006/relationships/oleObject" Target="../embeddings/oleObject60.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85.wmf"/><Relationship Id="rId7" Type="http://schemas.openxmlformats.org/officeDocument/2006/relationships/oleObject" Target="../embeddings/oleObject65.bin"/><Relationship Id="rId6" Type="http://schemas.openxmlformats.org/officeDocument/2006/relationships/image" Target="../media/image84.wmf"/><Relationship Id="rId5" Type="http://schemas.openxmlformats.org/officeDocument/2006/relationships/oleObject" Target="../embeddings/oleObject64.bin"/><Relationship Id="rId4" Type="http://schemas.openxmlformats.org/officeDocument/2006/relationships/image" Target="../media/image83.wmf"/><Relationship Id="rId3" Type="http://schemas.openxmlformats.org/officeDocument/2006/relationships/oleObject" Target="../embeddings/oleObject63.bin"/><Relationship Id="rId2" Type="http://schemas.openxmlformats.org/officeDocument/2006/relationships/image" Target="../media/image82.wmf"/><Relationship Id="rId13" Type="http://schemas.openxmlformats.org/officeDocument/2006/relationships/vmlDrawing" Target="../drawings/vmlDrawing18.vml"/><Relationship Id="rId12" Type="http://schemas.openxmlformats.org/officeDocument/2006/relationships/slideLayout" Target="../slideLayouts/slideLayout1.xml"/><Relationship Id="rId11" Type="http://schemas.openxmlformats.org/officeDocument/2006/relationships/tags" Target="../tags/tag18.xml"/><Relationship Id="rId10" Type="http://schemas.openxmlformats.org/officeDocument/2006/relationships/image" Target="../media/image86.wmf"/><Relationship Id="rId1" Type="http://schemas.openxmlformats.org/officeDocument/2006/relationships/oleObject" Target="../embeddings/oleObject62.bin"/></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1.xml"/><Relationship Id="rId4" Type="http://schemas.openxmlformats.org/officeDocument/2006/relationships/tags" Target="../tags/tag19.xml"/><Relationship Id="rId3" Type="http://schemas.openxmlformats.org/officeDocument/2006/relationships/image" Target="../media/image88.png"/><Relationship Id="rId2" Type="http://schemas.openxmlformats.org/officeDocument/2006/relationships/image" Target="../media/image87.wmf"/><Relationship Id="rId1" Type="http://schemas.openxmlformats.org/officeDocument/2006/relationships/oleObject" Target="../embeddings/oleObject67.bin"/></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1.xml"/><Relationship Id="rId3" Type="http://schemas.openxmlformats.org/officeDocument/2006/relationships/tags" Target="../tags/tag20.xml"/><Relationship Id="rId2" Type="http://schemas.openxmlformats.org/officeDocument/2006/relationships/image" Target="../media/image89.wmf"/><Relationship Id="rId1" Type="http://schemas.openxmlformats.org/officeDocument/2006/relationships/oleObject" Target="../embeddings/oleObject68.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1.xml"/><Relationship Id="rId3" Type="http://schemas.openxmlformats.org/officeDocument/2006/relationships/image" Target="../media/image91.png"/><Relationship Id="rId2" Type="http://schemas.openxmlformats.org/officeDocument/2006/relationships/image" Target="../media/image90.wmf"/><Relationship Id="rId1" Type="http://schemas.openxmlformats.org/officeDocument/2006/relationships/oleObject" Target="../embeddings/oleObject69.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3.png"/><Relationship Id="rId1" Type="http://schemas.openxmlformats.org/officeDocument/2006/relationships/image" Target="../media/image92.png"/></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22.vml"/><Relationship Id="rId4" Type="http://schemas.openxmlformats.org/officeDocument/2006/relationships/slideLayout" Target="../slideLayouts/slideLayout1.xml"/><Relationship Id="rId3" Type="http://schemas.openxmlformats.org/officeDocument/2006/relationships/tags" Target="../tags/tag22.xml"/><Relationship Id="rId2" Type="http://schemas.openxmlformats.org/officeDocument/2006/relationships/image" Target="../media/image94.wmf"/><Relationship Id="rId1" Type="http://schemas.openxmlformats.org/officeDocument/2006/relationships/oleObject" Target="../embeddings/oleObject70.bin"/></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1.xml"/><Relationship Id="rId2" Type="http://schemas.openxmlformats.org/officeDocument/2006/relationships/image" Target="../media/image94.wmf"/><Relationship Id="rId1" Type="http://schemas.openxmlformats.org/officeDocument/2006/relationships/oleObject" Target="../embeddings/oleObject71.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98.emf"/><Relationship Id="rId7" Type="http://schemas.openxmlformats.org/officeDocument/2006/relationships/oleObject" Target="../embeddings/oleObject75.bin"/><Relationship Id="rId6" Type="http://schemas.openxmlformats.org/officeDocument/2006/relationships/image" Target="../media/image97.emf"/><Relationship Id="rId5" Type="http://schemas.openxmlformats.org/officeDocument/2006/relationships/oleObject" Target="../embeddings/oleObject74.bin"/><Relationship Id="rId4" Type="http://schemas.openxmlformats.org/officeDocument/2006/relationships/image" Target="../media/image96.emf"/><Relationship Id="rId3" Type="http://schemas.openxmlformats.org/officeDocument/2006/relationships/oleObject" Target="../embeddings/oleObject73.bin"/><Relationship Id="rId2" Type="http://schemas.openxmlformats.org/officeDocument/2006/relationships/image" Target="../media/image95.emf"/><Relationship Id="rId18" Type="http://schemas.openxmlformats.org/officeDocument/2006/relationships/vmlDrawing" Target="../drawings/vmlDrawing24.vml"/><Relationship Id="rId17" Type="http://schemas.openxmlformats.org/officeDocument/2006/relationships/slideLayout" Target="../slideLayouts/slideLayout1.xml"/><Relationship Id="rId16" Type="http://schemas.openxmlformats.org/officeDocument/2006/relationships/image" Target="../media/image102.emf"/><Relationship Id="rId15" Type="http://schemas.openxmlformats.org/officeDocument/2006/relationships/oleObject" Target="../embeddings/oleObject79.bin"/><Relationship Id="rId14" Type="http://schemas.openxmlformats.org/officeDocument/2006/relationships/image" Target="../media/image101.emf"/><Relationship Id="rId13" Type="http://schemas.openxmlformats.org/officeDocument/2006/relationships/oleObject" Target="../embeddings/oleObject78.bin"/><Relationship Id="rId12" Type="http://schemas.openxmlformats.org/officeDocument/2006/relationships/image" Target="../media/image100.emf"/><Relationship Id="rId11" Type="http://schemas.openxmlformats.org/officeDocument/2006/relationships/oleObject" Target="../embeddings/oleObject77.bin"/><Relationship Id="rId10" Type="http://schemas.openxmlformats.org/officeDocument/2006/relationships/image" Target="../media/image99.emf"/><Relationship Id="rId1" Type="http://schemas.openxmlformats.org/officeDocument/2006/relationships/oleObject" Target="../embeddings/oleObject72.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03.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83.bin"/><Relationship Id="rId8" Type="http://schemas.openxmlformats.org/officeDocument/2006/relationships/image" Target="../media/image108.wmf"/><Relationship Id="rId7" Type="http://schemas.openxmlformats.org/officeDocument/2006/relationships/oleObject" Target="../embeddings/oleObject82.bin"/><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wmf"/><Relationship Id="rId3" Type="http://schemas.openxmlformats.org/officeDocument/2006/relationships/oleObject" Target="../embeddings/oleObject81.bin"/><Relationship Id="rId2" Type="http://schemas.openxmlformats.org/officeDocument/2006/relationships/image" Target="../media/image104.wmf"/><Relationship Id="rId15" Type="http://schemas.openxmlformats.org/officeDocument/2006/relationships/vmlDrawing" Target="../drawings/vmlDrawing25.vml"/><Relationship Id="rId14" Type="http://schemas.openxmlformats.org/officeDocument/2006/relationships/slideLayout" Target="../slideLayouts/slideLayout1.xml"/><Relationship Id="rId13" Type="http://schemas.openxmlformats.org/officeDocument/2006/relationships/tags" Target="../tags/tag23.xml"/><Relationship Id="rId12" Type="http://schemas.openxmlformats.org/officeDocument/2006/relationships/image" Target="../media/image96.emf"/><Relationship Id="rId11" Type="http://schemas.openxmlformats.org/officeDocument/2006/relationships/oleObject" Target="../embeddings/oleObject84.bin"/><Relationship Id="rId10" Type="http://schemas.openxmlformats.org/officeDocument/2006/relationships/image" Target="../media/image95.emf"/><Relationship Id="rId1" Type="http://schemas.openxmlformats.org/officeDocument/2006/relationships/oleObject" Target="../embeddings/oleObject80.bin"/></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1.xml"/><Relationship Id="rId6" Type="http://schemas.openxmlformats.org/officeDocument/2006/relationships/tags" Target="../tags/tag24.xml"/><Relationship Id="rId5" Type="http://schemas.openxmlformats.org/officeDocument/2006/relationships/image" Target="../media/image111.wmf"/><Relationship Id="rId4" Type="http://schemas.openxmlformats.org/officeDocument/2006/relationships/oleObject" Target="../embeddings/oleObject86.bin"/><Relationship Id="rId3" Type="http://schemas.openxmlformats.org/officeDocument/2006/relationships/image" Target="../media/image110.wmf"/><Relationship Id="rId2" Type="http://schemas.openxmlformats.org/officeDocument/2006/relationships/oleObject" Target="../embeddings/oleObject85.bin"/><Relationship Id="rId1" Type="http://schemas.openxmlformats.org/officeDocument/2006/relationships/image" Target="../media/image109.png"/></Relationships>
</file>

<file path=ppt/slides/_rels/slide36.xml.rels><?xml version="1.0" encoding="UTF-8" standalone="yes"?>
<Relationships xmlns="http://schemas.openxmlformats.org/package/2006/relationships"><Relationship Id="rId9" Type="http://schemas.openxmlformats.org/officeDocument/2006/relationships/image" Target="../media/image116.wmf"/><Relationship Id="rId8" Type="http://schemas.openxmlformats.org/officeDocument/2006/relationships/oleObject" Target="../embeddings/oleObject90.bin"/><Relationship Id="rId7" Type="http://schemas.openxmlformats.org/officeDocument/2006/relationships/image" Target="../media/image115.wmf"/><Relationship Id="rId6" Type="http://schemas.openxmlformats.org/officeDocument/2006/relationships/oleObject" Target="../embeddings/oleObject89.bin"/><Relationship Id="rId5" Type="http://schemas.openxmlformats.org/officeDocument/2006/relationships/image" Target="../media/image114.wmf"/><Relationship Id="rId4" Type="http://schemas.openxmlformats.org/officeDocument/2006/relationships/oleObject" Target="../embeddings/oleObject88.bin"/><Relationship Id="rId3" Type="http://schemas.openxmlformats.org/officeDocument/2006/relationships/image" Target="../media/image113.png"/><Relationship Id="rId2" Type="http://schemas.openxmlformats.org/officeDocument/2006/relationships/image" Target="../media/image112.wmf"/><Relationship Id="rId12" Type="http://schemas.openxmlformats.org/officeDocument/2006/relationships/vmlDrawing" Target="../drawings/vmlDrawing27.vml"/><Relationship Id="rId11" Type="http://schemas.openxmlformats.org/officeDocument/2006/relationships/slideLayout" Target="../slideLayouts/slideLayout1.xml"/><Relationship Id="rId10" Type="http://schemas.openxmlformats.org/officeDocument/2006/relationships/tags" Target="../tags/tag25.xml"/><Relationship Id="rId1" Type="http://schemas.openxmlformats.org/officeDocument/2006/relationships/oleObject" Target="../embeddings/oleObject87.bin"/></Relationships>
</file>

<file path=ppt/slides/_rels/slide37.xml.rels><?xml version="1.0" encoding="UTF-8" standalone="yes"?>
<Relationships xmlns="http://schemas.openxmlformats.org/package/2006/relationships"><Relationship Id="rId5" Type="http://schemas.openxmlformats.org/officeDocument/2006/relationships/vmlDrawing" Target="../drawings/vmlDrawing28.vml"/><Relationship Id="rId4" Type="http://schemas.openxmlformats.org/officeDocument/2006/relationships/slideLayout" Target="../slideLayouts/slideLayout1.xml"/><Relationship Id="rId3" Type="http://schemas.openxmlformats.org/officeDocument/2006/relationships/tags" Target="../tags/tag26.xml"/><Relationship Id="rId2" Type="http://schemas.openxmlformats.org/officeDocument/2006/relationships/image" Target="../media/image117.wmf"/><Relationship Id="rId1" Type="http://schemas.openxmlformats.org/officeDocument/2006/relationships/oleObject" Target="../embeddings/oleObject91.bin"/></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9.png"/><Relationship Id="rId2" Type="http://schemas.openxmlformats.org/officeDocument/2006/relationships/customXml" Target="../ink/ink25.xml"/><Relationship Id="rId1" Type="http://schemas.openxmlformats.org/officeDocument/2006/relationships/image" Target="../media/image118.png"/></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1.xml"/><Relationship Id="rId3" Type="http://schemas.openxmlformats.org/officeDocument/2006/relationships/tags" Target="../tags/tag27.xml"/><Relationship Id="rId2" Type="http://schemas.openxmlformats.org/officeDocument/2006/relationships/image" Target="../media/image120.wmf"/><Relationship Id="rId1" Type="http://schemas.openxmlformats.org/officeDocument/2006/relationships/oleObject" Target="../embeddings/oleObject92.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124.png"/><Relationship Id="rId7" Type="http://schemas.openxmlformats.org/officeDocument/2006/relationships/image" Target="../media/image123.png"/><Relationship Id="rId6" Type="http://schemas.openxmlformats.org/officeDocument/2006/relationships/image" Target="../media/image122.wmf"/><Relationship Id="rId5" Type="http://schemas.openxmlformats.org/officeDocument/2006/relationships/oleObject" Target="../embeddings/oleObject95.bin"/><Relationship Id="rId4" Type="http://schemas.openxmlformats.org/officeDocument/2006/relationships/image" Target="../media/image120.wmf"/><Relationship Id="rId3" Type="http://schemas.openxmlformats.org/officeDocument/2006/relationships/oleObject" Target="../embeddings/oleObject94.bin"/><Relationship Id="rId2" Type="http://schemas.openxmlformats.org/officeDocument/2006/relationships/image" Target="../media/image121.wmf"/><Relationship Id="rId13" Type="http://schemas.openxmlformats.org/officeDocument/2006/relationships/vmlDrawing" Target="../drawings/vmlDrawing30.vml"/><Relationship Id="rId12" Type="http://schemas.openxmlformats.org/officeDocument/2006/relationships/slideLayout" Target="../slideLayouts/slideLayout1.xml"/><Relationship Id="rId11" Type="http://schemas.openxmlformats.org/officeDocument/2006/relationships/tags" Target="../tags/tag28.xml"/><Relationship Id="rId10" Type="http://schemas.openxmlformats.org/officeDocument/2006/relationships/image" Target="../media/image125.wmf"/><Relationship Id="rId1" Type="http://schemas.openxmlformats.org/officeDocument/2006/relationships/oleObject" Target="../embeddings/oleObject93.bin"/></Relationships>
</file>

<file path=ppt/slides/_rels/slide41.xml.rels><?xml version="1.0" encoding="UTF-8" standalone="yes"?>
<Relationships xmlns="http://schemas.openxmlformats.org/package/2006/relationships"><Relationship Id="rId5" Type="http://schemas.openxmlformats.org/officeDocument/2006/relationships/vmlDrawing" Target="../drawings/vmlDrawing31.vml"/><Relationship Id="rId4" Type="http://schemas.openxmlformats.org/officeDocument/2006/relationships/slideLayout" Target="../slideLayouts/slideLayout1.xml"/><Relationship Id="rId3" Type="http://schemas.openxmlformats.org/officeDocument/2006/relationships/image" Target="../media/image127.wmf"/><Relationship Id="rId2" Type="http://schemas.openxmlformats.org/officeDocument/2006/relationships/oleObject" Target="../embeddings/oleObject97.bin"/><Relationship Id="rId1" Type="http://schemas.openxmlformats.org/officeDocument/2006/relationships/image" Target="../media/image126.png"/></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102.bin"/><Relationship Id="rId8" Type="http://schemas.openxmlformats.org/officeDocument/2006/relationships/image" Target="../media/image131.wmf"/><Relationship Id="rId7" Type="http://schemas.openxmlformats.org/officeDocument/2006/relationships/oleObject" Target="../embeddings/oleObject101.bin"/><Relationship Id="rId6" Type="http://schemas.openxmlformats.org/officeDocument/2006/relationships/image" Target="../media/image130.wmf"/><Relationship Id="rId5" Type="http://schemas.openxmlformats.org/officeDocument/2006/relationships/oleObject" Target="../embeddings/oleObject100.bin"/><Relationship Id="rId4" Type="http://schemas.openxmlformats.org/officeDocument/2006/relationships/image" Target="../media/image129.wmf"/><Relationship Id="rId3" Type="http://schemas.openxmlformats.org/officeDocument/2006/relationships/oleObject" Target="../embeddings/oleObject99.bin"/><Relationship Id="rId2" Type="http://schemas.openxmlformats.org/officeDocument/2006/relationships/image" Target="../media/image128.wmf"/><Relationship Id="rId15" Type="http://schemas.openxmlformats.org/officeDocument/2006/relationships/vmlDrawing" Target="../drawings/vmlDrawing32.vml"/><Relationship Id="rId14" Type="http://schemas.openxmlformats.org/officeDocument/2006/relationships/slideLayout" Target="../slideLayouts/slideLayout1.xml"/><Relationship Id="rId13" Type="http://schemas.openxmlformats.org/officeDocument/2006/relationships/tags" Target="../tags/tag29.xml"/><Relationship Id="rId12" Type="http://schemas.openxmlformats.org/officeDocument/2006/relationships/image" Target="../media/image133.wmf"/><Relationship Id="rId11" Type="http://schemas.openxmlformats.org/officeDocument/2006/relationships/oleObject" Target="../embeddings/oleObject103.bin"/><Relationship Id="rId10" Type="http://schemas.openxmlformats.org/officeDocument/2006/relationships/image" Target="../media/image132.wmf"/><Relationship Id="rId1" Type="http://schemas.openxmlformats.org/officeDocument/2006/relationships/oleObject" Target="../embeddings/oleObject98.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108.bin"/><Relationship Id="rId8" Type="http://schemas.openxmlformats.org/officeDocument/2006/relationships/image" Target="../media/image137.wmf"/><Relationship Id="rId7" Type="http://schemas.openxmlformats.org/officeDocument/2006/relationships/oleObject" Target="../embeddings/oleObject107.bin"/><Relationship Id="rId6" Type="http://schemas.openxmlformats.org/officeDocument/2006/relationships/image" Target="../media/image136.wmf"/><Relationship Id="rId5" Type="http://schemas.openxmlformats.org/officeDocument/2006/relationships/oleObject" Target="../embeddings/oleObject106.bin"/><Relationship Id="rId4" Type="http://schemas.openxmlformats.org/officeDocument/2006/relationships/image" Target="../media/image135.emf"/><Relationship Id="rId3" Type="http://schemas.openxmlformats.org/officeDocument/2006/relationships/oleObject" Target="../embeddings/oleObject105.bin"/><Relationship Id="rId21" Type="http://schemas.openxmlformats.org/officeDocument/2006/relationships/vmlDrawing" Target="../drawings/vmlDrawing33.vml"/><Relationship Id="rId20" Type="http://schemas.openxmlformats.org/officeDocument/2006/relationships/slideLayout" Target="../slideLayouts/slideLayout1.xml"/><Relationship Id="rId2" Type="http://schemas.openxmlformats.org/officeDocument/2006/relationships/image" Target="../media/image134.png"/><Relationship Id="rId19" Type="http://schemas.openxmlformats.org/officeDocument/2006/relationships/tags" Target="../tags/tag30.xml"/><Relationship Id="rId18" Type="http://schemas.openxmlformats.org/officeDocument/2006/relationships/image" Target="../media/image120.wmf"/><Relationship Id="rId17" Type="http://schemas.openxmlformats.org/officeDocument/2006/relationships/oleObject" Target="../embeddings/oleObject112.bin"/><Relationship Id="rId16" Type="http://schemas.openxmlformats.org/officeDocument/2006/relationships/image" Target="../media/image141.wmf"/><Relationship Id="rId15" Type="http://schemas.openxmlformats.org/officeDocument/2006/relationships/oleObject" Target="../embeddings/oleObject111.bin"/><Relationship Id="rId14" Type="http://schemas.openxmlformats.org/officeDocument/2006/relationships/image" Target="../media/image140.wmf"/><Relationship Id="rId13" Type="http://schemas.openxmlformats.org/officeDocument/2006/relationships/oleObject" Target="../embeddings/oleObject110.bin"/><Relationship Id="rId12" Type="http://schemas.openxmlformats.org/officeDocument/2006/relationships/image" Target="../media/image139.wmf"/><Relationship Id="rId11" Type="http://schemas.openxmlformats.org/officeDocument/2006/relationships/oleObject" Target="../embeddings/oleObject109.bin"/><Relationship Id="rId10" Type="http://schemas.openxmlformats.org/officeDocument/2006/relationships/image" Target="../media/image138.wmf"/><Relationship Id="rId1" Type="http://schemas.openxmlformats.org/officeDocument/2006/relationships/oleObject" Target="../embeddings/oleObject104.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17.bin"/><Relationship Id="rId8" Type="http://schemas.openxmlformats.org/officeDocument/2006/relationships/image" Target="../media/image145.wmf"/><Relationship Id="rId7" Type="http://schemas.openxmlformats.org/officeDocument/2006/relationships/oleObject" Target="../embeddings/oleObject116.bin"/><Relationship Id="rId6" Type="http://schemas.openxmlformats.org/officeDocument/2006/relationships/image" Target="../media/image144.wmf"/><Relationship Id="rId5" Type="http://schemas.openxmlformats.org/officeDocument/2006/relationships/oleObject" Target="../embeddings/oleObject115.bin"/><Relationship Id="rId4" Type="http://schemas.openxmlformats.org/officeDocument/2006/relationships/image" Target="../media/image143.wmf"/><Relationship Id="rId3" Type="http://schemas.openxmlformats.org/officeDocument/2006/relationships/oleObject" Target="../embeddings/oleObject114.bin"/><Relationship Id="rId25" Type="http://schemas.openxmlformats.org/officeDocument/2006/relationships/vmlDrawing" Target="../drawings/vmlDrawing34.vml"/><Relationship Id="rId24" Type="http://schemas.openxmlformats.org/officeDocument/2006/relationships/slideLayout" Target="../slideLayouts/slideLayout1.xml"/><Relationship Id="rId23" Type="http://schemas.openxmlformats.org/officeDocument/2006/relationships/tags" Target="../tags/tag31.xml"/><Relationship Id="rId22" Type="http://schemas.openxmlformats.org/officeDocument/2006/relationships/image" Target="../media/image152.wmf"/><Relationship Id="rId21" Type="http://schemas.openxmlformats.org/officeDocument/2006/relationships/oleObject" Target="../embeddings/oleObject123.bin"/><Relationship Id="rId20" Type="http://schemas.openxmlformats.org/officeDocument/2006/relationships/image" Target="../media/image151.wmf"/><Relationship Id="rId2" Type="http://schemas.openxmlformats.org/officeDocument/2006/relationships/image" Target="../media/image142.png"/><Relationship Id="rId19" Type="http://schemas.openxmlformats.org/officeDocument/2006/relationships/oleObject" Target="../embeddings/oleObject122.bin"/><Relationship Id="rId18" Type="http://schemas.openxmlformats.org/officeDocument/2006/relationships/image" Target="../media/image150.wmf"/><Relationship Id="rId17" Type="http://schemas.openxmlformats.org/officeDocument/2006/relationships/oleObject" Target="../embeddings/oleObject121.bin"/><Relationship Id="rId16" Type="http://schemas.openxmlformats.org/officeDocument/2006/relationships/image" Target="../media/image149.wmf"/><Relationship Id="rId15" Type="http://schemas.openxmlformats.org/officeDocument/2006/relationships/oleObject" Target="../embeddings/oleObject120.bin"/><Relationship Id="rId14" Type="http://schemas.openxmlformats.org/officeDocument/2006/relationships/image" Target="../media/image148.wmf"/><Relationship Id="rId13" Type="http://schemas.openxmlformats.org/officeDocument/2006/relationships/oleObject" Target="../embeddings/oleObject119.bin"/><Relationship Id="rId12" Type="http://schemas.openxmlformats.org/officeDocument/2006/relationships/image" Target="../media/image147.wmf"/><Relationship Id="rId11" Type="http://schemas.openxmlformats.org/officeDocument/2006/relationships/oleObject" Target="../embeddings/oleObject118.bin"/><Relationship Id="rId10" Type="http://schemas.openxmlformats.org/officeDocument/2006/relationships/image" Target="../media/image146.wmf"/><Relationship Id="rId1" Type="http://schemas.openxmlformats.org/officeDocument/2006/relationships/oleObject" Target="../embeddings/oleObject113.bin"/></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35.vml"/><Relationship Id="rId5" Type="http://schemas.openxmlformats.org/officeDocument/2006/relationships/slideLayout" Target="../slideLayouts/slideLayout1.xml"/><Relationship Id="rId4" Type="http://schemas.openxmlformats.org/officeDocument/2006/relationships/image" Target="../media/image154.wmf"/><Relationship Id="rId3" Type="http://schemas.openxmlformats.org/officeDocument/2006/relationships/oleObject" Target="../embeddings/oleObject125.bin"/><Relationship Id="rId2" Type="http://schemas.openxmlformats.org/officeDocument/2006/relationships/image" Target="../media/image153.wmf"/><Relationship Id="rId1" Type="http://schemas.openxmlformats.org/officeDocument/2006/relationships/oleObject" Target="../embeddings/oleObject124.bin"/></Relationships>
</file>

<file path=ppt/slides/_rels/slide47.xml.rels><?xml version="1.0" encoding="UTF-8" standalone="yes"?>
<Relationships xmlns="http://schemas.openxmlformats.org/package/2006/relationships"><Relationship Id="rId9" Type="http://schemas.openxmlformats.org/officeDocument/2006/relationships/image" Target="../media/image160.wmf"/><Relationship Id="rId8" Type="http://schemas.openxmlformats.org/officeDocument/2006/relationships/oleObject" Target="../embeddings/oleObject128.bin"/><Relationship Id="rId7" Type="http://schemas.openxmlformats.org/officeDocument/2006/relationships/image" Target="../media/image159.wmf"/><Relationship Id="rId6" Type="http://schemas.openxmlformats.org/officeDocument/2006/relationships/oleObject" Target="../embeddings/oleObject127.bin"/><Relationship Id="rId5" Type="http://schemas.openxmlformats.org/officeDocument/2006/relationships/image" Target="../media/image158.jpeg"/><Relationship Id="rId4" Type="http://schemas.openxmlformats.org/officeDocument/2006/relationships/image" Target="../media/image157.jpeg"/><Relationship Id="rId3" Type="http://schemas.openxmlformats.org/officeDocument/2006/relationships/image" Target="../media/image156.jpeg"/><Relationship Id="rId23" Type="http://schemas.openxmlformats.org/officeDocument/2006/relationships/vmlDrawing" Target="../drawings/vmlDrawing36.vml"/><Relationship Id="rId22" Type="http://schemas.openxmlformats.org/officeDocument/2006/relationships/slideLayout" Target="../slideLayouts/slideLayout4.xml"/><Relationship Id="rId21" Type="http://schemas.openxmlformats.org/officeDocument/2006/relationships/tags" Target="../tags/tag32.xml"/><Relationship Id="rId20" Type="http://schemas.openxmlformats.org/officeDocument/2006/relationships/image" Target="../media/image167.wmf"/><Relationship Id="rId2" Type="http://schemas.openxmlformats.org/officeDocument/2006/relationships/image" Target="../media/image155.wmf"/><Relationship Id="rId19" Type="http://schemas.openxmlformats.org/officeDocument/2006/relationships/oleObject" Target="../embeddings/oleObject132.bin"/><Relationship Id="rId18" Type="http://schemas.openxmlformats.org/officeDocument/2006/relationships/image" Target="../media/image166.wmf"/><Relationship Id="rId17" Type="http://schemas.openxmlformats.org/officeDocument/2006/relationships/oleObject" Target="../embeddings/oleObject131.bin"/><Relationship Id="rId16" Type="http://schemas.openxmlformats.org/officeDocument/2006/relationships/image" Target="../media/image165.wmf"/><Relationship Id="rId15" Type="http://schemas.openxmlformats.org/officeDocument/2006/relationships/oleObject" Target="../embeddings/oleObject130.bin"/><Relationship Id="rId14" Type="http://schemas.openxmlformats.org/officeDocument/2006/relationships/image" Target="../media/image164.jpeg"/><Relationship Id="rId13" Type="http://schemas.openxmlformats.org/officeDocument/2006/relationships/image" Target="../media/image163.jpeg"/><Relationship Id="rId12" Type="http://schemas.openxmlformats.org/officeDocument/2006/relationships/image" Target="../media/image162.jpeg"/><Relationship Id="rId11" Type="http://schemas.openxmlformats.org/officeDocument/2006/relationships/image" Target="../media/image161.wmf"/><Relationship Id="rId10" Type="http://schemas.openxmlformats.org/officeDocument/2006/relationships/oleObject" Target="../embeddings/oleObject129.bin"/><Relationship Id="rId1" Type="http://schemas.openxmlformats.org/officeDocument/2006/relationships/oleObject" Target="../embeddings/oleObject126.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1.xml"/><Relationship Id="rId6" Type="http://schemas.openxmlformats.org/officeDocument/2006/relationships/image" Target="../media/image171.png"/><Relationship Id="rId5" Type="http://schemas.openxmlformats.org/officeDocument/2006/relationships/oleObject" Target="../embeddings/oleObject134.bin"/><Relationship Id="rId4" Type="http://schemas.openxmlformats.org/officeDocument/2006/relationships/image" Target="../media/image170.png"/><Relationship Id="rId3" Type="http://schemas.openxmlformats.org/officeDocument/2006/relationships/image" Target="../media/image169.png"/><Relationship Id="rId2" Type="http://schemas.openxmlformats.org/officeDocument/2006/relationships/oleObject" Target="../embeddings/oleObject133.bin"/><Relationship Id="rId1" Type="http://schemas.openxmlformats.org/officeDocument/2006/relationships/image" Target="../media/image168.jpeg"/></Relationships>
</file>

<file path=ppt/slides/_rels/slide49.xml.rels><?xml version="1.0" encoding="UTF-8" standalone="yes"?>
<Relationships xmlns="http://schemas.openxmlformats.org/package/2006/relationships"><Relationship Id="rId7" Type="http://schemas.openxmlformats.org/officeDocument/2006/relationships/vmlDrawing" Target="../drawings/vmlDrawing38.vml"/><Relationship Id="rId6" Type="http://schemas.openxmlformats.org/officeDocument/2006/relationships/slideLayout" Target="../slideLayouts/slideLayout7.xml"/><Relationship Id="rId5" Type="http://schemas.openxmlformats.org/officeDocument/2006/relationships/tags" Target="../tags/tag33.xml"/><Relationship Id="rId4" Type="http://schemas.openxmlformats.org/officeDocument/2006/relationships/image" Target="../media/image173.wmf"/><Relationship Id="rId3" Type="http://schemas.openxmlformats.org/officeDocument/2006/relationships/oleObject" Target="../embeddings/oleObject136.bin"/><Relationship Id="rId2" Type="http://schemas.openxmlformats.org/officeDocument/2006/relationships/image" Target="../media/image172.wmf"/><Relationship Id="rId1" Type="http://schemas.openxmlformats.org/officeDocument/2006/relationships/oleObject" Target="../embeddings/oleObject135.bin"/></Relationships>
</file>

<file path=ppt/slides/_rels/slide50.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image" Target="../media/image177.wmf"/><Relationship Id="rId7" Type="http://schemas.openxmlformats.org/officeDocument/2006/relationships/oleObject" Target="../embeddings/oleObject140.bin"/><Relationship Id="rId6" Type="http://schemas.openxmlformats.org/officeDocument/2006/relationships/image" Target="../media/image176.wmf"/><Relationship Id="rId5" Type="http://schemas.openxmlformats.org/officeDocument/2006/relationships/oleObject" Target="../embeddings/oleObject139.bin"/><Relationship Id="rId4" Type="http://schemas.openxmlformats.org/officeDocument/2006/relationships/image" Target="../media/image175.wmf"/><Relationship Id="rId3" Type="http://schemas.openxmlformats.org/officeDocument/2006/relationships/oleObject" Target="../embeddings/oleObject138.bin"/><Relationship Id="rId2" Type="http://schemas.openxmlformats.org/officeDocument/2006/relationships/image" Target="../media/image174.wmf"/><Relationship Id="rId11" Type="http://schemas.openxmlformats.org/officeDocument/2006/relationships/vmlDrawing" Target="../drawings/vmlDrawing39.vml"/><Relationship Id="rId10" Type="http://schemas.openxmlformats.org/officeDocument/2006/relationships/slideLayout" Target="../slideLayouts/slideLayout1.xml"/><Relationship Id="rId1" Type="http://schemas.openxmlformats.org/officeDocument/2006/relationships/oleObject" Target="../embeddings/oleObject137.bin"/></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145.bin"/><Relationship Id="rId8" Type="http://schemas.openxmlformats.org/officeDocument/2006/relationships/image" Target="../media/image181.wmf"/><Relationship Id="rId7" Type="http://schemas.openxmlformats.org/officeDocument/2006/relationships/oleObject" Target="../embeddings/oleObject144.bin"/><Relationship Id="rId6" Type="http://schemas.openxmlformats.org/officeDocument/2006/relationships/image" Target="../media/image180.wmf"/><Relationship Id="rId5" Type="http://schemas.openxmlformats.org/officeDocument/2006/relationships/oleObject" Target="../embeddings/oleObject143.bin"/><Relationship Id="rId4" Type="http://schemas.openxmlformats.org/officeDocument/2006/relationships/image" Target="../media/image179.wmf"/><Relationship Id="rId3" Type="http://schemas.openxmlformats.org/officeDocument/2006/relationships/oleObject" Target="../embeddings/oleObject142.bin"/><Relationship Id="rId2" Type="http://schemas.openxmlformats.org/officeDocument/2006/relationships/image" Target="../media/image178.wmf"/><Relationship Id="rId19" Type="http://schemas.openxmlformats.org/officeDocument/2006/relationships/vmlDrawing" Target="../drawings/vmlDrawing40.vml"/><Relationship Id="rId18" Type="http://schemas.openxmlformats.org/officeDocument/2006/relationships/slideLayout" Target="../slideLayouts/slideLayout6.xml"/><Relationship Id="rId17" Type="http://schemas.openxmlformats.org/officeDocument/2006/relationships/tags" Target="../tags/tag35.xml"/><Relationship Id="rId16" Type="http://schemas.openxmlformats.org/officeDocument/2006/relationships/image" Target="../media/image185.wmf"/><Relationship Id="rId15" Type="http://schemas.openxmlformats.org/officeDocument/2006/relationships/oleObject" Target="../embeddings/oleObject148.bin"/><Relationship Id="rId14" Type="http://schemas.openxmlformats.org/officeDocument/2006/relationships/image" Target="../media/image184.wmf"/><Relationship Id="rId13" Type="http://schemas.openxmlformats.org/officeDocument/2006/relationships/oleObject" Target="../embeddings/oleObject147.bin"/><Relationship Id="rId12" Type="http://schemas.openxmlformats.org/officeDocument/2006/relationships/image" Target="../media/image183.wmf"/><Relationship Id="rId11" Type="http://schemas.openxmlformats.org/officeDocument/2006/relationships/oleObject" Target="../embeddings/oleObject146.bin"/><Relationship Id="rId10" Type="http://schemas.openxmlformats.org/officeDocument/2006/relationships/image" Target="../media/image182.wmf"/><Relationship Id="rId1" Type="http://schemas.openxmlformats.org/officeDocument/2006/relationships/oleObject" Target="../embeddings/oleObject141.bin"/></Relationships>
</file>

<file path=ppt/slides/_rels/slide52.xml.rels><?xml version="1.0" encoding="UTF-8" standalone="yes"?>
<Relationships xmlns="http://schemas.openxmlformats.org/package/2006/relationships"><Relationship Id="rId9" Type="http://schemas.openxmlformats.org/officeDocument/2006/relationships/vmlDrawing" Target="../drawings/vmlDrawing41.vml"/><Relationship Id="rId8" Type="http://schemas.openxmlformats.org/officeDocument/2006/relationships/slideLayout" Target="../slideLayouts/slideLayout6.xml"/><Relationship Id="rId7" Type="http://schemas.openxmlformats.org/officeDocument/2006/relationships/tags" Target="../tags/tag36.xml"/><Relationship Id="rId6" Type="http://schemas.openxmlformats.org/officeDocument/2006/relationships/image" Target="../media/image187.wmf"/><Relationship Id="rId5" Type="http://schemas.openxmlformats.org/officeDocument/2006/relationships/oleObject" Target="../embeddings/oleObject151.bin"/><Relationship Id="rId4" Type="http://schemas.openxmlformats.org/officeDocument/2006/relationships/image" Target="../media/image178.wmf"/><Relationship Id="rId3" Type="http://schemas.openxmlformats.org/officeDocument/2006/relationships/oleObject" Target="../embeddings/oleObject150.bin"/><Relationship Id="rId2" Type="http://schemas.openxmlformats.org/officeDocument/2006/relationships/image" Target="../media/image186.wmf"/><Relationship Id="rId1" Type="http://schemas.openxmlformats.org/officeDocument/2006/relationships/oleObject" Target="../embeddings/oleObject149.bin"/></Relationships>
</file>

<file path=ppt/slides/_rels/slide53.xml.rels><?xml version="1.0" encoding="UTF-8" standalone="yes"?>
<Relationships xmlns="http://schemas.openxmlformats.org/package/2006/relationships"><Relationship Id="rId7" Type="http://schemas.openxmlformats.org/officeDocument/2006/relationships/vmlDrawing" Target="../drawings/vmlDrawing42.vml"/><Relationship Id="rId6" Type="http://schemas.openxmlformats.org/officeDocument/2006/relationships/slideLayout" Target="../slideLayouts/slideLayout1.xml"/><Relationship Id="rId5" Type="http://schemas.openxmlformats.org/officeDocument/2006/relationships/tags" Target="../tags/tag37.xml"/><Relationship Id="rId4" Type="http://schemas.openxmlformats.org/officeDocument/2006/relationships/image" Target="../media/image188.wmf"/><Relationship Id="rId3" Type="http://schemas.openxmlformats.org/officeDocument/2006/relationships/oleObject" Target="../embeddings/oleObject153.bin"/><Relationship Id="rId2" Type="http://schemas.openxmlformats.org/officeDocument/2006/relationships/image" Target="../media/image186.wmf"/><Relationship Id="rId1" Type="http://schemas.openxmlformats.org/officeDocument/2006/relationships/oleObject" Target="../embeddings/oleObject152.bin"/></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55.xml.rels><?xml version="1.0" encoding="UTF-8" standalone="yes"?>
<Relationships xmlns="http://schemas.openxmlformats.org/package/2006/relationships"><Relationship Id="rId7" Type="http://schemas.openxmlformats.org/officeDocument/2006/relationships/vmlDrawing" Target="../drawings/vmlDrawing43.vml"/><Relationship Id="rId6" Type="http://schemas.openxmlformats.org/officeDocument/2006/relationships/slideLayout" Target="../slideLayouts/slideLayout1.xml"/><Relationship Id="rId5" Type="http://schemas.openxmlformats.org/officeDocument/2006/relationships/tags" Target="../tags/tag39.xml"/><Relationship Id="rId4" Type="http://schemas.openxmlformats.org/officeDocument/2006/relationships/image" Target="../media/image190.wmf"/><Relationship Id="rId3" Type="http://schemas.openxmlformats.org/officeDocument/2006/relationships/oleObject" Target="../embeddings/oleObject155.bin"/><Relationship Id="rId2" Type="http://schemas.openxmlformats.org/officeDocument/2006/relationships/image" Target="../media/image189.wmf"/><Relationship Id="rId1" Type="http://schemas.openxmlformats.org/officeDocument/2006/relationships/oleObject" Target="../embeddings/oleObject154.bin"/></Relationships>
</file>

<file path=ppt/slides/_rels/slide56.xml.rels><?xml version="1.0" encoding="UTF-8" standalone="yes"?>
<Relationships xmlns="http://schemas.openxmlformats.org/package/2006/relationships"><Relationship Id="rId7" Type="http://schemas.openxmlformats.org/officeDocument/2006/relationships/vmlDrawing" Target="../drawings/vmlDrawing44.vml"/><Relationship Id="rId6" Type="http://schemas.openxmlformats.org/officeDocument/2006/relationships/slideLayout" Target="../slideLayouts/slideLayout1.xml"/><Relationship Id="rId5" Type="http://schemas.openxmlformats.org/officeDocument/2006/relationships/tags" Target="../tags/tag40.xml"/><Relationship Id="rId4" Type="http://schemas.openxmlformats.org/officeDocument/2006/relationships/image" Target="../media/image192.wmf"/><Relationship Id="rId3" Type="http://schemas.openxmlformats.org/officeDocument/2006/relationships/oleObject" Target="../embeddings/oleObject157.bin"/><Relationship Id="rId2" Type="http://schemas.openxmlformats.org/officeDocument/2006/relationships/image" Target="../media/image191.wmf"/><Relationship Id="rId1" Type="http://schemas.openxmlformats.org/officeDocument/2006/relationships/oleObject" Target="../embeddings/oleObject156.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1.xml"/><Relationship Id="rId2" Type="http://schemas.openxmlformats.org/officeDocument/2006/relationships/image" Target="../media/image193.wmf"/><Relationship Id="rId1" Type="http://schemas.openxmlformats.org/officeDocument/2006/relationships/oleObject" Target="../embeddings/oleObject158.bin"/></Relationships>
</file>

<file path=ppt/slides/_rels/slide58.xml.rels><?xml version="1.0" encoding="UTF-8" standalone="yes"?>
<Relationships xmlns="http://schemas.openxmlformats.org/package/2006/relationships"><Relationship Id="rId7" Type="http://schemas.openxmlformats.org/officeDocument/2006/relationships/vmlDrawing" Target="../drawings/vmlDrawing46.vml"/><Relationship Id="rId6" Type="http://schemas.openxmlformats.org/officeDocument/2006/relationships/slideLayout" Target="../slideLayouts/slideLayout1.xml"/><Relationship Id="rId5" Type="http://schemas.openxmlformats.org/officeDocument/2006/relationships/tags" Target="../tags/tag41.xml"/><Relationship Id="rId4" Type="http://schemas.openxmlformats.org/officeDocument/2006/relationships/image" Target="../media/image195.wmf"/><Relationship Id="rId3" Type="http://schemas.openxmlformats.org/officeDocument/2006/relationships/oleObject" Target="../embeddings/oleObject160.bin"/><Relationship Id="rId2" Type="http://schemas.openxmlformats.org/officeDocument/2006/relationships/image" Target="../media/image194.wmf"/><Relationship Id="rId1" Type="http://schemas.openxmlformats.org/officeDocument/2006/relationships/oleObject" Target="../embeddings/oleObject159.bin"/></Relationships>
</file>

<file path=ppt/slides/_rels/slide59.xml.rels><?xml version="1.0" encoding="UTF-8" standalone="yes"?>
<Relationships xmlns="http://schemas.openxmlformats.org/package/2006/relationships"><Relationship Id="rId9" Type="http://schemas.openxmlformats.org/officeDocument/2006/relationships/image" Target="../media/image200.png"/><Relationship Id="rId8" Type="http://schemas.openxmlformats.org/officeDocument/2006/relationships/image" Target="../media/image199.emf"/><Relationship Id="rId7" Type="http://schemas.openxmlformats.org/officeDocument/2006/relationships/oleObject" Target="../embeddings/oleObject164.bin"/><Relationship Id="rId6" Type="http://schemas.openxmlformats.org/officeDocument/2006/relationships/image" Target="../media/image198.wmf"/><Relationship Id="rId5" Type="http://schemas.openxmlformats.org/officeDocument/2006/relationships/oleObject" Target="../embeddings/oleObject163.bin"/><Relationship Id="rId4" Type="http://schemas.openxmlformats.org/officeDocument/2006/relationships/image" Target="../media/image197.wmf"/><Relationship Id="rId3" Type="http://schemas.openxmlformats.org/officeDocument/2006/relationships/oleObject" Target="../embeddings/oleObject162.bin"/><Relationship Id="rId2" Type="http://schemas.openxmlformats.org/officeDocument/2006/relationships/image" Target="../media/image196.emf"/><Relationship Id="rId12" Type="http://schemas.openxmlformats.org/officeDocument/2006/relationships/vmlDrawing" Target="../drawings/vmlDrawing47.vml"/><Relationship Id="rId11" Type="http://schemas.openxmlformats.org/officeDocument/2006/relationships/slideLayout" Target="../slideLayouts/slideLayout1.xml"/><Relationship Id="rId10" Type="http://schemas.openxmlformats.org/officeDocument/2006/relationships/tags" Target="../tags/tag42.xml"/><Relationship Id="rId1" Type="http://schemas.openxmlformats.org/officeDocument/2006/relationships/oleObject" Target="../embeddings/oleObject161.bin"/></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43.xml"/><Relationship Id="rId7" Type="http://schemas.openxmlformats.org/officeDocument/2006/relationships/oleObject" Target="../embeddings/oleObject169.bin"/><Relationship Id="rId6" Type="http://schemas.openxmlformats.org/officeDocument/2006/relationships/oleObject" Target="../embeddings/oleObject168.bin"/><Relationship Id="rId5" Type="http://schemas.openxmlformats.org/officeDocument/2006/relationships/oleObject" Target="../embeddings/oleObject167.bin"/><Relationship Id="rId4" Type="http://schemas.openxmlformats.org/officeDocument/2006/relationships/image" Target="../media/image202.wmf"/><Relationship Id="rId3" Type="http://schemas.openxmlformats.org/officeDocument/2006/relationships/oleObject" Target="../embeddings/oleObject166.bin"/><Relationship Id="rId2" Type="http://schemas.openxmlformats.org/officeDocument/2006/relationships/image" Target="../media/image201.wmf"/><Relationship Id="rId10" Type="http://schemas.openxmlformats.org/officeDocument/2006/relationships/vmlDrawing" Target="../drawings/vmlDrawing48.vml"/><Relationship Id="rId1" Type="http://schemas.openxmlformats.org/officeDocument/2006/relationships/oleObject" Target="../embeddings/oleObject165.bin"/></Relationships>
</file>

<file path=ppt/slides/_rels/slide61.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1.xml"/><Relationship Id="rId6" Type="http://schemas.openxmlformats.org/officeDocument/2006/relationships/tags" Target="../tags/tag44.xml"/><Relationship Id="rId5" Type="http://schemas.openxmlformats.org/officeDocument/2006/relationships/image" Target="../media/image111.wmf"/><Relationship Id="rId4" Type="http://schemas.openxmlformats.org/officeDocument/2006/relationships/oleObject" Target="../embeddings/oleObject171.bin"/><Relationship Id="rId3" Type="http://schemas.openxmlformats.org/officeDocument/2006/relationships/image" Target="../media/image110.wmf"/><Relationship Id="rId2" Type="http://schemas.openxmlformats.org/officeDocument/2006/relationships/oleObject" Target="../embeddings/oleObject170.bin"/><Relationship Id="rId1" Type="http://schemas.openxmlformats.org/officeDocument/2006/relationships/image" Target="../media/image109.png"/></Relationships>
</file>

<file path=ppt/slides/_rels/slide62.xml.rels><?xml version="1.0" encoding="UTF-8" standalone="yes"?>
<Relationships xmlns="http://schemas.openxmlformats.org/package/2006/relationships"><Relationship Id="rId9" Type="http://schemas.openxmlformats.org/officeDocument/2006/relationships/image" Target="../media/image116.wmf"/><Relationship Id="rId8" Type="http://schemas.openxmlformats.org/officeDocument/2006/relationships/oleObject" Target="../embeddings/oleObject175.bin"/><Relationship Id="rId7" Type="http://schemas.openxmlformats.org/officeDocument/2006/relationships/image" Target="../media/image115.wmf"/><Relationship Id="rId6" Type="http://schemas.openxmlformats.org/officeDocument/2006/relationships/oleObject" Target="../embeddings/oleObject174.bin"/><Relationship Id="rId5" Type="http://schemas.openxmlformats.org/officeDocument/2006/relationships/image" Target="../media/image114.wmf"/><Relationship Id="rId4" Type="http://schemas.openxmlformats.org/officeDocument/2006/relationships/oleObject" Target="../embeddings/oleObject173.bin"/><Relationship Id="rId3" Type="http://schemas.openxmlformats.org/officeDocument/2006/relationships/image" Target="../media/image113.png"/><Relationship Id="rId2" Type="http://schemas.openxmlformats.org/officeDocument/2006/relationships/image" Target="../media/image112.wmf"/><Relationship Id="rId12" Type="http://schemas.openxmlformats.org/officeDocument/2006/relationships/vmlDrawing" Target="../drawings/vmlDrawing50.vml"/><Relationship Id="rId11" Type="http://schemas.openxmlformats.org/officeDocument/2006/relationships/slideLayout" Target="../slideLayouts/slideLayout1.xml"/><Relationship Id="rId10" Type="http://schemas.openxmlformats.org/officeDocument/2006/relationships/tags" Target="../tags/tag45.xml"/><Relationship Id="rId1" Type="http://schemas.openxmlformats.org/officeDocument/2006/relationships/oleObject" Target="../embeddings/oleObject172.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180.bin"/><Relationship Id="rId8" Type="http://schemas.openxmlformats.org/officeDocument/2006/relationships/image" Target="../media/image131.wmf"/><Relationship Id="rId7" Type="http://schemas.openxmlformats.org/officeDocument/2006/relationships/oleObject" Target="../embeddings/oleObject179.bin"/><Relationship Id="rId6" Type="http://schemas.openxmlformats.org/officeDocument/2006/relationships/image" Target="../media/image130.wmf"/><Relationship Id="rId5" Type="http://schemas.openxmlformats.org/officeDocument/2006/relationships/oleObject" Target="../embeddings/oleObject178.bin"/><Relationship Id="rId4" Type="http://schemas.openxmlformats.org/officeDocument/2006/relationships/image" Target="../media/image129.wmf"/><Relationship Id="rId3" Type="http://schemas.openxmlformats.org/officeDocument/2006/relationships/oleObject" Target="../embeddings/oleObject177.bin"/><Relationship Id="rId2" Type="http://schemas.openxmlformats.org/officeDocument/2006/relationships/image" Target="../media/image128.wmf"/><Relationship Id="rId17" Type="http://schemas.openxmlformats.org/officeDocument/2006/relationships/vmlDrawing" Target="../drawings/vmlDrawing51.vml"/><Relationship Id="rId16" Type="http://schemas.openxmlformats.org/officeDocument/2006/relationships/slideLayout" Target="../slideLayouts/slideLayout1.xml"/><Relationship Id="rId15" Type="http://schemas.openxmlformats.org/officeDocument/2006/relationships/tags" Target="../tags/tag46.xml"/><Relationship Id="rId14" Type="http://schemas.openxmlformats.org/officeDocument/2006/relationships/image" Target="../media/image117.wmf"/><Relationship Id="rId13" Type="http://schemas.openxmlformats.org/officeDocument/2006/relationships/oleObject" Target="../embeddings/oleObject182.bin"/><Relationship Id="rId12" Type="http://schemas.openxmlformats.org/officeDocument/2006/relationships/image" Target="../media/image133.wmf"/><Relationship Id="rId11" Type="http://schemas.openxmlformats.org/officeDocument/2006/relationships/oleObject" Target="../embeddings/oleObject181.bin"/><Relationship Id="rId10" Type="http://schemas.openxmlformats.org/officeDocument/2006/relationships/image" Target="../media/image132.wmf"/><Relationship Id="rId1" Type="http://schemas.openxmlformats.org/officeDocument/2006/relationships/oleObject" Target="../embeddings/oleObject176.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187.bin"/><Relationship Id="rId8" Type="http://schemas.openxmlformats.org/officeDocument/2006/relationships/image" Target="../media/image175.wmf"/><Relationship Id="rId7" Type="http://schemas.openxmlformats.org/officeDocument/2006/relationships/oleObject" Target="../embeddings/oleObject186.bin"/><Relationship Id="rId6" Type="http://schemas.openxmlformats.org/officeDocument/2006/relationships/image" Target="../media/image174.wmf"/><Relationship Id="rId5" Type="http://schemas.openxmlformats.org/officeDocument/2006/relationships/oleObject" Target="../embeddings/oleObject185.bin"/><Relationship Id="rId4" Type="http://schemas.openxmlformats.org/officeDocument/2006/relationships/image" Target="../media/image204.emf"/><Relationship Id="rId3" Type="http://schemas.openxmlformats.org/officeDocument/2006/relationships/oleObject" Target="../embeddings/oleObject184.bin"/><Relationship Id="rId2" Type="http://schemas.openxmlformats.org/officeDocument/2006/relationships/image" Target="../media/image203.emf"/><Relationship Id="rId16" Type="http://schemas.openxmlformats.org/officeDocument/2006/relationships/notesSlide" Target="../notesSlides/notesSlide3.xml"/><Relationship Id="rId15" Type="http://schemas.openxmlformats.org/officeDocument/2006/relationships/vmlDrawing" Target="../drawings/vmlDrawing52.vml"/><Relationship Id="rId14" Type="http://schemas.openxmlformats.org/officeDocument/2006/relationships/slideLayout" Target="../slideLayouts/slideLayout1.xml"/><Relationship Id="rId13" Type="http://schemas.openxmlformats.org/officeDocument/2006/relationships/tags" Target="../tags/tag47.xml"/><Relationship Id="rId12" Type="http://schemas.openxmlformats.org/officeDocument/2006/relationships/image" Target="../media/image177.wmf"/><Relationship Id="rId11" Type="http://schemas.openxmlformats.org/officeDocument/2006/relationships/oleObject" Target="../embeddings/oleObject188.bin"/><Relationship Id="rId10" Type="http://schemas.openxmlformats.org/officeDocument/2006/relationships/image" Target="../media/image176.wmf"/><Relationship Id="rId1" Type="http://schemas.openxmlformats.org/officeDocument/2006/relationships/oleObject" Target="../embeddings/oleObject183.bin"/></Relationships>
</file>

<file path=ppt/slides/_rels/slide65.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image" Target="../media/image187.wmf"/><Relationship Id="rId5" Type="http://schemas.openxmlformats.org/officeDocument/2006/relationships/oleObject" Target="../embeddings/oleObject191.bin"/><Relationship Id="rId4" Type="http://schemas.openxmlformats.org/officeDocument/2006/relationships/image" Target="../media/image178.wmf"/><Relationship Id="rId3" Type="http://schemas.openxmlformats.org/officeDocument/2006/relationships/oleObject" Target="../embeddings/oleObject190.bin"/><Relationship Id="rId2" Type="http://schemas.openxmlformats.org/officeDocument/2006/relationships/image" Target="../media/image186.wmf"/><Relationship Id="rId11" Type="http://schemas.openxmlformats.org/officeDocument/2006/relationships/vmlDrawing" Target="../drawings/vmlDrawing53.vml"/><Relationship Id="rId10" Type="http://schemas.openxmlformats.org/officeDocument/2006/relationships/slideLayout" Target="../slideLayouts/slideLayout6.xml"/><Relationship Id="rId1" Type="http://schemas.openxmlformats.org/officeDocument/2006/relationships/oleObject" Target="../embeddings/oleObject189.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6.svg"/><Relationship Id="rId1" Type="http://schemas.openxmlformats.org/officeDocument/2006/relationships/image" Target="../media/image205.jpe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8.png"/><Relationship Id="rId1" Type="http://schemas.openxmlformats.org/officeDocument/2006/relationships/image" Target="../media/image207.png"/></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196.bin"/><Relationship Id="rId8" Type="http://schemas.openxmlformats.org/officeDocument/2006/relationships/image" Target="../media/image212.wmf"/><Relationship Id="rId7" Type="http://schemas.openxmlformats.org/officeDocument/2006/relationships/oleObject" Target="../embeddings/oleObject195.bin"/><Relationship Id="rId6" Type="http://schemas.openxmlformats.org/officeDocument/2006/relationships/image" Target="../media/image211.wmf"/><Relationship Id="rId5" Type="http://schemas.openxmlformats.org/officeDocument/2006/relationships/oleObject" Target="../embeddings/oleObject194.bin"/><Relationship Id="rId4" Type="http://schemas.openxmlformats.org/officeDocument/2006/relationships/image" Target="../media/image210.wmf"/><Relationship Id="rId3" Type="http://schemas.openxmlformats.org/officeDocument/2006/relationships/oleObject" Target="../embeddings/oleObject193.bin"/><Relationship Id="rId2" Type="http://schemas.openxmlformats.org/officeDocument/2006/relationships/image" Target="../media/image209.png"/><Relationship Id="rId19" Type="http://schemas.openxmlformats.org/officeDocument/2006/relationships/vmlDrawing" Target="../drawings/vmlDrawing54.vml"/><Relationship Id="rId18" Type="http://schemas.openxmlformats.org/officeDocument/2006/relationships/slideLayout" Target="../slideLayouts/slideLayout4.xml"/><Relationship Id="rId17" Type="http://schemas.openxmlformats.org/officeDocument/2006/relationships/tags" Target="../tags/tag51.xml"/><Relationship Id="rId16" Type="http://schemas.openxmlformats.org/officeDocument/2006/relationships/image" Target="../media/image216.wmf"/><Relationship Id="rId15" Type="http://schemas.openxmlformats.org/officeDocument/2006/relationships/oleObject" Target="../embeddings/oleObject199.bin"/><Relationship Id="rId14" Type="http://schemas.openxmlformats.org/officeDocument/2006/relationships/image" Target="../media/image215.wmf"/><Relationship Id="rId13" Type="http://schemas.openxmlformats.org/officeDocument/2006/relationships/oleObject" Target="../embeddings/oleObject198.bin"/><Relationship Id="rId12" Type="http://schemas.openxmlformats.org/officeDocument/2006/relationships/image" Target="../media/image214.png"/><Relationship Id="rId11" Type="http://schemas.openxmlformats.org/officeDocument/2006/relationships/oleObject" Target="../embeddings/oleObject197.bin"/><Relationship Id="rId10" Type="http://schemas.openxmlformats.org/officeDocument/2006/relationships/image" Target="../media/image213.wmf"/><Relationship Id="rId1" Type="http://schemas.openxmlformats.org/officeDocument/2006/relationships/oleObject" Target="../embeddings/oleObject192.bin"/></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7.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72.xml.rels><?xml version="1.0" encoding="UTF-8" standalone="yes"?>
<Relationships xmlns="http://schemas.openxmlformats.org/package/2006/relationships"><Relationship Id="rId9" Type="http://schemas.openxmlformats.org/officeDocument/2006/relationships/image" Target="../media/image221.wmf"/><Relationship Id="rId8" Type="http://schemas.openxmlformats.org/officeDocument/2006/relationships/oleObject" Target="../embeddings/oleObject203.bin"/><Relationship Id="rId7" Type="http://schemas.openxmlformats.org/officeDocument/2006/relationships/image" Target="../media/image220.wmf"/><Relationship Id="rId6" Type="http://schemas.openxmlformats.org/officeDocument/2006/relationships/oleObject" Target="../embeddings/oleObject202.bin"/><Relationship Id="rId5" Type="http://schemas.openxmlformats.org/officeDocument/2006/relationships/image" Target="../media/image219.wmf"/><Relationship Id="rId4" Type="http://schemas.openxmlformats.org/officeDocument/2006/relationships/oleObject" Target="../embeddings/oleObject201.bin"/><Relationship Id="rId3" Type="http://schemas.openxmlformats.org/officeDocument/2006/relationships/image" Target="../media/image217.png"/><Relationship Id="rId2" Type="http://schemas.openxmlformats.org/officeDocument/2006/relationships/image" Target="../media/image218.wmf"/><Relationship Id="rId14" Type="http://schemas.openxmlformats.org/officeDocument/2006/relationships/vmlDrawing" Target="../drawings/vmlDrawing55.vml"/><Relationship Id="rId13" Type="http://schemas.openxmlformats.org/officeDocument/2006/relationships/slideLayout" Target="../slideLayouts/slideLayout2.xml"/><Relationship Id="rId12" Type="http://schemas.openxmlformats.org/officeDocument/2006/relationships/tags" Target="../tags/tag53.xml"/><Relationship Id="rId11" Type="http://schemas.openxmlformats.org/officeDocument/2006/relationships/image" Target="../media/image222.wmf"/><Relationship Id="rId10" Type="http://schemas.openxmlformats.org/officeDocument/2006/relationships/oleObject" Target="../embeddings/oleObject204.bin"/><Relationship Id="rId1" Type="http://schemas.openxmlformats.org/officeDocument/2006/relationships/oleObject" Target="../embeddings/oleObject200.bin"/></Relationships>
</file>

<file path=ppt/slides/_rels/slide73.xml.rels><?xml version="1.0" encoding="UTF-8" standalone="yes"?>
<Relationships xmlns="http://schemas.openxmlformats.org/package/2006/relationships"><Relationship Id="rId9" Type="http://schemas.openxmlformats.org/officeDocument/2006/relationships/image" Target="../media/image227.wmf"/><Relationship Id="rId8" Type="http://schemas.openxmlformats.org/officeDocument/2006/relationships/oleObject" Target="../embeddings/oleObject208.bin"/><Relationship Id="rId7" Type="http://schemas.openxmlformats.org/officeDocument/2006/relationships/image" Target="../media/image226.wmf"/><Relationship Id="rId6" Type="http://schemas.openxmlformats.org/officeDocument/2006/relationships/oleObject" Target="../embeddings/oleObject207.bin"/><Relationship Id="rId5" Type="http://schemas.openxmlformats.org/officeDocument/2006/relationships/image" Target="../media/image225.png"/><Relationship Id="rId4" Type="http://schemas.openxmlformats.org/officeDocument/2006/relationships/image" Target="../media/image224.wmf"/><Relationship Id="rId3" Type="http://schemas.openxmlformats.org/officeDocument/2006/relationships/oleObject" Target="../embeddings/oleObject206.bin"/><Relationship Id="rId2" Type="http://schemas.openxmlformats.org/officeDocument/2006/relationships/image" Target="../media/image223.wmf"/><Relationship Id="rId19" Type="http://schemas.openxmlformats.org/officeDocument/2006/relationships/notesSlide" Target="../notesSlides/notesSlide4.xml"/><Relationship Id="rId18" Type="http://schemas.openxmlformats.org/officeDocument/2006/relationships/vmlDrawing" Target="../drawings/vmlDrawing56.vml"/><Relationship Id="rId17" Type="http://schemas.openxmlformats.org/officeDocument/2006/relationships/slideLayout" Target="../slideLayouts/slideLayout1.xml"/><Relationship Id="rId16" Type="http://schemas.openxmlformats.org/officeDocument/2006/relationships/tags" Target="../tags/tag54.xml"/><Relationship Id="rId15" Type="http://schemas.openxmlformats.org/officeDocument/2006/relationships/image" Target="../media/image230.wmf"/><Relationship Id="rId14" Type="http://schemas.openxmlformats.org/officeDocument/2006/relationships/oleObject" Target="../embeddings/oleObject211.bin"/><Relationship Id="rId13" Type="http://schemas.openxmlformats.org/officeDocument/2006/relationships/image" Target="../media/image229.wmf"/><Relationship Id="rId12" Type="http://schemas.openxmlformats.org/officeDocument/2006/relationships/oleObject" Target="../embeddings/oleObject210.bin"/><Relationship Id="rId11" Type="http://schemas.openxmlformats.org/officeDocument/2006/relationships/image" Target="../media/image228.wmf"/><Relationship Id="rId10" Type="http://schemas.openxmlformats.org/officeDocument/2006/relationships/oleObject" Target="../embeddings/oleObject209.bin"/><Relationship Id="rId1" Type="http://schemas.openxmlformats.org/officeDocument/2006/relationships/oleObject" Target="../embeddings/oleObject205.bin"/></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5.png"/></Relationships>
</file>

<file path=ppt/slides/_rels/slide75.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image" Target="../media/image235.wmf"/><Relationship Id="rId7" Type="http://schemas.openxmlformats.org/officeDocument/2006/relationships/oleObject" Target="../embeddings/oleObject214.bin"/><Relationship Id="rId6" Type="http://schemas.openxmlformats.org/officeDocument/2006/relationships/image" Target="../media/image234.wmf"/><Relationship Id="rId5" Type="http://schemas.openxmlformats.org/officeDocument/2006/relationships/oleObject" Target="../embeddings/oleObject213.bin"/><Relationship Id="rId4" Type="http://schemas.openxmlformats.org/officeDocument/2006/relationships/image" Target="../media/image233.jpeg"/><Relationship Id="rId3" Type="http://schemas.openxmlformats.org/officeDocument/2006/relationships/image" Target="../media/image232.wmf"/><Relationship Id="rId2" Type="http://schemas.openxmlformats.org/officeDocument/2006/relationships/oleObject" Target="../embeddings/oleObject212.bin"/><Relationship Id="rId11" Type="http://schemas.openxmlformats.org/officeDocument/2006/relationships/vmlDrawing" Target="../drawings/vmlDrawing57.vml"/><Relationship Id="rId10" Type="http://schemas.openxmlformats.org/officeDocument/2006/relationships/slideLayout" Target="../slideLayouts/slideLayout5.xml"/><Relationship Id="rId1" Type="http://schemas.openxmlformats.org/officeDocument/2006/relationships/image" Target="../media/image231.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6.xml"/><Relationship Id="rId1" Type="http://schemas.openxmlformats.org/officeDocument/2006/relationships/image" Target="../media/image236.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image" Target="../media/image236.png"/></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219.bin"/><Relationship Id="rId8" Type="http://schemas.openxmlformats.org/officeDocument/2006/relationships/image" Target="../media/image240.wmf"/><Relationship Id="rId7" Type="http://schemas.openxmlformats.org/officeDocument/2006/relationships/oleObject" Target="../embeddings/oleObject218.bin"/><Relationship Id="rId6" Type="http://schemas.openxmlformats.org/officeDocument/2006/relationships/image" Target="../media/image239.wmf"/><Relationship Id="rId5" Type="http://schemas.openxmlformats.org/officeDocument/2006/relationships/oleObject" Target="../embeddings/oleObject217.bin"/><Relationship Id="rId4" Type="http://schemas.openxmlformats.org/officeDocument/2006/relationships/image" Target="../media/image238.wmf"/><Relationship Id="rId3" Type="http://schemas.openxmlformats.org/officeDocument/2006/relationships/oleObject" Target="../embeddings/oleObject216.bin"/><Relationship Id="rId2" Type="http://schemas.openxmlformats.org/officeDocument/2006/relationships/image" Target="../media/image237.wmf"/><Relationship Id="rId19" Type="http://schemas.openxmlformats.org/officeDocument/2006/relationships/vmlDrawing" Target="../drawings/vmlDrawing58.vml"/><Relationship Id="rId18" Type="http://schemas.openxmlformats.org/officeDocument/2006/relationships/slideLayout" Target="../slideLayouts/slideLayout1.xml"/><Relationship Id="rId17" Type="http://schemas.openxmlformats.org/officeDocument/2006/relationships/tags" Target="../tags/tag58.xml"/><Relationship Id="rId16" Type="http://schemas.openxmlformats.org/officeDocument/2006/relationships/image" Target="../media/image243.wmf"/><Relationship Id="rId15" Type="http://schemas.openxmlformats.org/officeDocument/2006/relationships/oleObject" Target="../embeddings/oleObject222.bin"/><Relationship Id="rId14" Type="http://schemas.openxmlformats.org/officeDocument/2006/relationships/image" Target="../media/image221.wmf"/><Relationship Id="rId13" Type="http://schemas.openxmlformats.org/officeDocument/2006/relationships/oleObject" Target="../embeddings/oleObject221.bin"/><Relationship Id="rId12" Type="http://schemas.openxmlformats.org/officeDocument/2006/relationships/image" Target="../media/image242.wmf"/><Relationship Id="rId11" Type="http://schemas.openxmlformats.org/officeDocument/2006/relationships/oleObject" Target="../embeddings/oleObject220.bin"/><Relationship Id="rId10" Type="http://schemas.openxmlformats.org/officeDocument/2006/relationships/image" Target="../media/image241.wmf"/><Relationship Id="rId1" Type="http://schemas.openxmlformats.org/officeDocument/2006/relationships/oleObject" Target="../embeddings/oleObject215.bin"/></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227.bin"/><Relationship Id="rId8" Type="http://schemas.openxmlformats.org/officeDocument/2006/relationships/image" Target="../media/image240.wmf"/><Relationship Id="rId7" Type="http://schemas.openxmlformats.org/officeDocument/2006/relationships/oleObject" Target="../embeddings/oleObject226.bin"/><Relationship Id="rId6" Type="http://schemas.openxmlformats.org/officeDocument/2006/relationships/image" Target="../media/image239.wmf"/><Relationship Id="rId5" Type="http://schemas.openxmlformats.org/officeDocument/2006/relationships/oleObject" Target="../embeddings/oleObject225.bin"/><Relationship Id="rId4" Type="http://schemas.openxmlformats.org/officeDocument/2006/relationships/image" Target="../media/image238.wmf"/><Relationship Id="rId3" Type="http://schemas.openxmlformats.org/officeDocument/2006/relationships/oleObject" Target="../embeddings/oleObject224.bin"/><Relationship Id="rId2" Type="http://schemas.openxmlformats.org/officeDocument/2006/relationships/image" Target="../media/image244.wmf"/><Relationship Id="rId17" Type="http://schemas.openxmlformats.org/officeDocument/2006/relationships/vmlDrawing" Target="../drawings/vmlDrawing59.vml"/><Relationship Id="rId16" Type="http://schemas.openxmlformats.org/officeDocument/2006/relationships/slideLayout" Target="../slideLayouts/slideLayout1.xml"/><Relationship Id="rId15" Type="http://schemas.openxmlformats.org/officeDocument/2006/relationships/tags" Target="../tags/tag59.xml"/><Relationship Id="rId14" Type="http://schemas.openxmlformats.org/officeDocument/2006/relationships/image" Target="../media/image247.wmf"/><Relationship Id="rId13" Type="http://schemas.openxmlformats.org/officeDocument/2006/relationships/oleObject" Target="../embeddings/oleObject229.bin"/><Relationship Id="rId12" Type="http://schemas.openxmlformats.org/officeDocument/2006/relationships/image" Target="../media/image246.wmf"/><Relationship Id="rId11" Type="http://schemas.openxmlformats.org/officeDocument/2006/relationships/oleObject" Target="../embeddings/oleObject228.bin"/><Relationship Id="rId10" Type="http://schemas.openxmlformats.org/officeDocument/2006/relationships/image" Target="../media/image245.wmf"/><Relationship Id="rId1" Type="http://schemas.openxmlformats.org/officeDocument/2006/relationships/oleObject" Target="../embeddings/oleObject223.bin"/></Relationships>
</file>

<file path=ppt/slides/_rels/slide80.xml.rels><?xml version="1.0" encoding="UTF-8" standalone="yes"?>
<Relationships xmlns="http://schemas.openxmlformats.org/package/2006/relationships"><Relationship Id="rId4" Type="http://schemas.openxmlformats.org/officeDocument/2006/relationships/vmlDrawing" Target="../drawings/vmlDrawing60.vml"/><Relationship Id="rId3" Type="http://schemas.openxmlformats.org/officeDocument/2006/relationships/slideLayout" Target="../slideLayouts/slideLayout1.xml"/><Relationship Id="rId2" Type="http://schemas.openxmlformats.org/officeDocument/2006/relationships/image" Target="../media/image221.wmf"/><Relationship Id="rId1" Type="http://schemas.openxmlformats.org/officeDocument/2006/relationships/oleObject" Target="../embeddings/oleObject230.bin"/></Relationships>
</file>

<file path=ppt/slides/_rels/slide81.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image" Target="../media/image240.wmf"/><Relationship Id="rId7" Type="http://schemas.openxmlformats.org/officeDocument/2006/relationships/oleObject" Target="../embeddings/oleObject234.bin"/><Relationship Id="rId6" Type="http://schemas.openxmlformats.org/officeDocument/2006/relationships/image" Target="../media/image239.wmf"/><Relationship Id="rId5" Type="http://schemas.openxmlformats.org/officeDocument/2006/relationships/oleObject" Target="../embeddings/oleObject233.bin"/><Relationship Id="rId4" Type="http://schemas.openxmlformats.org/officeDocument/2006/relationships/image" Target="../media/image238.wmf"/><Relationship Id="rId3" Type="http://schemas.openxmlformats.org/officeDocument/2006/relationships/oleObject" Target="../embeddings/oleObject232.bin"/><Relationship Id="rId2" Type="http://schemas.openxmlformats.org/officeDocument/2006/relationships/image" Target="../media/image244.wmf"/><Relationship Id="rId11" Type="http://schemas.openxmlformats.org/officeDocument/2006/relationships/vmlDrawing" Target="../drawings/vmlDrawing61.vml"/><Relationship Id="rId10" Type="http://schemas.openxmlformats.org/officeDocument/2006/relationships/slideLayout" Target="../slideLayouts/slideLayout1.xml"/><Relationship Id="rId1" Type="http://schemas.openxmlformats.org/officeDocument/2006/relationships/oleObject" Target="../embeddings/oleObject231.bin"/></Relationships>
</file>

<file path=ppt/slides/_rels/slide82.xml.rels><?xml version="1.0" encoding="UTF-8" standalone="yes"?>
<Relationships xmlns="http://schemas.openxmlformats.org/package/2006/relationships"><Relationship Id="rId5" Type="http://schemas.openxmlformats.org/officeDocument/2006/relationships/vmlDrawing" Target="../drawings/vmlDrawing62.vml"/><Relationship Id="rId4" Type="http://schemas.openxmlformats.org/officeDocument/2006/relationships/slideLayout" Target="../slideLayouts/slideLayout1.xml"/><Relationship Id="rId3" Type="http://schemas.openxmlformats.org/officeDocument/2006/relationships/tags" Target="../tags/tag61.xml"/><Relationship Id="rId2" Type="http://schemas.openxmlformats.org/officeDocument/2006/relationships/image" Target="../media/image248.wmf"/><Relationship Id="rId1" Type="http://schemas.openxmlformats.org/officeDocument/2006/relationships/oleObject" Target="../embeddings/oleObject235.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9" Type="http://schemas.openxmlformats.org/officeDocument/2006/relationships/vmlDrawing" Target="../drawings/vmlDrawing63.vml"/><Relationship Id="rId8" Type="http://schemas.openxmlformats.org/officeDocument/2006/relationships/slideLayout" Target="../slideLayouts/slideLayout1.xml"/><Relationship Id="rId7" Type="http://schemas.openxmlformats.org/officeDocument/2006/relationships/tags" Target="../tags/tag63.xml"/><Relationship Id="rId6" Type="http://schemas.openxmlformats.org/officeDocument/2006/relationships/image" Target="../media/image251.wmf"/><Relationship Id="rId5" Type="http://schemas.openxmlformats.org/officeDocument/2006/relationships/oleObject" Target="../embeddings/oleObject238.bin"/><Relationship Id="rId4" Type="http://schemas.openxmlformats.org/officeDocument/2006/relationships/image" Target="../media/image250.wmf"/><Relationship Id="rId3" Type="http://schemas.openxmlformats.org/officeDocument/2006/relationships/oleObject" Target="../embeddings/oleObject237.bin"/><Relationship Id="rId2" Type="http://schemas.openxmlformats.org/officeDocument/2006/relationships/image" Target="../media/image249.wmf"/><Relationship Id="rId1" Type="http://schemas.openxmlformats.org/officeDocument/2006/relationships/oleObject" Target="../embeddings/oleObject236.bin"/></Relationships>
</file>

<file path=ppt/slides/_rels/slide88.xml.rels><?xml version="1.0" encoding="UTF-8" standalone="yes"?>
<Relationships xmlns="http://schemas.openxmlformats.org/package/2006/relationships"><Relationship Id="rId9" Type="http://schemas.openxmlformats.org/officeDocument/2006/relationships/vmlDrawing" Target="../drawings/vmlDrawing64.vml"/><Relationship Id="rId8" Type="http://schemas.openxmlformats.org/officeDocument/2006/relationships/slideLayout" Target="../slideLayouts/slideLayout1.xml"/><Relationship Id="rId7" Type="http://schemas.openxmlformats.org/officeDocument/2006/relationships/tags" Target="../tags/tag64.xml"/><Relationship Id="rId6" Type="http://schemas.openxmlformats.org/officeDocument/2006/relationships/image" Target="../media/image254.wmf"/><Relationship Id="rId5" Type="http://schemas.openxmlformats.org/officeDocument/2006/relationships/oleObject" Target="../embeddings/oleObject241.bin"/><Relationship Id="rId4" Type="http://schemas.openxmlformats.org/officeDocument/2006/relationships/image" Target="../media/image253.wmf"/><Relationship Id="rId3" Type="http://schemas.openxmlformats.org/officeDocument/2006/relationships/oleObject" Target="../embeddings/oleObject240.bin"/><Relationship Id="rId2" Type="http://schemas.openxmlformats.org/officeDocument/2006/relationships/image" Target="../media/image252.wmf"/><Relationship Id="rId1" Type="http://schemas.openxmlformats.org/officeDocument/2006/relationships/oleObject" Target="../embeddings/oleObject239.bin"/></Relationships>
</file>

<file path=ppt/slides/_rels/slide89.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image" Target="../media/image258.wmf"/><Relationship Id="rId7" Type="http://schemas.openxmlformats.org/officeDocument/2006/relationships/oleObject" Target="../embeddings/oleObject245.bin"/><Relationship Id="rId6" Type="http://schemas.openxmlformats.org/officeDocument/2006/relationships/image" Target="../media/image257.wmf"/><Relationship Id="rId5" Type="http://schemas.openxmlformats.org/officeDocument/2006/relationships/oleObject" Target="../embeddings/oleObject244.bin"/><Relationship Id="rId4" Type="http://schemas.openxmlformats.org/officeDocument/2006/relationships/image" Target="../media/image256.wmf"/><Relationship Id="rId3" Type="http://schemas.openxmlformats.org/officeDocument/2006/relationships/oleObject" Target="../embeddings/oleObject243.bin"/><Relationship Id="rId2" Type="http://schemas.openxmlformats.org/officeDocument/2006/relationships/image" Target="../media/image255.wmf"/><Relationship Id="rId11" Type="http://schemas.openxmlformats.org/officeDocument/2006/relationships/vmlDrawing" Target="../drawings/vmlDrawing65.vml"/><Relationship Id="rId10" Type="http://schemas.openxmlformats.org/officeDocument/2006/relationships/slideLayout" Target="../slideLayouts/slideLayout1.xml"/><Relationship Id="rId1" Type="http://schemas.openxmlformats.org/officeDocument/2006/relationships/oleObject" Target="../embeddings/oleObject242.bin"/></Relationships>
</file>

<file path=ppt/slides/_rels/slide90.xml.rels><?xml version="1.0" encoding="UTF-8" standalone="yes"?>
<Relationships xmlns="http://schemas.openxmlformats.org/package/2006/relationships"><Relationship Id="rId7" Type="http://schemas.openxmlformats.org/officeDocument/2006/relationships/vmlDrawing" Target="../drawings/vmlDrawing66.vml"/><Relationship Id="rId6" Type="http://schemas.openxmlformats.org/officeDocument/2006/relationships/slideLayout" Target="../slideLayouts/slideLayout1.xml"/><Relationship Id="rId5" Type="http://schemas.openxmlformats.org/officeDocument/2006/relationships/tags" Target="../tags/tag66.xml"/><Relationship Id="rId4" Type="http://schemas.openxmlformats.org/officeDocument/2006/relationships/image" Target="../media/image259.wmf"/><Relationship Id="rId3" Type="http://schemas.openxmlformats.org/officeDocument/2006/relationships/oleObject" Target="../embeddings/oleObject247.bin"/><Relationship Id="rId2" Type="http://schemas.openxmlformats.org/officeDocument/2006/relationships/image" Target="../media/image256.wmf"/><Relationship Id="rId1" Type="http://schemas.openxmlformats.org/officeDocument/2006/relationships/oleObject" Target="../embeddings/oleObject246.bin"/></Relationships>
</file>

<file path=ppt/slides/_rels/slide91.xml.rels><?xml version="1.0" encoding="UTF-8" standalone="yes"?>
<Relationships xmlns="http://schemas.openxmlformats.org/package/2006/relationships"><Relationship Id="rId9" Type="http://schemas.openxmlformats.org/officeDocument/2006/relationships/oleObject" Target="../embeddings/oleObject252.bin"/><Relationship Id="rId8" Type="http://schemas.openxmlformats.org/officeDocument/2006/relationships/image" Target="../media/image263.wmf"/><Relationship Id="rId7" Type="http://schemas.openxmlformats.org/officeDocument/2006/relationships/oleObject" Target="../embeddings/oleObject251.bin"/><Relationship Id="rId6" Type="http://schemas.openxmlformats.org/officeDocument/2006/relationships/image" Target="../media/image262.wmf"/><Relationship Id="rId5" Type="http://schemas.openxmlformats.org/officeDocument/2006/relationships/oleObject" Target="../embeddings/oleObject250.bin"/><Relationship Id="rId4" Type="http://schemas.openxmlformats.org/officeDocument/2006/relationships/image" Target="../media/image261.wmf"/><Relationship Id="rId3" Type="http://schemas.openxmlformats.org/officeDocument/2006/relationships/oleObject" Target="../embeddings/oleObject249.bin"/><Relationship Id="rId2" Type="http://schemas.openxmlformats.org/officeDocument/2006/relationships/image" Target="../media/image260.wmf"/><Relationship Id="rId13" Type="http://schemas.openxmlformats.org/officeDocument/2006/relationships/vmlDrawing" Target="../drawings/vmlDrawing67.vml"/><Relationship Id="rId12" Type="http://schemas.openxmlformats.org/officeDocument/2006/relationships/slideLayout" Target="../slideLayouts/slideLayout1.xml"/><Relationship Id="rId11" Type="http://schemas.openxmlformats.org/officeDocument/2006/relationships/tags" Target="../tags/tag67.xml"/><Relationship Id="rId10" Type="http://schemas.openxmlformats.org/officeDocument/2006/relationships/image" Target="../media/image264.wmf"/><Relationship Id="rId1" Type="http://schemas.openxmlformats.org/officeDocument/2006/relationships/oleObject" Target="../embeddings/oleObject248.bin"/></Relationships>
</file>

<file path=ppt/slides/_rels/slide92.xml.rels><?xml version="1.0" encoding="UTF-8" standalone="yes"?>
<Relationships xmlns="http://schemas.openxmlformats.org/package/2006/relationships"><Relationship Id="rId9" Type="http://schemas.openxmlformats.org/officeDocument/2006/relationships/oleObject" Target="../embeddings/oleObject257.bin"/><Relationship Id="rId8" Type="http://schemas.openxmlformats.org/officeDocument/2006/relationships/image" Target="../media/image268.wmf"/><Relationship Id="rId7" Type="http://schemas.openxmlformats.org/officeDocument/2006/relationships/oleObject" Target="../embeddings/oleObject256.bin"/><Relationship Id="rId6" Type="http://schemas.openxmlformats.org/officeDocument/2006/relationships/image" Target="../media/image267.wmf"/><Relationship Id="rId5" Type="http://schemas.openxmlformats.org/officeDocument/2006/relationships/oleObject" Target="../embeddings/oleObject255.bin"/><Relationship Id="rId4" Type="http://schemas.openxmlformats.org/officeDocument/2006/relationships/image" Target="../media/image266.wmf"/><Relationship Id="rId3" Type="http://schemas.openxmlformats.org/officeDocument/2006/relationships/oleObject" Target="../embeddings/oleObject254.bin"/><Relationship Id="rId24" Type="http://schemas.openxmlformats.org/officeDocument/2006/relationships/vmlDrawing" Target="../drawings/vmlDrawing68.vml"/><Relationship Id="rId23" Type="http://schemas.openxmlformats.org/officeDocument/2006/relationships/slideLayout" Target="../slideLayouts/slideLayout1.xml"/><Relationship Id="rId22" Type="http://schemas.openxmlformats.org/officeDocument/2006/relationships/tags" Target="../tags/tag68.xml"/><Relationship Id="rId21" Type="http://schemas.openxmlformats.org/officeDocument/2006/relationships/image" Target="../media/image273.wmf"/><Relationship Id="rId20" Type="http://schemas.openxmlformats.org/officeDocument/2006/relationships/oleObject" Target="../embeddings/oleObject263.bin"/><Relationship Id="rId2" Type="http://schemas.openxmlformats.org/officeDocument/2006/relationships/image" Target="../media/image265.wmf"/><Relationship Id="rId19" Type="http://schemas.openxmlformats.org/officeDocument/2006/relationships/image" Target="../media/image272.wmf"/><Relationship Id="rId18" Type="http://schemas.openxmlformats.org/officeDocument/2006/relationships/oleObject" Target="../embeddings/oleObject262.bin"/><Relationship Id="rId17" Type="http://schemas.openxmlformats.org/officeDocument/2006/relationships/image" Target="../media/image271.wmf"/><Relationship Id="rId16" Type="http://schemas.openxmlformats.org/officeDocument/2006/relationships/oleObject" Target="../embeddings/oleObject261.bin"/><Relationship Id="rId15" Type="http://schemas.openxmlformats.org/officeDocument/2006/relationships/image" Target="../media/image270.wmf"/><Relationship Id="rId14" Type="http://schemas.openxmlformats.org/officeDocument/2006/relationships/oleObject" Target="../embeddings/oleObject260.bin"/><Relationship Id="rId13" Type="http://schemas.openxmlformats.org/officeDocument/2006/relationships/oleObject" Target="../embeddings/oleObject259.bin"/><Relationship Id="rId12" Type="http://schemas.openxmlformats.org/officeDocument/2006/relationships/image" Target="../media/image254.wmf"/><Relationship Id="rId11" Type="http://schemas.openxmlformats.org/officeDocument/2006/relationships/oleObject" Target="../embeddings/oleObject258.bin"/><Relationship Id="rId10" Type="http://schemas.openxmlformats.org/officeDocument/2006/relationships/image" Target="../media/image269.wmf"/><Relationship Id="rId1" Type="http://schemas.openxmlformats.org/officeDocument/2006/relationships/oleObject" Target="../embeddings/oleObject253.bin"/></Relationships>
</file>

<file path=ppt/slides/_rels/slide93.xml.rels><?xml version="1.0" encoding="UTF-8" standalone="yes"?>
<Relationships xmlns="http://schemas.openxmlformats.org/package/2006/relationships"><Relationship Id="rId7" Type="http://schemas.openxmlformats.org/officeDocument/2006/relationships/vmlDrawing" Target="../drawings/vmlDrawing69.vml"/><Relationship Id="rId6" Type="http://schemas.openxmlformats.org/officeDocument/2006/relationships/slideLayout" Target="../slideLayouts/slideLayout1.xml"/><Relationship Id="rId5" Type="http://schemas.openxmlformats.org/officeDocument/2006/relationships/tags" Target="../tags/tag69.xml"/><Relationship Id="rId4" Type="http://schemas.openxmlformats.org/officeDocument/2006/relationships/image" Target="../media/image275.wmf"/><Relationship Id="rId3" Type="http://schemas.openxmlformats.org/officeDocument/2006/relationships/oleObject" Target="../embeddings/oleObject265.bin"/><Relationship Id="rId2" Type="http://schemas.openxmlformats.org/officeDocument/2006/relationships/image" Target="../media/image274.wmf"/><Relationship Id="rId1" Type="http://schemas.openxmlformats.org/officeDocument/2006/relationships/oleObject" Target="../embeddings/oleObject264.bin"/></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95.xml.rels><?xml version="1.0" encoding="UTF-8" standalone="yes"?>
<Relationships xmlns="http://schemas.openxmlformats.org/package/2006/relationships"><Relationship Id="rId9" Type="http://schemas.openxmlformats.org/officeDocument/2006/relationships/vmlDrawing" Target="../drawings/vmlDrawing70.vml"/><Relationship Id="rId8" Type="http://schemas.openxmlformats.org/officeDocument/2006/relationships/slideLayout" Target="../slideLayouts/slideLayout1.xml"/><Relationship Id="rId7" Type="http://schemas.openxmlformats.org/officeDocument/2006/relationships/tags" Target="../tags/tag71.xml"/><Relationship Id="rId6" Type="http://schemas.openxmlformats.org/officeDocument/2006/relationships/image" Target="../media/image279.png"/><Relationship Id="rId5" Type="http://schemas.openxmlformats.org/officeDocument/2006/relationships/image" Target="../media/image278.png"/><Relationship Id="rId4" Type="http://schemas.openxmlformats.org/officeDocument/2006/relationships/image" Target="../media/image277.png"/><Relationship Id="rId3" Type="http://schemas.openxmlformats.org/officeDocument/2006/relationships/image" Target="../media/image265.wmf"/><Relationship Id="rId2" Type="http://schemas.openxmlformats.org/officeDocument/2006/relationships/oleObject" Target="../embeddings/oleObject266.bin"/><Relationship Id="rId1" Type="http://schemas.openxmlformats.org/officeDocument/2006/relationships/image" Target="../media/image276.png"/></Relationships>
</file>

<file path=ppt/slides/_rels/slide96.xml.rels><?xml version="1.0" encoding="UTF-8" standalone="yes"?>
<Relationships xmlns="http://schemas.openxmlformats.org/package/2006/relationships"><Relationship Id="rId7" Type="http://schemas.openxmlformats.org/officeDocument/2006/relationships/vmlDrawing" Target="../drawings/vmlDrawing71.vml"/><Relationship Id="rId6" Type="http://schemas.openxmlformats.org/officeDocument/2006/relationships/slideLayout" Target="../slideLayouts/slideLayout1.xml"/><Relationship Id="rId5" Type="http://schemas.openxmlformats.org/officeDocument/2006/relationships/tags" Target="../tags/tag72.xml"/><Relationship Id="rId4" Type="http://schemas.openxmlformats.org/officeDocument/2006/relationships/image" Target="../media/image275.wmf"/><Relationship Id="rId3" Type="http://schemas.openxmlformats.org/officeDocument/2006/relationships/oleObject" Target="../embeddings/oleObject268.bin"/><Relationship Id="rId2" Type="http://schemas.openxmlformats.org/officeDocument/2006/relationships/image" Target="../media/image274.wmf"/><Relationship Id="rId1" Type="http://schemas.openxmlformats.org/officeDocument/2006/relationships/oleObject" Target="../embeddings/oleObject267.bin"/></Relationships>
</file>

<file path=ppt/slides/_rels/slide97.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image" Target="../media/image283.wmf"/><Relationship Id="rId7" Type="http://schemas.openxmlformats.org/officeDocument/2006/relationships/oleObject" Target="../embeddings/oleObject272.bin"/><Relationship Id="rId6" Type="http://schemas.openxmlformats.org/officeDocument/2006/relationships/image" Target="../media/image282.wmf"/><Relationship Id="rId5" Type="http://schemas.openxmlformats.org/officeDocument/2006/relationships/oleObject" Target="../embeddings/oleObject271.bin"/><Relationship Id="rId4" Type="http://schemas.openxmlformats.org/officeDocument/2006/relationships/image" Target="../media/image281.wmf"/><Relationship Id="rId3" Type="http://schemas.openxmlformats.org/officeDocument/2006/relationships/oleObject" Target="../embeddings/oleObject270.bin"/><Relationship Id="rId2" Type="http://schemas.openxmlformats.org/officeDocument/2006/relationships/image" Target="../media/image280.wmf"/><Relationship Id="rId11" Type="http://schemas.openxmlformats.org/officeDocument/2006/relationships/vmlDrawing" Target="../drawings/vmlDrawing72.vml"/><Relationship Id="rId10" Type="http://schemas.openxmlformats.org/officeDocument/2006/relationships/slideLayout" Target="../slideLayouts/slideLayout1.xml"/><Relationship Id="rId1" Type="http://schemas.openxmlformats.org/officeDocument/2006/relationships/oleObject" Target="../embeddings/oleObject269.bin"/></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4.xml"/></Relationships>
</file>

<file path=ppt/slides/_rels/slide99.xml.rels><?xml version="1.0" encoding="UTF-8" standalone="yes"?>
<Relationships xmlns="http://schemas.openxmlformats.org/package/2006/relationships"><Relationship Id="rId9" Type="http://schemas.openxmlformats.org/officeDocument/2006/relationships/vmlDrawing" Target="../drawings/vmlDrawing73.vml"/><Relationship Id="rId8" Type="http://schemas.openxmlformats.org/officeDocument/2006/relationships/slideLayout" Target="../slideLayouts/slideLayout1.xml"/><Relationship Id="rId7" Type="http://schemas.openxmlformats.org/officeDocument/2006/relationships/tags" Target="../tags/tag75.xml"/><Relationship Id="rId6" Type="http://schemas.openxmlformats.org/officeDocument/2006/relationships/image" Target="../media/image286.wmf"/><Relationship Id="rId5" Type="http://schemas.openxmlformats.org/officeDocument/2006/relationships/oleObject" Target="../embeddings/oleObject275.bin"/><Relationship Id="rId4" Type="http://schemas.openxmlformats.org/officeDocument/2006/relationships/image" Target="../media/image285.wmf"/><Relationship Id="rId3" Type="http://schemas.openxmlformats.org/officeDocument/2006/relationships/oleObject" Target="../embeddings/oleObject274.bin"/><Relationship Id="rId2" Type="http://schemas.openxmlformats.org/officeDocument/2006/relationships/image" Target="../media/image284.wmf"/><Relationship Id="rId1" Type="http://schemas.openxmlformats.org/officeDocument/2006/relationships/oleObject" Target="../embeddings/oleObject273.bin"/></Relationships>
</file>

<file path=ppt/slides/_rels/slide100.xml.rels><?xml version="1.0" encoding="UTF-8" standalone="yes"?>
<Relationships xmlns="http://schemas.openxmlformats.org/package/2006/relationships"><Relationship Id="rId6" Type="http://schemas.openxmlformats.org/officeDocument/2006/relationships/vmlDrawing" Target="../drawings/vmlDrawing74.vml"/><Relationship Id="rId5" Type="http://schemas.openxmlformats.org/officeDocument/2006/relationships/slideLayout" Target="../slideLayouts/slideLayout1.xml"/><Relationship Id="rId4" Type="http://schemas.openxmlformats.org/officeDocument/2006/relationships/tags" Target="../tags/tag76.xml"/><Relationship Id="rId3" Type="http://schemas.openxmlformats.org/officeDocument/2006/relationships/image" Target="../media/image288.png"/><Relationship Id="rId2" Type="http://schemas.openxmlformats.org/officeDocument/2006/relationships/oleObject" Target="../embeddings/oleObject276.bin"/><Relationship Id="rId1" Type="http://schemas.openxmlformats.org/officeDocument/2006/relationships/image" Target="../media/image287.wmf"/></Relationships>
</file>

<file path=ppt/slides/_rels/slide101.xml.rels><?xml version="1.0" encoding="UTF-8" standalone="yes"?>
<Relationships xmlns="http://schemas.openxmlformats.org/package/2006/relationships"><Relationship Id="rId8" Type="http://schemas.openxmlformats.org/officeDocument/2006/relationships/vmlDrawing" Target="../drawings/vmlDrawing75.vml"/><Relationship Id="rId7" Type="http://schemas.openxmlformats.org/officeDocument/2006/relationships/slideLayout" Target="../slideLayouts/slideLayout1.xml"/><Relationship Id="rId6" Type="http://schemas.openxmlformats.org/officeDocument/2006/relationships/image" Target="../media/image292.jpeg"/><Relationship Id="rId5" Type="http://schemas.openxmlformats.org/officeDocument/2006/relationships/image" Target="../media/image291.wmf"/><Relationship Id="rId4" Type="http://schemas.openxmlformats.org/officeDocument/2006/relationships/oleObject" Target="../embeddings/oleObject278.bin"/><Relationship Id="rId3" Type="http://schemas.openxmlformats.org/officeDocument/2006/relationships/image" Target="../media/image290.png"/><Relationship Id="rId2" Type="http://schemas.openxmlformats.org/officeDocument/2006/relationships/image" Target="../media/image289.wmf"/><Relationship Id="rId1" Type="http://schemas.openxmlformats.org/officeDocument/2006/relationships/oleObject" Target="../embeddings/oleObject277.bin"/></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5" Type="http://schemas.openxmlformats.org/officeDocument/2006/relationships/vmlDrawing" Target="../drawings/vmlDrawing76.vml"/><Relationship Id="rId4" Type="http://schemas.openxmlformats.org/officeDocument/2006/relationships/slideLayout" Target="../slideLayouts/slideLayout1.xml"/><Relationship Id="rId3" Type="http://schemas.openxmlformats.org/officeDocument/2006/relationships/tags" Target="../tags/tag77.xml"/><Relationship Id="rId2" Type="http://schemas.openxmlformats.org/officeDocument/2006/relationships/image" Target="../media/image294.wmf"/><Relationship Id="rId1" Type="http://schemas.openxmlformats.org/officeDocument/2006/relationships/oleObject" Target="../embeddings/oleObject279.bin"/></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8.xml"/></Relationships>
</file>

<file path=ppt/slides/_rels/slide10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9.xml"/><Relationship Id="rId2" Type="http://schemas.openxmlformats.org/officeDocument/2006/relationships/image" Target="../media/image296.png"/><Relationship Id="rId1" Type="http://schemas.openxmlformats.org/officeDocument/2006/relationships/image" Target="../media/image295.png"/></Relationships>
</file>

<file path=ppt/slides/_rels/slide107.xml.rels><?xml version="1.0" encoding="UTF-8" standalone="yes"?>
<Relationships xmlns="http://schemas.openxmlformats.org/package/2006/relationships"><Relationship Id="rId9" Type="http://schemas.openxmlformats.org/officeDocument/2006/relationships/vmlDrawing" Target="../drawings/vmlDrawing77.vml"/><Relationship Id="rId8" Type="http://schemas.openxmlformats.org/officeDocument/2006/relationships/slideLayout" Target="../slideLayouts/slideLayout1.xml"/><Relationship Id="rId7" Type="http://schemas.openxmlformats.org/officeDocument/2006/relationships/tags" Target="../tags/tag80.xml"/><Relationship Id="rId6" Type="http://schemas.openxmlformats.org/officeDocument/2006/relationships/image" Target="../media/image298.wmf"/><Relationship Id="rId5" Type="http://schemas.openxmlformats.org/officeDocument/2006/relationships/oleObject" Target="../embeddings/oleObject281.bin"/><Relationship Id="rId4" Type="http://schemas.openxmlformats.org/officeDocument/2006/relationships/image" Target="../media/image292.jpeg"/><Relationship Id="rId3" Type="http://schemas.openxmlformats.org/officeDocument/2006/relationships/image" Target="../media/image290.png"/><Relationship Id="rId2" Type="http://schemas.openxmlformats.org/officeDocument/2006/relationships/image" Target="../media/image297.wmf"/><Relationship Id="rId1" Type="http://schemas.openxmlformats.org/officeDocument/2006/relationships/oleObject" Target="../embeddings/oleObject280.bin"/></Relationships>
</file>

<file path=ppt/slides/_rels/slide108.xml.rels><?xml version="1.0" encoding="UTF-8" standalone="yes"?>
<Relationships xmlns="http://schemas.openxmlformats.org/package/2006/relationships"><Relationship Id="rId7" Type="http://schemas.openxmlformats.org/officeDocument/2006/relationships/vmlDrawing" Target="../drawings/vmlDrawing78.vml"/><Relationship Id="rId6" Type="http://schemas.openxmlformats.org/officeDocument/2006/relationships/slideLayout" Target="../slideLayouts/slideLayout1.xml"/><Relationship Id="rId5" Type="http://schemas.openxmlformats.org/officeDocument/2006/relationships/tags" Target="../tags/tag81.xml"/><Relationship Id="rId4" Type="http://schemas.openxmlformats.org/officeDocument/2006/relationships/image" Target="../media/image300.wmf"/><Relationship Id="rId3" Type="http://schemas.openxmlformats.org/officeDocument/2006/relationships/oleObject" Target="../embeddings/oleObject283.bin"/><Relationship Id="rId2" Type="http://schemas.openxmlformats.org/officeDocument/2006/relationships/image" Target="../media/image299.wmf"/><Relationship Id="rId1" Type="http://schemas.openxmlformats.org/officeDocument/2006/relationships/oleObject" Target="../embeddings/oleObject282.bin"/></Relationships>
</file>

<file path=ppt/slides/_rels/slide109.xml.rels><?xml version="1.0" encoding="UTF-8" standalone="yes"?>
<Relationships xmlns="http://schemas.openxmlformats.org/package/2006/relationships"><Relationship Id="rId9" Type="http://schemas.openxmlformats.org/officeDocument/2006/relationships/oleObject" Target="../embeddings/oleObject288.bin"/><Relationship Id="rId8" Type="http://schemas.openxmlformats.org/officeDocument/2006/relationships/image" Target="../media/image304.wmf"/><Relationship Id="rId7" Type="http://schemas.openxmlformats.org/officeDocument/2006/relationships/oleObject" Target="../embeddings/oleObject287.bin"/><Relationship Id="rId6" Type="http://schemas.openxmlformats.org/officeDocument/2006/relationships/image" Target="../media/image303.wmf"/><Relationship Id="rId5" Type="http://schemas.openxmlformats.org/officeDocument/2006/relationships/oleObject" Target="../embeddings/oleObject286.bin"/><Relationship Id="rId4" Type="http://schemas.openxmlformats.org/officeDocument/2006/relationships/image" Target="../media/image302.wmf"/><Relationship Id="rId3" Type="http://schemas.openxmlformats.org/officeDocument/2006/relationships/oleObject" Target="../embeddings/oleObject285.bin"/><Relationship Id="rId21" Type="http://schemas.openxmlformats.org/officeDocument/2006/relationships/vmlDrawing" Target="../drawings/vmlDrawing79.vml"/><Relationship Id="rId20" Type="http://schemas.openxmlformats.org/officeDocument/2006/relationships/slideLayout" Target="../slideLayouts/slideLayout1.xml"/><Relationship Id="rId2" Type="http://schemas.openxmlformats.org/officeDocument/2006/relationships/image" Target="../media/image301.wmf"/><Relationship Id="rId19" Type="http://schemas.openxmlformats.org/officeDocument/2006/relationships/image" Target="../media/image309.wmf"/><Relationship Id="rId18" Type="http://schemas.openxmlformats.org/officeDocument/2006/relationships/oleObject" Target="../embeddings/oleObject293.bin"/><Relationship Id="rId17" Type="http://schemas.openxmlformats.org/officeDocument/2006/relationships/oleObject" Target="../embeddings/oleObject292.bin"/><Relationship Id="rId16" Type="http://schemas.openxmlformats.org/officeDocument/2006/relationships/image" Target="../media/image308.wmf"/><Relationship Id="rId15" Type="http://schemas.openxmlformats.org/officeDocument/2006/relationships/oleObject" Target="../embeddings/oleObject291.bin"/><Relationship Id="rId14" Type="http://schemas.openxmlformats.org/officeDocument/2006/relationships/image" Target="../media/image307.wmf"/><Relationship Id="rId13" Type="http://schemas.openxmlformats.org/officeDocument/2006/relationships/oleObject" Target="../embeddings/oleObject290.bin"/><Relationship Id="rId12" Type="http://schemas.openxmlformats.org/officeDocument/2006/relationships/image" Target="../media/image306.wmf"/><Relationship Id="rId11" Type="http://schemas.openxmlformats.org/officeDocument/2006/relationships/oleObject" Target="../embeddings/oleObject289.bin"/><Relationship Id="rId10" Type="http://schemas.openxmlformats.org/officeDocument/2006/relationships/image" Target="../media/image305.wmf"/><Relationship Id="rId1" Type="http://schemas.openxmlformats.org/officeDocument/2006/relationships/oleObject" Target="../embeddings/oleObject284.bin"/></Relationships>
</file>

<file path=ppt/slides/_rels/slide110.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image" Target="../media/image313.wmf"/><Relationship Id="rId7" Type="http://schemas.openxmlformats.org/officeDocument/2006/relationships/oleObject" Target="../embeddings/oleObject297.bin"/><Relationship Id="rId6" Type="http://schemas.openxmlformats.org/officeDocument/2006/relationships/image" Target="../media/image312.wmf"/><Relationship Id="rId5" Type="http://schemas.openxmlformats.org/officeDocument/2006/relationships/oleObject" Target="../embeddings/oleObject296.bin"/><Relationship Id="rId4" Type="http://schemas.openxmlformats.org/officeDocument/2006/relationships/image" Target="../media/image311.wmf"/><Relationship Id="rId3" Type="http://schemas.openxmlformats.org/officeDocument/2006/relationships/oleObject" Target="../embeddings/oleObject295.bin"/><Relationship Id="rId2" Type="http://schemas.openxmlformats.org/officeDocument/2006/relationships/image" Target="../media/image310.wmf"/><Relationship Id="rId11" Type="http://schemas.openxmlformats.org/officeDocument/2006/relationships/vmlDrawing" Target="../drawings/vmlDrawing80.vml"/><Relationship Id="rId10" Type="http://schemas.openxmlformats.org/officeDocument/2006/relationships/slideLayout" Target="../slideLayouts/slideLayout1.xml"/><Relationship Id="rId1" Type="http://schemas.openxmlformats.org/officeDocument/2006/relationships/oleObject" Target="../embeddings/oleObject294.bin"/></Relationships>
</file>

<file path=ppt/slides/_rels/slide111.xml.rels><?xml version="1.0" encoding="UTF-8" standalone="yes"?>
<Relationships xmlns="http://schemas.openxmlformats.org/package/2006/relationships"><Relationship Id="rId9" Type="http://schemas.openxmlformats.org/officeDocument/2006/relationships/oleObject" Target="../embeddings/oleObject302.bin"/><Relationship Id="rId8" Type="http://schemas.openxmlformats.org/officeDocument/2006/relationships/image" Target="../media/image302.wmf"/><Relationship Id="rId7" Type="http://schemas.openxmlformats.org/officeDocument/2006/relationships/oleObject" Target="../embeddings/oleObject301.bin"/><Relationship Id="rId6" Type="http://schemas.openxmlformats.org/officeDocument/2006/relationships/image" Target="../media/image305.wmf"/><Relationship Id="rId5" Type="http://schemas.openxmlformats.org/officeDocument/2006/relationships/oleObject" Target="../embeddings/oleObject300.bin"/><Relationship Id="rId4" Type="http://schemas.openxmlformats.org/officeDocument/2006/relationships/image" Target="../media/image315.wmf"/><Relationship Id="rId3" Type="http://schemas.openxmlformats.org/officeDocument/2006/relationships/oleObject" Target="../embeddings/oleObject299.bin"/><Relationship Id="rId2" Type="http://schemas.openxmlformats.org/officeDocument/2006/relationships/image" Target="../media/image314.wmf"/><Relationship Id="rId12" Type="http://schemas.openxmlformats.org/officeDocument/2006/relationships/vmlDrawing" Target="../drawings/vmlDrawing81.vml"/><Relationship Id="rId11" Type="http://schemas.openxmlformats.org/officeDocument/2006/relationships/slideLayout" Target="../slideLayouts/slideLayout1.xml"/><Relationship Id="rId10" Type="http://schemas.openxmlformats.org/officeDocument/2006/relationships/image" Target="../media/image316.wmf"/><Relationship Id="rId1" Type="http://schemas.openxmlformats.org/officeDocument/2006/relationships/oleObject" Target="../embeddings/oleObject298.bin"/></Relationships>
</file>

<file path=ppt/slides/_rels/slide112.xml.rels><?xml version="1.0" encoding="UTF-8" standalone="yes"?>
<Relationships xmlns="http://schemas.openxmlformats.org/package/2006/relationships"><Relationship Id="rId8" Type="http://schemas.openxmlformats.org/officeDocument/2006/relationships/vmlDrawing" Target="../drawings/vmlDrawing82.vml"/><Relationship Id="rId7" Type="http://schemas.openxmlformats.org/officeDocument/2006/relationships/slideLayout" Target="../slideLayouts/slideLayout1.xml"/><Relationship Id="rId6" Type="http://schemas.openxmlformats.org/officeDocument/2006/relationships/tags" Target="../tags/tag83.xml"/><Relationship Id="rId5" Type="http://schemas.openxmlformats.org/officeDocument/2006/relationships/image" Target="../media/image319.wmf"/><Relationship Id="rId4" Type="http://schemas.openxmlformats.org/officeDocument/2006/relationships/oleObject" Target="../embeddings/oleObject304.bin"/><Relationship Id="rId3" Type="http://schemas.openxmlformats.org/officeDocument/2006/relationships/image" Target="../media/image318.wmf"/><Relationship Id="rId2" Type="http://schemas.openxmlformats.org/officeDocument/2006/relationships/oleObject" Target="../embeddings/oleObject303.bin"/><Relationship Id="rId1" Type="http://schemas.openxmlformats.org/officeDocument/2006/relationships/image" Target="../media/image317.wmf"/></Relationships>
</file>

<file path=ppt/slides/_rels/slide113.xml.rels><?xml version="1.0" encoding="UTF-8" standalone="yes"?>
<Relationships xmlns="http://schemas.openxmlformats.org/package/2006/relationships"><Relationship Id="rId9" Type="http://schemas.openxmlformats.org/officeDocument/2006/relationships/vmlDrawing" Target="../drawings/vmlDrawing83.vml"/><Relationship Id="rId8" Type="http://schemas.openxmlformats.org/officeDocument/2006/relationships/slideLayout" Target="../slideLayouts/slideLayout1.xml"/><Relationship Id="rId7" Type="http://schemas.openxmlformats.org/officeDocument/2006/relationships/image" Target="../media/image324.wmf"/><Relationship Id="rId6" Type="http://schemas.openxmlformats.org/officeDocument/2006/relationships/oleObject" Target="../embeddings/oleObject306.bin"/><Relationship Id="rId5" Type="http://schemas.openxmlformats.org/officeDocument/2006/relationships/image" Target="../media/image323.png"/><Relationship Id="rId4" Type="http://schemas.openxmlformats.org/officeDocument/2006/relationships/image" Target="../media/image322.png"/><Relationship Id="rId3" Type="http://schemas.openxmlformats.org/officeDocument/2006/relationships/image" Target="../media/image321.png"/><Relationship Id="rId2" Type="http://schemas.openxmlformats.org/officeDocument/2006/relationships/image" Target="../media/image320.wmf"/><Relationship Id="rId1" Type="http://schemas.openxmlformats.org/officeDocument/2006/relationships/oleObject" Target="../embeddings/oleObject305.bin"/></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6" Type="http://schemas.openxmlformats.org/officeDocument/2006/relationships/vmlDrawing" Target="../drawings/vmlDrawing84.vml"/><Relationship Id="rId5" Type="http://schemas.openxmlformats.org/officeDocument/2006/relationships/slideLayout" Target="../slideLayouts/slideLayout1.xml"/><Relationship Id="rId4" Type="http://schemas.openxmlformats.org/officeDocument/2006/relationships/tags" Target="../tags/tag84.xml"/><Relationship Id="rId3" Type="http://schemas.openxmlformats.org/officeDocument/2006/relationships/image" Target="../media/image326.png"/><Relationship Id="rId2" Type="http://schemas.openxmlformats.org/officeDocument/2006/relationships/image" Target="../media/image325.wmf"/><Relationship Id="rId1" Type="http://schemas.openxmlformats.org/officeDocument/2006/relationships/oleObject" Target="../embeddings/oleObject307.bin"/></Relationships>
</file>

<file path=ppt/slides/_rels/slide116.xml.rels><?xml version="1.0" encoding="UTF-8" standalone="yes"?>
<Relationships xmlns="http://schemas.openxmlformats.org/package/2006/relationships"><Relationship Id="rId9" Type="http://schemas.openxmlformats.org/officeDocument/2006/relationships/oleObject" Target="../embeddings/oleObject312.bin"/><Relationship Id="rId8" Type="http://schemas.openxmlformats.org/officeDocument/2006/relationships/image" Target="../media/image330.wmf"/><Relationship Id="rId7" Type="http://schemas.openxmlformats.org/officeDocument/2006/relationships/oleObject" Target="../embeddings/oleObject311.bin"/><Relationship Id="rId6" Type="http://schemas.openxmlformats.org/officeDocument/2006/relationships/image" Target="../media/image329.wmf"/><Relationship Id="rId5" Type="http://schemas.openxmlformats.org/officeDocument/2006/relationships/oleObject" Target="../embeddings/oleObject310.bin"/><Relationship Id="rId4" Type="http://schemas.openxmlformats.org/officeDocument/2006/relationships/image" Target="../media/image328.wmf"/><Relationship Id="rId3" Type="http://schemas.openxmlformats.org/officeDocument/2006/relationships/oleObject" Target="../embeddings/oleObject309.bin"/><Relationship Id="rId23" Type="http://schemas.openxmlformats.org/officeDocument/2006/relationships/vmlDrawing" Target="../drawings/vmlDrawing85.vml"/><Relationship Id="rId22" Type="http://schemas.openxmlformats.org/officeDocument/2006/relationships/slideLayout" Target="../slideLayouts/slideLayout1.xml"/><Relationship Id="rId21" Type="http://schemas.openxmlformats.org/officeDocument/2006/relationships/tags" Target="../tags/tag85.xml"/><Relationship Id="rId20" Type="http://schemas.openxmlformats.org/officeDocument/2006/relationships/image" Target="../media/image336.wmf"/><Relationship Id="rId2" Type="http://schemas.openxmlformats.org/officeDocument/2006/relationships/image" Target="../media/image327.wmf"/><Relationship Id="rId19" Type="http://schemas.openxmlformats.org/officeDocument/2006/relationships/oleObject" Target="../embeddings/oleObject317.bin"/><Relationship Id="rId18" Type="http://schemas.openxmlformats.org/officeDocument/2006/relationships/image" Target="../media/image335.wmf"/><Relationship Id="rId17" Type="http://schemas.openxmlformats.org/officeDocument/2006/relationships/oleObject" Target="../embeddings/oleObject316.bin"/><Relationship Id="rId16" Type="http://schemas.openxmlformats.org/officeDocument/2006/relationships/image" Target="../media/image334.wmf"/><Relationship Id="rId15" Type="http://schemas.openxmlformats.org/officeDocument/2006/relationships/oleObject" Target="../embeddings/oleObject315.bin"/><Relationship Id="rId14" Type="http://schemas.openxmlformats.org/officeDocument/2006/relationships/image" Target="../media/image333.wmf"/><Relationship Id="rId13" Type="http://schemas.openxmlformats.org/officeDocument/2006/relationships/oleObject" Target="../embeddings/oleObject314.bin"/><Relationship Id="rId12" Type="http://schemas.openxmlformats.org/officeDocument/2006/relationships/image" Target="../media/image332.wmf"/><Relationship Id="rId11" Type="http://schemas.openxmlformats.org/officeDocument/2006/relationships/oleObject" Target="../embeddings/oleObject313.bin"/><Relationship Id="rId10" Type="http://schemas.openxmlformats.org/officeDocument/2006/relationships/image" Target="../media/image331.wmf"/><Relationship Id="rId1" Type="http://schemas.openxmlformats.org/officeDocument/2006/relationships/oleObject" Target="../embeddings/oleObject308.bin"/></Relationships>
</file>

<file path=ppt/slides/_rels/slide117.xml.rels><?xml version="1.0" encoding="UTF-8" standalone="yes"?>
<Relationships xmlns="http://schemas.openxmlformats.org/package/2006/relationships"><Relationship Id="rId9" Type="http://schemas.openxmlformats.org/officeDocument/2006/relationships/oleObject" Target="../embeddings/oleObject322.bin"/><Relationship Id="rId8" Type="http://schemas.openxmlformats.org/officeDocument/2006/relationships/image" Target="../media/image340.wmf"/><Relationship Id="rId7" Type="http://schemas.openxmlformats.org/officeDocument/2006/relationships/oleObject" Target="../embeddings/oleObject321.bin"/><Relationship Id="rId6" Type="http://schemas.openxmlformats.org/officeDocument/2006/relationships/image" Target="../media/image339.wmf"/><Relationship Id="rId5" Type="http://schemas.openxmlformats.org/officeDocument/2006/relationships/oleObject" Target="../embeddings/oleObject320.bin"/><Relationship Id="rId4" Type="http://schemas.openxmlformats.org/officeDocument/2006/relationships/image" Target="../media/image338.wmf"/><Relationship Id="rId3" Type="http://schemas.openxmlformats.org/officeDocument/2006/relationships/oleObject" Target="../embeddings/oleObject319.bin"/><Relationship Id="rId2" Type="http://schemas.openxmlformats.org/officeDocument/2006/relationships/image" Target="../media/image337.wmf"/><Relationship Id="rId15" Type="http://schemas.openxmlformats.org/officeDocument/2006/relationships/vmlDrawing" Target="../drawings/vmlDrawing86.vml"/><Relationship Id="rId14" Type="http://schemas.openxmlformats.org/officeDocument/2006/relationships/slideLayout" Target="../slideLayouts/slideLayout1.xml"/><Relationship Id="rId13" Type="http://schemas.openxmlformats.org/officeDocument/2006/relationships/tags" Target="../tags/tag86.xml"/><Relationship Id="rId12" Type="http://schemas.openxmlformats.org/officeDocument/2006/relationships/image" Target="../media/image342.wmf"/><Relationship Id="rId11" Type="http://schemas.openxmlformats.org/officeDocument/2006/relationships/oleObject" Target="../embeddings/oleObject323.bin"/><Relationship Id="rId10" Type="http://schemas.openxmlformats.org/officeDocument/2006/relationships/image" Target="../media/image341.wmf"/><Relationship Id="rId1" Type="http://schemas.openxmlformats.org/officeDocument/2006/relationships/oleObject" Target="../embeddings/oleObject318.bin"/></Relationships>
</file>

<file path=ppt/slides/_rels/slide118.xml.rels><?xml version="1.0" encoding="UTF-8" standalone="yes"?>
<Relationships xmlns="http://schemas.openxmlformats.org/package/2006/relationships"><Relationship Id="rId7" Type="http://schemas.openxmlformats.org/officeDocument/2006/relationships/vmlDrawing" Target="../drawings/vmlDrawing87.vml"/><Relationship Id="rId6" Type="http://schemas.openxmlformats.org/officeDocument/2006/relationships/slideLayout" Target="../slideLayouts/slideLayout1.xml"/><Relationship Id="rId5" Type="http://schemas.openxmlformats.org/officeDocument/2006/relationships/tags" Target="../tags/tag87.xml"/><Relationship Id="rId4" Type="http://schemas.openxmlformats.org/officeDocument/2006/relationships/image" Target="../media/image275.wmf"/><Relationship Id="rId3" Type="http://schemas.openxmlformats.org/officeDocument/2006/relationships/oleObject" Target="../embeddings/oleObject325.bin"/><Relationship Id="rId2" Type="http://schemas.openxmlformats.org/officeDocument/2006/relationships/image" Target="../media/image274.wmf"/><Relationship Id="rId1" Type="http://schemas.openxmlformats.org/officeDocument/2006/relationships/oleObject" Target="../embeddings/oleObject324.bin"/></Relationships>
</file>

<file path=ppt/slides/_rels/slide1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8.xml"/><Relationship Id="rId2" Type="http://schemas.openxmlformats.org/officeDocument/2006/relationships/image" Target="../media/image344.png"/><Relationship Id="rId1" Type="http://schemas.openxmlformats.org/officeDocument/2006/relationships/image" Target="../media/image343.png"/></Relationships>
</file>

<file path=ppt/slides/_rels/slide120.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4.xml"/><Relationship Id="rId6" Type="http://schemas.openxmlformats.org/officeDocument/2006/relationships/tags" Target="../tags/tag89.xml"/><Relationship Id="rId5" Type="http://schemas.openxmlformats.org/officeDocument/2006/relationships/image" Target="../media/image317.wmf"/><Relationship Id="rId4" Type="http://schemas.openxmlformats.org/officeDocument/2006/relationships/image" Target="../media/image348.png"/><Relationship Id="rId3" Type="http://schemas.openxmlformats.org/officeDocument/2006/relationships/image" Target="../media/image347.png"/><Relationship Id="rId2" Type="http://schemas.openxmlformats.org/officeDocument/2006/relationships/image" Target="../media/image346.png"/><Relationship Id="rId1" Type="http://schemas.openxmlformats.org/officeDocument/2006/relationships/image" Target="../media/image345.png"/></Relationships>
</file>

<file path=ppt/slides/_rels/slide12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90.xml"/><Relationship Id="rId3" Type="http://schemas.openxmlformats.org/officeDocument/2006/relationships/image" Target="../media/image351.png"/><Relationship Id="rId2" Type="http://schemas.openxmlformats.org/officeDocument/2006/relationships/image" Target="../media/image350.png"/><Relationship Id="rId1" Type="http://schemas.openxmlformats.org/officeDocument/2006/relationships/image" Target="../media/image349.png"/></Relationships>
</file>

<file path=ppt/slides/_rels/slide122.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tags" Target="../tags/tag91.xml"/><Relationship Id="rId6" Type="http://schemas.openxmlformats.org/officeDocument/2006/relationships/image" Target="../media/image357.png"/><Relationship Id="rId5" Type="http://schemas.openxmlformats.org/officeDocument/2006/relationships/image" Target="../media/image356.png"/><Relationship Id="rId4" Type="http://schemas.openxmlformats.org/officeDocument/2006/relationships/image" Target="../media/image355.png"/><Relationship Id="rId3" Type="http://schemas.openxmlformats.org/officeDocument/2006/relationships/image" Target="../media/image354.png"/><Relationship Id="rId2" Type="http://schemas.openxmlformats.org/officeDocument/2006/relationships/image" Target="../media/image353.png"/><Relationship Id="rId1" Type="http://schemas.openxmlformats.org/officeDocument/2006/relationships/image" Target="../media/image352.png"/></Relationships>
</file>

<file path=ppt/slides/_rels/slide123.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tags" Target="../tags/tag92.xml"/><Relationship Id="rId5" Type="http://schemas.openxmlformats.org/officeDocument/2006/relationships/image" Target="../media/image362.png"/><Relationship Id="rId4" Type="http://schemas.openxmlformats.org/officeDocument/2006/relationships/image" Target="../media/image361.png"/><Relationship Id="rId3" Type="http://schemas.openxmlformats.org/officeDocument/2006/relationships/image" Target="../media/image360.png"/><Relationship Id="rId2" Type="http://schemas.openxmlformats.org/officeDocument/2006/relationships/image" Target="../media/image359.png"/><Relationship Id="rId1" Type="http://schemas.openxmlformats.org/officeDocument/2006/relationships/image" Target="../media/image358.png"/></Relationships>
</file>

<file path=ppt/slides/_rels/slide124.xml.rels><?xml version="1.0" encoding="UTF-8" standalone="yes"?>
<Relationships xmlns="http://schemas.openxmlformats.org/package/2006/relationships"><Relationship Id="rId8" Type="http://schemas.openxmlformats.org/officeDocument/2006/relationships/vmlDrawing" Target="../drawings/vmlDrawing88.vml"/><Relationship Id="rId7" Type="http://schemas.openxmlformats.org/officeDocument/2006/relationships/slideLayout" Target="../slideLayouts/slideLayout1.xml"/><Relationship Id="rId6" Type="http://schemas.openxmlformats.org/officeDocument/2006/relationships/image" Target="../media/image366.png"/><Relationship Id="rId5" Type="http://schemas.openxmlformats.org/officeDocument/2006/relationships/image" Target="../media/image365.png"/><Relationship Id="rId4" Type="http://schemas.openxmlformats.org/officeDocument/2006/relationships/image" Target="../media/image364.png"/><Relationship Id="rId3" Type="http://schemas.openxmlformats.org/officeDocument/2006/relationships/image" Target="../media/image340.wmf"/><Relationship Id="rId2" Type="http://schemas.openxmlformats.org/officeDocument/2006/relationships/oleObject" Target="../embeddings/oleObject326.bin"/><Relationship Id="rId1" Type="http://schemas.openxmlformats.org/officeDocument/2006/relationships/image" Target="../media/image363.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image" Target="../media/image370.wmf"/><Relationship Id="rId7" Type="http://schemas.openxmlformats.org/officeDocument/2006/relationships/oleObject" Target="../embeddings/oleObject330.bin"/><Relationship Id="rId6" Type="http://schemas.openxmlformats.org/officeDocument/2006/relationships/image" Target="../media/image369.wmf"/><Relationship Id="rId5" Type="http://schemas.openxmlformats.org/officeDocument/2006/relationships/oleObject" Target="../embeddings/oleObject329.bin"/><Relationship Id="rId4" Type="http://schemas.openxmlformats.org/officeDocument/2006/relationships/image" Target="../media/image368.wmf"/><Relationship Id="rId3" Type="http://schemas.openxmlformats.org/officeDocument/2006/relationships/oleObject" Target="../embeddings/oleObject328.bin"/><Relationship Id="rId2" Type="http://schemas.openxmlformats.org/officeDocument/2006/relationships/image" Target="../media/image367.wmf"/><Relationship Id="rId11" Type="http://schemas.openxmlformats.org/officeDocument/2006/relationships/vmlDrawing" Target="../drawings/vmlDrawing89.vml"/><Relationship Id="rId10" Type="http://schemas.openxmlformats.org/officeDocument/2006/relationships/slideLayout" Target="../slideLayouts/slideLayout1.xml"/><Relationship Id="rId1" Type="http://schemas.openxmlformats.org/officeDocument/2006/relationships/oleObject" Target="../embeddings/oleObject327.bin"/></Relationships>
</file>

<file path=ppt/slides/_rels/slide128.xml.rels><?xml version="1.0" encoding="UTF-8" standalone="yes"?>
<Relationships xmlns="http://schemas.openxmlformats.org/package/2006/relationships"><Relationship Id="rId9" Type="http://schemas.openxmlformats.org/officeDocument/2006/relationships/image" Target="../media/image375.wmf"/><Relationship Id="rId8" Type="http://schemas.openxmlformats.org/officeDocument/2006/relationships/oleObject" Target="../embeddings/oleObject334.bin"/><Relationship Id="rId7" Type="http://schemas.openxmlformats.org/officeDocument/2006/relationships/image" Target="../media/image374.wmf"/><Relationship Id="rId6" Type="http://schemas.openxmlformats.org/officeDocument/2006/relationships/oleObject" Target="../embeddings/oleObject333.bin"/><Relationship Id="rId5" Type="http://schemas.openxmlformats.org/officeDocument/2006/relationships/image" Target="../media/image373.wmf"/><Relationship Id="rId4" Type="http://schemas.openxmlformats.org/officeDocument/2006/relationships/oleObject" Target="../embeddings/oleObject332.bin"/><Relationship Id="rId3" Type="http://schemas.openxmlformats.org/officeDocument/2006/relationships/image" Target="../media/image372.jpeg"/><Relationship Id="rId2" Type="http://schemas.openxmlformats.org/officeDocument/2006/relationships/image" Target="../media/image371.wmf"/><Relationship Id="rId12" Type="http://schemas.openxmlformats.org/officeDocument/2006/relationships/vmlDrawing" Target="../drawings/vmlDrawing90.vml"/><Relationship Id="rId11" Type="http://schemas.openxmlformats.org/officeDocument/2006/relationships/slideLayout" Target="../slideLayouts/slideLayout1.xml"/><Relationship Id="rId10" Type="http://schemas.openxmlformats.org/officeDocument/2006/relationships/tags" Target="../tags/tag94.xml"/><Relationship Id="rId1" Type="http://schemas.openxmlformats.org/officeDocument/2006/relationships/oleObject" Target="../embeddings/oleObject331.bin"/></Relationships>
</file>

<file path=ppt/slides/_rels/slide129.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78.wmf"/><Relationship Id="rId7" Type="http://schemas.openxmlformats.org/officeDocument/2006/relationships/oleObject" Target="../embeddings/oleObject338.bin"/><Relationship Id="rId6" Type="http://schemas.openxmlformats.org/officeDocument/2006/relationships/image" Target="../media/image377.wmf"/><Relationship Id="rId5" Type="http://schemas.openxmlformats.org/officeDocument/2006/relationships/oleObject" Target="../embeddings/oleObject337.bin"/><Relationship Id="rId4" Type="http://schemas.openxmlformats.org/officeDocument/2006/relationships/image" Target="../media/image376.wmf"/><Relationship Id="rId3" Type="http://schemas.openxmlformats.org/officeDocument/2006/relationships/oleObject" Target="../embeddings/oleObject336.bin"/><Relationship Id="rId2" Type="http://schemas.openxmlformats.org/officeDocument/2006/relationships/image" Target="../media/image368.wmf"/><Relationship Id="rId10" Type="http://schemas.openxmlformats.org/officeDocument/2006/relationships/vmlDrawing" Target="../drawings/vmlDrawing91.vml"/><Relationship Id="rId1" Type="http://schemas.openxmlformats.org/officeDocument/2006/relationships/oleObject" Target="../embeddings/oleObject335.bin"/></Relationships>
</file>

<file path=ppt/slides/_rels/slide130.xml.rels><?xml version="1.0" encoding="UTF-8" standalone="yes"?>
<Relationships xmlns="http://schemas.openxmlformats.org/package/2006/relationships"><Relationship Id="rId9" Type="http://schemas.openxmlformats.org/officeDocument/2006/relationships/oleObject" Target="../embeddings/oleObject343.bin"/><Relationship Id="rId8" Type="http://schemas.openxmlformats.org/officeDocument/2006/relationships/image" Target="../media/image381.wmf"/><Relationship Id="rId7" Type="http://schemas.openxmlformats.org/officeDocument/2006/relationships/oleObject" Target="../embeddings/oleObject342.bin"/><Relationship Id="rId6" Type="http://schemas.openxmlformats.org/officeDocument/2006/relationships/image" Target="../media/image380.wmf"/><Relationship Id="rId5" Type="http://schemas.openxmlformats.org/officeDocument/2006/relationships/oleObject" Target="../embeddings/oleObject341.bin"/><Relationship Id="rId4" Type="http://schemas.openxmlformats.org/officeDocument/2006/relationships/image" Target="../media/image379.wmf"/><Relationship Id="rId3" Type="http://schemas.openxmlformats.org/officeDocument/2006/relationships/oleObject" Target="../embeddings/oleObject340.bin"/><Relationship Id="rId2" Type="http://schemas.openxmlformats.org/officeDocument/2006/relationships/image" Target="../media/image368.wmf"/><Relationship Id="rId15" Type="http://schemas.openxmlformats.org/officeDocument/2006/relationships/vmlDrawing" Target="../drawings/vmlDrawing92.vml"/><Relationship Id="rId14" Type="http://schemas.openxmlformats.org/officeDocument/2006/relationships/slideLayout" Target="../slideLayouts/slideLayout1.xml"/><Relationship Id="rId13" Type="http://schemas.openxmlformats.org/officeDocument/2006/relationships/tags" Target="../tags/tag95.xml"/><Relationship Id="rId12" Type="http://schemas.openxmlformats.org/officeDocument/2006/relationships/image" Target="../media/image383.wmf"/><Relationship Id="rId11" Type="http://schemas.openxmlformats.org/officeDocument/2006/relationships/oleObject" Target="../embeddings/oleObject344.bin"/><Relationship Id="rId10" Type="http://schemas.openxmlformats.org/officeDocument/2006/relationships/image" Target="../media/image382.wmf"/><Relationship Id="rId1" Type="http://schemas.openxmlformats.org/officeDocument/2006/relationships/oleObject" Target="../embeddings/oleObject339.bin"/></Relationships>
</file>

<file path=ppt/slides/_rels/slide131.xml.rels><?xml version="1.0" encoding="UTF-8" standalone="yes"?>
<Relationships xmlns="http://schemas.openxmlformats.org/package/2006/relationships"><Relationship Id="rId6" Type="http://schemas.openxmlformats.org/officeDocument/2006/relationships/vmlDrawing" Target="../drawings/vmlDrawing93.vml"/><Relationship Id="rId5" Type="http://schemas.openxmlformats.org/officeDocument/2006/relationships/slideLayout" Target="../slideLayouts/slideLayout1.xml"/><Relationship Id="rId4" Type="http://schemas.openxmlformats.org/officeDocument/2006/relationships/image" Target="../media/image384.wmf"/><Relationship Id="rId3" Type="http://schemas.openxmlformats.org/officeDocument/2006/relationships/oleObject" Target="../embeddings/oleObject346.bin"/><Relationship Id="rId2" Type="http://schemas.openxmlformats.org/officeDocument/2006/relationships/image" Target="../media/image368.wmf"/><Relationship Id="rId1" Type="http://schemas.openxmlformats.org/officeDocument/2006/relationships/oleObject" Target="../embeddings/oleObject345.bin"/></Relationships>
</file>

<file path=ppt/slides/_rels/slide132.xml.rels><?xml version="1.0" encoding="UTF-8" standalone="yes"?>
<Relationships xmlns="http://schemas.openxmlformats.org/package/2006/relationships"><Relationship Id="rId9" Type="http://schemas.openxmlformats.org/officeDocument/2006/relationships/oleObject" Target="../embeddings/oleObject351.bin"/><Relationship Id="rId8" Type="http://schemas.openxmlformats.org/officeDocument/2006/relationships/image" Target="../media/image388.wmf"/><Relationship Id="rId7" Type="http://schemas.openxmlformats.org/officeDocument/2006/relationships/oleObject" Target="../embeddings/oleObject350.bin"/><Relationship Id="rId6" Type="http://schemas.openxmlformats.org/officeDocument/2006/relationships/image" Target="../media/image387.wmf"/><Relationship Id="rId5" Type="http://schemas.openxmlformats.org/officeDocument/2006/relationships/oleObject" Target="../embeddings/oleObject349.bin"/><Relationship Id="rId4" Type="http://schemas.openxmlformats.org/officeDocument/2006/relationships/image" Target="../media/image386.wmf"/><Relationship Id="rId3" Type="http://schemas.openxmlformats.org/officeDocument/2006/relationships/oleObject" Target="../embeddings/oleObject348.bin"/><Relationship Id="rId2" Type="http://schemas.openxmlformats.org/officeDocument/2006/relationships/image" Target="../media/image385.wmf"/><Relationship Id="rId15" Type="http://schemas.openxmlformats.org/officeDocument/2006/relationships/vmlDrawing" Target="../drawings/vmlDrawing94.vml"/><Relationship Id="rId14" Type="http://schemas.openxmlformats.org/officeDocument/2006/relationships/slideLayout" Target="../slideLayouts/slideLayout1.xml"/><Relationship Id="rId13" Type="http://schemas.openxmlformats.org/officeDocument/2006/relationships/tags" Target="../tags/tag96.xml"/><Relationship Id="rId12" Type="http://schemas.openxmlformats.org/officeDocument/2006/relationships/image" Target="../media/image390.png"/><Relationship Id="rId11" Type="http://schemas.openxmlformats.org/officeDocument/2006/relationships/customXml" Target="../ink/ink26.xml"/><Relationship Id="rId10" Type="http://schemas.openxmlformats.org/officeDocument/2006/relationships/image" Target="../media/image389.wmf"/><Relationship Id="rId1" Type="http://schemas.openxmlformats.org/officeDocument/2006/relationships/oleObject" Target="../embeddings/oleObject347.bin"/></Relationships>
</file>

<file path=ppt/slides/_rels/slide133.xml.rels><?xml version="1.0" encoding="UTF-8" standalone="yes"?>
<Relationships xmlns="http://schemas.openxmlformats.org/package/2006/relationships"><Relationship Id="rId9" Type="http://schemas.openxmlformats.org/officeDocument/2006/relationships/oleObject" Target="../embeddings/oleObject356.bin"/><Relationship Id="rId8" Type="http://schemas.openxmlformats.org/officeDocument/2006/relationships/image" Target="../media/image394.wmf"/><Relationship Id="rId7" Type="http://schemas.openxmlformats.org/officeDocument/2006/relationships/oleObject" Target="../embeddings/oleObject355.bin"/><Relationship Id="rId6" Type="http://schemas.openxmlformats.org/officeDocument/2006/relationships/image" Target="../media/image393.wmf"/><Relationship Id="rId5" Type="http://schemas.openxmlformats.org/officeDocument/2006/relationships/oleObject" Target="../embeddings/oleObject354.bin"/><Relationship Id="rId4" Type="http://schemas.openxmlformats.org/officeDocument/2006/relationships/image" Target="../media/image392.wmf"/><Relationship Id="rId3" Type="http://schemas.openxmlformats.org/officeDocument/2006/relationships/oleObject" Target="../embeddings/oleObject353.bin"/><Relationship Id="rId2" Type="http://schemas.openxmlformats.org/officeDocument/2006/relationships/image" Target="../media/image391.wmf"/><Relationship Id="rId13" Type="http://schemas.openxmlformats.org/officeDocument/2006/relationships/vmlDrawing" Target="../drawings/vmlDrawing95.vml"/><Relationship Id="rId12" Type="http://schemas.openxmlformats.org/officeDocument/2006/relationships/slideLayout" Target="../slideLayouts/slideLayout1.xml"/><Relationship Id="rId11" Type="http://schemas.openxmlformats.org/officeDocument/2006/relationships/tags" Target="../tags/tag97.xml"/><Relationship Id="rId10" Type="http://schemas.openxmlformats.org/officeDocument/2006/relationships/image" Target="../media/image395.wmf"/><Relationship Id="rId1" Type="http://schemas.openxmlformats.org/officeDocument/2006/relationships/oleObject" Target="../embeddings/oleObject352.bin"/></Relationships>
</file>

<file path=ppt/slides/_rels/slide134.xml.rels><?xml version="1.0" encoding="UTF-8" standalone="yes"?>
<Relationships xmlns="http://schemas.openxmlformats.org/package/2006/relationships"><Relationship Id="rId9" Type="http://schemas.openxmlformats.org/officeDocument/2006/relationships/oleObject" Target="../embeddings/oleObject361.bin"/><Relationship Id="rId8" Type="http://schemas.openxmlformats.org/officeDocument/2006/relationships/image" Target="../media/image399.emf"/><Relationship Id="rId7" Type="http://schemas.openxmlformats.org/officeDocument/2006/relationships/oleObject" Target="../embeddings/oleObject360.bin"/><Relationship Id="rId6" Type="http://schemas.openxmlformats.org/officeDocument/2006/relationships/image" Target="../media/image398.wmf"/><Relationship Id="rId5" Type="http://schemas.openxmlformats.org/officeDocument/2006/relationships/oleObject" Target="../embeddings/oleObject359.bin"/><Relationship Id="rId4" Type="http://schemas.openxmlformats.org/officeDocument/2006/relationships/image" Target="../media/image397.emf"/><Relationship Id="rId3" Type="http://schemas.openxmlformats.org/officeDocument/2006/relationships/oleObject" Target="../embeddings/oleObject358.bin"/><Relationship Id="rId2" Type="http://schemas.openxmlformats.org/officeDocument/2006/relationships/image" Target="../media/image396.emf"/><Relationship Id="rId17" Type="http://schemas.openxmlformats.org/officeDocument/2006/relationships/vmlDrawing" Target="../drawings/vmlDrawing96.vml"/><Relationship Id="rId16" Type="http://schemas.openxmlformats.org/officeDocument/2006/relationships/slideLayout" Target="../slideLayouts/slideLayout1.xml"/><Relationship Id="rId15" Type="http://schemas.openxmlformats.org/officeDocument/2006/relationships/tags" Target="../tags/tag98.xml"/><Relationship Id="rId14" Type="http://schemas.openxmlformats.org/officeDocument/2006/relationships/image" Target="../media/image404.png"/><Relationship Id="rId13" Type="http://schemas.openxmlformats.org/officeDocument/2006/relationships/image" Target="../media/image403.png"/><Relationship Id="rId12" Type="http://schemas.openxmlformats.org/officeDocument/2006/relationships/image" Target="../media/image402.png"/><Relationship Id="rId11" Type="http://schemas.openxmlformats.org/officeDocument/2006/relationships/image" Target="../media/image401.png"/><Relationship Id="rId10" Type="http://schemas.openxmlformats.org/officeDocument/2006/relationships/image" Target="../media/image400.emf"/><Relationship Id="rId1" Type="http://schemas.openxmlformats.org/officeDocument/2006/relationships/oleObject" Target="../embeddings/oleObject357.bin"/></Relationships>
</file>

<file path=ppt/slides/_rels/slide135.xml.rels><?xml version="1.0" encoding="UTF-8" standalone="yes"?>
<Relationships xmlns="http://schemas.openxmlformats.org/package/2006/relationships"><Relationship Id="rId9" Type="http://schemas.openxmlformats.org/officeDocument/2006/relationships/vmlDrawing" Target="../drawings/vmlDrawing97.vml"/><Relationship Id="rId8" Type="http://schemas.openxmlformats.org/officeDocument/2006/relationships/slideLayout" Target="../slideLayouts/slideLayout1.xml"/><Relationship Id="rId7" Type="http://schemas.openxmlformats.org/officeDocument/2006/relationships/tags" Target="../tags/tag99.xml"/><Relationship Id="rId6" Type="http://schemas.openxmlformats.org/officeDocument/2006/relationships/image" Target="../media/image406.wmf"/><Relationship Id="rId5" Type="http://schemas.openxmlformats.org/officeDocument/2006/relationships/oleObject" Target="../embeddings/oleObject364.bin"/><Relationship Id="rId4" Type="http://schemas.openxmlformats.org/officeDocument/2006/relationships/image" Target="../media/image405.wmf"/><Relationship Id="rId3" Type="http://schemas.openxmlformats.org/officeDocument/2006/relationships/oleObject" Target="../embeddings/oleObject363.bin"/><Relationship Id="rId2" Type="http://schemas.openxmlformats.org/officeDocument/2006/relationships/image" Target="../media/image368.wmf"/><Relationship Id="rId1" Type="http://schemas.openxmlformats.org/officeDocument/2006/relationships/oleObject" Target="../embeddings/oleObject362.bin"/></Relationships>
</file>

<file path=ppt/slides/_rels/slide136.xml.rels><?xml version="1.0" encoding="UTF-8" standalone="yes"?>
<Relationships xmlns="http://schemas.openxmlformats.org/package/2006/relationships"><Relationship Id="rId9" Type="http://schemas.openxmlformats.org/officeDocument/2006/relationships/oleObject" Target="../embeddings/oleObject369.bin"/><Relationship Id="rId8" Type="http://schemas.openxmlformats.org/officeDocument/2006/relationships/image" Target="../media/image409.wmf"/><Relationship Id="rId7" Type="http://schemas.openxmlformats.org/officeDocument/2006/relationships/oleObject" Target="../embeddings/oleObject368.bin"/><Relationship Id="rId6" Type="http://schemas.openxmlformats.org/officeDocument/2006/relationships/image" Target="../media/image406.wmf"/><Relationship Id="rId5" Type="http://schemas.openxmlformats.org/officeDocument/2006/relationships/oleObject" Target="../embeddings/oleObject367.bin"/><Relationship Id="rId4" Type="http://schemas.openxmlformats.org/officeDocument/2006/relationships/image" Target="../media/image408.wmf"/><Relationship Id="rId3" Type="http://schemas.openxmlformats.org/officeDocument/2006/relationships/oleObject" Target="../embeddings/oleObject366.bin"/><Relationship Id="rId2" Type="http://schemas.openxmlformats.org/officeDocument/2006/relationships/image" Target="../media/image407.wmf"/><Relationship Id="rId19" Type="http://schemas.openxmlformats.org/officeDocument/2006/relationships/vmlDrawing" Target="../drawings/vmlDrawing98.vml"/><Relationship Id="rId18" Type="http://schemas.openxmlformats.org/officeDocument/2006/relationships/slideLayout" Target="../slideLayouts/slideLayout1.xml"/><Relationship Id="rId17" Type="http://schemas.openxmlformats.org/officeDocument/2006/relationships/tags" Target="../tags/tag100.xml"/><Relationship Id="rId16" Type="http://schemas.openxmlformats.org/officeDocument/2006/relationships/image" Target="../media/image413.wmf"/><Relationship Id="rId15" Type="http://schemas.openxmlformats.org/officeDocument/2006/relationships/oleObject" Target="../embeddings/oleObject372.bin"/><Relationship Id="rId14" Type="http://schemas.openxmlformats.org/officeDocument/2006/relationships/image" Target="../media/image412.wmf"/><Relationship Id="rId13" Type="http://schemas.openxmlformats.org/officeDocument/2006/relationships/oleObject" Target="../embeddings/oleObject371.bin"/><Relationship Id="rId12" Type="http://schemas.openxmlformats.org/officeDocument/2006/relationships/image" Target="../media/image411.wmf"/><Relationship Id="rId11" Type="http://schemas.openxmlformats.org/officeDocument/2006/relationships/oleObject" Target="../embeddings/oleObject370.bin"/><Relationship Id="rId10" Type="http://schemas.openxmlformats.org/officeDocument/2006/relationships/image" Target="../media/image410.wmf"/><Relationship Id="rId1" Type="http://schemas.openxmlformats.org/officeDocument/2006/relationships/oleObject" Target="../embeddings/oleObject365.bin"/></Relationships>
</file>

<file path=ppt/slides/_rels/slide137.xml.rels><?xml version="1.0" encoding="UTF-8" standalone="yes"?>
<Relationships xmlns="http://schemas.openxmlformats.org/package/2006/relationships"><Relationship Id="rId7" Type="http://schemas.openxmlformats.org/officeDocument/2006/relationships/vmlDrawing" Target="../drawings/vmlDrawing99.vml"/><Relationship Id="rId6" Type="http://schemas.openxmlformats.org/officeDocument/2006/relationships/slideLayout" Target="../slideLayouts/slideLayout1.xml"/><Relationship Id="rId5" Type="http://schemas.openxmlformats.org/officeDocument/2006/relationships/tags" Target="../tags/tag101.xml"/><Relationship Id="rId4" Type="http://schemas.openxmlformats.org/officeDocument/2006/relationships/image" Target="../media/image415.wmf"/><Relationship Id="rId3" Type="http://schemas.openxmlformats.org/officeDocument/2006/relationships/oleObject" Target="../embeddings/oleObject374.bin"/><Relationship Id="rId2" Type="http://schemas.openxmlformats.org/officeDocument/2006/relationships/image" Target="../media/image414.wmf"/><Relationship Id="rId1" Type="http://schemas.openxmlformats.org/officeDocument/2006/relationships/oleObject" Target="../embeddings/oleObject373.bin"/></Relationships>
</file>

<file path=ppt/slides/_rels/slide138.xml.rels><?xml version="1.0" encoding="UTF-8" standalone="yes"?>
<Relationships xmlns="http://schemas.openxmlformats.org/package/2006/relationships"><Relationship Id="rId9" Type="http://schemas.openxmlformats.org/officeDocument/2006/relationships/oleObject" Target="../embeddings/oleObject379.bin"/><Relationship Id="rId8" Type="http://schemas.openxmlformats.org/officeDocument/2006/relationships/image" Target="../media/image419.emf"/><Relationship Id="rId7" Type="http://schemas.openxmlformats.org/officeDocument/2006/relationships/oleObject" Target="../embeddings/oleObject378.bin"/><Relationship Id="rId6" Type="http://schemas.openxmlformats.org/officeDocument/2006/relationships/image" Target="../media/image418.wmf"/><Relationship Id="rId5" Type="http://schemas.openxmlformats.org/officeDocument/2006/relationships/oleObject" Target="../embeddings/oleObject377.bin"/><Relationship Id="rId4" Type="http://schemas.openxmlformats.org/officeDocument/2006/relationships/image" Target="../media/image417.wmf"/><Relationship Id="rId3" Type="http://schemas.openxmlformats.org/officeDocument/2006/relationships/oleObject" Target="../embeddings/oleObject376.bin"/><Relationship Id="rId23" Type="http://schemas.openxmlformats.org/officeDocument/2006/relationships/vmlDrawing" Target="../drawings/vmlDrawing100.vml"/><Relationship Id="rId22" Type="http://schemas.openxmlformats.org/officeDocument/2006/relationships/slideLayout" Target="../slideLayouts/slideLayout1.xml"/><Relationship Id="rId21" Type="http://schemas.openxmlformats.org/officeDocument/2006/relationships/audio" Target="../media/audio2.wav"/><Relationship Id="rId20" Type="http://schemas.openxmlformats.org/officeDocument/2006/relationships/tags" Target="../tags/tag102.xml"/><Relationship Id="rId2" Type="http://schemas.openxmlformats.org/officeDocument/2006/relationships/image" Target="../media/image416.emf"/><Relationship Id="rId19" Type="http://schemas.openxmlformats.org/officeDocument/2006/relationships/image" Target="../media/image425.emf"/><Relationship Id="rId18" Type="http://schemas.openxmlformats.org/officeDocument/2006/relationships/oleObject" Target="../embeddings/oleObject383.bin"/><Relationship Id="rId17" Type="http://schemas.openxmlformats.org/officeDocument/2006/relationships/image" Target="../media/image424.png"/><Relationship Id="rId16" Type="http://schemas.openxmlformats.org/officeDocument/2006/relationships/image" Target="../media/image423.wmf"/><Relationship Id="rId15" Type="http://schemas.openxmlformats.org/officeDocument/2006/relationships/oleObject" Target="../embeddings/oleObject382.bin"/><Relationship Id="rId14" Type="http://schemas.openxmlformats.org/officeDocument/2006/relationships/image" Target="../media/image422.emf"/><Relationship Id="rId13" Type="http://schemas.openxmlformats.org/officeDocument/2006/relationships/oleObject" Target="../embeddings/oleObject381.bin"/><Relationship Id="rId12" Type="http://schemas.openxmlformats.org/officeDocument/2006/relationships/image" Target="../media/image421.emf"/><Relationship Id="rId11" Type="http://schemas.openxmlformats.org/officeDocument/2006/relationships/oleObject" Target="../embeddings/oleObject380.bin"/><Relationship Id="rId10" Type="http://schemas.openxmlformats.org/officeDocument/2006/relationships/image" Target="../media/image420.emf"/><Relationship Id="rId1" Type="http://schemas.openxmlformats.org/officeDocument/2006/relationships/oleObject" Target="../embeddings/oleObject375.bin"/></Relationships>
</file>

<file path=ppt/slides/_rels/slide139.xml.rels><?xml version="1.0" encoding="UTF-8" standalone="yes"?>
<Relationships xmlns="http://schemas.openxmlformats.org/package/2006/relationships"><Relationship Id="rId9" Type="http://schemas.openxmlformats.org/officeDocument/2006/relationships/vmlDrawing" Target="../drawings/vmlDrawing101.vml"/><Relationship Id="rId8" Type="http://schemas.openxmlformats.org/officeDocument/2006/relationships/slideLayout" Target="../slideLayouts/slideLayout1.xml"/><Relationship Id="rId7" Type="http://schemas.openxmlformats.org/officeDocument/2006/relationships/tags" Target="../tags/tag103.xml"/><Relationship Id="rId6" Type="http://schemas.openxmlformats.org/officeDocument/2006/relationships/image" Target="../media/image428.wmf"/><Relationship Id="rId5" Type="http://schemas.openxmlformats.org/officeDocument/2006/relationships/oleObject" Target="../embeddings/oleObject386.bin"/><Relationship Id="rId4" Type="http://schemas.openxmlformats.org/officeDocument/2006/relationships/image" Target="../media/image427.wmf"/><Relationship Id="rId3" Type="http://schemas.openxmlformats.org/officeDocument/2006/relationships/oleObject" Target="../embeddings/oleObject385.bin"/><Relationship Id="rId2" Type="http://schemas.openxmlformats.org/officeDocument/2006/relationships/image" Target="../media/image426.wmf"/><Relationship Id="rId1" Type="http://schemas.openxmlformats.org/officeDocument/2006/relationships/oleObject" Target="../embeddings/oleObject384.bin"/></Relationships>
</file>

<file path=ppt/slides/_rels/slide140.xml.rels><?xml version="1.0" encoding="UTF-8" standalone="yes"?>
<Relationships xmlns="http://schemas.openxmlformats.org/package/2006/relationships"><Relationship Id="rId7" Type="http://schemas.openxmlformats.org/officeDocument/2006/relationships/vmlDrawing" Target="../drawings/vmlDrawing102.vml"/><Relationship Id="rId6" Type="http://schemas.openxmlformats.org/officeDocument/2006/relationships/slideLayout" Target="../slideLayouts/slideLayout1.xml"/><Relationship Id="rId5" Type="http://schemas.openxmlformats.org/officeDocument/2006/relationships/tags" Target="../tags/tag104.xml"/><Relationship Id="rId4" Type="http://schemas.openxmlformats.org/officeDocument/2006/relationships/image" Target="../media/image430.wmf"/><Relationship Id="rId3" Type="http://schemas.openxmlformats.org/officeDocument/2006/relationships/oleObject" Target="../embeddings/oleObject388.bin"/><Relationship Id="rId2" Type="http://schemas.openxmlformats.org/officeDocument/2006/relationships/image" Target="../media/image429.wmf"/><Relationship Id="rId1" Type="http://schemas.openxmlformats.org/officeDocument/2006/relationships/oleObject" Target="../embeddings/oleObject387.bin"/></Relationships>
</file>

<file path=ppt/slides/_rels/slide141.xml.rels><?xml version="1.0" encoding="UTF-8" standalone="yes"?>
<Relationships xmlns="http://schemas.openxmlformats.org/package/2006/relationships"><Relationship Id="rId9" Type="http://schemas.openxmlformats.org/officeDocument/2006/relationships/image" Target="../media/image436.wmf"/><Relationship Id="rId8" Type="http://schemas.openxmlformats.org/officeDocument/2006/relationships/oleObject" Target="../embeddings/oleObject391.bin"/><Relationship Id="rId7" Type="http://schemas.openxmlformats.org/officeDocument/2006/relationships/image" Target="../media/image435.wmf"/><Relationship Id="rId6" Type="http://schemas.openxmlformats.org/officeDocument/2006/relationships/oleObject" Target="../embeddings/oleObject390.bin"/><Relationship Id="rId5" Type="http://schemas.openxmlformats.org/officeDocument/2006/relationships/image" Target="../media/image434.wmf"/><Relationship Id="rId4" Type="http://schemas.openxmlformats.org/officeDocument/2006/relationships/oleObject" Target="../embeddings/oleObject389.bin"/><Relationship Id="rId3" Type="http://schemas.openxmlformats.org/officeDocument/2006/relationships/image" Target="../media/image433.png"/><Relationship Id="rId2" Type="http://schemas.openxmlformats.org/officeDocument/2006/relationships/image" Target="../media/image432.png"/><Relationship Id="rId13" Type="http://schemas.openxmlformats.org/officeDocument/2006/relationships/vmlDrawing" Target="../drawings/vmlDrawing103.vml"/><Relationship Id="rId12" Type="http://schemas.openxmlformats.org/officeDocument/2006/relationships/slideLayout" Target="../slideLayouts/slideLayout1.xml"/><Relationship Id="rId11" Type="http://schemas.openxmlformats.org/officeDocument/2006/relationships/tags" Target="../tags/tag105.xml"/><Relationship Id="rId10" Type="http://schemas.openxmlformats.org/officeDocument/2006/relationships/image" Target="../media/image437.png"/><Relationship Id="rId1" Type="http://schemas.openxmlformats.org/officeDocument/2006/relationships/image" Target="../media/image431.png"/></Relationships>
</file>

<file path=ppt/slides/_rels/slide142.xml.rels><?xml version="1.0" encoding="UTF-8" standalone="yes"?>
<Relationships xmlns="http://schemas.openxmlformats.org/package/2006/relationships"><Relationship Id="rId9" Type="http://schemas.openxmlformats.org/officeDocument/2006/relationships/image" Target="../media/image442.wmf"/><Relationship Id="rId8" Type="http://schemas.openxmlformats.org/officeDocument/2006/relationships/oleObject" Target="../embeddings/oleObject395.bin"/><Relationship Id="rId7" Type="http://schemas.openxmlformats.org/officeDocument/2006/relationships/image" Target="../media/image441.png"/><Relationship Id="rId6" Type="http://schemas.openxmlformats.org/officeDocument/2006/relationships/image" Target="../media/image440.wmf"/><Relationship Id="rId5" Type="http://schemas.openxmlformats.org/officeDocument/2006/relationships/oleObject" Target="../embeddings/oleObject394.bin"/><Relationship Id="rId4" Type="http://schemas.openxmlformats.org/officeDocument/2006/relationships/image" Target="../media/image439.png"/><Relationship Id="rId3" Type="http://schemas.openxmlformats.org/officeDocument/2006/relationships/oleObject" Target="../embeddings/oleObject393.bin"/><Relationship Id="rId22" Type="http://schemas.openxmlformats.org/officeDocument/2006/relationships/vmlDrawing" Target="../drawings/vmlDrawing104.vml"/><Relationship Id="rId21" Type="http://schemas.openxmlformats.org/officeDocument/2006/relationships/slideLayout" Target="../slideLayouts/slideLayout4.xml"/><Relationship Id="rId20" Type="http://schemas.openxmlformats.org/officeDocument/2006/relationships/tags" Target="../tags/tag106.xml"/><Relationship Id="rId2" Type="http://schemas.openxmlformats.org/officeDocument/2006/relationships/image" Target="../media/image438.png"/><Relationship Id="rId19" Type="http://schemas.openxmlformats.org/officeDocument/2006/relationships/image" Target="../media/image448.wmf"/><Relationship Id="rId18" Type="http://schemas.openxmlformats.org/officeDocument/2006/relationships/oleObject" Target="../embeddings/oleObject399.bin"/><Relationship Id="rId17" Type="http://schemas.openxmlformats.org/officeDocument/2006/relationships/image" Target="../media/image447.png"/><Relationship Id="rId16" Type="http://schemas.openxmlformats.org/officeDocument/2006/relationships/image" Target="../media/image446.wmf"/><Relationship Id="rId15" Type="http://schemas.openxmlformats.org/officeDocument/2006/relationships/oleObject" Target="../embeddings/oleObject398.bin"/><Relationship Id="rId14" Type="http://schemas.openxmlformats.org/officeDocument/2006/relationships/image" Target="../media/image445.wmf"/><Relationship Id="rId13" Type="http://schemas.openxmlformats.org/officeDocument/2006/relationships/oleObject" Target="../embeddings/oleObject397.bin"/><Relationship Id="rId12" Type="http://schemas.openxmlformats.org/officeDocument/2006/relationships/image" Target="../media/image444.png"/><Relationship Id="rId11" Type="http://schemas.openxmlformats.org/officeDocument/2006/relationships/image" Target="../media/image443.wmf"/><Relationship Id="rId10" Type="http://schemas.openxmlformats.org/officeDocument/2006/relationships/oleObject" Target="../embeddings/oleObject396.bin"/><Relationship Id="rId1" Type="http://schemas.openxmlformats.org/officeDocument/2006/relationships/oleObject" Target="../embeddings/oleObject392.bin"/></Relationships>
</file>

<file path=ppt/slides/_rels/slide143.xml.rels><?xml version="1.0" encoding="UTF-8" standalone="yes"?>
<Relationships xmlns="http://schemas.openxmlformats.org/package/2006/relationships"><Relationship Id="rId9" Type="http://schemas.openxmlformats.org/officeDocument/2006/relationships/oleObject" Target="../embeddings/oleObject404.bin"/><Relationship Id="rId8" Type="http://schemas.openxmlformats.org/officeDocument/2006/relationships/image" Target="../media/image439.png"/><Relationship Id="rId7" Type="http://schemas.openxmlformats.org/officeDocument/2006/relationships/oleObject" Target="../embeddings/oleObject403.bin"/><Relationship Id="rId6" Type="http://schemas.openxmlformats.org/officeDocument/2006/relationships/image" Target="../media/image438.png"/><Relationship Id="rId5" Type="http://schemas.openxmlformats.org/officeDocument/2006/relationships/oleObject" Target="../embeddings/oleObject402.bin"/><Relationship Id="rId4" Type="http://schemas.openxmlformats.org/officeDocument/2006/relationships/image" Target="../media/image450.emf"/><Relationship Id="rId3" Type="http://schemas.openxmlformats.org/officeDocument/2006/relationships/oleObject" Target="../embeddings/oleObject401.bin"/><Relationship Id="rId28" Type="http://schemas.openxmlformats.org/officeDocument/2006/relationships/vmlDrawing" Target="../drawings/vmlDrawing105.vml"/><Relationship Id="rId27" Type="http://schemas.openxmlformats.org/officeDocument/2006/relationships/slideLayout" Target="../slideLayouts/slideLayout4.xml"/><Relationship Id="rId26" Type="http://schemas.openxmlformats.org/officeDocument/2006/relationships/tags" Target="../tags/tag107.xml"/><Relationship Id="rId25" Type="http://schemas.openxmlformats.org/officeDocument/2006/relationships/image" Target="../media/image462.png"/><Relationship Id="rId24" Type="http://schemas.openxmlformats.org/officeDocument/2006/relationships/image" Target="../media/image461.png"/><Relationship Id="rId23" Type="http://schemas.openxmlformats.org/officeDocument/2006/relationships/image" Target="../media/image460.png"/><Relationship Id="rId22" Type="http://schemas.openxmlformats.org/officeDocument/2006/relationships/image" Target="../media/image459.emf"/><Relationship Id="rId21" Type="http://schemas.openxmlformats.org/officeDocument/2006/relationships/oleObject" Target="../embeddings/oleObject408.bin"/><Relationship Id="rId20" Type="http://schemas.openxmlformats.org/officeDocument/2006/relationships/image" Target="../media/image458.png"/><Relationship Id="rId2" Type="http://schemas.openxmlformats.org/officeDocument/2006/relationships/image" Target="../media/image449.emf"/><Relationship Id="rId19" Type="http://schemas.openxmlformats.org/officeDocument/2006/relationships/image" Target="../media/image457.wmf"/><Relationship Id="rId18" Type="http://schemas.openxmlformats.org/officeDocument/2006/relationships/oleObject" Target="../embeddings/oleObject407.bin"/><Relationship Id="rId17" Type="http://schemas.openxmlformats.org/officeDocument/2006/relationships/image" Target="../media/image456.png"/><Relationship Id="rId16" Type="http://schemas.openxmlformats.org/officeDocument/2006/relationships/image" Target="../media/image455.png"/><Relationship Id="rId15" Type="http://schemas.openxmlformats.org/officeDocument/2006/relationships/image" Target="../media/image454.emf"/><Relationship Id="rId14" Type="http://schemas.openxmlformats.org/officeDocument/2006/relationships/oleObject" Target="../embeddings/oleObject406.bin"/><Relationship Id="rId13" Type="http://schemas.openxmlformats.org/officeDocument/2006/relationships/image" Target="../media/image453.png"/><Relationship Id="rId12" Type="http://schemas.openxmlformats.org/officeDocument/2006/relationships/image" Target="../media/image452.emf"/><Relationship Id="rId11" Type="http://schemas.openxmlformats.org/officeDocument/2006/relationships/oleObject" Target="../embeddings/oleObject405.bin"/><Relationship Id="rId10" Type="http://schemas.openxmlformats.org/officeDocument/2006/relationships/image" Target="../media/image451.png"/><Relationship Id="rId1" Type="http://schemas.openxmlformats.org/officeDocument/2006/relationships/oleObject" Target="../embeddings/oleObject400.bin"/></Relationships>
</file>

<file path=ppt/slides/_rels/slide144.xml.rels><?xml version="1.0" encoding="UTF-8" standalone="yes"?>
<Relationships xmlns="http://schemas.openxmlformats.org/package/2006/relationships"><Relationship Id="rId9" Type="http://schemas.openxmlformats.org/officeDocument/2006/relationships/oleObject" Target="../embeddings/oleObject413.bin"/><Relationship Id="rId8" Type="http://schemas.openxmlformats.org/officeDocument/2006/relationships/image" Target="../media/image466.wmf"/><Relationship Id="rId7" Type="http://schemas.openxmlformats.org/officeDocument/2006/relationships/oleObject" Target="../embeddings/oleObject412.bin"/><Relationship Id="rId6" Type="http://schemas.openxmlformats.org/officeDocument/2006/relationships/image" Target="../media/image465.wmf"/><Relationship Id="rId5" Type="http://schemas.openxmlformats.org/officeDocument/2006/relationships/oleObject" Target="../embeddings/oleObject411.bin"/><Relationship Id="rId4" Type="http://schemas.openxmlformats.org/officeDocument/2006/relationships/image" Target="../media/image464.emf"/><Relationship Id="rId3" Type="http://schemas.openxmlformats.org/officeDocument/2006/relationships/oleObject" Target="../embeddings/oleObject410.bin"/><Relationship Id="rId2" Type="http://schemas.openxmlformats.org/officeDocument/2006/relationships/image" Target="../media/image463.wmf"/><Relationship Id="rId17" Type="http://schemas.openxmlformats.org/officeDocument/2006/relationships/vmlDrawing" Target="../drawings/vmlDrawing106.vml"/><Relationship Id="rId16" Type="http://schemas.openxmlformats.org/officeDocument/2006/relationships/slideLayout" Target="../slideLayouts/slideLayout1.xml"/><Relationship Id="rId15" Type="http://schemas.openxmlformats.org/officeDocument/2006/relationships/tags" Target="../tags/tag108.xml"/><Relationship Id="rId14" Type="http://schemas.openxmlformats.org/officeDocument/2006/relationships/image" Target="../media/image469.wmf"/><Relationship Id="rId13" Type="http://schemas.openxmlformats.org/officeDocument/2006/relationships/oleObject" Target="../embeddings/oleObject415.bin"/><Relationship Id="rId12" Type="http://schemas.openxmlformats.org/officeDocument/2006/relationships/image" Target="../media/image468.wmf"/><Relationship Id="rId11" Type="http://schemas.openxmlformats.org/officeDocument/2006/relationships/oleObject" Target="../embeddings/oleObject414.bin"/><Relationship Id="rId10" Type="http://schemas.openxmlformats.org/officeDocument/2006/relationships/image" Target="../media/image467.wmf"/><Relationship Id="rId1" Type="http://schemas.openxmlformats.org/officeDocument/2006/relationships/oleObject" Target="../embeddings/oleObject409.bin"/></Relationships>
</file>

<file path=ppt/slides/_rels/slide145.xml.rels><?xml version="1.0" encoding="UTF-8" standalone="yes"?>
<Relationships xmlns="http://schemas.openxmlformats.org/package/2006/relationships"><Relationship Id="rId9" Type="http://schemas.openxmlformats.org/officeDocument/2006/relationships/oleObject" Target="../embeddings/oleObject420.bin"/><Relationship Id="rId8" Type="http://schemas.openxmlformats.org/officeDocument/2006/relationships/image" Target="../media/image473.wmf"/><Relationship Id="rId7" Type="http://schemas.openxmlformats.org/officeDocument/2006/relationships/oleObject" Target="../embeddings/oleObject419.bin"/><Relationship Id="rId6" Type="http://schemas.openxmlformats.org/officeDocument/2006/relationships/image" Target="../media/image472.wmf"/><Relationship Id="rId5" Type="http://schemas.openxmlformats.org/officeDocument/2006/relationships/oleObject" Target="../embeddings/oleObject418.bin"/><Relationship Id="rId4" Type="http://schemas.openxmlformats.org/officeDocument/2006/relationships/image" Target="../media/image471.wmf"/><Relationship Id="rId3" Type="http://schemas.openxmlformats.org/officeDocument/2006/relationships/oleObject" Target="../embeddings/oleObject417.bin"/><Relationship Id="rId2" Type="http://schemas.openxmlformats.org/officeDocument/2006/relationships/image" Target="../media/image470.wmf"/><Relationship Id="rId19" Type="http://schemas.openxmlformats.org/officeDocument/2006/relationships/vmlDrawing" Target="../drawings/vmlDrawing107.vml"/><Relationship Id="rId18" Type="http://schemas.openxmlformats.org/officeDocument/2006/relationships/slideLayout" Target="../slideLayouts/slideLayout1.xml"/><Relationship Id="rId17" Type="http://schemas.openxmlformats.org/officeDocument/2006/relationships/tags" Target="../tags/tag109.xml"/><Relationship Id="rId16" Type="http://schemas.openxmlformats.org/officeDocument/2006/relationships/image" Target="../media/image477.wmf"/><Relationship Id="rId15" Type="http://schemas.openxmlformats.org/officeDocument/2006/relationships/oleObject" Target="../embeddings/oleObject423.bin"/><Relationship Id="rId14" Type="http://schemas.openxmlformats.org/officeDocument/2006/relationships/image" Target="../media/image476.wmf"/><Relationship Id="rId13" Type="http://schemas.openxmlformats.org/officeDocument/2006/relationships/oleObject" Target="../embeddings/oleObject422.bin"/><Relationship Id="rId12" Type="http://schemas.openxmlformats.org/officeDocument/2006/relationships/image" Target="../media/image475.wmf"/><Relationship Id="rId11" Type="http://schemas.openxmlformats.org/officeDocument/2006/relationships/oleObject" Target="../embeddings/oleObject421.bin"/><Relationship Id="rId10" Type="http://schemas.openxmlformats.org/officeDocument/2006/relationships/image" Target="../media/image474.wmf"/><Relationship Id="rId1" Type="http://schemas.openxmlformats.org/officeDocument/2006/relationships/oleObject" Target="../embeddings/oleObject416.bin"/></Relationships>
</file>

<file path=ppt/slides/_rels/slide146.xml.rels><?xml version="1.0" encoding="UTF-8" standalone="yes"?>
<Relationships xmlns="http://schemas.openxmlformats.org/package/2006/relationships"><Relationship Id="rId9" Type="http://schemas.openxmlformats.org/officeDocument/2006/relationships/oleObject" Target="../embeddings/oleObject428.bin"/><Relationship Id="rId8" Type="http://schemas.openxmlformats.org/officeDocument/2006/relationships/image" Target="../media/image481.emf"/><Relationship Id="rId7" Type="http://schemas.openxmlformats.org/officeDocument/2006/relationships/oleObject" Target="../embeddings/oleObject427.bin"/><Relationship Id="rId6" Type="http://schemas.openxmlformats.org/officeDocument/2006/relationships/image" Target="../media/image480.emf"/><Relationship Id="rId5" Type="http://schemas.openxmlformats.org/officeDocument/2006/relationships/oleObject" Target="../embeddings/oleObject426.bin"/><Relationship Id="rId4" Type="http://schemas.openxmlformats.org/officeDocument/2006/relationships/image" Target="../media/image479.emf"/><Relationship Id="rId3" Type="http://schemas.openxmlformats.org/officeDocument/2006/relationships/oleObject" Target="../embeddings/oleObject425.bin"/><Relationship Id="rId23" Type="http://schemas.openxmlformats.org/officeDocument/2006/relationships/vmlDrawing" Target="../drawings/vmlDrawing108.vml"/><Relationship Id="rId22" Type="http://schemas.openxmlformats.org/officeDocument/2006/relationships/slideLayout" Target="../slideLayouts/slideLayout1.xml"/><Relationship Id="rId21" Type="http://schemas.openxmlformats.org/officeDocument/2006/relationships/tags" Target="../tags/tag110.xml"/><Relationship Id="rId20" Type="http://schemas.openxmlformats.org/officeDocument/2006/relationships/image" Target="../media/image487.emf"/><Relationship Id="rId2" Type="http://schemas.openxmlformats.org/officeDocument/2006/relationships/image" Target="../media/image478.emf"/><Relationship Id="rId19" Type="http://schemas.openxmlformats.org/officeDocument/2006/relationships/oleObject" Target="../embeddings/oleObject433.bin"/><Relationship Id="rId18" Type="http://schemas.openxmlformats.org/officeDocument/2006/relationships/image" Target="../media/image486.wmf"/><Relationship Id="rId17" Type="http://schemas.openxmlformats.org/officeDocument/2006/relationships/oleObject" Target="../embeddings/oleObject432.bin"/><Relationship Id="rId16" Type="http://schemas.openxmlformats.org/officeDocument/2006/relationships/image" Target="../media/image485.emf"/><Relationship Id="rId15" Type="http://schemas.openxmlformats.org/officeDocument/2006/relationships/oleObject" Target="../embeddings/oleObject431.bin"/><Relationship Id="rId14" Type="http://schemas.openxmlformats.org/officeDocument/2006/relationships/image" Target="../media/image484.emf"/><Relationship Id="rId13" Type="http://schemas.openxmlformats.org/officeDocument/2006/relationships/oleObject" Target="../embeddings/oleObject430.bin"/><Relationship Id="rId12" Type="http://schemas.openxmlformats.org/officeDocument/2006/relationships/image" Target="../media/image483.emf"/><Relationship Id="rId11" Type="http://schemas.openxmlformats.org/officeDocument/2006/relationships/oleObject" Target="../embeddings/oleObject429.bin"/><Relationship Id="rId10" Type="http://schemas.openxmlformats.org/officeDocument/2006/relationships/image" Target="../media/image482.wmf"/><Relationship Id="rId1" Type="http://schemas.openxmlformats.org/officeDocument/2006/relationships/oleObject" Target="../embeddings/oleObject424.bin"/></Relationships>
</file>

<file path=ppt/slides/_rels/slide147.xml.rels><?xml version="1.0" encoding="UTF-8" standalone="yes"?>
<Relationships xmlns="http://schemas.openxmlformats.org/package/2006/relationships"><Relationship Id="rId9" Type="http://schemas.openxmlformats.org/officeDocument/2006/relationships/oleObject" Target="../embeddings/oleObject438.bin"/><Relationship Id="rId8" Type="http://schemas.openxmlformats.org/officeDocument/2006/relationships/image" Target="../media/image491.emf"/><Relationship Id="rId7" Type="http://schemas.openxmlformats.org/officeDocument/2006/relationships/oleObject" Target="../embeddings/oleObject437.bin"/><Relationship Id="rId6" Type="http://schemas.openxmlformats.org/officeDocument/2006/relationships/image" Target="../media/image490.emf"/><Relationship Id="rId5" Type="http://schemas.openxmlformats.org/officeDocument/2006/relationships/oleObject" Target="../embeddings/oleObject436.bin"/><Relationship Id="rId4" Type="http://schemas.openxmlformats.org/officeDocument/2006/relationships/image" Target="../media/image489.emf"/><Relationship Id="rId31" Type="http://schemas.openxmlformats.org/officeDocument/2006/relationships/vmlDrawing" Target="../drawings/vmlDrawing109.vml"/><Relationship Id="rId30" Type="http://schemas.openxmlformats.org/officeDocument/2006/relationships/slideLayout" Target="../slideLayouts/slideLayout1.xml"/><Relationship Id="rId3" Type="http://schemas.openxmlformats.org/officeDocument/2006/relationships/oleObject" Target="../embeddings/oleObject435.bin"/><Relationship Id="rId29" Type="http://schemas.openxmlformats.org/officeDocument/2006/relationships/tags" Target="../tags/tag111.xml"/><Relationship Id="rId28" Type="http://schemas.openxmlformats.org/officeDocument/2006/relationships/image" Target="../media/image501.emf"/><Relationship Id="rId27" Type="http://schemas.openxmlformats.org/officeDocument/2006/relationships/oleObject" Target="../embeddings/oleObject447.bin"/><Relationship Id="rId26" Type="http://schemas.openxmlformats.org/officeDocument/2006/relationships/image" Target="../media/image500.emf"/><Relationship Id="rId25" Type="http://schemas.openxmlformats.org/officeDocument/2006/relationships/oleObject" Target="../embeddings/oleObject446.bin"/><Relationship Id="rId24" Type="http://schemas.openxmlformats.org/officeDocument/2006/relationships/image" Target="../media/image499.emf"/><Relationship Id="rId23" Type="http://schemas.openxmlformats.org/officeDocument/2006/relationships/oleObject" Target="../embeddings/oleObject445.bin"/><Relationship Id="rId22" Type="http://schemas.openxmlformats.org/officeDocument/2006/relationships/image" Target="../media/image498.emf"/><Relationship Id="rId21" Type="http://schemas.openxmlformats.org/officeDocument/2006/relationships/oleObject" Target="../embeddings/oleObject444.bin"/><Relationship Id="rId20" Type="http://schemas.openxmlformats.org/officeDocument/2006/relationships/image" Target="../media/image497.emf"/><Relationship Id="rId2" Type="http://schemas.openxmlformats.org/officeDocument/2006/relationships/image" Target="../media/image488.emf"/><Relationship Id="rId19" Type="http://schemas.openxmlformats.org/officeDocument/2006/relationships/oleObject" Target="../embeddings/oleObject443.bin"/><Relationship Id="rId18" Type="http://schemas.openxmlformats.org/officeDocument/2006/relationships/image" Target="../media/image496.emf"/><Relationship Id="rId17" Type="http://schemas.openxmlformats.org/officeDocument/2006/relationships/oleObject" Target="../embeddings/oleObject442.bin"/><Relationship Id="rId16" Type="http://schemas.openxmlformats.org/officeDocument/2006/relationships/image" Target="../media/image495.emf"/><Relationship Id="rId15" Type="http://schemas.openxmlformats.org/officeDocument/2006/relationships/oleObject" Target="../embeddings/oleObject441.bin"/><Relationship Id="rId14" Type="http://schemas.openxmlformats.org/officeDocument/2006/relationships/image" Target="../media/image494.emf"/><Relationship Id="rId13" Type="http://schemas.openxmlformats.org/officeDocument/2006/relationships/oleObject" Target="../embeddings/oleObject440.bin"/><Relationship Id="rId12" Type="http://schemas.openxmlformats.org/officeDocument/2006/relationships/image" Target="../media/image493.emf"/><Relationship Id="rId11" Type="http://schemas.openxmlformats.org/officeDocument/2006/relationships/oleObject" Target="../embeddings/oleObject439.bin"/><Relationship Id="rId10" Type="http://schemas.openxmlformats.org/officeDocument/2006/relationships/image" Target="../media/image492.emf"/><Relationship Id="rId1" Type="http://schemas.openxmlformats.org/officeDocument/2006/relationships/oleObject" Target="../embeddings/oleObject434.bin"/></Relationships>
</file>

<file path=ppt/slides/_rels/slide148.xml.rels><?xml version="1.0" encoding="UTF-8" standalone="yes"?>
<Relationships xmlns="http://schemas.openxmlformats.org/package/2006/relationships"><Relationship Id="rId6" Type="http://schemas.openxmlformats.org/officeDocument/2006/relationships/vmlDrawing" Target="../drawings/vmlDrawing110.vml"/><Relationship Id="rId5" Type="http://schemas.openxmlformats.org/officeDocument/2006/relationships/slideLayout" Target="../slideLayouts/slideLayout1.xml"/><Relationship Id="rId4" Type="http://schemas.openxmlformats.org/officeDocument/2006/relationships/image" Target="../media/image503.wmf"/><Relationship Id="rId3" Type="http://schemas.openxmlformats.org/officeDocument/2006/relationships/oleObject" Target="../embeddings/oleObject449.bin"/><Relationship Id="rId2" Type="http://schemas.openxmlformats.org/officeDocument/2006/relationships/image" Target="../media/image502.wmf"/><Relationship Id="rId1" Type="http://schemas.openxmlformats.org/officeDocument/2006/relationships/oleObject" Target="../embeddings/oleObject448.bin"/></Relationships>
</file>

<file path=ppt/slides/_rels/slide14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12.xml"/><Relationship Id="rId5" Type="http://schemas.openxmlformats.org/officeDocument/2006/relationships/image" Target="../media/image508.png"/><Relationship Id="rId4" Type="http://schemas.openxmlformats.org/officeDocument/2006/relationships/image" Target="../media/image507.png"/><Relationship Id="rId3" Type="http://schemas.openxmlformats.org/officeDocument/2006/relationships/image" Target="../media/image506.png"/><Relationship Id="rId2" Type="http://schemas.openxmlformats.org/officeDocument/2006/relationships/image" Target="../media/image505.png"/><Relationship Id="rId1" Type="http://schemas.openxmlformats.org/officeDocument/2006/relationships/image" Target="../media/image504.png"/></Relationships>
</file>

<file path=ppt/slides/_rels/slide150.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image" Target="../media/image515.png"/><Relationship Id="rId7" Type="http://schemas.openxmlformats.org/officeDocument/2006/relationships/image" Target="../media/image514.emf"/><Relationship Id="rId6" Type="http://schemas.openxmlformats.org/officeDocument/2006/relationships/oleObject" Target="../embeddings/oleObject450.bin"/><Relationship Id="rId5" Type="http://schemas.openxmlformats.org/officeDocument/2006/relationships/image" Target="../media/image513.png"/><Relationship Id="rId4" Type="http://schemas.openxmlformats.org/officeDocument/2006/relationships/image" Target="../media/image512.png"/><Relationship Id="rId3" Type="http://schemas.openxmlformats.org/officeDocument/2006/relationships/image" Target="../media/image511.png"/><Relationship Id="rId2" Type="http://schemas.openxmlformats.org/officeDocument/2006/relationships/image" Target="../media/image510.png"/><Relationship Id="rId11" Type="http://schemas.openxmlformats.org/officeDocument/2006/relationships/vmlDrawing" Target="../drawings/vmlDrawing111.vml"/><Relationship Id="rId10" Type="http://schemas.openxmlformats.org/officeDocument/2006/relationships/slideLayout" Target="../slideLayouts/slideLayout1.xml"/><Relationship Id="rId1" Type="http://schemas.openxmlformats.org/officeDocument/2006/relationships/image" Target="../media/image509.png"/></Relationships>
</file>

<file path=ppt/slides/_rels/slide151.xml.rels><?xml version="1.0" encoding="UTF-8" standalone="yes"?>
<Relationships xmlns="http://schemas.openxmlformats.org/package/2006/relationships"><Relationship Id="rId9" Type="http://schemas.openxmlformats.org/officeDocument/2006/relationships/oleObject" Target="../embeddings/oleObject454.bin"/><Relationship Id="rId8" Type="http://schemas.openxmlformats.org/officeDocument/2006/relationships/image" Target="../media/image520.wmf"/><Relationship Id="rId7" Type="http://schemas.openxmlformats.org/officeDocument/2006/relationships/oleObject" Target="../embeddings/oleObject453.bin"/><Relationship Id="rId6" Type="http://schemas.openxmlformats.org/officeDocument/2006/relationships/image" Target="../media/image519.png"/><Relationship Id="rId5" Type="http://schemas.openxmlformats.org/officeDocument/2006/relationships/image" Target="../media/image518.wmf"/><Relationship Id="rId4" Type="http://schemas.openxmlformats.org/officeDocument/2006/relationships/oleObject" Target="../embeddings/oleObject452.bin"/><Relationship Id="rId3" Type="http://schemas.openxmlformats.org/officeDocument/2006/relationships/image" Target="../media/image517.png"/><Relationship Id="rId2" Type="http://schemas.openxmlformats.org/officeDocument/2006/relationships/image" Target="../media/image516.wmf"/><Relationship Id="rId14" Type="http://schemas.openxmlformats.org/officeDocument/2006/relationships/vmlDrawing" Target="../drawings/vmlDrawing112.vml"/><Relationship Id="rId13" Type="http://schemas.openxmlformats.org/officeDocument/2006/relationships/slideLayout" Target="../slideLayouts/slideLayout1.xml"/><Relationship Id="rId12" Type="http://schemas.openxmlformats.org/officeDocument/2006/relationships/tags" Target="../tags/tag114.xml"/><Relationship Id="rId11" Type="http://schemas.openxmlformats.org/officeDocument/2006/relationships/image" Target="../media/image522.png"/><Relationship Id="rId10" Type="http://schemas.openxmlformats.org/officeDocument/2006/relationships/image" Target="../media/image521.wmf"/><Relationship Id="rId1" Type="http://schemas.openxmlformats.org/officeDocument/2006/relationships/oleObject" Target="../embeddings/oleObject451.bin"/></Relationships>
</file>

<file path=ppt/slides/_rels/slide152.xml.rels><?xml version="1.0" encoding="UTF-8" standalone="yes"?>
<Relationships xmlns="http://schemas.openxmlformats.org/package/2006/relationships"><Relationship Id="rId9" Type="http://schemas.openxmlformats.org/officeDocument/2006/relationships/oleObject" Target="../embeddings/oleObject459.bin"/><Relationship Id="rId8" Type="http://schemas.openxmlformats.org/officeDocument/2006/relationships/image" Target="../media/image526.wmf"/><Relationship Id="rId7" Type="http://schemas.openxmlformats.org/officeDocument/2006/relationships/oleObject" Target="../embeddings/oleObject458.bin"/><Relationship Id="rId6" Type="http://schemas.openxmlformats.org/officeDocument/2006/relationships/image" Target="../media/image525.wmf"/><Relationship Id="rId5" Type="http://schemas.openxmlformats.org/officeDocument/2006/relationships/oleObject" Target="../embeddings/oleObject457.bin"/><Relationship Id="rId4" Type="http://schemas.openxmlformats.org/officeDocument/2006/relationships/image" Target="../media/image524.wmf"/><Relationship Id="rId3" Type="http://schemas.openxmlformats.org/officeDocument/2006/relationships/oleObject" Target="../embeddings/oleObject456.bin"/><Relationship Id="rId2" Type="http://schemas.openxmlformats.org/officeDocument/2006/relationships/image" Target="../media/image523.wmf"/><Relationship Id="rId17" Type="http://schemas.openxmlformats.org/officeDocument/2006/relationships/vmlDrawing" Target="../drawings/vmlDrawing113.vml"/><Relationship Id="rId16" Type="http://schemas.openxmlformats.org/officeDocument/2006/relationships/slideLayout" Target="../slideLayouts/slideLayout1.xml"/><Relationship Id="rId15" Type="http://schemas.openxmlformats.org/officeDocument/2006/relationships/tags" Target="../tags/tag115.xml"/><Relationship Id="rId14" Type="http://schemas.openxmlformats.org/officeDocument/2006/relationships/image" Target="../media/image529.wmf"/><Relationship Id="rId13" Type="http://schemas.openxmlformats.org/officeDocument/2006/relationships/oleObject" Target="../embeddings/oleObject461.bin"/><Relationship Id="rId12" Type="http://schemas.openxmlformats.org/officeDocument/2006/relationships/image" Target="../media/image528.wmf"/><Relationship Id="rId11" Type="http://schemas.openxmlformats.org/officeDocument/2006/relationships/oleObject" Target="../embeddings/oleObject460.bin"/><Relationship Id="rId10" Type="http://schemas.openxmlformats.org/officeDocument/2006/relationships/image" Target="../media/image527.wmf"/><Relationship Id="rId1" Type="http://schemas.openxmlformats.org/officeDocument/2006/relationships/oleObject" Target="../embeddings/oleObject455.bin"/></Relationships>
</file>

<file path=ppt/slides/_rels/slide153.xml.rels><?xml version="1.0" encoding="UTF-8" standalone="yes"?>
<Relationships xmlns="http://schemas.openxmlformats.org/package/2006/relationships"><Relationship Id="rId9" Type="http://schemas.openxmlformats.org/officeDocument/2006/relationships/oleObject" Target="../embeddings/oleObject466.bin"/><Relationship Id="rId8" Type="http://schemas.openxmlformats.org/officeDocument/2006/relationships/image" Target="../media/image438.png"/><Relationship Id="rId7" Type="http://schemas.openxmlformats.org/officeDocument/2006/relationships/oleObject" Target="../embeddings/oleObject465.bin"/><Relationship Id="rId6" Type="http://schemas.openxmlformats.org/officeDocument/2006/relationships/image" Target="../media/image532.emf"/><Relationship Id="rId5" Type="http://schemas.openxmlformats.org/officeDocument/2006/relationships/oleObject" Target="../embeddings/oleObject464.bin"/><Relationship Id="rId4" Type="http://schemas.openxmlformats.org/officeDocument/2006/relationships/image" Target="../media/image531.emf"/><Relationship Id="rId3" Type="http://schemas.openxmlformats.org/officeDocument/2006/relationships/oleObject" Target="../embeddings/oleObject463.bin"/><Relationship Id="rId21" Type="http://schemas.openxmlformats.org/officeDocument/2006/relationships/vmlDrawing" Target="../drawings/vmlDrawing114.vml"/><Relationship Id="rId20" Type="http://schemas.openxmlformats.org/officeDocument/2006/relationships/slideLayout" Target="../slideLayouts/slideLayout1.xml"/><Relationship Id="rId2" Type="http://schemas.openxmlformats.org/officeDocument/2006/relationships/image" Target="../media/image530.emf"/><Relationship Id="rId19" Type="http://schemas.openxmlformats.org/officeDocument/2006/relationships/tags" Target="../tags/tag116.xml"/><Relationship Id="rId18" Type="http://schemas.openxmlformats.org/officeDocument/2006/relationships/image" Target="../media/image537.emf"/><Relationship Id="rId17" Type="http://schemas.openxmlformats.org/officeDocument/2006/relationships/oleObject" Target="../embeddings/oleObject470.bin"/><Relationship Id="rId16" Type="http://schemas.openxmlformats.org/officeDocument/2006/relationships/image" Target="../media/image536.emf"/><Relationship Id="rId15" Type="http://schemas.openxmlformats.org/officeDocument/2006/relationships/oleObject" Target="../embeddings/oleObject469.bin"/><Relationship Id="rId14" Type="http://schemas.openxmlformats.org/officeDocument/2006/relationships/image" Target="../media/image535.emf"/><Relationship Id="rId13" Type="http://schemas.openxmlformats.org/officeDocument/2006/relationships/oleObject" Target="../embeddings/oleObject468.bin"/><Relationship Id="rId12" Type="http://schemas.openxmlformats.org/officeDocument/2006/relationships/image" Target="../media/image534.png"/><Relationship Id="rId11" Type="http://schemas.openxmlformats.org/officeDocument/2006/relationships/oleObject" Target="../embeddings/oleObject467.bin"/><Relationship Id="rId10" Type="http://schemas.openxmlformats.org/officeDocument/2006/relationships/image" Target="../media/image533.emf"/><Relationship Id="rId1" Type="http://schemas.openxmlformats.org/officeDocument/2006/relationships/oleObject" Target="../embeddings/oleObject462.bin"/></Relationships>
</file>

<file path=ppt/slides/_rels/slide154.xml.rels><?xml version="1.0" encoding="UTF-8" standalone="yes"?>
<Relationships xmlns="http://schemas.openxmlformats.org/package/2006/relationships"><Relationship Id="rId9" Type="http://schemas.openxmlformats.org/officeDocument/2006/relationships/oleObject" Target="../embeddings/oleObject474.bin"/><Relationship Id="rId8" Type="http://schemas.openxmlformats.org/officeDocument/2006/relationships/image" Target="../media/image542.png"/><Relationship Id="rId7" Type="http://schemas.openxmlformats.org/officeDocument/2006/relationships/image" Target="../media/image541.emf"/><Relationship Id="rId6" Type="http://schemas.openxmlformats.org/officeDocument/2006/relationships/oleObject" Target="../embeddings/oleObject473.bin"/><Relationship Id="rId5" Type="http://schemas.openxmlformats.org/officeDocument/2006/relationships/image" Target="../media/image540.emf"/><Relationship Id="rId4" Type="http://schemas.openxmlformats.org/officeDocument/2006/relationships/oleObject" Target="../embeddings/oleObject472.bin"/><Relationship Id="rId3" Type="http://schemas.openxmlformats.org/officeDocument/2006/relationships/image" Target="../media/image539.emf"/><Relationship Id="rId2" Type="http://schemas.openxmlformats.org/officeDocument/2006/relationships/oleObject" Target="../embeddings/oleObject471.bin"/><Relationship Id="rId18" Type="http://schemas.openxmlformats.org/officeDocument/2006/relationships/vmlDrawing" Target="../drawings/vmlDrawing115.vml"/><Relationship Id="rId17" Type="http://schemas.openxmlformats.org/officeDocument/2006/relationships/slideLayout" Target="../slideLayouts/slideLayout1.xml"/><Relationship Id="rId16" Type="http://schemas.openxmlformats.org/officeDocument/2006/relationships/tags" Target="../tags/tag117.xml"/><Relationship Id="rId15" Type="http://schemas.openxmlformats.org/officeDocument/2006/relationships/image" Target="../media/image546.emf"/><Relationship Id="rId14" Type="http://schemas.openxmlformats.org/officeDocument/2006/relationships/oleObject" Target="../embeddings/oleObject476.bin"/><Relationship Id="rId13" Type="http://schemas.openxmlformats.org/officeDocument/2006/relationships/image" Target="../media/image545.png"/><Relationship Id="rId12" Type="http://schemas.openxmlformats.org/officeDocument/2006/relationships/image" Target="../media/image544.emf"/><Relationship Id="rId11" Type="http://schemas.openxmlformats.org/officeDocument/2006/relationships/oleObject" Target="../embeddings/oleObject475.bin"/><Relationship Id="rId10" Type="http://schemas.openxmlformats.org/officeDocument/2006/relationships/image" Target="../media/image543.emf"/><Relationship Id="rId1" Type="http://schemas.openxmlformats.org/officeDocument/2006/relationships/image" Target="../media/image538.png"/></Relationships>
</file>

<file path=ppt/slides/_rels/slide155.xml.rels><?xml version="1.0" encoding="UTF-8" standalone="yes"?>
<Relationships xmlns="http://schemas.openxmlformats.org/package/2006/relationships"><Relationship Id="rId9" Type="http://schemas.openxmlformats.org/officeDocument/2006/relationships/image" Target="../media/image552.png"/><Relationship Id="rId8" Type="http://schemas.openxmlformats.org/officeDocument/2006/relationships/image" Target="../media/image551.png"/><Relationship Id="rId7" Type="http://schemas.openxmlformats.org/officeDocument/2006/relationships/image" Target="../media/image550.emf"/><Relationship Id="rId6" Type="http://schemas.openxmlformats.org/officeDocument/2006/relationships/oleObject" Target="../embeddings/oleObject479.bin"/><Relationship Id="rId5" Type="http://schemas.openxmlformats.org/officeDocument/2006/relationships/image" Target="../media/image549.wmf"/><Relationship Id="rId4" Type="http://schemas.openxmlformats.org/officeDocument/2006/relationships/oleObject" Target="../embeddings/oleObject478.bin"/><Relationship Id="rId3" Type="http://schemas.openxmlformats.org/officeDocument/2006/relationships/image" Target="../media/image548.png"/><Relationship Id="rId26" Type="http://schemas.openxmlformats.org/officeDocument/2006/relationships/vmlDrawing" Target="../drawings/vmlDrawing116.vml"/><Relationship Id="rId25" Type="http://schemas.openxmlformats.org/officeDocument/2006/relationships/slideLayout" Target="../slideLayouts/slideLayout1.xml"/><Relationship Id="rId24" Type="http://schemas.openxmlformats.org/officeDocument/2006/relationships/tags" Target="../tags/tag118.xml"/><Relationship Id="rId23" Type="http://schemas.openxmlformats.org/officeDocument/2006/relationships/image" Target="../media/image561.png"/><Relationship Id="rId22" Type="http://schemas.openxmlformats.org/officeDocument/2006/relationships/customXml" Target="../ink/ink30.xml"/><Relationship Id="rId21" Type="http://schemas.openxmlformats.org/officeDocument/2006/relationships/image" Target="../media/image560.png"/><Relationship Id="rId20" Type="http://schemas.openxmlformats.org/officeDocument/2006/relationships/customXml" Target="../ink/ink29.xml"/><Relationship Id="rId2" Type="http://schemas.openxmlformats.org/officeDocument/2006/relationships/image" Target="../media/image547.emf"/><Relationship Id="rId19" Type="http://schemas.openxmlformats.org/officeDocument/2006/relationships/image" Target="../media/image559.png"/><Relationship Id="rId18" Type="http://schemas.openxmlformats.org/officeDocument/2006/relationships/customXml" Target="../ink/ink28.xml"/><Relationship Id="rId17" Type="http://schemas.openxmlformats.org/officeDocument/2006/relationships/image" Target="../media/image558.png"/><Relationship Id="rId16" Type="http://schemas.openxmlformats.org/officeDocument/2006/relationships/customXml" Target="../ink/ink27.xml"/><Relationship Id="rId15" Type="http://schemas.openxmlformats.org/officeDocument/2006/relationships/image" Target="../media/image557.png"/><Relationship Id="rId14" Type="http://schemas.openxmlformats.org/officeDocument/2006/relationships/image" Target="../media/image556.png"/><Relationship Id="rId13" Type="http://schemas.openxmlformats.org/officeDocument/2006/relationships/oleObject" Target="../embeddings/oleObject480.bin"/><Relationship Id="rId12" Type="http://schemas.openxmlformats.org/officeDocument/2006/relationships/image" Target="../media/image555.png"/><Relationship Id="rId11" Type="http://schemas.openxmlformats.org/officeDocument/2006/relationships/image" Target="../media/image554.png"/><Relationship Id="rId10" Type="http://schemas.openxmlformats.org/officeDocument/2006/relationships/image" Target="../media/image553.png"/><Relationship Id="rId1" Type="http://schemas.openxmlformats.org/officeDocument/2006/relationships/oleObject" Target="../embeddings/oleObject477.bin"/></Relationships>
</file>

<file path=ppt/slides/_rels/slide156.xml.rels><?xml version="1.0" encoding="UTF-8" standalone="yes"?>
<Relationships xmlns="http://schemas.openxmlformats.org/package/2006/relationships"><Relationship Id="rId9" Type="http://schemas.openxmlformats.org/officeDocument/2006/relationships/oleObject" Target="../embeddings/oleObject485.bin"/><Relationship Id="rId8" Type="http://schemas.openxmlformats.org/officeDocument/2006/relationships/image" Target="../media/image565.emf"/><Relationship Id="rId7" Type="http://schemas.openxmlformats.org/officeDocument/2006/relationships/oleObject" Target="../embeddings/oleObject484.bin"/><Relationship Id="rId6" Type="http://schemas.openxmlformats.org/officeDocument/2006/relationships/image" Target="../media/image564.emf"/><Relationship Id="rId5" Type="http://schemas.openxmlformats.org/officeDocument/2006/relationships/oleObject" Target="../embeddings/oleObject483.bin"/><Relationship Id="rId4" Type="http://schemas.openxmlformats.org/officeDocument/2006/relationships/image" Target="../media/image563.emf"/><Relationship Id="rId3" Type="http://schemas.openxmlformats.org/officeDocument/2006/relationships/oleObject" Target="../embeddings/oleObject482.bin"/><Relationship Id="rId28" Type="http://schemas.openxmlformats.org/officeDocument/2006/relationships/vmlDrawing" Target="../drawings/vmlDrawing117.vml"/><Relationship Id="rId27" Type="http://schemas.openxmlformats.org/officeDocument/2006/relationships/slideLayout" Target="../slideLayouts/slideLayout1.xml"/><Relationship Id="rId26" Type="http://schemas.openxmlformats.org/officeDocument/2006/relationships/audio" Target="../media/audio2.wav"/><Relationship Id="rId25" Type="http://schemas.openxmlformats.org/officeDocument/2006/relationships/tags" Target="../tags/tag119.xml"/><Relationship Id="rId24" Type="http://schemas.openxmlformats.org/officeDocument/2006/relationships/image" Target="../media/image573.emf"/><Relationship Id="rId23" Type="http://schemas.openxmlformats.org/officeDocument/2006/relationships/oleObject" Target="../embeddings/oleObject492.bin"/><Relationship Id="rId22" Type="http://schemas.openxmlformats.org/officeDocument/2006/relationships/image" Target="../media/image572.emf"/><Relationship Id="rId21" Type="http://schemas.openxmlformats.org/officeDocument/2006/relationships/oleObject" Target="../embeddings/oleObject491.bin"/><Relationship Id="rId20" Type="http://schemas.openxmlformats.org/officeDocument/2006/relationships/image" Target="../media/image571.emf"/><Relationship Id="rId2" Type="http://schemas.openxmlformats.org/officeDocument/2006/relationships/image" Target="../media/image562.emf"/><Relationship Id="rId19" Type="http://schemas.openxmlformats.org/officeDocument/2006/relationships/oleObject" Target="../embeddings/oleObject490.bin"/><Relationship Id="rId18" Type="http://schemas.openxmlformats.org/officeDocument/2006/relationships/image" Target="../media/image570.emf"/><Relationship Id="rId17" Type="http://schemas.openxmlformats.org/officeDocument/2006/relationships/oleObject" Target="../embeddings/oleObject489.bin"/><Relationship Id="rId16" Type="http://schemas.openxmlformats.org/officeDocument/2006/relationships/image" Target="../media/image569.emf"/><Relationship Id="rId15" Type="http://schemas.openxmlformats.org/officeDocument/2006/relationships/oleObject" Target="../embeddings/oleObject488.bin"/><Relationship Id="rId14" Type="http://schemas.openxmlformats.org/officeDocument/2006/relationships/image" Target="../media/image568.emf"/><Relationship Id="rId13" Type="http://schemas.openxmlformats.org/officeDocument/2006/relationships/oleObject" Target="../embeddings/oleObject487.bin"/><Relationship Id="rId12" Type="http://schemas.openxmlformats.org/officeDocument/2006/relationships/image" Target="../media/image567.emf"/><Relationship Id="rId11" Type="http://schemas.openxmlformats.org/officeDocument/2006/relationships/oleObject" Target="../embeddings/oleObject486.bin"/><Relationship Id="rId10" Type="http://schemas.openxmlformats.org/officeDocument/2006/relationships/image" Target="../media/image566.emf"/><Relationship Id="rId1" Type="http://schemas.openxmlformats.org/officeDocument/2006/relationships/oleObject" Target="../embeddings/oleObject481.bin"/></Relationships>
</file>

<file path=ppt/slides/_rels/slide157.xml.rels><?xml version="1.0" encoding="UTF-8" standalone="yes"?>
<Relationships xmlns="http://schemas.openxmlformats.org/package/2006/relationships"><Relationship Id="rId9" Type="http://schemas.openxmlformats.org/officeDocument/2006/relationships/oleObject" Target="../embeddings/oleObject497.bin"/><Relationship Id="rId8" Type="http://schemas.openxmlformats.org/officeDocument/2006/relationships/image" Target="../media/image577.wmf"/><Relationship Id="rId7" Type="http://schemas.openxmlformats.org/officeDocument/2006/relationships/oleObject" Target="../embeddings/oleObject496.bin"/><Relationship Id="rId6" Type="http://schemas.openxmlformats.org/officeDocument/2006/relationships/image" Target="../media/image576.wmf"/><Relationship Id="rId5" Type="http://schemas.openxmlformats.org/officeDocument/2006/relationships/oleObject" Target="../embeddings/oleObject495.bin"/><Relationship Id="rId4" Type="http://schemas.openxmlformats.org/officeDocument/2006/relationships/image" Target="../media/image575.wmf"/><Relationship Id="rId3" Type="http://schemas.openxmlformats.org/officeDocument/2006/relationships/oleObject" Target="../embeddings/oleObject494.bin"/><Relationship Id="rId2" Type="http://schemas.openxmlformats.org/officeDocument/2006/relationships/image" Target="../media/image574.emf"/><Relationship Id="rId19" Type="http://schemas.openxmlformats.org/officeDocument/2006/relationships/vmlDrawing" Target="../drawings/vmlDrawing118.vml"/><Relationship Id="rId18" Type="http://schemas.openxmlformats.org/officeDocument/2006/relationships/slideLayout" Target="../slideLayouts/slideLayout1.xml"/><Relationship Id="rId17" Type="http://schemas.openxmlformats.org/officeDocument/2006/relationships/tags" Target="../tags/tag120.xml"/><Relationship Id="rId16" Type="http://schemas.openxmlformats.org/officeDocument/2006/relationships/image" Target="../media/image581.png"/><Relationship Id="rId15" Type="http://schemas.openxmlformats.org/officeDocument/2006/relationships/oleObject" Target="../embeddings/oleObject500.bin"/><Relationship Id="rId14" Type="http://schemas.openxmlformats.org/officeDocument/2006/relationships/image" Target="../media/image580.emf"/><Relationship Id="rId13" Type="http://schemas.openxmlformats.org/officeDocument/2006/relationships/oleObject" Target="../embeddings/oleObject499.bin"/><Relationship Id="rId12" Type="http://schemas.openxmlformats.org/officeDocument/2006/relationships/image" Target="../media/image579.wmf"/><Relationship Id="rId11" Type="http://schemas.openxmlformats.org/officeDocument/2006/relationships/oleObject" Target="../embeddings/oleObject498.bin"/><Relationship Id="rId10" Type="http://schemas.openxmlformats.org/officeDocument/2006/relationships/image" Target="../media/image578.wmf"/><Relationship Id="rId1" Type="http://schemas.openxmlformats.org/officeDocument/2006/relationships/oleObject" Target="../embeddings/oleObject493.bin"/></Relationships>
</file>

<file path=ppt/slides/_rels/slide158.xml.rels><?xml version="1.0" encoding="UTF-8" standalone="yes"?>
<Relationships xmlns="http://schemas.openxmlformats.org/package/2006/relationships"><Relationship Id="rId6" Type="http://schemas.openxmlformats.org/officeDocument/2006/relationships/vmlDrawing" Target="../drawings/vmlDrawing119.vml"/><Relationship Id="rId5" Type="http://schemas.openxmlformats.org/officeDocument/2006/relationships/slideLayout" Target="../slideLayouts/slideLayout1.xml"/><Relationship Id="rId4" Type="http://schemas.openxmlformats.org/officeDocument/2006/relationships/tags" Target="../tags/tag121.xml"/><Relationship Id="rId3" Type="http://schemas.openxmlformats.org/officeDocument/2006/relationships/image" Target="../media/image583.wmf"/><Relationship Id="rId2" Type="http://schemas.openxmlformats.org/officeDocument/2006/relationships/oleObject" Target="../embeddings/oleObject501.bin"/><Relationship Id="rId1" Type="http://schemas.openxmlformats.org/officeDocument/2006/relationships/image" Target="../media/image582.png"/></Relationships>
</file>

<file path=ppt/slides/_rels/slide159.xml.rels><?xml version="1.0" encoding="UTF-8" standalone="yes"?>
<Relationships xmlns="http://schemas.openxmlformats.org/package/2006/relationships"><Relationship Id="rId9" Type="http://schemas.openxmlformats.org/officeDocument/2006/relationships/oleObject" Target="../embeddings/oleObject506.bin"/><Relationship Id="rId8" Type="http://schemas.openxmlformats.org/officeDocument/2006/relationships/image" Target="../media/image587.wmf"/><Relationship Id="rId7" Type="http://schemas.openxmlformats.org/officeDocument/2006/relationships/oleObject" Target="../embeddings/oleObject505.bin"/><Relationship Id="rId6" Type="http://schemas.openxmlformats.org/officeDocument/2006/relationships/image" Target="../media/image586.wmf"/><Relationship Id="rId5" Type="http://schemas.openxmlformats.org/officeDocument/2006/relationships/oleObject" Target="../embeddings/oleObject504.bin"/><Relationship Id="rId4" Type="http://schemas.openxmlformats.org/officeDocument/2006/relationships/image" Target="../media/image585.wmf"/><Relationship Id="rId3" Type="http://schemas.openxmlformats.org/officeDocument/2006/relationships/oleObject" Target="../embeddings/oleObject503.bin"/><Relationship Id="rId2" Type="http://schemas.openxmlformats.org/officeDocument/2006/relationships/image" Target="../media/image584.wmf"/><Relationship Id="rId15" Type="http://schemas.openxmlformats.org/officeDocument/2006/relationships/vmlDrawing" Target="../drawings/vmlDrawing120.vml"/><Relationship Id="rId14" Type="http://schemas.openxmlformats.org/officeDocument/2006/relationships/slideLayout" Target="../slideLayouts/slideLayout1.xml"/><Relationship Id="rId13" Type="http://schemas.openxmlformats.org/officeDocument/2006/relationships/tags" Target="../tags/tag122.xml"/><Relationship Id="rId12" Type="http://schemas.openxmlformats.org/officeDocument/2006/relationships/image" Target="../media/image589.wmf"/><Relationship Id="rId11" Type="http://schemas.openxmlformats.org/officeDocument/2006/relationships/oleObject" Target="../embeddings/oleObject507.bin"/><Relationship Id="rId10" Type="http://schemas.openxmlformats.org/officeDocument/2006/relationships/image" Target="../media/image588.wmf"/><Relationship Id="rId1" Type="http://schemas.openxmlformats.org/officeDocument/2006/relationships/oleObject" Target="../embeddings/oleObject502.bin"/></Relationships>
</file>

<file path=ppt/slides/_rels/slide160.xml.rels><?xml version="1.0" encoding="UTF-8" standalone="yes"?>
<Relationships xmlns="http://schemas.openxmlformats.org/package/2006/relationships"><Relationship Id="rId9" Type="http://schemas.openxmlformats.org/officeDocument/2006/relationships/oleObject" Target="../embeddings/oleObject514.bin"/><Relationship Id="rId8" Type="http://schemas.openxmlformats.org/officeDocument/2006/relationships/oleObject" Target="../embeddings/oleObject513.bin"/><Relationship Id="rId7" Type="http://schemas.openxmlformats.org/officeDocument/2006/relationships/oleObject" Target="../embeddings/oleObject512.bin"/><Relationship Id="rId6" Type="http://schemas.openxmlformats.org/officeDocument/2006/relationships/oleObject" Target="../embeddings/oleObject511.bin"/><Relationship Id="rId5" Type="http://schemas.openxmlformats.org/officeDocument/2006/relationships/oleObject" Target="../embeddings/oleObject510.bin"/><Relationship Id="rId4" Type="http://schemas.openxmlformats.org/officeDocument/2006/relationships/image" Target="../media/image591.wmf"/><Relationship Id="rId3" Type="http://schemas.openxmlformats.org/officeDocument/2006/relationships/oleObject" Target="../embeddings/oleObject509.bin"/><Relationship Id="rId2" Type="http://schemas.openxmlformats.org/officeDocument/2006/relationships/image" Target="../media/image590.wmf"/><Relationship Id="rId15" Type="http://schemas.openxmlformats.org/officeDocument/2006/relationships/vmlDrawing" Target="../drawings/vmlDrawing121.vml"/><Relationship Id="rId14" Type="http://schemas.openxmlformats.org/officeDocument/2006/relationships/slideLayout" Target="../slideLayouts/slideLayout1.xml"/><Relationship Id="rId13" Type="http://schemas.openxmlformats.org/officeDocument/2006/relationships/tags" Target="../tags/tag123.xml"/><Relationship Id="rId12" Type="http://schemas.openxmlformats.org/officeDocument/2006/relationships/oleObject" Target="../embeddings/oleObject517.bin"/><Relationship Id="rId11" Type="http://schemas.openxmlformats.org/officeDocument/2006/relationships/oleObject" Target="../embeddings/oleObject516.bin"/><Relationship Id="rId10" Type="http://schemas.openxmlformats.org/officeDocument/2006/relationships/oleObject" Target="../embeddings/oleObject515.bin"/><Relationship Id="rId1" Type="http://schemas.openxmlformats.org/officeDocument/2006/relationships/oleObject" Target="../embeddings/oleObject508.bin"/></Relationships>
</file>

<file path=ppt/slides/_rels/slide161.xml.rels><?xml version="1.0" encoding="UTF-8" standalone="yes"?>
<Relationships xmlns="http://schemas.openxmlformats.org/package/2006/relationships"><Relationship Id="rId8" Type="http://schemas.openxmlformats.org/officeDocument/2006/relationships/vmlDrawing" Target="../drawings/vmlDrawing122.vml"/><Relationship Id="rId7" Type="http://schemas.openxmlformats.org/officeDocument/2006/relationships/slideLayout" Target="../slideLayouts/slideLayout1.xml"/><Relationship Id="rId6" Type="http://schemas.openxmlformats.org/officeDocument/2006/relationships/audio" Target="../media/audio2.wav"/><Relationship Id="rId5" Type="http://schemas.openxmlformats.org/officeDocument/2006/relationships/tags" Target="../tags/tag124.xml"/><Relationship Id="rId4" Type="http://schemas.openxmlformats.org/officeDocument/2006/relationships/image" Target="../media/image593.emf"/><Relationship Id="rId3" Type="http://schemas.openxmlformats.org/officeDocument/2006/relationships/oleObject" Target="../embeddings/oleObject519.bin"/><Relationship Id="rId2" Type="http://schemas.openxmlformats.org/officeDocument/2006/relationships/image" Target="../media/image592.emf"/><Relationship Id="rId1" Type="http://schemas.openxmlformats.org/officeDocument/2006/relationships/oleObject" Target="../embeddings/oleObject518.bin"/></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4" Type="http://schemas.openxmlformats.org/officeDocument/2006/relationships/vmlDrawing" Target="../drawings/vmlDrawing123.vml"/><Relationship Id="rId3" Type="http://schemas.openxmlformats.org/officeDocument/2006/relationships/slideLayout" Target="../slideLayouts/slideLayout1.xml"/><Relationship Id="rId2" Type="http://schemas.openxmlformats.org/officeDocument/2006/relationships/image" Target="../media/image594.wmf"/><Relationship Id="rId1" Type="http://schemas.openxmlformats.org/officeDocument/2006/relationships/oleObject" Target="../embeddings/oleObject520.bin"/></Relationships>
</file>

<file path=ppt/slides/_rels/slide165.xml.rels><?xml version="1.0" encoding="UTF-8" standalone="yes"?>
<Relationships xmlns="http://schemas.openxmlformats.org/package/2006/relationships"><Relationship Id="rId7" Type="http://schemas.openxmlformats.org/officeDocument/2006/relationships/vmlDrawing" Target="../drawings/vmlDrawing124.vml"/><Relationship Id="rId6" Type="http://schemas.openxmlformats.org/officeDocument/2006/relationships/slideLayout" Target="../slideLayouts/slideLayout1.xml"/><Relationship Id="rId5" Type="http://schemas.openxmlformats.org/officeDocument/2006/relationships/tags" Target="../tags/tag125.xml"/><Relationship Id="rId4" Type="http://schemas.openxmlformats.org/officeDocument/2006/relationships/image" Target="../media/image596.wmf"/><Relationship Id="rId3" Type="http://schemas.openxmlformats.org/officeDocument/2006/relationships/oleObject" Target="../embeddings/oleObject522.bin"/><Relationship Id="rId2" Type="http://schemas.openxmlformats.org/officeDocument/2006/relationships/image" Target="../media/image595.wmf"/><Relationship Id="rId1" Type="http://schemas.openxmlformats.org/officeDocument/2006/relationships/oleObject" Target="../embeddings/oleObject521.bin"/></Relationships>
</file>

<file path=ppt/slides/_rels/slide166.xml.rels><?xml version="1.0" encoding="UTF-8" standalone="yes"?>
<Relationships xmlns="http://schemas.openxmlformats.org/package/2006/relationships"><Relationship Id="rId4" Type="http://schemas.openxmlformats.org/officeDocument/2006/relationships/vmlDrawing" Target="../drawings/vmlDrawing125.vml"/><Relationship Id="rId3" Type="http://schemas.openxmlformats.org/officeDocument/2006/relationships/slideLayout" Target="../slideLayouts/slideLayout1.xml"/><Relationship Id="rId2" Type="http://schemas.openxmlformats.org/officeDocument/2006/relationships/image" Target="../media/image597.wmf"/><Relationship Id="rId1" Type="http://schemas.openxmlformats.org/officeDocument/2006/relationships/oleObject" Target="../embeddings/oleObject523.bin"/></Relationships>
</file>

<file path=ppt/slides/_rels/slide167.xml.rels><?xml version="1.0" encoding="UTF-8" standalone="yes"?>
<Relationships xmlns="http://schemas.openxmlformats.org/package/2006/relationships"><Relationship Id="rId9" Type="http://schemas.openxmlformats.org/officeDocument/2006/relationships/oleObject" Target="../embeddings/oleObject528.bin"/><Relationship Id="rId8" Type="http://schemas.openxmlformats.org/officeDocument/2006/relationships/image" Target="../media/image601.wmf"/><Relationship Id="rId7" Type="http://schemas.openxmlformats.org/officeDocument/2006/relationships/oleObject" Target="../embeddings/oleObject527.bin"/><Relationship Id="rId6" Type="http://schemas.openxmlformats.org/officeDocument/2006/relationships/image" Target="../media/image600.wmf"/><Relationship Id="rId5" Type="http://schemas.openxmlformats.org/officeDocument/2006/relationships/oleObject" Target="../embeddings/oleObject526.bin"/><Relationship Id="rId4" Type="http://schemas.openxmlformats.org/officeDocument/2006/relationships/image" Target="../media/image599.wmf"/><Relationship Id="rId3" Type="http://schemas.openxmlformats.org/officeDocument/2006/relationships/oleObject" Target="../embeddings/oleObject525.bin"/><Relationship Id="rId2" Type="http://schemas.openxmlformats.org/officeDocument/2006/relationships/image" Target="../media/image598.wmf"/><Relationship Id="rId17" Type="http://schemas.openxmlformats.org/officeDocument/2006/relationships/vmlDrawing" Target="../drawings/vmlDrawing126.vml"/><Relationship Id="rId16" Type="http://schemas.openxmlformats.org/officeDocument/2006/relationships/slideLayout" Target="../slideLayouts/slideLayout1.xml"/><Relationship Id="rId15" Type="http://schemas.openxmlformats.org/officeDocument/2006/relationships/tags" Target="../tags/tag126.xml"/><Relationship Id="rId14" Type="http://schemas.openxmlformats.org/officeDocument/2006/relationships/image" Target="../media/image604.wmf"/><Relationship Id="rId13" Type="http://schemas.openxmlformats.org/officeDocument/2006/relationships/oleObject" Target="../embeddings/oleObject530.bin"/><Relationship Id="rId12" Type="http://schemas.openxmlformats.org/officeDocument/2006/relationships/image" Target="../media/image603.wmf"/><Relationship Id="rId11" Type="http://schemas.openxmlformats.org/officeDocument/2006/relationships/oleObject" Target="../embeddings/oleObject529.bin"/><Relationship Id="rId10" Type="http://schemas.openxmlformats.org/officeDocument/2006/relationships/image" Target="../media/image602.wmf"/><Relationship Id="rId1" Type="http://schemas.openxmlformats.org/officeDocument/2006/relationships/oleObject" Target="../embeddings/oleObject524.bin"/></Relationships>
</file>

<file path=ppt/slides/_rels/slide168.xml.rels><?xml version="1.0" encoding="UTF-8" standalone="yes"?>
<Relationships xmlns="http://schemas.openxmlformats.org/package/2006/relationships"><Relationship Id="rId7" Type="http://schemas.openxmlformats.org/officeDocument/2006/relationships/vmlDrawing" Target="../drawings/vmlDrawing127.vml"/><Relationship Id="rId6" Type="http://schemas.openxmlformats.org/officeDocument/2006/relationships/slideLayout" Target="../slideLayouts/slideLayout1.xml"/><Relationship Id="rId5" Type="http://schemas.openxmlformats.org/officeDocument/2006/relationships/tags" Target="../tags/tag127.xml"/><Relationship Id="rId4" Type="http://schemas.openxmlformats.org/officeDocument/2006/relationships/image" Target="../media/image606.wmf"/><Relationship Id="rId3" Type="http://schemas.openxmlformats.org/officeDocument/2006/relationships/oleObject" Target="../embeddings/oleObject532.bin"/><Relationship Id="rId2" Type="http://schemas.openxmlformats.org/officeDocument/2006/relationships/image" Target="../media/image605.wmf"/><Relationship Id="rId1" Type="http://schemas.openxmlformats.org/officeDocument/2006/relationships/oleObject" Target="../embeddings/oleObject531.bin"/></Relationships>
</file>

<file path=ppt/slides/_rels/slide169.xml.rels><?xml version="1.0" encoding="UTF-8" standalone="yes"?>
<Relationships xmlns="http://schemas.openxmlformats.org/package/2006/relationships"><Relationship Id="rId9" Type="http://schemas.openxmlformats.org/officeDocument/2006/relationships/oleObject" Target="../embeddings/oleObject537.bin"/><Relationship Id="rId8" Type="http://schemas.openxmlformats.org/officeDocument/2006/relationships/image" Target="../media/image610.emf"/><Relationship Id="rId7" Type="http://schemas.openxmlformats.org/officeDocument/2006/relationships/oleObject" Target="../embeddings/oleObject536.bin"/><Relationship Id="rId6" Type="http://schemas.openxmlformats.org/officeDocument/2006/relationships/image" Target="../media/image609.emf"/><Relationship Id="rId5" Type="http://schemas.openxmlformats.org/officeDocument/2006/relationships/oleObject" Target="../embeddings/oleObject535.bin"/><Relationship Id="rId4" Type="http://schemas.openxmlformats.org/officeDocument/2006/relationships/image" Target="../media/image608.wmf"/><Relationship Id="rId31" Type="http://schemas.openxmlformats.org/officeDocument/2006/relationships/vmlDrawing" Target="../drawings/vmlDrawing128.vml"/><Relationship Id="rId30" Type="http://schemas.openxmlformats.org/officeDocument/2006/relationships/slideLayout" Target="../slideLayouts/slideLayout1.xml"/><Relationship Id="rId3" Type="http://schemas.openxmlformats.org/officeDocument/2006/relationships/oleObject" Target="../embeddings/oleObject534.bin"/><Relationship Id="rId29" Type="http://schemas.openxmlformats.org/officeDocument/2006/relationships/tags" Target="../tags/tag128.xml"/><Relationship Id="rId28" Type="http://schemas.openxmlformats.org/officeDocument/2006/relationships/image" Target="../media/image620.wmf"/><Relationship Id="rId27" Type="http://schemas.openxmlformats.org/officeDocument/2006/relationships/oleObject" Target="../embeddings/oleObject546.bin"/><Relationship Id="rId26" Type="http://schemas.openxmlformats.org/officeDocument/2006/relationships/image" Target="../media/image619.wmf"/><Relationship Id="rId25" Type="http://schemas.openxmlformats.org/officeDocument/2006/relationships/oleObject" Target="../embeddings/oleObject545.bin"/><Relationship Id="rId24" Type="http://schemas.openxmlformats.org/officeDocument/2006/relationships/image" Target="../media/image618.wmf"/><Relationship Id="rId23" Type="http://schemas.openxmlformats.org/officeDocument/2006/relationships/oleObject" Target="../embeddings/oleObject544.bin"/><Relationship Id="rId22" Type="http://schemas.openxmlformats.org/officeDocument/2006/relationships/image" Target="../media/image617.emf"/><Relationship Id="rId21" Type="http://schemas.openxmlformats.org/officeDocument/2006/relationships/oleObject" Target="../embeddings/oleObject543.bin"/><Relationship Id="rId20" Type="http://schemas.openxmlformats.org/officeDocument/2006/relationships/image" Target="../media/image616.emf"/><Relationship Id="rId2" Type="http://schemas.openxmlformats.org/officeDocument/2006/relationships/image" Target="../media/image607.png"/><Relationship Id="rId19" Type="http://schemas.openxmlformats.org/officeDocument/2006/relationships/oleObject" Target="../embeddings/oleObject542.bin"/><Relationship Id="rId18" Type="http://schemas.openxmlformats.org/officeDocument/2006/relationships/image" Target="../media/image615.emf"/><Relationship Id="rId17" Type="http://schemas.openxmlformats.org/officeDocument/2006/relationships/oleObject" Target="../embeddings/oleObject541.bin"/><Relationship Id="rId16" Type="http://schemas.openxmlformats.org/officeDocument/2006/relationships/image" Target="../media/image614.emf"/><Relationship Id="rId15" Type="http://schemas.openxmlformats.org/officeDocument/2006/relationships/oleObject" Target="../embeddings/oleObject540.bin"/><Relationship Id="rId14" Type="http://schemas.openxmlformats.org/officeDocument/2006/relationships/image" Target="../media/image613.emf"/><Relationship Id="rId13" Type="http://schemas.openxmlformats.org/officeDocument/2006/relationships/oleObject" Target="../embeddings/oleObject539.bin"/><Relationship Id="rId12" Type="http://schemas.openxmlformats.org/officeDocument/2006/relationships/image" Target="../media/image612.emf"/><Relationship Id="rId11" Type="http://schemas.openxmlformats.org/officeDocument/2006/relationships/oleObject" Target="../embeddings/oleObject538.bin"/><Relationship Id="rId10" Type="http://schemas.openxmlformats.org/officeDocument/2006/relationships/image" Target="../media/image611.emf"/><Relationship Id="rId1" Type="http://schemas.openxmlformats.org/officeDocument/2006/relationships/oleObject" Target="../embeddings/oleObject533.bin"/></Relationships>
</file>

<file path=ppt/slides/_rels/slide170.xml.rels><?xml version="1.0" encoding="UTF-8" standalone="yes"?>
<Relationships xmlns="http://schemas.openxmlformats.org/package/2006/relationships"><Relationship Id="rId9" Type="http://schemas.openxmlformats.org/officeDocument/2006/relationships/oleObject" Target="../embeddings/oleObject551.bin"/><Relationship Id="rId8" Type="http://schemas.openxmlformats.org/officeDocument/2006/relationships/image" Target="../media/image624.emf"/><Relationship Id="rId7" Type="http://schemas.openxmlformats.org/officeDocument/2006/relationships/oleObject" Target="../embeddings/oleObject550.bin"/><Relationship Id="rId6" Type="http://schemas.openxmlformats.org/officeDocument/2006/relationships/image" Target="../media/image623.emf"/><Relationship Id="rId5" Type="http://schemas.openxmlformats.org/officeDocument/2006/relationships/oleObject" Target="../embeddings/oleObject549.bin"/><Relationship Id="rId4" Type="http://schemas.openxmlformats.org/officeDocument/2006/relationships/image" Target="../media/image622.wmf"/><Relationship Id="rId3" Type="http://schemas.openxmlformats.org/officeDocument/2006/relationships/oleObject" Target="../embeddings/oleObject548.bin"/><Relationship Id="rId23" Type="http://schemas.openxmlformats.org/officeDocument/2006/relationships/vmlDrawing" Target="../drawings/vmlDrawing129.vml"/><Relationship Id="rId22" Type="http://schemas.openxmlformats.org/officeDocument/2006/relationships/slideLayout" Target="../slideLayouts/slideLayout1.xml"/><Relationship Id="rId21" Type="http://schemas.openxmlformats.org/officeDocument/2006/relationships/tags" Target="../tags/tag129.xml"/><Relationship Id="rId20" Type="http://schemas.openxmlformats.org/officeDocument/2006/relationships/image" Target="../media/image630.emf"/><Relationship Id="rId2" Type="http://schemas.openxmlformats.org/officeDocument/2006/relationships/image" Target="../media/image621.png"/><Relationship Id="rId19" Type="http://schemas.openxmlformats.org/officeDocument/2006/relationships/oleObject" Target="../embeddings/oleObject556.bin"/><Relationship Id="rId18" Type="http://schemas.openxmlformats.org/officeDocument/2006/relationships/image" Target="../media/image629.wmf"/><Relationship Id="rId17" Type="http://schemas.openxmlformats.org/officeDocument/2006/relationships/oleObject" Target="../embeddings/oleObject555.bin"/><Relationship Id="rId16" Type="http://schemas.openxmlformats.org/officeDocument/2006/relationships/image" Target="../media/image628.emf"/><Relationship Id="rId15" Type="http://schemas.openxmlformats.org/officeDocument/2006/relationships/oleObject" Target="../embeddings/oleObject554.bin"/><Relationship Id="rId14" Type="http://schemas.openxmlformats.org/officeDocument/2006/relationships/image" Target="../media/image627.emf"/><Relationship Id="rId13" Type="http://schemas.openxmlformats.org/officeDocument/2006/relationships/oleObject" Target="../embeddings/oleObject553.bin"/><Relationship Id="rId12" Type="http://schemas.openxmlformats.org/officeDocument/2006/relationships/image" Target="../media/image626.emf"/><Relationship Id="rId11" Type="http://schemas.openxmlformats.org/officeDocument/2006/relationships/oleObject" Target="../embeddings/oleObject552.bin"/><Relationship Id="rId10" Type="http://schemas.openxmlformats.org/officeDocument/2006/relationships/image" Target="../media/image625.emf"/><Relationship Id="rId1" Type="http://schemas.openxmlformats.org/officeDocument/2006/relationships/oleObject" Target="../embeddings/oleObject547.bin"/></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9" Type="http://schemas.openxmlformats.org/officeDocument/2006/relationships/oleObject" Target="../embeddings/oleObject561.bin"/><Relationship Id="rId8" Type="http://schemas.openxmlformats.org/officeDocument/2006/relationships/image" Target="../media/image634.wmf"/><Relationship Id="rId7" Type="http://schemas.openxmlformats.org/officeDocument/2006/relationships/oleObject" Target="../embeddings/oleObject560.bin"/><Relationship Id="rId6" Type="http://schemas.openxmlformats.org/officeDocument/2006/relationships/image" Target="../media/image633.wmf"/><Relationship Id="rId5" Type="http://schemas.openxmlformats.org/officeDocument/2006/relationships/oleObject" Target="../embeddings/oleObject559.bin"/><Relationship Id="rId4" Type="http://schemas.openxmlformats.org/officeDocument/2006/relationships/image" Target="../media/image632.wmf"/><Relationship Id="rId3" Type="http://schemas.openxmlformats.org/officeDocument/2006/relationships/oleObject" Target="../embeddings/oleObject558.bin"/><Relationship Id="rId2" Type="http://schemas.openxmlformats.org/officeDocument/2006/relationships/image" Target="../media/image631.wmf"/><Relationship Id="rId19" Type="http://schemas.openxmlformats.org/officeDocument/2006/relationships/vmlDrawing" Target="../drawings/vmlDrawing130.vml"/><Relationship Id="rId18" Type="http://schemas.openxmlformats.org/officeDocument/2006/relationships/slideLayout" Target="../slideLayouts/slideLayout1.xml"/><Relationship Id="rId17" Type="http://schemas.openxmlformats.org/officeDocument/2006/relationships/tags" Target="../tags/tag130.xml"/><Relationship Id="rId16" Type="http://schemas.openxmlformats.org/officeDocument/2006/relationships/image" Target="../media/image638.wmf"/><Relationship Id="rId15" Type="http://schemas.openxmlformats.org/officeDocument/2006/relationships/oleObject" Target="../embeddings/oleObject564.bin"/><Relationship Id="rId14" Type="http://schemas.openxmlformats.org/officeDocument/2006/relationships/image" Target="../media/image637.wmf"/><Relationship Id="rId13" Type="http://schemas.openxmlformats.org/officeDocument/2006/relationships/oleObject" Target="../embeddings/oleObject563.bin"/><Relationship Id="rId12" Type="http://schemas.openxmlformats.org/officeDocument/2006/relationships/image" Target="../media/image636.wmf"/><Relationship Id="rId11" Type="http://schemas.openxmlformats.org/officeDocument/2006/relationships/oleObject" Target="../embeddings/oleObject562.bin"/><Relationship Id="rId10" Type="http://schemas.openxmlformats.org/officeDocument/2006/relationships/image" Target="../media/image635.wmf"/><Relationship Id="rId1" Type="http://schemas.openxmlformats.org/officeDocument/2006/relationships/oleObject" Target="../embeddings/oleObject557.bin"/></Relationships>
</file>

<file path=ppt/slides/_rels/slide173.xml.rels><?xml version="1.0" encoding="UTF-8" standalone="yes"?>
<Relationships xmlns="http://schemas.openxmlformats.org/package/2006/relationships"><Relationship Id="rId9" Type="http://schemas.openxmlformats.org/officeDocument/2006/relationships/oleObject" Target="../embeddings/oleObject569.bin"/><Relationship Id="rId8" Type="http://schemas.openxmlformats.org/officeDocument/2006/relationships/image" Target="../media/image642.emf"/><Relationship Id="rId7" Type="http://schemas.openxmlformats.org/officeDocument/2006/relationships/oleObject" Target="../embeddings/oleObject568.bin"/><Relationship Id="rId6" Type="http://schemas.openxmlformats.org/officeDocument/2006/relationships/image" Target="../media/image641.emf"/><Relationship Id="rId5" Type="http://schemas.openxmlformats.org/officeDocument/2006/relationships/oleObject" Target="../embeddings/oleObject567.bin"/><Relationship Id="rId4" Type="http://schemas.openxmlformats.org/officeDocument/2006/relationships/image" Target="../media/image640.emf"/><Relationship Id="rId32" Type="http://schemas.openxmlformats.org/officeDocument/2006/relationships/vmlDrawing" Target="../drawings/vmlDrawing131.vml"/><Relationship Id="rId31" Type="http://schemas.openxmlformats.org/officeDocument/2006/relationships/slideLayout" Target="../slideLayouts/slideLayout1.xml"/><Relationship Id="rId30" Type="http://schemas.openxmlformats.org/officeDocument/2006/relationships/audio" Target="../media/audio2.wav"/><Relationship Id="rId3" Type="http://schemas.openxmlformats.org/officeDocument/2006/relationships/oleObject" Target="../embeddings/oleObject566.bin"/><Relationship Id="rId29" Type="http://schemas.openxmlformats.org/officeDocument/2006/relationships/tags" Target="../tags/tag131.xml"/><Relationship Id="rId28" Type="http://schemas.openxmlformats.org/officeDocument/2006/relationships/image" Target="../media/image652.emf"/><Relationship Id="rId27" Type="http://schemas.openxmlformats.org/officeDocument/2006/relationships/oleObject" Target="../embeddings/oleObject578.bin"/><Relationship Id="rId26" Type="http://schemas.openxmlformats.org/officeDocument/2006/relationships/image" Target="../media/image651.emf"/><Relationship Id="rId25" Type="http://schemas.openxmlformats.org/officeDocument/2006/relationships/oleObject" Target="../embeddings/oleObject577.bin"/><Relationship Id="rId24" Type="http://schemas.openxmlformats.org/officeDocument/2006/relationships/image" Target="../media/image650.emf"/><Relationship Id="rId23" Type="http://schemas.openxmlformats.org/officeDocument/2006/relationships/oleObject" Target="../embeddings/oleObject576.bin"/><Relationship Id="rId22" Type="http://schemas.openxmlformats.org/officeDocument/2006/relationships/image" Target="../media/image649.emf"/><Relationship Id="rId21" Type="http://schemas.openxmlformats.org/officeDocument/2006/relationships/oleObject" Target="../embeddings/oleObject575.bin"/><Relationship Id="rId20" Type="http://schemas.openxmlformats.org/officeDocument/2006/relationships/image" Target="../media/image648.emf"/><Relationship Id="rId2" Type="http://schemas.openxmlformats.org/officeDocument/2006/relationships/image" Target="../media/image639.emf"/><Relationship Id="rId19" Type="http://schemas.openxmlformats.org/officeDocument/2006/relationships/oleObject" Target="../embeddings/oleObject574.bin"/><Relationship Id="rId18" Type="http://schemas.openxmlformats.org/officeDocument/2006/relationships/image" Target="../media/image647.emf"/><Relationship Id="rId17" Type="http://schemas.openxmlformats.org/officeDocument/2006/relationships/oleObject" Target="../embeddings/oleObject573.bin"/><Relationship Id="rId16" Type="http://schemas.openxmlformats.org/officeDocument/2006/relationships/image" Target="../media/image646.emf"/><Relationship Id="rId15" Type="http://schemas.openxmlformats.org/officeDocument/2006/relationships/oleObject" Target="../embeddings/oleObject572.bin"/><Relationship Id="rId14" Type="http://schemas.openxmlformats.org/officeDocument/2006/relationships/image" Target="../media/image645.emf"/><Relationship Id="rId13" Type="http://schemas.openxmlformats.org/officeDocument/2006/relationships/oleObject" Target="../embeddings/oleObject571.bin"/><Relationship Id="rId12" Type="http://schemas.openxmlformats.org/officeDocument/2006/relationships/image" Target="../media/image644.wmf"/><Relationship Id="rId11" Type="http://schemas.openxmlformats.org/officeDocument/2006/relationships/oleObject" Target="../embeddings/oleObject570.bin"/><Relationship Id="rId10" Type="http://schemas.openxmlformats.org/officeDocument/2006/relationships/image" Target="../media/image643.emf"/><Relationship Id="rId1" Type="http://schemas.openxmlformats.org/officeDocument/2006/relationships/oleObject" Target="../embeddings/oleObject565.bin"/></Relationships>
</file>

<file path=ppt/slides/_rels/slide174.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image" Target="../media/image656.wmf"/><Relationship Id="rId7" Type="http://schemas.openxmlformats.org/officeDocument/2006/relationships/oleObject" Target="../embeddings/oleObject582.bin"/><Relationship Id="rId6" Type="http://schemas.openxmlformats.org/officeDocument/2006/relationships/image" Target="../media/image655.wmf"/><Relationship Id="rId5" Type="http://schemas.openxmlformats.org/officeDocument/2006/relationships/oleObject" Target="../embeddings/oleObject581.bin"/><Relationship Id="rId4" Type="http://schemas.openxmlformats.org/officeDocument/2006/relationships/image" Target="../media/image654.wmf"/><Relationship Id="rId3" Type="http://schemas.openxmlformats.org/officeDocument/2006/relationships/oleObject" Target="../embeddings/oleObject580.bin"/><Relationship Id="rId2" Type="http://schemas.openxmlformats.org/officeDocument/2006/relationships/image" Target="../media/image653.wmf"/><Relationship Id="rId11" Type="http://schemas.openxmlformats.org/officeDocument/2006/relationships/vmlDrawing" Target="../drawings/vmlDrawing132.vml"/><Relationship Id="rId10" Type="http://schemas.openxmlformats.org/officeDocument/2006/relationships/slideLayout" Target="../slideLayouts/slideLayout1.xml"/><Relationship Id="rId1" Type="http://schemas.openxmlformats.org/officeDocument/2006/relationships/oleObject" Target="../embeddings/oleObject579.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 name="日期占位符 3"/>
          <p:cNvSpPr>
            <a:spLocks noGrp="1"/>
          </p:cNvSpPr>
          <p:nvPr>
            <p:ph type="dt" sz="quarter" idx="10"/>
          </p:nvPr>
        </p:nvSpPr>
        <p:spPr/>
        <p:txBody>
          <a:bodyPr/>
          <a:lstStyle/>
          <a:p>
            <a:pPr>
              <a:defRPr/>
            </a:pPr>
            <a:fld id="{314FF496-022C-4078-92AE-897821E7376E}" type="datetime1">
              <a:rPr lang="zh-CN" altLang="en-US"/>
            </a:fld>
            <a:endParaRPr lang="zh-CN" altLang="en-US"/>
          </a:p>
        </p:txBody>
      </p:sp>
      <p:sp>
        <p:nvSpPr>
          <p:cNvPr id="155650" name="WordArt 2"/>
          <p:cNvSpPr>
            <a:spLocks noChangeArrowheads="1" noChangeShapeType="1" noTextEdit="1"/>
          </p:cNvSpPr>
          <p:nvPr/>
        </p:nvSpPr>
        <p:spPr bwMode="auto">
          <a:xfrm>
            <a:off x="1476375" y="1268413"/>
            <a:ext cx="4968875" cy="1079500"/>
          </a:xfrm>
          <a:prstGeom prst="rect">
            <a:avLst/>
          </a:prstGeom>
        </p:spPr>
        <p:txBody>
          <a:bodyPr wrap="none" fromWordArt="1">
            <a:prstTxWarp prst="textPlain">
              <a:avLst>
                <a:gd name="adj" fmla="val 50000"/>
              </a:avLst>
            </a:prstTxWarp>
          </a:bodyPr>
          <a:lstStyle/>
          <a:p>
            <a:pPr algn="ctr"/>
            <a:r>
              <a:rPr lang="zh-CN" altLang="en-US" sz="3600" kern="1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panose="02010509060101010101" pitchFamily="49" charset="-122"/>
                <a:ea typeface="隶书" panose="02010509060101010101" pitchFamily="49" charset="-122"/>
              </a:rPr>
              <a:t>信号与系统</a:t>
            </a:r>
            <a:endParaRPr lang="zh-CN" altLang="en-US" sz="3600" kern="1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panose="02010509060101010101" pitchFamily="49" charset="-122"/>
              <a:ea typeface="隶书" panose="02010509060101010101" pitchFamily="49" charset="-122"/>
            </a:endParaRPr>
          </a:p>
        </p:txBody>
      </p:sp>
      <p:pic>
        <p:nvPicPr>
          <p:cNvPr id="12292" name="Picture 3" descr="head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24750" y="476250"/>
            <a:ext cx="1133475"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93" name="Object 4"/>
          <p:cNvGraphicFramePr>
            <a:graphicFrameLocks noChangeAspect="1"/>
          </p:cNvGraphicFramePr>
          <p:nvPr/>
        </p:nvGraphicFramePr>
        <p:xfrm>
          <a:off x="561975" y="5067300"/>
          <a:ext cx="1449388" cy="1281113"/>
        </p:xfrm>
        <a:graphic>
          <a:graphicData uri="http://schemas.openxmlformats.org/presentationml/2006/ole">
            <mc:AlternateContent xmlns:mc="http://schemas.openxmlformats.org/markup-compatibility/2006">
              <mc:Choice xmlns:v="urn:schemas-microsoft-com:vml" Requires="v">
                <p:oleObj spid="_x0000_s12382" name="剪辑" r:id="rId2" imgW="3954780" imgH="3497580" progId="MS_ClipArt_Gallery.2">
                  <p:embed/>
                </p:oleObj>
              </mc:Choice>
              <mc:Fallback>
                <p:oleObj name="剪辑" r:id="rId2" imgW="3954780" imgH="3497580" progId="MS_ClipArt_Gallery.2">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5067300"/>
                        <a:ext cx="1449388" cy="1281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294" name="Group 5"/>
          <p:cNvGrpSpPr/>
          <p:nvPr/>
        </p:nvGrpSpPr>
        <p:grpSpPr bwMode="auto">
          <a:xfrm>
            <a:off x="0" y="0"/>
            <a:ext cx="9142413" cy="6856413"/>
            <a:chOff x="0" y="0"/>
            <a:chExt cx="5759" cy="4319"/>
          </a:xfrm>
        </p:grpSpPr>
        <p:sp>
          <p:nvSpPr>
            <p:cNvPr id="12298" name="Rectangle 6" descr="Narrow vertical"/>
            <p:cNvSpPr>
              <a:spLocks noChangeArrowheads="1"/>
            </p:cNvSpPr>
            <p:nvPr/>
          </p:nvSpPr>
          <p:spPr bwMode="auto">
            <a:xfrm>
              <a:off x="288" y="48"/>
              <a:ext cx="5184" cy="24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2299" name="Rectangle 7" descr="Narrow horizontal"/>
            <p:cNvSpPr>
              <a:spLocks noChangeArrowheads="1"/>
            </p:cNvSpPr>
            <p:nvPr/>
          </p:nvSpPr>
          <p:spPr bwMode="auto">
            <a:xfrm>
              <a:off x="259" y="288"/>
              <a:ext cx="29" cy="3647"/>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2300" name="Rectangle 8" descr="Narrow vertical"/>
            <p:cNvSpPr>
              <a:spLocks noChangeArrowheads="1"/>
            </p:cNvSpPr>
            <p:nvPr/>
          </p:nvSpPr>
          <p:spPr bwMode="auto">
            <a:xfrm>
              <a:off x="288" y="4032"/>
              <a:ext cx="5184" cy="24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2301" name="Rectangle 9" descr="Narrow horizontal"/>
            <p:cNvSpPr>
              <a:spLocks noChangeArrowheads="1"/>
            </p:cNvSpPr>
            <p:nvPr/>
          </p:nvSpPr>
          <p:spPr bwMode="auto">
            <a:xfrm>
              <a:off x="5472" y="288"/>
              <a:ext cx="240" cy="3744"/>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2302" name="Rectangle 10"/>
            <p:cNvSpPr>
              <a:spLocks noChangeArrowheads="1"/>
            </p:cNvSpPr>
            <p:nvPr/>
          </p:nvSpPr>
          <p:spPr bwMode="auto">
            <a:xfrm>
              <a:off x="288" y="288"/>
              <a:ext cx="5184" cy="3744"/>
            </a:xfrm>
            <a:prstGeom prst="rect">
              <a:avLst/>
            </a:prstGeom>
            <a:noFill/>
            <a:ln w="57150" cap="sq" cmpd="tri">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2303" name="Rectangle 11"/>
            <p:cNvSpPr>
              <a:spLocks noChangeArrowheads="1"/>
            </p:cNvSpPr>
            <p:nvPr/>
          </p:nvSpPr>
          <p:spPr bwMode="auto">
            <a:xfrm>
              <a:off x="48" y="48"/>
              <a:ext cx="5664" cy="4224"/>
            </a:xfrm>
            <a:prstGeom prst="rect">
              <a:avLst/>
            </a:prstGeom>
            <a:noFill/>
            <a:ln w="12700" cap="sq">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endParaRPr kumimoji="1" lang="zh-CN" altLang="en-US" sz="2400">
                <a:latin typeface="Times New Roman" panose="02020603050405020304" pitchFamily="18" charset="0"/>
                <a:ea typeface="宋体" panose="02010600030101010101" pitchFamily="2" charset="-122"/>
              </a:endParaRPr>
            </a:p>
          </p:txBody>
        </p:sp>
        <p:grpSp>
          <p:nvGrpSpPr>
            <p:cNvPr id="12304" name="Group 12"/>
            <p:cNvGrpSpPr/>
            <p:nvPr/>
          </p:nvGrpSpPr>
          <p:grpSpPr bwMode="auto">
            <a:xfrm>
              <a:off x="0" y="0"/>
              <a:ext cx="384" cy="384"/>
              <a:chOff x="0" y="0"/>
              <a:chExt cx="384" cy="384"/>
            </a:xfrm>
          </p:grpSpPr>
          <p:sp>
            <p:nvSpPr>
              <p:cNvPr id="12314" name="Rectangle 13"/>
              <p:cNvSpPr>
                <a:spLocks noChangeArrowheads="1"/>
              </p:cNvSpPr>
              <p:nvPr/>
            </p:nvSpPr>
            <p:spPr bwMode="auto">
              <a:xfrm>
                <a:off x="0" y="0"/>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55662" name="Oval 14"/>
              <p:cNvSpPr>
                <a:spLocks noChangeArrowheads="1"/>
              </p:cNvSpPr>
              <p:nvPr/>
            </p:nvSpPr>
            <p:spPr bwMode="auto">
              <a:xfrm>
                <a:off x="101"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en-US" sz="2400">
                  <a:latin typeface="Times New Roman" panose="02020603050405020304" pitchFamily="18" charset="0"/>
                </a:endParaRPr>
              </a:p>
            </p:txBody>
          </p:sp>
        </p:grpSp>
        <p:grpSp>
          <p:nvGrpSpPr>
            <p:cNvPr id="12305" name="Group 15"/>
            <p:cNvGrpSpPr/>
            <p:nvPr/>
          </p:nvGrpSpPr>
          <p:grpSpPr bwMode="auto">
            <a:xfrm>
              <a:off x="0" y="3935"/>
              <a:ext cx="384" cy="384"/>
              <a:chOff x="0" y="3935"/>
              <a:chExt cx="384" cy="384"/>
            </a:xfrm>
          </p:grpSpPr>
          <p:sp>
            <p:nvSpPr>
              <p:cNvPr id="12312" name="Rectangle 16"/>
              <p:cNvSpPr>
                <a:spLocks noChangeArrowheads="1"/>
              </p:cNvSpPr>
              <p:nvPr/>
            </p:nvSpPr>
            <p:spPr bwMode="auto">
              <a:xfrm>
                <a:off x="0" y="3935"/>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55665" name="Oval 17"/>
              <p:cNvSpPr>
                <a:spLocks noChangeArrowheads="1"/>
              </p:cNvSpPr>
              <p:nvPr/>
            </p:nvSpPr>
            <p:spPr bwMode="auto">
              <a:xfrm>
                <a:off x="101"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en-US" sz="2400">
                  <a:latin typeface="Times New Roman" panose="02020603050405020304" pitchFamily="18" charset="0"/>
                </a:endParaRPr>
              </a:p>
            </p:txBody>
          </p:sp>
        </p:grpSp>
        <p:grpSp>
          <p:nvGrpSpPr>
            <p:cNvPr id="12306" name="Group 18"/>
            <p:cNvGrpSpPr/>
            <p:nvPr/>
          </p:nvGrpSpPr>
          <p:grpSpPr bwMode="auto">
            <a:xfrm>
              <a:off x="5375" y="3935"/>
              <a:ext cx="384" cy="384"/>
              <a:chOff x="5375" y="3935"/>
              <a:chExt cx="384" cy="384"/>
            </a:xfrm>
          </p:grpSpPr>
          <p:sp>
            <p:nvSpPr>
              <p:cNvPr id="12310" name="Rectangle 19"/>
              <p:cNvSpPr>
                <a:spLocks noChangeArrowheads="1"/>
              </p:cNvSpPr>
              <p:nvPr/>
            </p:nvSpPr>
            <p:spPr bwMode="auto">
              <a:xfrm>
                <a:off x="5375" y="3935"/>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55668" name="Oval 20"/>
              <p:cNvSpPr>
                <a:spLocks noChangeArrowheads="1"/>
              </p:cNvSpPr>
              <p:nvPr/>
            </p:nvSpPr>
            <p:spPr bwMode="auto">
              <a:xfrm>
                <a:off x="5476"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en-US" sz="2400">
                  <a:latin typeface="Times New Roman" panose="02020603050405020304" pitchFamily="18" charset="0"/>
                </a:endParaRPr>
              </a:p>
            </p:txBody>
          </p:sp>
        </p:grpSp>
        <p:grpSp>
          <p:nvGrpSpPr>
            <p:cNvPr id="12307" name="Group 21"/>
            <p:cNvGrpSpPr/>
            <p:nvPr/>
          </p:nvGrpSpPr>
          <p:grpSpPr bwMode="auto">
            <a:xfrm>
              <a:off x="5375" y="0"/>
              <a:ext cx="384" cy="384"/>
              <a:chOff x="5375" y="0"/>
              <a:chExt cx="384" cy="384"/>
            </a:xfrm>
          </p:grpSpPr>
          <p:sp>
            <p:nvSpPr>
              <p:cNvPr id="12308" name="Rectangle 22"/>
              <p:cNvSpPr>
                <a:spLocks noChangeArrowheads="1"/>
              </p:cNvSpPr>
              <p:nvPr/>
            </p:nvSpPr>
            <p:spPr bwMode="auto">
              <a:xfrm>
                <a:off x="5375" y="0"/>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endParaRPr kumimoji="1" lang="zh-CN" altLang="en-US" sz="2400">
                  <a:latin typeface="Times New Roman" panose="02020603050405020304" pitchFamily="18" charset="0"/>
                  <a:ea typeface="宋体" panose="02010600030101010101" pitchFamily="2" charset="-122"/>
                </a:endParaRPr>
              </a:p>
            </p:txBody>
          </p:sp>
          <p:sp>
            <p:nvSpPr>
              <p:cNvPr id="155671" name="Oval 23"/>
              <p:cNvSpPr>
                <a:spLocks noChangeArrowheads="1"/>
              </p:cNvSpPr>
              <p:nvPr/>
            </p:nvSpPr>
            <p:spPr bwMode="auto">
              <a:xfrm>
                <a:off x="5476"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en-US" sz="2400">
                  <a:latin typeface="Times New Roman" panose="02020603050405020304" pitchFamily="18" charset="0"/>
                </a:endParaRPr>
              </a:p>
            </p:txBody>
          </p:sp>
        </p:grpSp>
      </p:grpSp>
      <p:pic>
        <p:nvPicPr>
          <p:cNvPr id="12295" name="Picture 24" descr="Exa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0725" y="4746625"/>
            <a:ext cx="1370013"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73" name="Rectangle 25"/>
          <p:cNvSpPr>
            <a:spLocks noChangeArrowheads="1"/>
          </p:cNvSpPr>
          <p:nvPr/>
        </p:nvSpPr>
        <p:spPr bwMode="auto">
          <a:xfrm>
            <a:off x="874713" y="3644900"/>
            <a:ext cx="6816725"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612" tIns="65306" rIns="130612" bIns="65306"/>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zh-CN" altLang="en-US" sz="3600" i="1">
                <a:latin typeface="黑体" panose="02010609060101010101" pitchFamily="49" charset="-122"/>
              </a:rPr>
              <a:t>第三章 连续信号的正交分解</a:t>
            </a:r>
            <a:endParaRPr lang="zh-CN" altLang="en-US" sz="3600" i="1">
              <a:latin typeface="黑体" panose="02010609060101010101" pitchFamily="49" charset="-122"/>
            </a:endParaRPr>
          </a:p>
        </p:txBody>
      </p:sp>
    </p:spTree>
  </p:cSld>
  <p:clrMapOvr>
    <a:masterClrMapping/>
  </p:clrMapOvr>
  <p:transition spd="slow" advTm="8490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155650"/>
                                        </p:tgtEl>
                                        <p:attrNameLst>
                                          <p:attrName>style.visibility</p:attrName>
                                        </p:attrNameLst>
                                      </p:cBhvr>
                                      <p:to>
                                        <p:strVal val="visible"/>
                                      </p:to>
                                    </p:set>
                                    <p:anim calcmode="lin" valueType="num">
                                      <p:cBhvr>
                                        <p:cTn id="7" dur="5000" fill="hold"/>
                                        <p:tgtEl>
                                          <p:spTgt spid="155650"/>
                                        </p:tgtEl>
                                        <p:attrNameLst>
                                          <p:attrName>ppt_w</p:attrName>
                                        </p:attrNameLst>
                                      </p:cBhvr>
                                      <p:tavLst>
                                        <p:tav tm="0" fmla="#ppt_w*sin(2.5*pi*$)">
                                          <p:val>
                                            <p:fltVal val="0"/>
                                          </p:val>
                                        </p:tav>
                                        <p:tav tm="100000">
                                          <p:val>
                                            <p:fltVal val="1"/>
                                          </p:val>
                                        </p:tav>
                                      </p:tavLst>
                                    </p:anim>
                                    <p:anim calcmode="lin" valueType="num">
                                      <p:cBhvr>
                                        <p:cTn id="8" dur="5000" fill="hold"/>
                                        <p:tgtEl>
                                          <p:spTgt spid="1556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7" name="CHIMES.WAV"/>
                                        </p:tgtEl>
                                      </p:cMediaNode>
                                    </p:audio>
                                  </p:subTnLst>
                                </p:cTn>
                              </p:par>
                            </p:childTnLst>
                          </p:cTn>
                        </p:par>
                        <p:par>
                          <p:cTn id="9" fill="hold">
                            <p:stCondLst>
                              <p:cond delay="5000"/>
                            </p:stCondLst>
                            <p:childTnLst>
                              <p:par>
                                <p:cTn id="10" presetID="1" presetClass="entr" presetSubtype="0" fill="hold" grpId="0" nodeType="afterEffect">
                                  <p:stCondLst>
                                    <p:cond delay="0"/>
                                  </p:stCondLst>
                                  <p:childTnLst>
                                    <p:set>
                                      <p:cBhvr>
                                        <p:cTn id="11" dur="1" fill="hold">
                                          <p:stCondLst>
                                            <p:cond delay="499"/>
                                          </p:stCondLst>
                                        </p:cTn>
                                        <p:tgtEl>
                                          <p:spTgt spid="15567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73" grpId="0" advAuto="0" autoUpdateAnimBg="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23372FCD-C241-499D-BA0B-0C85CA2AC066}" type="datetime1">
              <a:rPr lang="zh-CN" altLang="en-US"/>
            </a:fld>
            <a:endParaRPr lang="zh-CN" altLang="en-US"/>
          </a:p>
        </p:txBody>
      </p:sp>
      <p:sp>
        <p:nvSpPr>
          <p:cNvPr id="13315" name="Rectangle 2"/>
          <p:cNvSpPr>
            <a:spLocks noGrp="1" noChangeArrowheads="1"/>
          </p:cNvSpPr>
          <p:nvPr>
            <p:ph type="title" idx="4294967295"/>
          </p:nvPr>
        </p:nvSpPr>
        <p:spPr>
          <a:xfrm>
            <a:off x="657225" y="630238"/>
            <a:ext cx="6934200" cy="908050"/>
          </a:xfrm>
          <a:solidFill>
            <a:schemeClr val="bg1"/>
          </a:solidFill>
          <a:effectLst>
            <a:outerShdw dist="35921" dir="2700000" algn="ctr" rotWithShape="0">
              <a:srgbClr val="808080"/>
            </a:outerShdw>
          </a:effectLst>
        </p:spPr>
        <p:txBody>
          <a:bodyPr/>
          <a:lstStyle/>
          <a:p>
            <a:r>
              <a:rPr lang="en-US" altLang="zh-CN" b="1"/>
              <a:t>1</a:t>
            </a:r>
            <a:r>
              <a:rPr lang="zh-CN" altLang="en-US" b="1"/>
              <a:t>、学习内容及要求</a:t>
            </a:r>
            <a:endParaRPr lang="zh-CN" altLang="en-US" b="1"/>
          </a:p>
        </p:txBody>
      </p:sp>
      <p:sp>
        <p:nvSpPr>
          <p:cNvPr id="156675" name="Rectangle 3"/>
          <p:cNvSpPr>
            <a:spLocks noGrp="1" noChangeArrowheads="1"/>
          </p:cNvSpPr>
          <p:nvPr>
            <p:ph type="body" idx="4294967295"/>
          </p:nvPr>
        </p:nvSpPr>
        <p:spPr>
          <a:xfrm>
            <a:off x="1206500" y="1614488"/>
            <a:ext cx="7129463" cy="4392612"/>
          </a:xfrm>
          <a:ln w="57150">
            <a:solidFill>
              <a:srgbClr val="6600CC"/>
            </a:solidFill>
            <a:miter lim="800000"/>
          </a:ln>
        </p:spPr>
        <p:txBody>
          <a:bodyPr/>
          <a:lstStyle/>
          <a:p>
            <a:pPr>
              <a:lnSpc>
                <a:spcPct val="125000"/>
              </a:lnSpc>
              <a:buFont typeface="Wingdings" panose="05000000000000000000" pitchFamily="2" charset="2"/>
              <a:buNone/>
            </a:pPr>
            <a:r>
              <a:rPr lang="zh-CN" altLang="en-US" sz="2100" b="1">
                <a:solidFill>
                  <a:srgbClr val="FF0000"/>
                </a:solidFill>
              </a:rPr>
              <a:t>内容：</a:t>
            </a:r>
            <a:endParaRPr lang="zh-CN" altLang="en-US" sz="2100" b="1">
              <a:solidFill>
                <a:srgbClr val="FF0000"/>
              </a:solidFill>
            </a:endParaRPr>
          </a:p>
          <a:p>
            <a:pPr lvl="1">
              <a:lnSpc>
                <a:spcPct val="125000"/>
              </a:lnSpc>
              <a:buClr>
                <a:schemeClr val="tx1"/>
              </a:buClr>
              <a:buFont typeface="Wingdings" panose="05000000000000000000" pitchFamily="2" charset="2"/>
              <a:buChar char="l"/>
            </a:pPr>
            <a:r>
              <a:rPr lang="zh-CN" altLang="en-US" sz="2200" b="1"/>
              <a:t>信号的分量与分解、正交函数集的概念，信号的傅立叶级数分解</a:t>
            </a:r>
            <a:endParaRPr lang="zh-CN" altLang="en-US" sz="2200" b="1"/>
          </a:p>
          <a:p>
            <a:pPr lvl="1">
              <a:lnSpc>
                <a:spcPct val="125000"/>
              </a:lnSpc>
              <a:buClr>
                <a:schemeClr val="tx1"/>
              </a:buClr>
              <a:buFont typeface="Wingdings" panose="05000000000000000000" pitchFamily="2" charset="2"/>
              <a:buChar char="l"/>
            </a:pPr>
            <a:r>
              <a:rPr lang="zh-CN" altLang="en-US" sz="2200" b="1"/>
              <a:t>周期信号的频谱分析</a:t>
            </a:r>
            <a:endParaRPr lang="zh-CN" altLang="en-US" sz="2200" b="1"/>
          </a:p>
          <a:p>
            <a:pPr lvl="1">
              <a:lnSpc>
                <a:spcPct val="125000"/>
              </a:lnSpc>
              <a:buClr>
                <a:schemeClr val="tx1"/>
              </a:buClr>
              <a:buFont typeface="Wingdings" panose="05000000000000000000" pitchFamily="2" charset="2"/>
              <a:buChar char="l"/>
            </a:pPr>
            <a:r>
              <a:rPr lang="zh-CN" altLang="en-US" sz="2200" b="1"/>
              <a:t>非周期信号的频谱分析，常用典型信号的傅立叶变换，掌握傅立叶变换的技巧</a:t>
            </a:r>
            <a:endParaRPr lang="zh-CN" altLang="en-US" sz="2200" b="1"/>
          </a:p>
          <a:p>
            <a:pPr lvl="1">
              <a:lnSpc>
                <a:spcPct val="125000"/>
              </a:lnSpc>
              <a:buClr>
                <a:schemeClr val="tx1"/>
              </a:buClr>
              <a:buFont typeface="Wingdings" panose="05000000000000000000" pitchFamily="2" charset="2"/>
              <a:buChar char="l"/>
            </a:pPr>
            <a:r>
              <a:rPr lang="zh-CN" altLang="en-US" sz="2200" b="1"/>
              <a:t>傅立叶变换的性质，帕塞瓦尔定理与能量频谱</a:t>
            </a:r>
            <a:endParaRPr lang="zh-CN" altLang="en-US" sz="2200" b="1"/>
          </a:p>
        </p:txBody>
      </p:sp>
      <p:sp>
        <p:nvSpPr>
          <p:cNvPr id="13317" name="Rectangle 4"/>
          <p:cNvSpPr>
            <a:spLocks noChangeArrowheads="1"/>
          </p:cNvSpPr>
          <p:nvPr/>
        </p:nvSpPr>
        <p:spPr bwMode="auto">
          <a:xfrm>
            <a:off x="503238" y="147638"/>
            <a:ext cx="6234112" cy="620712"/>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600" b="1">
                <a:solidFill>
                  <a:srgbClr val="0000FF"/>
                </a:solidFill>
                <a:ea typeface="宋体" panose="02010600030101010101" pitchFamily="2" charset="-122"/>
              </a:rPr>
              <a:t>§3.1 </a:t>
            </a:r>
            <a:r>
              <a:rPr lang="zh-CN" altLang="en-US" sz="3600" b="1">
                <a:solidFill>
                  <a:srgbClr val="0000FF"/>
                </a:solidFill>
                <a:ea typeface="宋体" panose="02010600030101010101" pitchFamily="2" charset="-122"/>
              </a:rPr>
              <a:t>引言</a:t>
            </a:r>
            <a:endParaRPr lang="zh-CN" altLang="en-US" sz="3600" b="1">
              <a:solidFill>
                <a:srgbClr val="0000FF"/>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2190960" y="2518560"/>
              <a:ext cx="5973120" cy="1859400"/>
            </p14:xfrm>
          </p:contentPart>
        </mc:Choice>
        <mc:Fallback xmlns="">
          <p:pic>
            <p:nvPicPr>
              <p:cNvPr id="2" name="墨迹 1"/>
            </p:nvPicPr>
            <p:blipFill>
              <a:blip r:embed="rId2"/>
            </p:blipFill>
            <p:spPr>
              <a:xfrm>
                <a:off x="2190960" y="2518560"/>
                <a:ext cx="5973120" cy="1859400"/>
              </a:xfrm>
              <a:prstGeom prst="rect"/>
            </p:spPr>
          </p:pic>
        </mc:Fallback>
      </mc:AlternateContent>
    </p:spTree>
  </p:cSld>
  <p:clrMapOvr>
    <a:masterClrMapping/>
  </p:clrMapOvr>
  <p:transition spd="slow" advTm="4113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12" presetClass="entr" presetSubtype="4" fill="hold" nodeType="afterEffect">
                                  <p:stCondLst>
                                    <p:cond delay="0"/>
                                  </p:stCondLst>
                                  <p:childTnLst>
                                    <p:set>
                                      <p:cBhvr>
                                        <p:cTn id="10" dur="1" fill="hold">
                                          <p:stCondLst>
                                            <p:cond delay="0"/>
                                          </p:stCondLst>
                                        </p:cTn>
                                        <p:tgtEl>
                                          <p:spTgt spid="156675">
                                            <p:txEl>
                                              <p:pRg st="1" end="1"/>
                                            </p:txEl>
                                          </p:spTgt>
                                        </p:tgtEl>
                                        <p:attrNameLst>
                                          <p:attrName>style.visibility</p:attrName>
                                        </p:attrNameLst>
                                      </p:cBhvr>
                                      <p:to>
                                        <p:strVal val="visible"/>
                                      </p:to>
                                    </p:set>
                                    <p:animEffect transition="in" filter="slide(fromBottom)">
                                      <p:cBhvr>
                                        <p:cTn id="11" dur="500"/>
                                        <p:tgtEl>
                                          <p:spTgt spid="156675">
                                            <p:txEl>
                                              <p:pRg st="1" end="1"/>
                                            </p:txEl>
                                          </p:spTgt>
                                        </p:tgtEl>
                                      </p:cBhvr>
                                    </p:animEffect>
                                  </p:childTnLst>
                                </p:cTn>
                              </p:par>
                            </p:childTnLst>
                          </p:cTn>
                        </p:par>
                        <p:par>
                          <p:cTn id="12" fill="hold">
                            <p:stCondLst>
                              <p:cond delay="500"/>
                            </p:stCondLst>
                            <p:childTnLst>
                              <p:par>
                                <p:cTn id="13" presetID="4" presetClass="entr" presetSubtype="16" fill="hold" nodeType="afterEffect">
                                  <p:stCondLst>
                                    <p:cond delay="0"/>
                                  </p:stCondLst>
                                  <p:childTnLst>
                                    <p:set>
                                      <p:cBhvr>
                                        <p:cTn id="14" dur="1" fill="hold">
                                          <p:stCondLst>
                                            <p:cond delay="0"/>
                                          </p:stCondLst>
                                        </p:cTn>
                                        <p:tgtEl>
                                          <p:spTgt spid="156675">
                                            <p:txEl>
                                              <p:pRg st="2" end="2"/>
                                            </p:txEl>
                                          </p:spTgt>
                                        </p:tgtEl>
                                        <p:attrNameLst>
                                          <p:attrName>style.visibility</p:attrName>
                                        </p:attrNameLst>
                                      </p:cBhvr>
                                      <p:to>
                                        <p:strVal val="visible"/>
                                      </p:to>
                                    </p:set>
                                    <p:animEffect transition="in" filter="box(in)">
                                      <p:cBhvr>
                                        <p:cTn id="15" dur="500"/>
                                        <p:tgtEl>
                                          <p:spTgt spid="156675">
                                            <p:txEl>
                                              <p:pRg st="2" end="2"/>
                                            </p:txEl>
                                          </p:spTgt>
                                        </p:tgtEl>
                                      </p:cBhvr>
                                    </p:animEffect>
                                  </p:childTnLst>
                                </p:cTn>
                              </p:par>
                            </p:childTnLst>
                          </p:cTn>
                        </p:par>
                        <p:par>
                          <p:cTn id="16" fill="hold">
                            <p:stCondLst>
                              <p:cond delay="1000"/>
                            </p:stCondLst>
                            <p:childTnLst>
                              <p:par>
                                <p:cTn id="17" presetID="4" presetClass="entr" presetSubtype="16" fill="hold" nodeType="afterEffect">
                                  <p:stCondLst>
                                    <p:cond delay="0"/>
                                  </p:stCondLst>
                                  <p:childTnLst>
                                    <p:set>
                                      <p:cBhvr>
                                        <p:cTn id="18" dur="1" fill="hold">
                                          <p:stCondLst>
                                            <p:cond delay="0"/>
                                          </p:stCondLst>
                                        </p:cTn>
                                        <p:tgtEl>
                                          <p:spTgt spid="156675">
                                            <p:txEl>
                                              <p:pRg st="3" end="3"/>
                                            </p:txEl>
                                          </p:spTgt>
                                        </p:tgtEl>
                                        <p:attrNameLst>
                                          <p:attrName>style.visibility</p:attrName>
                                        </p:attrNameLst>
                                      </p:cBhvr>
                                      <p:to>
                                        <p:strVal val="visible"/>
                                      </p:to>
                                    </p:set>
                                    <p:animEffect transition="in" filter="box(in)">
                                      <p:cBhvr>
                                        <p:cTn id="19" dur="500"/>
                                        <p:tgtEl>
                                          <p:spTgt spid="156675">
                                            <p:txEl>
                                              <p:pRg st="3" end="3"/>
                                            </p:txEl>
                                          </p:spTgt>
                                        </p:tgtEl>
                                      </p:cBhvr>
                                    </p:animEffect>
                                  </p:childTnLst>
                                </p:cTn>
                              </p:par>
                            </p:childTnLst>
                          </p:cTn>
                        </p:par>
                        <p:par>
                          <p:cTn id="20" fill="hold">
                            <p:stCondLst>
                              <p:cond delay="1500"/>
                            </p:stCondLst>
                            <p:childTnLst>
                              <p:par>
                                <p:cTn id="21" presetID="4" presetClass="entr" presetSubtype="16" fill="hold" nodeType="afterEffect">
                                  <p:stCondLst>
                                    <p:cond delay="0"/>
                                  </p:stCondLst>
                                  <p:childTnLst>
                                    <p:set>
                                      <p:cBhvr>
                                        <p:cTn id="22" dur="1" fill="hold">
                                          <p:stCondLst>
                                            <p:cond delay="0"/>
                                          </p:stCondLst>
                                        </p:cTn>
                                        <p:tgtEl>
                                          <p:spTgt spid="156675">
                                            <p:txEl>
                                              <p:pRg st="4" end="4"/>
                                            </p:txEl>
                                          </p:spTgt>
                                        </p:tgtEl>
                                        <p:attrNameLst>
                                          <p:attrName>style.visibility</p:attrName>
                                        </p:attrNameLst>
                                      </p:cBhvr>
                                      <p:to>
                                        <p:strVal val="visible"/>
                                      </p:to>
                                    </p:set>
                                    <p:animEffect transition="in" filter="box(in)">
                                      <p:cBhvr>
                                        <p:cTn id="23" dur="500"/>
                                        <p:tgtEl>
                                          <p:spTgt spid="1566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FB1E1739-9E67-4802-A131-05401D8A11DE}" type="datetime1">
              <a:rPr lang="zh-CN" altLang="en-US"/>
            </a:fld>
            <a:endParaRPr lang="zh-CN" altLang="en-US"/>
          </a:p>
        </p:txBody>
      </p:sp>
      <p:sp>
        <p:nvSpPr>
          <p:cNvPr id="14339" name="Rectangle 2"/>
          <p:cNvSpPr>
            <a:spLocks noGrp="1" noChangeArrowheads="1"/>
          </p:cNvSpPr>
          <p:nvPr>
            <p:ph type="title" idx="4294967295"/>
          </p:nvPr>
        </p:nvSpPr>
        <p:spPr>
          <a:xfrm>
            <a:off x="655638" y="763588"/>
            <a:ext cx="6934200" cy="720725"/>
          </a:xfrm>
          <a:solidFill>
            <a:schemeClr val="bg1"/>
          </a:solidFill>
          <a:effectLst>
            <a:outerShdw dist="35921" dir="2700000" algn="ctr" rotWithShape="0">
              <a:srgbClr val="808080"/>
            </a:outerShdw>
          </a:effectLst>
        </p:spPr>
        <p:txBody>
          <a:bodyPr/>
          <a:lstStyle/>
          <a:p>
            <a:r>
              <a:rPr lang="en-US" altLang="zh-CN" sz="3400" b="1"/>
              <a:t>1</a:t>
            </a:r>
            <a:r>
              <a:rPr lang="zh-CN" altLang="en-US" sz="3400" b="1"/>
              <a:t>、学习内容及要求</a:t>
            </a:r>
            <a:endParaRPr lang="zh-CN" altLang="en-US" sz="3400" b="1"/>
          </a:p>
        </p:txBody>
      </p:sp>
      <p:sp>
        <p:nvSpPr>
          <p:cNvPr id="157699" name="Rectangle 3"/>
          <p:cNvSpPr>
            <a:spLocks noGrp="1" noChangeArrowheads="1"/>
          </p:cNvSpPr>
          <p:nvPr>
            <p:ph type="body" idx="4294967295"/>
          </p:nvPr>
        </p:nvSpPr>
        <p:spPr>
          <a:xfrm>
            <a:off x="1547813" y="1700213"/>
            <a:ext cx="6553200" cy="3457575"/>
          </a:xfrm>
          <a:ln w="57150">
            <a:solidFill>
              <a:srgbClr val="6600CC"/>
            </a:solidFill>
            <a:miter lim="800000"/>
          </a:ln>
        </p:spPr>
        <p:txBody>
          <a:bodyPr/>
          <a:lstStyle/>
          <a:p>
            <a:pPr>
              <a:lnSpc>
                <a:spcPct val="125000"/>
              </a:lnSpc>
              <a:buFont typeface="Wingdings" panose="05000000000000000000" pitchFamily="2" charset="2"/>
              <a:buNone/>
            </a:pPr>
            <a:r>
              <a:rPr lang="zh-CN" altLang="en-US" sz="2600" b="1" dirty="0">
                <a:solidFill>
                  <a:srgbClr val="0000CC"/>
                </a:solidFill>
              </a:rPr>
              <a:t>要求：</a:t>
            </a:r>
            <a:endParaRPr lang="zh-CN" altLang="en-US" sz="2600" b="1" dirty="0">
              <a:solidFill>
                <a:srgbClr val="0000CC"/>
              </a:solidFill>
            </a:endParaRPr>
          </a:p>
          <a:p>
            <a:pPr lvl="1">
              <a:lnSpc>
                <a:spcPct val="125000"/>
              </a:lnSpc>
              <a:buClr>
                <a:schemeClr val="tx1"/>
              </a:buClr>
              <a:buFont typeface="Wingdings" panose="05000000000000000000" pitchFamily="2" charset="2"/>
              <a:buChar char="l"/>
            </a:pPr>
            <a:r>
              <a:rPr lang="zh-CN" altLang="en-US" sz="2200" b="1" dirty="0"/>
              <a:t>基本概念：函数的正交、正交函数集、完备正交函数集，信号的频谱。 </a:t>
            </a:r>
            <a:endParaRPr lang="zh-CN" altLang="en-US" sz="2200" b="1" dirty="0"/>
          </a:p>
          <a:p>
            <a:pPr lvl="1">
              <a:lnSpc>
                <a:spcPct val="125000"/>
              </a:lnSpc>
              <a:buClr>
                <a:schemeClr val="tx1"/>
              </a:buClr>
              <a:buFont typeface="Wingdings" panose="05000000000000000000" pitchFamily="2" charset="2"/>
              <a:buChar char="l"/>
            </a:pPr>
            <a:r>
              <a:rPr lang="zh-CN" altLang="en-US" sz="2200" b="1" dirty="0">
                <a:solidFill>
                  <a:srgbClr val="FF0000"/>
                </a:solidFill>
              </a:rPr>
              <a:t>重点掌握周期信号的频谱分析和傅立叶变换</a:t>
            </a:r>
            <a:endParaRPr lang="zh-CN" altLang="en-US" sz="2200" b="1" dirty="0">
              <a:solidFill>
                <a:srgbClr val="FF0000"/>
              </a:solidFill>
            </a:endParaRPr>
          </a:p>
          <a:p>
            <a:pPr lvl="1">
              <a:lnSpc>
                <a:spcPct val="125000"/>
              </a:lnSpc>
              <a:buClr>
                <a:schemeClr val="tx1"/>
              </a:buClr>
              <a:buFont typeface="Wingdings" panose="05000000000000000000" pitchFamily="2" charset="2"/>
              <a:buChar char="l"/>
            </a:pPr>
            <a:r>
              <a:rPr lang="zh-CN" altLang="en-US" sz="2200" b="1" dirty="0">
                <a:solidFill>
                  <a:srgbClr val="FF0000"/>
                </a:solidFill>
              </a:rPr>
              <a:t>熟记并灵活运用</a:t>
            </a:r>
            <a:r>
              <a:rPr lang="en-US" altLang="zh-CN" sz="2200" b="1" dirty="0" err="1">
                <a:solidFill>
                  <a:srgbClr val="FF0000"/>
                </a:solidFill>
              </a:rPr>
              <a:t>Fouier</a:t>
            </a:r>
            <a:r>
              <a:rPr lang="zh-CN" altLang="en-US" sz="2200" b="1" dirty="0">
                <a:solidFill>
                  <a:srgbClr val="FF0000"/>
                </a:solidFill>
              </a:rPr>
              <a:t>变换的性质</a:t>
            </a:r>
            <a:endParaRPr lang="zh-CN" altLang="en-US" sz="2200" b="1" dirty="0">
              <a:solidFill>
                <a:srgbClr val="FF0000"/>
              </a:solidFill>
            </a:endParaRPr>
          </a:p>
        </p:txBody>
      </p:sp>
      <p:sp>
        <p:nvSpPr>
          <p:cNvPr id="14341" name="Rectangle 4"/>
          <p:cNvSpPr>
            <a:spLocks noChangeArrowheads="1"/>
          </p:cNvSpPr>
          <p:nvPr/>
        </p:nvSpPr>
        <p:spPr bwMode="auto">
          <a:xfrm>
            <a:off x="503238" y="147638"/>
            <a:ext cx="6234112" cy="620712"/>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600" b="1">
                <a:solidFill>
                  <a:srgbClr val="0000FF"/>
                </a:solidFill>
                <a:ea typeface="宋体" panose="02010600030101010101" pitchFamily="2" charset="-122"/>
              </a:rPr>
              <a:t>§3.1 </a:t>
            </a:r>
            <a:r>
              <a:rPr lang="zh-CN" altLang="en-US" sz="3600" b="1">
                <a:solidFill>
                  <a:srgbClr val="0000FF"/>
                </a:solidFill>
                <a:ea typeface="宋体" panose="02010600030101010101" pitchFamily="2" charset="-122"/>
              </a:rPr>
              <a:t>引言</a:t>
            </a:r>
            <a:endParaRPr lang="zh-CN" altLang="en-US" sz="3600" b="1">
              <a:solidFill>
                <a:srgbClr val="0000FF"/>
              </a:solidFill>
              <a:ea typeface="宋体" panose="02010600030101010101" pitchFamily="2" charset="-122"/>
            </a:endParaRPr>
          </a:p>
        </p:txBody>
      </p:sp>
    </p:spTree>
  </p:cSld>
  <p:clrMapOvr>
    <a:masterClrMapping/>
  </p:clrMapOvr>
  <p:transition spd="slow" advTm="2284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57699">
                                            <p:bg/>
                                          </p:spTgt>
                                        </p:tgtEl>
                                        <p:attrNameLst>
                                          <p:attrName>style.visibility</p:attrName>
                                        </p:attrNameLst>
                                      </p:cBhvr>
                                      <p:to>
                                        <p:strVal val="visible"/>
                                      </p:to>
                                    </p:set>
                                    <p:anim calcmode="lin" valueType="num">
                                      <p:cBhvr>
                                        <p:cTn id="7" dur="1000" fill="hold"/>
                                        <p:tgtEl>
                                          <p:spTgt spid="157699">
                                            <p:bg/>
                                          </p:spTgt>
                                        </p:tgtEl>
                                        <p:attrNameLst>
                                          <p:attrName>ppt_w</p:attrName>
                                        </p:attrNameLst>
                                      </p:cBhvr>
                                      <p:tavLst>
                                        <p:tav tm="0">
                                          <p:val>
                                            <p:strVal val="#ppt_w*0.70"/>
                                          </p:val>
                                        </p:tav>
                                        <p:tav tm="100000">
                                          <p:val>
                                            <p:strVal val="#ppt_w"/>
                                          </p:val>
                                        </p:tav>
                                      </p:tavLst>
                                    </p:anim>
                                    <p:anim calcmode="lin" valueType="num">
                                      <p:cBhvr>
                                        <p:cTn id="8" dur="1000" fill="hold"/>
                                        <p:tgtEl>
                                          <p:spTgt spid="157699">
                                            <p:bg/>
                                          </p:spTgt>
                                        </p:tgtEl>
                                        <p:attrNameLst>
                                          <p:attrName>ppt_h</p:attrName>
                                        </p:attrNameLst>
                                      </p:cBhvr>
                                      <p:tavLst>
                                        <p:tav tm="0">
                                          <p:val>
                                            <p:strVal val="#ppt_h"/>
                                          </p:val>
                                        </p:tav>
                                        <p:tav tm="100000">
                                          <p:val>
                                            <p:strVal val="#ppt_h"/>
                                          </p:val>
                                        </p:tav>
                                      </p:tavLst>
                                    </p:anim>
                                    <p:animEffect transition="in" filter="fade">
                                      <p:cBhvr>
                                        <p:cTn id="9" dur="1000"/>
                                        <p:tgtEl>
                                          <p:spTgt spid="157699">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57699">
                                            <p:txEl>
                                              <p:pRg st="0" end="0"/>
                                            </p:txEl>
                                          </p:spTgt>
                                        </p:tgtEl>
                                        <p:attrNameLst>
                                          <p:attrName>style.visibility</p:attrName>
                                        </p:attrNameLst>
                                      </p:cBhvr>
                                      <p:to>
                                        <p:strVal val="visible"/>
                                      </p:to>
                                    </p:set>
                                    <p:anim calcmode="lin" valueType="num">
                                      <p:cBhvr>
                                        <p:cTn id="12" dur="1000" fill="hold"/>
                                        <p:tgtEl>
                                          <p:spTgt spid="157699">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57699">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57699">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57699">
                                            <p:txEl>
                                              <p:pRg st="1" end="1"/>
                                            </p:txEl>
                                          </p:spTgt>
                                        </p:tgtEl>
                                        <p:attrNameLst>
                                          <p:attrName>style.visibility</p:attrName>
                                        </p:attrNameLst>
                                      </p:cBhvr>
                                      <p:to>
                                        <p:strVal val="visible"/>
                                      </p:to>
                                    </p:set>
                                    <p:anim calcmode="lin" valueType="num">
                                      <p:cBhvr>
                                        <p:cTn id="17" dur="1000" fill="hold"/>
                                        <p:tgtEl>
                                          <p:spTgt spid="157699">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157699">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157699">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57699">
                                            <p:txEl>
                                              <p:pRg st="2" end="2"/>
                                            </p:txEl>
                                          </p:spTgt>
                                        </p:tgtEl>
                                        <p:attrNameLst>
                                          <p:attrName>style.visibility</p:attrName>
                                        </p:attrNameLst>
                                      </p:cBhvr>
                                      <p:to>
                                        <p:strVal val="visible"/>
                                      </p:to>
                                    </p:set>
                                    <p:anim calcmode="lin" valueType="num">
                                      <p:cBhvr>
                                        <p:cTn id="22" dur="1000" fill="hold"/>
                                        <p:tgtEl>
                                          <p:spTgt spid="157699">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157699">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157699">
                                            <p:txEl>
                                              <p:pRg st="2" end="2"/>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57699">
                                            <p:txEl>
                                              <p:pRg st="3" end="3"/>
                                            </p:txEl>
                                          </p:spTgt>
                                        </p:tgtEl>
                                        <p:attrNameLst>
                                          <p:attrName>style.visibility</p:attrName>
                                        </p:attrNameLst>
                                      </p:cBhvr>
                                      <p:to>
                                        <p:strVal val="visible"/>
                                      </p:to>
                                    </p:set>
                                    <p:anim calcmode="lin" valueType="num">
                                      <p:cBhvr>
                                        <p:cTn id="27" dur="1000" fill="hold"/>
                                        <p:tgtEl>
                                          <p:spTgt spid="157699">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157699">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157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animBg="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4D035D51-05BB-4E7A-9DB3-EA884B793609}" type="datetime1">
              <a:rPr lang="zh-CN" altLang="en-US"/>
            </a:fld>
            <a:endParaRPr lang="zh-CN" altLang="en-US"/>
          </a:p>
        </p:txBody>
      </p:sp>
      <p:sp>
        <p:nvSpPr>
          <p:cNvPr id="15363" name="Rectangle 2"/>
          <p:cNvSpPr>
            <a:spLocks noGrp="1" noChangeArrowheads="1"/>
          </p:cNvSpPr>
          <p:nvPr>
            <p:ph type="title" idx="4294967295"/>
          </p:nvPr>
        </p:nvSpPr>
        <p:spPr>
          <a:xfrm>
            <a:off x="503238" y="147638"/>
            <a:ext cx="6234112" cy="620712"/>
          </a:xfrm>
          <a:solidFill>
            <a:schemeClr val="bg1"/>
          </a:solidFill>
          <a:effectLst>
            <a:outerShdw dist="35921" dir="2700000" algn="ctr" rotWithShape="0">
              <a:srgbClr val="808080"/>
            </a:outerShdw>
          </a:effectLst>
        </p:spPr>
        <p:txBody>
          <a:bodyPr/>
          <a:lstStyle/>
          <a:p>
            <a:r>
              <a:rPr lang="en-US" altLang="zh-CN" sz="3600" b="1">
                <a:solidFill>
                  <a:srgbClr val="0000FF"/>
                </a:solidFill>
              </a:rPr>
              <a:t>§3.1 </a:t>
            </a:r>
            <a:r>
              <a:rPr lang="zh-CN" altLang="en-US" sz="3600" b="1">
                <a:solidFill>
                  <a:srgbClr val="0000FF"/>
                </a:solidFill>
              </a:rPr>
              <a:t>引言</a:t>
            </a:r>
            <a:endParaRPr lang="zh-CN" altLang="en-US" sz="3600" b="1">
              <a:solidFill>
                <a:srgbClr val="0000FF"/>
              </a:solidFill>
            </a:endParaRPr>
          </a:p>
        </p:txBody>
      </p:sp>
      <p:sp>
        <p:nvSpPr>
          <p:cNvPr id="15364" name="Rectangle 3"/>
          <p:cNvSpPr>
            <a:spLocks noGrp="1" noChangeArrowheads="1"/>
          </p:cNvSpPr>
          <p:nvPr>
            <p:ph type="body" idx="4294967295"/>
          </p:nvPr>
        </p:nvSpPr>
        <p:spPr>
          <a:xfrm>
            <a:off x="601663" y="917575"/>
            <a:ext cx="6435725" cy="504825"/>
          </a:xfrm>
        </p:spPr>
        <p:txBody>
          <a:bodyPr/>
          <a:lstStyle/>
          <a:p>
            <a:pPr>
              <a:lnSpc>
                <a:spcPct val="130000"/>
              </a:lnSpc>
              <a:buFont typeface="Wingdings" panose="05000000000000000000" pitchFamily="2" charset="2"/>
              <a:buNone/>
            </a:pPr>
            <a:r>
              <a:rPr lang="en-US" altLang="zh-CN" sz="3400" b="1">
                <a:solidFill>
                  <a:schemeClr val="tx2"/>
                </a:solidFill>
                <a:ea typeface="宋体" panose="02010600030101010101" pitchFamily="2" charset="-122"/>
              </a:rPr>
              <a:t>2</a:t>
            </a:r>
            <a:r>
              <a:rPr lang="zh-CN" altLang="en-US" sz="3400" b="1">
                <a:solidFill>
                  <a:schemeClr val="tx2"/>
                </a:solidFill>
                <a:ea typeface="宋体" panose="02010600030101010101" pitchFamily="2" charset="-122"/>
              </a:rPr>
              <a:t>、信号分析与系统分析</a:t>
            </a:r>
            <a:endParaRPr lang="zh-CN" altLang="en-US" sz="3400" b="1">
              <a:solidFill>
                <a:schemeClr val="tx2"/>
              </a:solidFill>
              <a:ea typeface="宋体" panose="02010600030101010101" pitchFamily="2" charset="-122"/>
            </a:endParaRPr>
          </a:p>
        </p:txBody>
      </p:sp>
      <p:sp>
        <p:nvSpPr>
          <p:cNvPr id="158724" name="Rectangle 4"/>
          <p:cNvSpPr>
            <a:spLocks noChangeArrowheads="1"/>
          </p:cNvSpPr>
          <p:nvPr/>
        </p:nvSpPr>
        <p:spPr bwMode="auto">
          <a:xfrm>
            <a:off x="1258888" y="1700213"/>
            <a:ext cx="7469187" cy="4897437"/>
          </a:xfrm>
          <a:prstGeom prst="rect">
            <a:avLst/>
          </a:prstGeom>
          <a:noFill/>
          <a:ln w="57150">
            <a:solidFill>
              <a:srgbClr val="6600CC"/>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0000"/>
              </a:lnSpc>
              <a:buClr>
                <a:srgbClr val="FF0000"/>
              </a:buClr>
              <a:buFont typeface="Wingdings" panose="05000000000000000000" pitchFamily="2" charset="2"/>
              <a:buChar char="l"/>
            </a:pPr>
            <a:r>
              <a:rPr lang="zh-CN" altLang="en-US" sz="2600" b="1">
                <a:solidFill>
                  <a:srgbClr val="FF0000"/>
                </a:solidFill>
              </a:rPr>
              <a:t>系统分析</a:t>
            </a:r>
            <a:r>
              <a:rPr lang="zh-CN" altLang="en-US" sz="2600" b="1"/>
              <a:t>：就是研究一给定系统对各种输入信号会产生何种输出信号。（时域分析方法）</a:t>
            </a:r>
            <a:endParaRPr lang="zh-CN" altLang="en-US" sz="2600" b="1"/>
          </a:p>
          <a:p>
            <a:pPr>
              <a:lnSpc>
                <a:spcPct val="130000"/>
              </a:lnSpc>
              <a:buClr>
                <a:srgbClr val="FF0000"/>
              </a:buClr>
              <a:buFont typeface="Wingdings" panose="05000000000000000000" pitchFamily="2" charset="2"/>
              <a:buChar char="l"/>
            </a:pPr>
            <a:r>
              <a:rPr lang="zh-CN" altLang="en-US" sz="2600" b="1">
                <a:solidFill>
                  <a:srgbClr val="FF0000"/>
                </a:solidFill>
              </a:rPr>
              <a:t>信号分析</a:t>
            </a:r>
            <a:r>
              <a:rPr lang="zh-CN" altLang="en-US" sz="2600" b="1"/>
              <a:t>：</a:t>
            </a:r>
            <a:endParaRPr lang="zh-CN" altLang="en-US" sz="2600" b="1"/>
          </a:p>
          <a:p>
            <a:pPr>
              <a:lnSpc>
                <a:spcPct val="130000"/>
              </a:lnSpc>
              <a:buClr>
                <a:srgbClr val="FF0000"/>
              </a:buClr>
              <a:buFont typeface="Wingdings" panose="05000000000000000000" pitchFamily="2" charset="2"/>
              <a:buNone/>
            </a:pPr>
            <a:r>
              <a:rPr lang="zh-CN" altLang="en-US" sz="2600" b="1"/>
              <a:t>    </a:t>
            </a:r>
            <a:r>
              <a:rPr lang="en-US" altLang="zh-CN" sz="2600" b="1"/>
              <a:t>--</a:t>
            </a:r>
            <a:r>
              <a:rPr lang="zh-CN" altLang="en-US" sz="2600" b="1"/>
              <a:t>就是要研究信号如何表示成各</a:t>
            </a:r>
            <a:r>
              <a:rPr lang="zh-CN" altLang="en-US" sz="2600" b="1">
                <a:solidFill>
                  <a:srgbClr val="FF0000"/>
                </a:solidFill>
              </a:rPr>
              <a:t>分量</a:t>
            </a:r>
            <a:r>
              <a:rPr lang="zh-CN" altLang="en-US" sz="2600" b="1"/>
              <a:t>（或单元函数）的迭加</a:t>
            </a:r>
            <a:r>
              <a:rPr lang="en-US" altLang="zh-CN" sz="2600" b="1"/>
              <a:t>;</a:t>
            </a:r>
            <a:endParaRPr lang="en-US" altLang="zh-CN" sz="2600" b="1"/>
          </a:p>
          <a:p>
            <a:pPr>
              <a:lnSpc>
                <a:spcPct val="130000"/>
              </a:lnSpc>
              <a:buClr>
                <a:srgbClr val="FF0000"/>
              </a:buClr>
              <a:buFont typeface="Wingdings" panose="05000000000000000000" pitchFamily="2" charset="2"/>
              <a:buNone/>
            </a:pPr>
            <a:r>
              <a:rPr lang="en-US" altLang="zh-CN" sz="2600" b="1"/>
              <a:t>    --</a:t>
            </a:r>
            <a:r>
              <a:rPr lang="zh-CN" altLang="en-US" sz="2600" b="1"/>
              <a:t>一系列单元函数构成一个函数集；</a:t>
            </a:r>
            <a:endParaRPr lang="en-US" altLang="zh-CN" sz="2600" b="1"/>
          </a:p>
          <a:p>
            <a:pPr>
              <a:lnSpc>
                <a:spcPct val="130000"/>
              </a:lnSpc>
              <a:buClr>
                <a:srgbClr val="FF0000"/>
              </a:buClr>
              <a:buFont typeface="Wingdings" panose="05000000000000000000" pitchFamily="2" charset="2"/>
              <a:buNone/>
            </a:pPr>
            <a:r>
              <a:rPr lang="en-US" altLang="zh-CN" sz="2600" b="1"/>
              <a:t>    --</a:t>
            </a:r>
            <a:r>
              <a:rPr lang="zh-CN" altLang="en-US" sz="2600" b="1"/>
              <a:t>并从各分量的组成情况去考虑信号的特性。</a:t>
            </a:r>
            <a:endParaRPr lang="zh-CN" altLang="en-US" sz="2600" b="1"/>
          </a:p>
        </p:txBody>
      </p:sp>
    </p:spTree>
    <p:custDataLst>
      <p:tags r:id="rId1"/>
    </p:custDataLst>
  </p:cSld>
  <p:clrMapOvr>
    <a:masterClrMapping/>
  </p:clrMapOvr>
  <p:transition spd="slow" advTm="18891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8724">
                                            <p:txEl>
                                              <p:pRg st="0" end="0"/>
                                            </p:txEl>
                                          </p:spTgt>
                                        </p:tgtEl>
                                        <p:attrNameLst>
                                          <p:attrName>style.visibility</p:attrName>
                                        </p:attrNameLst>
                                      </p:cBhvr>
                                      <p:to>
                                        <p:strVal val="visible"/>
                                      </p:to>
                                    </p:set>
                                    <p:anim calcmode="lin" valueType="num">
                                      <p:cBhvr>
                                        <p:cTn id="7" dur="1000" fill="hold"/>
                                        <p:tgtEl>
                                          <p:spTgt spid="15872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5872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5872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58724">
                                            <p:txEl>
                                              <p:pRg st="1" end="1"/>
                                            </p:txEl>
                                          </p:spTgt>
                                        </p:tgtEl>
                                        <p:attrNameLst>
                                          <p:attrName>style.visibility</p:attrName>
                                        </p:attrNameLst>
                                      </p:cBhvr>
                                      <p:to>
                                        <p:strVal val="visible"/>
                                      </p:to>
                                    </p:set>
                                    <p:anim calcmode="lin" valueType="num">
                                      <p:cBhvr>
                                        <p:cTn id="14" dur="1000" fill="hold"/>
                                        <p:tgtEl>
                                          <p:spTgt spid="15872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5872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5872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58724">
                                            <p:txEl>
                                              <p:pRg st="2" end="2"/>
                                            </p:txEl>
                                          </p:spTgt>
                                        </p:tgtEl>
                                        <p:attrNameLst>
                                          <p:attrName>style.visibility</p:attrName>
                                        </p:attrNameLst>
                                      </p:cBhvr>
                                      <p:to>
                                        <p:strVal val="visible"/>
                                      </p:to>
                                    </p:set>
                                    <p:anim calcmode="lin" valueType="num">
                                      <p:cBhvr>
                                        <p:cTn id="21" dur="1000" fill="hold"/>
                                        <p:tgtEl>
                                          <p:spTgt spid="158724">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58724">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5872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158724">
                                            <p:txEl>
                                              <p:pRg st="3" end="3"/>
                                            </p:txEl>
                                          </p:spTgt>
                                        </p:tgtEl>
                                        <p:attrNameLst>
                                          <p:attrName>style.visibility</p:attrName>
                                        </p:attrNameLst>
                                      </p:cBhvr>
                                      <p:to>
                                        <p:strVal val="visible"/>
                                      </p:to>
                                    </p:set>
                                    <p:anim calcmode="lin" valueType="num">
                                      <p:cBhvr>
                                        <p:cTn id="28" dur="1000" fill="hold"/>
                                        <p:tgtEl>
                                          <p:spTgt spid="158724">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58724">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58724">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158724">
                                            <p:txEl>
                                              <p:pRg st="4" end="4"/>
                                            </p:txEl>
                                          </p:spTgt>
                                        </p:tgtEl>
                                        <p:attrNameLst>
                                          <p:attrName>style.visibility</p:attrName>
                                        </p:attrNameLst>
                                      </p:cBhvr>
                                      <p:to>
                                        <p:strVal val="visible"/>
                                      </p:to>
                                    </p:set>
                                    <p:anim calcmode="lin" valueType="num">
                                      <p:cBhvr>
                                        <p:cTn id="35" dur="1000" fill="hold"/>
                                        <p:tgtEl>
                                          <p:spTgt spid="158724">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58724">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5872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CCD61B83-2FD2-4CDA-8A4B-02EBD6D8B3AF}" type="datetime1">
              <a:rPr lang="zh-CN" altLang="en-US"/>
            </a:fld>
            <a:endParaRPr lang="zh-CN" altLang="en-US"/>
          </a:p>
        </p:txBody>
      </p:sp>
      <p:sp>
        <p:nvSpPr>
          <p:cNvPr id="159747" name="Rectangle 3"/>
          <p:cNvSpPr>
            <a:spLocks noChangeArrowheads="1"/>
          </p:cNvSpPr>
          <p:nvPr/>
        </p:nvSpPr>
        <p:spPr bwMode="auto">
          <a:xfrm>
            <a:off x="849313" y="4102100"/>
            <a:ext cx="4751387" cy="576263"/>
          </a:xfrm>
          <a:prstGeom prst="rect">
            <a:avLst/>
          </a:prstGeom>
          <a:solidFill>
            <a:schemeClr val="bg1"/>
          </a:solidFill>
          <a:ln>
            <a:noFill/>
          </a:ln>
          <a:effectLst>
            <a:outerShdw dist="35921" dir="2700000" algn="ctr" rotWithShape="0">
              <a:schemeClr val="bg2">
                <a:alpha val="50000"/>
              </a:schemeClr>
            </a:outerShdw>
          </a:effectLst>
          <a:extLs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lnSpc>
                <a:spcPct val="135000"/>
              </a:lnSpc>
            </a:pPr>
            <a:r>
              <a:rPr lang="zh-CN" altLang="en-US" sz="2000" b="1">
                <a:solidFill>
                  <a:schemeClr val="accent2"/>
                </a:solidFill>
              </a:rPr>
              <a:t>从信号分量组成情况讨论信号特性</a:t>
            </a:r>
            <a:endParaRPr lang="zh-CN" altLang="en-US" sz="2000" b="1">
              <a:solidFill>
                <a:schemeClr val="accent2"/>
              </a:solidFill>
            </a:endParaRPr>
          </a:p>
        </p:txBody>
      </p:sp>
      <p:sp>
        <p:nvSpPr>
          <p:cNvPr id="159748" name="Rectangle 4"/>
          <p:cNvSpPr>
            <a:spLocks noChangeArrowheads="1"/>
          </p:cNvSpPr>
          <p:nvPr/>
        </p:nvSpPr>
        <p:spPr bwMode="auto">
          <a:xfrm>
            <a:off x="660400" y="620713"/>
            <a:ext cx="8483600" cy="869950"/>
          </a:xfrm>
          <a:prstGeom prst="rect">
            <a:avLst/>
          </a:prstGeom>
          <a:solidFill>
            <a:schemeClr val="bg1"/>
          </a:solidFill>
          <a:ln>
            <a:noFill/>
          </a:ln>
          <a:effectLst>
            <a:outerShdw dist="35921" dir="2700000" algn="ctr" rotWithShape="0">
              <a:schemeClr val="bg2">
                <a:alpha val="50000"/>
              </a:schemeClr>
            </a:outerShdw>
          </a:effectLst>
          <a:extLst>
            <a:ext uri="{91240B29-F687-4F45-9708-019B960494DF}">
              <a14:hiddenLine xmlns:a14="http://schemas.microsoft.com/office/drawing/2010/main" w="38100">
                <a:solidFill>
                  <a:srgbClr val="000000"/>
                </a:solidFill>
                <a:miter lim="800000"/>
                <a:headEnd/>
                <a:tailEnd/>
              </a14:hiddenLine>
            </a:ext>
          </a:extLst>
        </p:spPr>
        <p:txBody>
          <a:bodyPr/>
          <a:lstStyle>
            <a:lvl1pPr marL="176530" indent="-1765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5000"/>
              </a:lnSpc>
              <a:buClr>
                <a:schemeClr val="tx1"/>
              </a:buClr>
              <a:buFont typeface="Wingdings" panose="05000000000000000000" pitchFamily="2" charset="2"/>
              <a:buNone/>
            </a:pPr>
            <a:r>
              <a:rPr lang="en-US" altLang="zh-CN" sz="3400" b="1">
                <a:solidFill>
                  <a:schemeClr val="tx2"/>
                </a:solidFill>
                <a:ea typeface="宋体" panose="02010600030101010101" pitchFamily="2" charset="-122"/>
              </a:rPr>
              <a:t>3</a:t>
            </a:r>
            <a:r>
              <a:rPr lang="zh-CN" altLang="en-US" sz="3400" b="1">
                <a:solidFill>
                  <a:schemeClr val="tx2"/>
                </a:solidFill>
                <a:ea typeface="宋体" panose="02010600030101010101" pitchFamily="2" charset="-122"/>
              </a:rPr>
              <a:t>、信号分析需要解决的三个问题</a:t>
            </a:r>
            <a:endParaRPr lang="zh-CN" altLang="en-US" sz="3400" b="1">
              <a:solidFill>
                <a:schemeClr val="tx2"/>
              </a:solidFill>
              <a:ea typeface="宋体" panose="02010600030101010101" pitchFamily="2" charset="-122"/>
            </a:endParaRPr>
          </a:p>
        </p:txBody>
      </p:sp>
      <p:sp>
        <p:nvSpPr>
          <p:cNvPr id="159749" name="Rectangle 5"/>
          <p:cNvSpPr>
            <a:spLocks noChangeArrowheads="1"/>
          </p:cNvSpPr>
          <p:nvPr/>
        </p:nvSpPr>
        <p:spPr bwMode="auto">
          <a:xfrm>
            <a:off x="525463" y="1219200"/>
            <a:ext cx="8618537" cy="2946400"/>
          </a:xfrm>
          <a:prstGeom prst="rect">
            <a:avLst/>
          </a:prstGeom>
          <a:solidFill>
            <a:schemeClr val="bg1"/>
          </a:solidFill>
          <a:ln w="38100">
            <a:solidFill>
              <a:srgbClr val="FF0000"/>
            </a:solidFill>
            <a:miter lim="800000"/>
          </a:ln>
          <a:effectLst>
            <a:prstShdw prst="shdw12">
              <a:schemeClr val="bg2">
                <a:alpha val="50000"/>
              </a:schemeClr>
            </a:prstShdw>
          </a:effectLst>
        </p:spPr>
        <p:txBody>
          <a:bodyPr/>
          <a:lstStyle>
            <a:lvl1pPr marL="894080" indent="-894080">
              <a:spcBef>
                <a:spcPct val="20000"/>
              </a:spcBef>
              <a:buClr>
                <a:schemeClr val="accent2"/>
              </a:buClr>
              <a:buFont typeface="Wingdings" panose="05000000000000000000" pitchFamily="2" charset="2"/>
              <a:buChar char="o"/>
              <a:tabLst>
                <a:tab pos="893445" algn="l"/>
              </a:tabLst>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tabLst>
                <a:tab pos="893445" algn="l"/>
              </a:tabLst>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tabLst>
                <a:tab pos="893445" algn="l"/>
              </a:tabLst>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tabLst>
                <a:tab pos="893445" algn="l"/>
              </a:tabLst>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tabLst>
                <a:tab pos="893445" algn="l"/>
              </a:tabLst>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tabLst>
                <a:tab pos="893445" algn="l"/>
              </a:tabLst>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tabLst>
                <a:tab pos="893445" algn="l"/>
              </a:tabLst>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tabLst>
                <a:tab pos="893445" algn="l"/>
              </a:tabLst>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tabLst>
                <a:tab pos="893445" algn="l"/>
              </a:tabLst>
              <a:defRPr sz="2000">
                <a:solidFill>
                  <a:schemeClr val="tx1"/>
                </a:solidFill>
                <a:latin typeface="Verdana" panose="020B0604030504040204" pitchFamily="34" charset="0"/>
                <a:ea typeface="黑体" panose="02010609060101010101" pitchFamily="49" charset="-122"/>
              </a:defRPr>
            </a:lvl9pPr>
          </a:lstStyle>
          <a:p>
            <a:pPr>
              <a:lnSpc>
                <a:spcPct val="135000"/>
              </a:lnSpc>
              <a:buClr>
                <a:schemeClr val="tx1"/>
              </a:buClr>
              <a:buFont typeface="Wingdings" panose="05000000000000000000" pitchFamily="2" charset="2"/>
              <a:buNone/>
            </a:pPr>
            <a:r>
              <a:rPr lang="en-US" altLang="zh-CN" sz="1900" b="1" dirty="0">
                <a:solidFill>
                  <a:srgbClr val="FF0000"/>
                </a:solidFill>
              </a:rPr>
              <a:t>1</a:t>
            </a:r>
            <a:r>
              <a:rPr lang="zh-CN" altLang="en-US" sz="1900" b="1" dirty="0">
                <a:solidFill>
                  <a:srgbClr val="FF0000"/>
                </a:solidFill>
              </a:rPr>
              <a:t>）找原则</a:t>
            </a:r>
            <a:r>
              <a:rPr lang="en-US" altLang="zh-CN" sz="1900" b="1" dirty="0"/>
              <a:t>—</a:t>
            </a:r>
            <a:r>
              <a:rPr lang="zh-CN" altLang="en-US" sz="1900" b="1" dirty="0"/>
              <a:t>依据什么原则选取表示什么样的函数集？什么样的函数集才能完全无误差地表示各种复杂信号？（</a:t>
            </a:r>
            <a:r>
              <a:rPr lang="zh-CN" altLang="en-US" sz="1900" b="1" dirty="0">
                <a:solidFill>
                  <a:srgbClr val="0000FF"/>
                </a:solidFill>
              </a:rPr>
              <a:t>分解误差最小，简便；可以证明</a:t>
            </a:r>
            <a:r>
              <a:rPr lang="zh-CN" altLang="en-US" sz="1900" b="1" dirty="0">
                <a:solidFill>
                  <a:srgbClr val="FF0000"/>
                </a:solidFill>
              </a:rPr>
              <a:t>完备的正交函数集</a:t>
            </a:r>
            <a:r>
              <a:rPr lang="zh-CN" altLang="en-US" sz="1900" b="1" dirty="0">
                <a:solidFill>
                  <a:srgbClr val="0000FF"/>
                </a:solidFill>
              </a:rPr>
              <a:t>可表示任何的复杂信号）</a:t>
            </a:r>
            <a:endParaRPr lang="en-US" altLang="zh-CN" sz="1900" b="1" dirty="0">
              <a:solidFill>
                <a:srgbClr val="0000FF"/>
              </a:solidFill>
            </a:endParaRPr>
          </a:p>
          <a:p>
            <a:pPr>
              <a:lnSpc>
                <a:spcPct val="135000"/>
              </a:lnSpc>
              <a:buClr>
                <a:schemeClr val="tx1"/>
              </a:buClr>
              <a:buFont typeface="Wingdings" panose="05000000000000000000" pitchFamily="2" charset="2"/>
              <a:buNone/>
            </a:pPr>
            <a:r>
              <a:rPr lang="en-US" altLang="zh-CN" sz="1900" b="1" dirty="0">
                <a:solidFill>
                  <a:srgbClr val="FF0000"/>
                </a:solidFill>
              </a:rPr>
              <a:t>2</a:t>
            </a:r>
            <a:r>
              <a:rPr lang="zh-CN" altLang="en-US" sz="1900" b="1" dirty="0">
                <a:solidFill>
                  <a:srgbClr val="FF0000"/>
                </a:solidFill>
              </a:rPr>
              <a:t>）信号如何分解？</a:t>
            </a:r>
            <a:r>
              <a:rPr lang="en-US" altLang="zh-CN" sz="1900" b="1" dirty="0"/>
              <a:t>--</a:t>
            </a:r>
            <a:r>
              <a:rPr lang="zh-CN" altLang="en-US" sz="1900" b="1" dirty="0"/>
              <a:t>选定函数集后，如何将信号分解或表示为该函数集中各单元函数的组合？</a:t>
            </a:r>
            <a:r>
              <a:rPr lang="zh-CN" altLang="en-US" sz="1900" b="1" dirty="0">
                <a:solidFill>
                  <a:srgbClr val="0000FF"/>
                </a:solidFill>
              </a:rPr>
              <a:t>（</a:t>
            </a:r>
            <a:r>
              <a:rPr lang="zh-CN" altLang="en-US" sz="1900" b="1" dirty="0">
                <a:solidFill>
                  <a:srgbClr val="FF0000"/>
                </a:solidFill>
              </a:rPr>
              <a:t>级数</a:t>
            </a:r>
            <a:r>
              <a:rPr lang="zh-CN" altLang="en-US" sz="1900" b="1" dirty="0">
                <a:solidFill>
                  <a:srgbClr val="0000FF"/>
                </a:solidFill>
              </a:rPr>
              <a:t>展开 或</a:t>
            </a:r>
            <a:r>
              <a:rPr lang="zh-CN" altLang="en-US" sz="1900" b="1" dirty="0">
                <a:solidFill>
                  <a:srgbClr val="FF0000"/>
                </a:solidFill>
              </a:rPr>
              <a:t>傅里叶变换</a:t>
            </a:r>
            <a:r>
              <a:rPr lang="zh-CN" altLang="en-US" sz="1900" b="1" dirty="0">
                <a:solidFill>
                  <a:srgbClr val="0000FF"/>
                </a:solidFill>
              </a:rPr>
              <a:t>）</a:t>
            </a:r>
            <a:endParaRPr lang="en-US" altLang="zh-CN" sz="1900" b="1" dirty="0">
              <a:solidFill>
                <a:srgbClr val="0000FF"/>
              </a:solidFill>
            </a:endParaRPr>
          </a:p>
          <a:p>
            <a:pPr>
              <a:lnSpc>
                <a:spcPct val="135000"/>
              </a:lnSpc>
              <a:buClr>
                <a:schemeClr val="tx1"/>
              </a:buClr>
              <a:buFont typeface="Wingdings" panose="05000000000000000000" pitchFamily="2" charset="2"/>
              <a:buNone/>
            </a:pPr>
            <a:r>
              <a:rPr lang="en-US" altLang="zh-CN" sz="1900" b="1" dirty="0">
                <a:solidFill>
                  <a:srgbClr val="FF0000"/>
                </a:solidFill>
              </a:rPr>
              <a:t>3</a:t>
            </a:r>
            <a:r>
              <a:rPr lang="zh-CN" altLang="en-US" sz="1900" b="1" dirty="0">
                <a:solidFill>
                  <a:srgbClr val="FF0000"/>
                </a:solidFill>
              </a:rPr>
              <a:t>）信号分析</a:t>
            </a:r>
            <a:r>
              <a:rPr lang="en-US" altLang="zh-CN" sz="1900" b="1" dirty="0"/>
              <a:t>---</a:t>
            </a:r>
            <a:r>
              <a:rPr lang="zh-CN" altLang="en-US" sz="1900" b="1" dirty="0"/>
              <a:t>信号分解后，如何依据各分量的组成情况来分析信号的特点？</a:t>
            </a:r>
            <a:r>
              <a:rPr lang="zh-CN" altLang="en-US" sz="1900" b="1" dirty="0">
                <a:solidFill>
                  <a:srgbClr val="0000FF"/>
                </a:solidFill>
              </a:rPr>
              <a:t>（信号的分量组成情况就表现为信号的</a:t>
            </a:r>
            <a:r>
              <a:rPr lang="zh-CN" altLang="en-US" sz="1900" b="1" dirty="0">
                <a:solidFill>
                  <a:srgbClr val="FF0000"/>
                </a:solidFill>
              </a:rPr>
              <a:t>频谱</a:t>
            </a:r>
            <a:r>
              <a:rPr lang="zh-CN" altLang="en-US" sz="1900" b="1" dirty="0">
                <a:solidFill>
                  <a:srgbClr val="0000FF"/>
                </a:solidFill>
              </a:rPr>
              <a:t>）</a:t>
            </a:r>
            <a:endParaRPr lang="en-US" altLang="zh-CN" sz="1900" b="1" dirty="0">
              <a:solidFill>
                <a:srgbClr val="0000FF"/>
              </a:solidFill>
            </a:endParaRPr>
          </a:p>
        </p:txBody>
      </p:sp>
      <p:sp>
        <p:nvSpPr>
          <p:cNvPr id="159750" name="Rectangle 6"/>
          <p:cNvSpPr>
            <a:spLocks noChangeArrowheads="1"/>
          </p:cNvSpPr>
          <p:nvPr/>
        </p:nvSpPr>
        <p:spPr bwMode="auto">
          <a:xfrm>
            <a:off x="931863" y="5678488"/>
            <a:ext cx="4608512" cy="576262"/>
          </a:xfrm>
          <a:prstGeom prst="rect">
            <a:avLst/>
          </a:prstGeom>
          <a:solidFill>
            <a:schemeClr val="bg1"/>
          </a:solidFill>
          <a:ln>
            <a:noFill/>
          </a:ln>
          <a:effectLst>
            <a:outerShdw dist="35921" dir="2700000" algn="ctr" rotWithShape="0">
              <a:schemeClr val="bg2">
                <a:alpha val="50000"/>
              </a:schemeClr>
            </a:outerShdw>
          </a:effectLst>
          <a:extLst>
            <a:ext uri="{91240B29-F687-4F45-9708-019B960494DF}">
              <a14:hiddenLine xmlns:a14="http://schemas.microsoft.com/office/drawing/2010/main" w="38100">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452755" indent="-2730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lnSpc>
                <a:spcPct val="135000"/>
              </a:lnSpc>
            </a:pPr>
            <a:r>
              <a:rPr lang="zh-CN" altLang="en-US" sz="2000" b="1">
                <a:solidFill>
                  <a:schemeClr val="accent2"/>
                </a:solidFill>
              </a:rPr>
              <a:t>信号时域特性与频域特性的关系</a:t>
            </a:r>
            <a:endParaRPr lang="zh-CN" altLang="en-US" sz="2000" b="1">
              <a:solidFill>
                <a:schemeClr val="accent2"/>
              </a:solidFill>
            </a:endParaRPr>
          </a:p>
        </p:txBody>
      </p:sp>
      <p:sp>
        <p:nvSpPr>
          <p:cNvPr id="159751" name="Text Box 7"/>
          <p:cNvSpPr txBox="1">
            <a:spLocks noChangeArrowheads="1"/>
          </p:cNvSpPr>
          <p:nvPr/>
        </p:nvSpPr>
        <p:spPr bwMode="auto">
          <a:xfrm>
            <a:off x="1720850" y="4640263"/>
            <a:ext cx="3382963" cy="1014412"/>
          </a:xfrm>
          <a:prstGeom prst="rect">
            <a:avLst/>
          </a:prstGeom>
          <a:solidFill>
            <a:schemeClr val="bg1"/>
          </a:solidFill>
          <a:ln w="9525">
            <a:solidFill>
              <a:schemeClr val="bg2"/>
            </a:solidFill>
            <a:miter lim="800000"/>
          </a:ln>
          <a:effectLst>
            <a:outerShdw dist="35921" dir="2700000" algn="ctr" rotWithShape="0">
              <a:schemeClr val="bg2"/>
            </a:outerShdw>
          </a:effectLst>
        </p:spPr>
        <p:txBody>
          <a:bodyPr>
            <a:spAutoFit/>
          </a:bodyPr>
          <a:lstStyle>
            <a:lvl1pPr marL="539750" indent="-45085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周期信号频谱；</a:t>
            </a:r>
            <a:endParaRPr lang="zh-CN" altLang="en-US" sz="2400" b="1">
              <a:latin typeface="Times New Roman" panose="02020603050405020304" pitchFamily="18" charset="0"/>
              <a:ea typeface="宋体" panose="02010600030101010101" pitchFamily="2" charset="-122"/>
            </a:endParaRPr>
          </a:p>
          <a:p>
            <a:pPr eaLnBrk="1" hangingPunct="1">
              <a:spcBef>
                <a:spcPct val="5000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非周期信号频谱；</a:t>
            </a:r>
            <a:endParaRPr lang="zh-CN" altLang="en-US" sz="2400" b="1">
              <a:latin typeface="Times New Roman" panose="02020603050405020304" pitchFamily="18" charset="0"/>
              <a:ea typeface="宋体" panose="02010600030101010101" pitchFamily="2" charset="-122"/>
            </a:endParaRPr>
          </a:p>
        </p:txBody>
      </p:sp>
      <p:sp>
        <p:nvSpPr>
          <p:cNvPr id="16392" name="Rectangle 8"/>
          <p:cNvSpPr>
            <a:spLocks noGrp="1" noChangeArrowheads="1"/>
          </p:cNvSpPr>
          <p:nvPr>
            <p:ph type="title" idx="4294967295"/>
          </p:nvPr>
        </p:nvSpPr>
        <p:spPr>
          <a:xfrm>
            <a:off x="503238" y="147638"/>
            <a:ext cx="6234112" cy="620712"/>
          </a:xfrm>
          <a:solidFill>
            <a:schemeClr val="bg1"/>
          </a:solidFill>
          <a:effectLst>
            <a:outerShdw dist="35921" dir="2700000" algn="ctr" rotWithShape="0">
              <a:srgbClr val="808080"/>
            </a:outerShdw>
          </a:effectLst>
        </p:spPr>
        <p:txBody>
          <a:bodyPr/>
          <a:lstStyle/>
          <a:p>
            <a:r>
              <a:rPr lang="en-US" altLang="zh-CN" b="1">
                <a:solidFill>
                  <a:srgbClr val="0000FF"/>
                </a:solidFill>
              </a:rPr>
              <a:t>§3.1 </a:t>
            </a:r>
            <a:r>
              <a:rPr lang="zh-CN" altLang="en-US" b="1">
                <a:solidFill>
                  <a:srgbClr val="0000FF"/>
                </a:solidFill>
              </a:rPr>
              <a:t>引言</a:t>
            </a:r>
            <a:endParaRPr lang="zh-CN" altLang="en-US" b="1">
              <a:solidFill>
                <a:srgbClr val="0000FF"/>
              </a:solidFill>
            </a:endParaRPr>
          </a:p>
        </p:txBody>
      </p:sp>
    </p:spTree>
    <p:custDataLst>
      <p:tags r:id="rId1"/>
    </p:custDataLst>
  </p:cSld>
  <p:clrMapOvr>
    <a:masterClrMapping/>
  </p:clrMapOvr>
  <p:transition spd="slow" advTm="25298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59748"/>
                                        </p:tgtEl>
                                        <p:attrNameLst>
                                          <p:attrName>style.visibility</p:attrName>
                                        </p:attrNameLst>
                                      </p:cBhvr>
                                      <p:to>
                                        <p:strVal val="visible"/>
                                      </p:to>
                                    </p:set>
                                    <p:anim calcmode="lin" valueType="num">
                                      <p:cBhvr>
                                        <p:cTn id="7" dur="1000" fill="hold"/>
                                        <p:tgtEl>
                                          <p:spTgt spid="159748"/>
                                        </p:tgtEl>
                                        <p:attrNameLst>
                                          <p:attrName>ppt_w</p:attrName>
                                        </p:attrNameLst>
                                      </p:cBhvr>
                                      <p:tavLst>
                                        <p:tav tm="0">
                                          <p:val>
                                            <p:strVal val="#ppt_w*0.70"/>
                                          </p:val>
                                        </p:tav>
                                        <p:tav tm="100000">
                                          <p:val>
                                            <p:strVal val="#ppt_w"/>
                                          </p:val>
                                        </p:tav>
                                      </p:tavLst>
                                    </p:anim>
                                    <p:anim calcmode="lin" valueType="num">
                                      <p:cBhvr>
                                        <p:cTn id="8" dur="1000" fill="hold"/>
                                        <p:tgtEl>
                                          <p:spTgt spid="159748"/>
                                        </p:tgtEl>
                                        <p:attrNameLst>
                                          <p:attrName>ppt_h</p:attrName>
                                        </p:attrNameLst>
                                      </p:cBhvr>
                                      <p:tavLst>
                                        <p:tav tm="0">
                                          <p:val>
                                            <p:strVal val="#ppt_h"/>
                                          </p:val>
                                        </p:tav>
                                        <p:tav tm="100000">
                                          <p:val>
                                            <p:strVal val="#ppt_h"/>
                                          </p:val>
                                        </p:tav>
                                      </p:tavLst>
                                    </p:anim>
                                    <p:animEffect transition="in" filter="fade">
                                      <p:cBhvr>
                                        <p:cTn id="9" dur="1000"/>
                                        <p:tgtEl>
                                          <p:spTgt spid="15974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59749">
                                            <p:bg/>
                                          </p:spTgt>
                                        </p:tgtEl>
                                        <p:attrNameLst>
                                          <p:attrName>style.visibility</p:attrName>
                                        </p:attrNameLst>
                                      </p:cBhvr>
                                      <p:to>
                                        <p:strVal val="visible"/>
                                      </p:to>
                                    </p:set>
                                    <p:anim calcmode="lin" valueType="num">
                                      <p:cBhvr>
                                        <p:cTn id="14" dur="1000" fill="hold"/>
                                        <p:tgtEl>
                                          <p:spTgt spid="159749">
                                            <p:bg/>
                                          </p:spTgt>
                                        </p:tgtEl>
                                        <p:attrNameLst>
                                          <p:attrName>ppt_w</p:attrName>
                                        </p:attrNameLst>
                                      </p:cBhvr>
                                      <p:tavLst>
                                        <p:tav tm="0">
                                          <p:val>
                                            <p:strVal val="#ppt_w*0.70"/>
                                          </p:val>
                                        </p:tav>
                                        <p:tav tm="100000">
                                          <p:val>
                                            <p:strVal val="#ppt_w"/>
                                          </p:val>
                                        </p:tav>
                                      </p:tavLst>
                                    </p:anim>
                                    <p:anim calcmode="lin" valueType="num">
                                      <p:cBhvr>
                                        <p:cTn id="15" dur="1000" fill="hold"/>
                                        <p:tgtEl>
                                          <p:spTgt spid="159749">
                                            <p:bg/>
                                          </p:spTgt>
                                        </p:tgtEl>
                                        <p:attrNameLst>
                                          <p:attrName>ppt_h</p:attrName>
                                        </p:attrNameLst>
                                      </p:cBhvr>
                                      <p:tavLst>
                                        <p:tav tm="0">
                                          <p:val>
                                            <p:strVal val="#ppt_h"/>
                                          </p:val>
                                        </p:tav>
                                        <p:tav tm="100000">
                                          <p:val>
                                            <p:strVal val="#ppt_h"/>
                                          </p:val>
                                        </p:tav>
                                      </p:tavLst>
                                    </p:anim>
                                    <p:animEffect transition="in" filter="fade">
                                      <p:cBhvr>
                                        <p:cTn id="16" dur="1000"/>
                                        <p:tgtEl>
                                          <p:spTgt spid="159749">
                                            <p:bg/>
                                          </p:spTgt>
                                        </p:tgtEl>
                                      </p:cBhvr>
                                    </p:animEffect>
                                  </p:childTnLst>
                                </p:cTn>
                              </p:par>
                            </p:childTnLst>
                          </p:cTn>
                        </p:par>
                        <p:par>
                          <p:cTn id="17" fill="hold">
                            <p:stCondLst>
                              <p:cond delay="1000"/>
                            </p:stCondLst>
                            <p:childTnLst>
                              <p:par>
                                <p:cTn id="18" presetID="55" presetClass="entr" presetSubtype="0" fill="hold" grpId="0" nodeType="afterEffect">
                                  <p:stCondLst>
                                    <p:cond delay="0"/>
                                  </p:stCondLst>
                                  <p:childTnLst>
                                    <p:set>
                                      <p:cBhvr>
                                        <p:cTn id="19" dur="1" fill="hold">
                                          <p:stCondLst>
                                            <p:cond delay="0"/>
                                          </p:stCondLst>
                                        </p:cTn>
                                        <p:tgtEl>
                                          <p:spTgt spid="159749">
                                            <p:txEl>
                                              <p:pRg st="0" end="0"/>
                                            </p:txEl>
                                          </p:spTgt>
                                        </p:tgtEl>
                                        <p:attrNameLst>
                                          <p:attrName>style.visibility</p:attrName>
                                        </p:attrNameLst>
                                      </p:cBhvr>
                                      <p:to>
                                        <p:strVal val="visible"/>
                                      </p:to>
                                    </p:set>
                                    <p:anim calcmode="lin" valueType="num">
                                      <p:cBhvr>
                                        <p:cTn id="20" dur="1000" fill="hold"/>
                                        <p:tgtEl>
                                          <p:spTgt spid="159749">
                                            <p:txEl>
                                              <p:pRg st="0" end="0"/>
                                            </p:txEl>
                                          </p:spTgt>
                                        </p:tgtEl>
                                        <p:attrNameLst>
                                          <p:attrName>ppt_w</p:attrName>
                                        </p:attrNameLst>
                                      </p:cBhvr>
                                      <p:tavLst>
                                        <p:tav tm="0">
                                          <p:val>
                                            <p:strVal val="#ppt_w*0.70"/>
                                          </p:val>
                                        </p:tav>
                                        <p:tav tm="100000">
                                          <p:val>
                                            <p:strVal val="#ppt_w"/>
                                          </p:val>
                                        </p:tav>
                                      </p:tavLst>
                                    </p:anim>
                                    <p:anim calcmode="lin" valueType="num">
                                      <p:cBhvr>
                                        <p:cTn id="21" dur="1000" fill="hold"/>
                                        <p:tgtEl>
                                          <p:spTgt spid="159749">
                                            <p:txEl>
                                              <p:pRg st="0" end="0"/>
                                            </p:txEl>
                                          </p:spTgt>
                                        </p:tgtEl>
                                        <p:attrNameLst>
                                          <p:attrName>ppt_h</p:attrName>
                                        </p:attrNameLst>
                                      </p:cBhvr>
                                      <p:tavLst>
                                        <p:tav tm="0">
                                          <p:val>
                                            <p:strVal val="#ppt_h"/>
                                          </p:val>
                                        </p:tav>
                                        <p:tav tm="100000">
                                          <p:val>
                                            <p:strVal val="#ppt_h"/>
                                          </p:val>
                                        </p:tav>
                                      </p:tavLst>
                                    </p:anim>
                                    <p:animEffect transition="in" filter="fade">
                                      <p:cBhvr>
                                        <p:cTn id="22" dur="1000"/>
                                        <p:tgtEl>
                                          <p:spTgt spid="159749">
                                            <p:txEl>
                                              <p:pRg st="0" end="0"/>
                                            </p:txEl>
                                          </p:spTgt>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159749">
                                            <p:txEl>
                                              <p:pRg st="1" end="1"/>
                                            </p:txEl>
                                          </p:spTgt>
                                        </p:tgtEl>
                                        <p:attrNameLst>
                                          <p:attrName>style.visibility</p:attrName>
                                        </p:attrNameLst>
                                      </p:cBhvr>
                                      <p:to>
                                        <p:strVal val="visible"/>
                                      </p:to>
                                    </p:set>
                                    <p:anim calcmode="lin" valueType="num">
                                      <p:cBhvr>
                                        <p:cTn id="25" dur="1000" fill="hold"/>
                                        <p:tgtEl>
                                          <p:spTgt spid="159749">
                                            <p:txEl>
                                              <p:pRg st="1" end="1"/>
                                            </p:txEl>
                                          </p:spTgt>
                                        </p:tgtEl>
                                        <p:attrNameLst>
                                          <p:attrName>ppt_w</p:attrName>
                                        </p:attrNameLst>
                                      </p:cBhvr>
                                      <p:tavLst>
                                        <p:tav tm="0">
                                          <p:val>
                                            <p:strVal val="#ppt_w*0.70"/>
                                          </p:val>
                                        </p:tav>
                                        <p:tav tm="100000">
                                          <p:val>
                                            <p:strVal val="#ppt_w"/>
                                          </p:val>
                                        </p:tav>
                                      </p:tavLst>
                                    </p:anim>
                                    <p:anim calcmode="lin" valueType="num">
                                      <p:cBhvr>
                                        <p:cTn id="26" dur="1000" fill="hold"/>
                                        <p:tgtEl>
                                          <p:spTgt spid="159749">
                                            <p:txEl>
                                              <p:pRg st="1" end="1"/>
                                            </p:txEl>
                                          </p:spTgt>
                                        </p:tgtEl>
                                        <p:attrNameLst>
                                          <p:attrName>ppt_h</p:attrName>
                                        </p:attrNameLst>
                                      </p:cBhvr>
                                      <p:tavLst>
                                        <p:tav tm="0">
                                          <p:val>
                                            <p:strVal val="#ppt_h"/>
                                          </p:val>
                                        </p:tav>
                                        <p:tav tm="100000">
                                          <p:val>
                                            <p:strVal val="#ppt_h"/>
                                          </p:val>
                                        </p:tav>
                                      </p:tavLst>
                                    </p:anim>
                                    <p:animEffect transition="in" filter="fade">
                                      <p:cBhvr>
                                        <p:cTn id="27" dur="1000"/>
                                        <p:tgtEl>
                                          <p:spTgt spid="159749">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159749">
                                            <p:txEl>
                                              <p:pRg st="2" end="2"/>
                                            </p:txEl>
                                          </p:spTgt>
                                        </p:tgtEl>
                                        <p:attrNameLst>
                                          <p:attrName>style.visibility</p:attrName>
                                        </p:attrNameLst>
                                      </p:cBhvr>
                                      <p:to>
                                        <p:strVal val="visible"/>
                                      </p:to>
                                    </p:set>
                                    <p:anim calcmode="lin" valueType="num">
                                      <p:cBhvr>
                                        <p:cTn id="32" dur="1000" fill="hold"/>
                                        <p:tgtEl>
                                          <p:spTgt spid="159749">
                                            <p:txEl>
                                              <p:pRg st="2" end="2"/>
                                            </p:txEl>
                                          </p:spTgt>
                                        </p:tgtEl>
                                        <p:attrNameLst>
                                          <p:attrName>ppt_w</p:attrName>
                                        </p:attrNameLst>
                                      </p:cBhvr>
                                      <p:tavLst>
                                        <p:tav tm="0">
                                          <p:val>
                                            <p:strVal val="#ppt_w*0.70"/>
                                          </p:val>
                                        </p:tav>
                                        <p:tav tm="100000">
                                          <p:val>
                                            <p:strVal val="#ppt_w"/>
                                          </p:val>
                                        </p:tav>
                                      </p:tavLst>
                                    </p:anim>
                                    <p:anim calcmode="lin" valueType="num">
                                      <p:cBhvr>
                                        <p:cTn id="33" dur="1000" fill="hold"/>
                                        <p:tgtEl>
                                          <p:spTgt spid="159749">
                                            <p:txEl>
                                              <p:pRg st="2" end="2"/>
                                            </p:txEl>
                                          </p:spTgt>
                                        </p:tgtEl>
                                        <p:attrNameLst>
                                          <p:attrName>ppt_h</p:attrName>
                                        </p:attrNameLst>
                                      </p:cBhvr>
                                      <p:tavLst>
                                        <p:tav tm="0">
                                          <p:val>
                                            <p:strVal val="#ppt_h"/>
                                          </p:val>
                                        </p:tav>
                                        <p:tav tm="100000">
                                          <p:val>
                                            <p:strVal val="#ppt_h"/>
                                          </p:val>
                                        </p:tav>
                                      </p:tavLst>
                                    </p:anim>
                                    <p:animEffect transition="in" filter="fade">
                                      <p:cBhvr>
                                        <p:cTn id="34" dur="1000"/>
                                        <p:tgtEl>
                                          <p:spTgt spid="159749">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grpId="0" nodeType="clickEffect">
                                  <p:stCondLst>
                                    <p:cond delay="0"/>
                                  </p:stCondLst>
                                  <p:childTnLst>
                                    <p:set>
                                      <p:cBhvr>
                                        <p:cTn id="38" dur="1" fill="hold">
                                          <p:stCondLst>
                                            <p:cond delay="0"/>
                                          </p:stCondLst>
                                        </p:cTn>
                                        <p:tgtEl>
                                          <p:spTgt spid="159747"/>
                                        </p:tgtEl>
                                        <p:attrNameLst>
                                          <p:attrName>style.visibility</p:attrName>
                                        </p:attrNameLst>
                                      </p:cBhvr>
                                      <p:to>
                                        <p:strVal val="visible"/>
                                      </p:to>
                                    </p:set>
                                    <p:anim calcmode="lin" valueType="num">
                                      <p:cBhvr>
                                        <p:cTn id="39" dur="1000" fill="hold"/>
                                        <p:tgtEl>
                                          <p:spTgt spid="159747"/>
                                        </p:tgtEl>
                                        <p:attrNameLst>
                                          <p:attrName>ppt_w</p:attrName>
                                        </p:attrNameLst>
                                      </p:cBhvr>
                                      <p:tavLst>
                                        <p:tav tm="0">
                                          <p:val>
                                            <p:strVal val="#ppt_w*0.70"/>
                                          </p:val>
                                        </p:tav>
                                        <p:tav tm="100000">
                                          <p:val>
                                            <p:strVal val="#ppt_w"/>
                                          </p:val>
                                        </p:tav>
                                      </p:tavLst>
                                    </p:anim>
                                    <p:anim calcmode="lin" valueType="num">
                                      <p:cBhvr>
                                        <p:cTn id="40" dur="1000" fill="hold"/>
                                        <p:tgtEl>
                                          <p:spTgt spid="159747"/>
                                        </p:tgtEl>
                                        <p:attrNameLst>
                                          <p:attrName>ppt_h</p:attrName>
                                        </p:attrNameLst>
                                      </p:cBhvr>
                                      <p:tavLst>
                                        <p:tav tm="0">
                                          <p:val>
                                            <p:strVal val="#ppt_h"/>
                                          </p:val>
                                        </p:tav>
                                        <p:tav tm="100000">
                                          <p:val>
                                            <p:strVal val="#ppt_h"/>
                                          </p:val>
                                        </p:tav>
                                      </p:tavLst>
                                    </p:anim>
                                    <p:animEffect transition="in" filter="fade">
                                      <p:cBhvr>
                                        <p:cTn id="41" dur="1000"/>
                                        <p:tgtEl>
                                          <p:spTgt spid="159747"/>
                                        </p:tgtEl>
                                      </p:cBhvr>
                                    </p:animEffect>
                                  </p:childTnLst>
                                </p:cTn>
                              </p:par>
                            </p:childTnLst>
                          </p:cTn>
                        </p:par>
                        <p:par>
                          <p:cTn id="42" fill="hold">
                            <p:stCondLst>
                              <p:cond delay="1000"/>
                            </p:stCondLst>
                            <p:childTnLst>
                              <p:par>
                                <p:cTn id="43" presetID="55" presetClass="entr" presetSubtype="0" fill="hold" grpId="0" nodeType="afterEffect">
                                  <p:stCondLst>
                                    <p:cond delay="0"/>
                                  </p:stCondLst>
                                  <p:childTnLst>
                                    <p:set>
                                      <p:cBhvr>
                                        <p:cTn id="44" dur="1" fill="hold">
                                          <p:stCondLst>
                                            <p:cond delay="0"/>
                                          </p:stCondLst>
                                        </p:cTn>
                                        <p:tgtEl>
                                          <p:spTgt spid="159751"/>
                                        </p:tgtEl>
                                        <p:attrNameLst>
                                          <p:attrName>style.visibility</p:attrName>
                                        </p:attrNameLst>
                                      </p:cBhvr>
                                      <p:to>
                                        <p:strVal val="visible"/>
                                      </p:to>
                                    </p:set>
                                    <p:anim calcmode="lin" valueType="num">
                                      <p:cBhvr>
                                        <p:cTn id="45" dur="1000" fill="hold"/>
                                        <p:tgtEl>
                                          <p:spTgt spid="159751"/>
                                        </p:tgtEl>
                                        <p:attrNameLst>
                                          <p:attrName>ppt_w</p:attrName>
                                        </p:attrNameLst>
                                      </p:cBhvr>
                                      <p:tavLst>
                                        <p:tav tm="0">
                                          <p:val>
                                            <p:strVal val="#ppt_w*0.70"/>
                                          </p:val>
                                        </p:tav>
                                        <p:tav tm="100000">
                                          <p:val>
                                            <p:strVal val="#ppt_w"/>
                                          </p:val>
                                        </p:tav>
                                      </p:tavLst>
                                    </p:anim>
                                    <p:anim calcmode="lin" valueType="num">
                                      <p:cBhvr>
                                        <p:cTn id="46" dur="1000" fill="hold"/>
                                        <p:tgtEl>
                                          <p:spTgt spid="159751"/>
                                        </p:tgtEl>
                                        <p:attrNameLst>
                                          <p:attrName>ppt_h</p:attrName>
                                        </p:attrNameLst>
                                      </p:cBhvr>
                                      <p:tavLst>
                                        <p:tav tm="0">
                                          <p:val>
                                            <p:strVal val="#ppt_h"/>
                                          </p:val>
                                        </p:tav>
                                        <p:tav tm="100000">
                                          <p:val>
                                            <p:strVal val="#ppt_h"/>
                                          </p:val>
                                        </p:tav>
                                      </p:tavLst>
                                    </p:anim>
                                    <p:animEffect transition="in" filter="fade">
                                      <p:cBhvr>
                                        <p:cTn id="47" dur="1000"/>
                                        <p:tgtEl>
                                          <p:spTgt spid="159751"/>
                                        </p:tgtEl>
                                      </p:cBhvr>
                                    </p:animEffect>
                                  </p:childTnLst>
                                </p:cTn>
                              </p:par>
                            </p:childTnLst>
                          </p:cTn>
                        </p:par>
                        <p:par>
                          <p:cTn id="48" fill="hold">
                            <p:stCondLst>
                              <p:cond delay="2000"/>
                            </p:stCondLst>
                            <p:childTnLst>
                              <p:par>
                                <p:cTn id="49" presetID="55" presetClass="entr" presetSubtype="0" fill="hold" grpId="0" nodeType="afterEffect">
                                  <p:stCondLst>
                                    <p:cond delay="0"/>
                                  </p:stCondLst>
                                  <p:childTnLst>
                                    <p:set>
                                      <p:cBhvr>
                                        <p:cTn id="50" dur="1" fill="hold">
                                          <p:stCondLst>
                                            <p:cond delay="0"/>
                                          </p:stCondLst>
                                        </p:cTn>
                                        <p:tgtEl>
                                          <p:spTgt spid="159750"/>
                                        </p:tgtEl>
                                        <p:attrNameLst>
                                          <p:attrName>style.visibility</p:attrName>
                                        </p:attrNameLst>
                                      </p:cBhvr>
                                      <p:to>
                                        <p:strVal val="visible"/>
                                      </p:to>
                                    </p:set>
                                    <p:anim calcmode="lin" valueType="num">
                                      <p:cBhvr>
                                        <p:cTn id="51" dur="1000" fill="hold"/>
                                        <p:tgtEl>
                                          <p:spTgt spid="159750"/>
                                        </p:tgtEl>
                                        <p:attrNameLst>
                                          <p:attrName>ppt_w</p:attrName>
                                        </p:attrNameLst>
                                      </p:cBhvr>
                                      <p:tavLst>
                                        <p:tav tm="0">
                                          <p:val>
                                            <p:strVal val="#ppt_w*0.70"/>
                                          </p:val>
                                        </p:tav>
                                        <p:tav tm="100000">
                                          <p:val>
                                            <p:strVal val="#ppt_w"/>
                                          </p:val>
                                        </p:tav>
                                      </p:tavLst>
                                    </p:anim>
                                    <p:anim calcmode="lin" valueType="num">
                                      <p:cBhvr>
                                        <p:cTn id="52" dur="1000" fill="hold"/>
                                        <p:tgtEl>
                                          <p:spTgt spid="159750"/>
                                        </p:tgtEl>
                                        <p:attrNameLst>
                                          <p:attrName>ppt_h</p:attrName>
                                        </p:attrNameLst>
                                      </p:cBhvr>
                                      <p:tavLst>
                                        <p:tav tm="0">
                                          <p:val>
                                            <p:strVal val="#ppt_h"/>
                                          </p:val>
                                        </p:tav>
                                        <p:tav tm="100000">
                                          <p:val>
                                            <p:strVal val="#ppt_h"/>
                                          </p:val>
                                        </p:tav>
                                      </p:tavLst>
                                    </p:anim>
                                    <p:animEffect transition="in" filter="fade">
                                      <p:cBhvr>
                                        <p:cTn id="53" dur="1000"/>
                                        <p:tgtEl>
                                          <p:spTgt spid="159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animBg="1"/>
      <p:bldP spid="159748" grpId="0" animBg="1"/>
      <p:bldP spid="159749" grpId="0" animBg="1" build="allAtOnce"/>
      <p:bldP spid="159750" grpId="0" animBg="1"/>
      <p:bldP spid="15975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FDBF35EC-D844-4576-BA38-D96CD612C00D}" type="datetime1">
              <a:rPr lang="zh-CN" altLang="en-US"/>
            </a:fld>
            <a:endParaRPr lang="zh-CN" altLang="en-US"/>
          </a:p>
        </p:txBody>
      </p:sp>
      <p:sp>
        <p:nvSpPr>
          <p:cNvPr id="17411" name="Rectangle 2"/>
          <p:cNvSpPr>
            <a:spLocks noGrp="1" noChangeArrowheads="1"/>
          </p:cNvSpPr>
          <p:nvPr>
            <p:ph type="title" idx="4294967295"/>
          </p:nvPr>
        </p:nvSpPr>
        <p:spPr>
          <a:xfrm>
            <a:off x="544513" y="147638"/>
            <a:ext cx="6934200" cy="792162"/>
          </a:xfrm>
          <a:solidFill>
            <a:schemeClr val="bg1"/>
          </a:solidFill>
          <a:effectLst>
            <a:outerShdw dist="35921" dir="2700000" algn="ctr" rotWithShape="0">
              <a:srgbClr val="808080"/>
            </a:outerShdw>
          </a:effectLst>
        </p:spPr>
        <p:txBody>
          <a:bodyPr/>
          <a:lstStyle/>
          <a:p>
            <a:r>
              <a:rPr lang="en-US" altLang="zh-CN" b="1">
                <a:solidFill>
                  <a:srgbClr val="0000FF"/>
                </a:solidFill>
              </a:rPr>
              <a:t>§3.1 </a:t>
            </a:r>
            <a:r>
              <a:rPr lang="zh-CN" altLang="en-US" b="1">
                <a:solidFill>
                  <a:srgbClr val="0000FF"/>
                </a:solidFill>
              </a:rPr>
              <a:t>引言</a:t>
            </a:r>
            <a:endParaRPr lang="zh-CN" altLang="en-US" b="1">
              <a:solidFill>
                <a:srgbClr val="0000FF"/>
              </a:solidFill>
            </a:endParaRPr>
          </a:p>
        </p:txBody>
      </p:sp>
      <p:sp>
        <p:nvSpPr>
          <p:cNvPr id="160771" name="Rectangle 3"/>
          <p:cNvSpPr>
            <a:spLocks noGrp="1" noChangeArrowheads="1"/>
          </p:cNvSpPr>
          <p:nvPr>
            <p:ph type="body" idx="4294967295"/>
          </p:nvPr>
        </p:nvSpPr>
        <p:spPr>
          <a:xfrm>
            <a:off x="1476375" y="1989138"/>
            <a:ext cx="7110413" cy="2789237"/>
          </a:xfrm>
          <a:ln w="57150">
            <a:solidFill>
              <a:srgbClr val="6600CC"/>
            </a:solidFill>
            <a:miter lim="800000"/>
          </a:ln>
        </p:spPr>
        <p:txBody>
          <a:bodyPr/>
          <a:lstStyle/>
          <a:p>
            <a:pPr marL="716280" indent="-539750">
              <a:lnSpc>
                <a:spcPct val="120000"/>
              </a:lnSpc>
              <a:buClr>
                <a:schemeClr val="tx1"/>
              </a:buClr>
              <a:buFontTx/>
              <a:buAutoNum type="circleNumDbPlain"/>
            </a:pPr>
            <a:r>
              <a:rPr lang="zh-CN" altLang="en-US" sz="2600" b="1"/>
              <a:t>信号表示为最常用的正交函数集的方法；</a:t>
            </a:r>
            <a:endParaRPr lang="zh-CN" altLang="en-US" sz="2600" b="1"/>
          </a:p>
          <a:p>
            <a:pPr marL="716280" indent="-539750">
              <a:lnSpc>
                <a:spcPct val="120000"/>
              </a:lnSpc>
              <a:buClr>
                <a:schemeClr val="tx1"/>
              </a:buClr>
              <a:buFontTx/>
              <a:buAutoNum type="circleNumDbPlain"/>
            </a:pPr>
            <a:r>
              <a:rPr lang="zh-CN" altLang="en-US" sz="2600" b="1"/>
              <a:t>信号的傅立叶分析理论与方法；</a:t>
            </a:r>
            <a:endParaRPr lang="zh-CN" altLang="en-US" sz="2600" b="1"/>
          </a:p>
          <a:p>
            <a:pPr marL="716280" indent="-539750">
              <a:lnSpc>
                <a:spcPct val="120000"/>
              </a:lnSpc>
              <a:buClr>
                <a:schemeClr val="tx1"/>
              </a:buClr>
              <a:buFontTx/>
              <a:buAutoNum type="circleNumDbPlain"/>
            </a:pPr>
            <a:r>
              <a:rPr lang="en-US" altLang="zh-CN" sz="2600" b="1"/>
              <a:t>Fouier</a:t>
            </a:r>
            <a:r>
              <a:rPr lang="zh-CN" altLang="en-US" sz="2600" b="1"/>
              <a:t>变换的性质；</a:t>
            </a:r>
            <a:endParaRPr lang="zh-CN" altLang="en-US" sz="2600" b="1"/>
          </a:p>
          <a:p>
            <a:pPr marL="716280" indent="-539750">
              <a:lnSpc>
                <a:spcPct val="120000"/>
              </a:lnSpc>
              <a:buClr>
                <a:schemeClr val="tx1"/>
              </a:buClr>
              <a:buFontTx/>
              <a:buAutoNum type="circleNumDbPlain"/>
            </a:pPr>
            <a:r>
              <a:rPr lang="zh-CN" altLang="en-US" sz="2600" b="1"/>
              <a:t>信号的频域特性。</a:t>
            </a:r>
            <a:endParaRPr lang="zh-CN" altLang="en-US" sz="2600" b="1">
              <a:solidFill>
                <a:srgbClr val="6600CC"/>
              </a:solidFill>
            </a:endParaRPr>
          </a:p>
        </p:txBody>
      </p:sp>
      <p:sp>
        <p:nvSpPr>
          <p:cNvPr id="17413" name="Rectangle 4"/>
          <p:cNvSpPr>
            <a:spLocks noChangeArrowheads="1"/>
          </p:cNvSpPr>
          <p:nvPr/>
        </p:nvSpPr>
        <p:spPr bwMode="auto">
          <a:xfrm>
            <a:off x="1403350" y="1125538"/>
            <a:ext cx="3529013"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28650" indent="-36385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en-US" altLang="zh-CN" b="1"/>
              <a:t>4</a:t>
            </a:r>
            <a:r>
              <a:rPr lang="zh-CN" altLang="en-US" b="1"/>
              <a:t>、本章安排</a:t>
            </a:r>
            <a:endParaRPr lang="zh-CN" altLang="en-US" b="1"/>
          </a:p>
        </p:txBody>
      </p:sp>
      <p:sp>
        <p:nvSpPr>
          <p:cNvPr id="160773" name="Rectangle 5"/>
          <p:cNvSpPr>
            <a:spLocks noChangeArrowheads="1"/>
          </p:cNvSpPr>
          <p:nvPr/>
        </p:nvSpPr>
        <p:spPr bwMode="auto">
          <a:xfrm>
            <a:off x="4246563" y="5197475"/>
            <a:ext cx="3311525" cy="860425"/>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周期信号的频谱分析</a:t>
            </a:r>
            <a:endParaRPr lang="zh-CN" altLang="en-US" sz="2400" b="1">
              <a:latin typeface="Times New Roman" panose="02020603050405020304" pitchFamily="18" charset="0"/>
              <a:ea typeface="宋体" panose="02010600030101010101" pitchFamily="2" charset="-122"/>
            </a:endParaRPr>
          </a:p>
          <a:p>
            <a:pPr eaLnBrk="1" hangingPunct="1">
              <a:spcBef>
                <a:spcPct val="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 傅里叶变换</a:t>
            </a:r>
            <a:endParaRPr lang="zh-CN" altLang="en-US" sz="2400" b="1">
              <a:latin typeface="Times New Roman" panose="02020603050405020304" pitchFamily="18" charset="0"/>
              <a:ea typeface="宋体" panose="02010600030101010101" pitchFamily="2" charset="-122"/>
            </a:endParaRPr>
          </a:p>
        </p:txBody>
      </p:sp>
      <p:sp>
        <p:nvSpPr>
          <p:cNvPr id="160774" name="Rectangle 6"/>
          <p:cNvSpPr>
            <a:spLocks noChangeArrowheads="1"/>
          </p:cNvSpPr>
          <p:nvPr/>
        </p:nvSpPr>
        <p:spPr bwMode="auto">
          <a:xfrm>
            <a:off x="1644650" y="5278438"/>
            <a:ext cx="252095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28650" indent="-36385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b="1">
                <a:solidFill>
                  <a:srgbClr val="FF0000"/>
                </a:solidFill>
              </a:rPr>
              <a:t>本章重点：</a:t>
            </a:r>
            <a:endParaRPr lang="zh-CN" altLang="en-US" b="1">
              <a:solidFill>
                <a:srgbClr val="FF0000"/>
              </a:solidFill>
            </a:endParaRPr>
          </a:p>
        </p:txBody>
      </p:sp>
    </p:spTree>
  </p:cSld>
  <p:clrMapOvr>
    <a:masterClrMapping/>
  </p:clrMapOvr>
  <p:transition spd="slow" advTm="6662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60771">
                                            <p:bg/>
                                          </p:spTgt>
                                        </p:tgtEl>
                                        <p:attrNameLst>
                                          <p:attrName>style.visibility</p:attrName>
                                        </p:attrNameLst>
                                      </p:cBhvr>
                                      <p:to>
                                        <p:strVal val="visible"/>
                                      </p:to>
                                    </p:set>
                                    <p:anim calcmode="lin" valueType="num">
                                      <p:cBhvr>
                                        <p:cTn id="7" dur="1000" fill="hold"/>
                                        <p:tgtEl>
                                          <p:spTgt spid="160771">
                                            <p:bg/>
                                          </p:spTgt>
                                        </p:tgtEl>
                                        <p:attrNameLst>
                                          <p:attrName>ppt_w</p:attrName>
                                        </p:attrNameLst>
                                      </p:cBhvr>
                                      <p:tavLst>
                                        <p:tav tm="0">
                                          <p:val>
                                            <p:strVal val="#ppt_w*0.70"/>
                                          </p:val>
                                        </p:tav>
                                        <p:tav tm="100000">
                                          <p:val>
                                            <p:strVal val="#ppt_w"/>
                                          </p:val>
                                        </p:tav>
                                      </p:tavLst>
                                    </p:anim>
                                    <p:anim calcmode="lin" valueType="num">
                                      <p:cBhvr>
                                        <p:cTn id="8" dur="1000" fill="hold"/>
                                        <p:tgtEl>
                                          <p:spTgt spid="160771">
                                            <p:bg/>
                                          </p:spTgt>
                                        </p:tgtEl>
                                        <p:attrNameLst>
                                          <p:attrName>ppt_h</p:attrName>
                                        </p:attrNameLst>
                                      </p:cBhvr>
                                      <p:tavLst>
                                        <p:tav tm="0">
                                          <p:val>
                                            <p:strVal val="#ppt_h"/>
                                          </p:val>
                                        </p:tav>
                                        <p:tav tm="100000">
                                          <p:val>
                                            <p:strVal val="#ppt_h"/>
                                          </p:val>
                                        </p:tav>
                                      </p:tavLst>
                                    </p:anim>
                                    <p:animEffect transition="in" filter="fade">
                                      <p:cBhvr>
                                        <p:cTn id="9" dur="1000"/>
                                        <p:tgtEl>
                                          <p:spTgt spid="160771">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60771">
                                            <p:txEl>
                                              <p:pRg st="0" end="0"/>
                                            </p:txEl>
                                          </p:spTgt>
                                        </p:tgtEl>
                                        <p:attrNameLst>
                                          <p:attrName>style.visibility</p:attrName>
                                        </p:attrNameLst>
                                      </p:cBhvr>
                                      <p:to>
                                        <p:strVal val="visible"/>
                                      </p:to>
                                    </p:set>
                                    <p:anim calcmode="lin" valueType="num">
                                      <p:cBhvr>
                                        <p:cTn id="12" dur="1000" fill="hold"/>
                                        <p:tgtEl>
                                          <p:spTgt spid="160771">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60771">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60771">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60771">
                                            <p:txEl>
                                              <p:pRg st="1" end="1"/>
                                            </p:txEl>
                                          </p:spTgt>
                                        </p:tgtEl>
                                        <p:attrNameLst>
                                          <p:attrName>style.visibility</p:attrName>
                                        </p:attrNameLst>
                                      </p:cBhvr>
                                      <p:to>
                                        <p:strVal val="visible"/>
                                      </p:to>
                                    </p:set>
                                    <p:anim calcmode="lin" valueType="num">
                                      <p:cBhvr>
                                        <p:cTn id="17" dur="1000" fill="hold"/>
                                        <p:tgtEl>
                                          <p:spTgt spid="160771">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160771">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160771">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160771">
                                            <p:txEl>
                                              <p:pRg st="2" end="2"/>
                                            </p:txEl>
                                          </p:spTgt>
                                        </p:tgtEl>
                                        <p:attrNameLst>
                                          <p:attrName>style.visibility</p:attrName>
                                        </p:attrNameLst>
                                      </p:cBhvr>
                                      <p:to>
                                        <p:strVal val="visible"/>
                                      </p:to>
                                    </p:set>
                                    <p:anim calcmode="lin" valueType="num">
                                      <p:cBhvr>
                                        <p:cTn id="22" dur="1000" fill="hold"/>
                                        <p:tgtEl>
                                          <p:spTgt spid="160771">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160771">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160771">
                                            <p:txEl>
                                              <p:pRg st="2" end="2"/>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160771">
                                            <p:txEl>
                                              <p:pRg st="3" end="3"/>
                                            </p:txEl>
                                          </p:spTgt>
                                        </p:tgtEl>
                                        <p:attrNameLst>
                                          <p:attrName>style.visibility</p:attrName>
                                        </p:attrNameLst>
                                      </p:cBhvr>
                                      <p:to>
                                        <p:strVal val="visible"/>
                                      </p:to>
                                    </p:set>
                                    <p:anim calcmode="lin" valueType="num">
                                      <p:cBhvr>
                                        <p:cTn id="27" dur="1000" fill="hold"/>
                                        <p:tgtEl>
                                          <p:spTgt spid="160771">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160771">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160771">
                                            <p:txEl>
                                              <p:pRg st="3" end="3"/>
                                            </p:txEl>
                                          </p:spTgt>
                                        </p:tgtEl>
                                      </p:cBhvr>
                                    </p:animEffect>
                                  </p:childTnLst>
                                </p:cTn>
                              </p:par>
                            </p:childTnLst>
                          </p:cTn>
                        </p:par>
                        <p:par>
                          <p:cTn id="30" fill="hold">
                            <p:stCondLst>
                              <p:cond delay="1000"/>
                            </p:stCondLst>
                            <p:childTnLst>
                              <p:par>
                                <p:cTn id="31" presetID="55" presetClass="entr" presetSubtype="0" fill="hold" grpId="0" nodeType="afterEffect">
                                  <p:stCondLst>
                                    <p:cond delay="0"/>
                                  </p:stCondLst>
                                  <p:childTnLst>
                                    <p:set>
                                      <p:cBhvr>
                                        <p:cTn id="32" dur="1" fill="hold">
                                          <p:stCondLst>
                                            <p:cond delay="0"/>
                                          </p:stCondLst>
                                        </p:cTn>
                                        <p:tgtEl>
                                          <p:spTgt spid="160774"/>
                                        </p:tgtEl>
                                        <p:attrNameLst>
                                          <p:attrName>style.visibility</p:attrName>
                                        </p:attrNameLst>
                                      </p:cBhvr>
                                      <p:to>
                                        <p:strVal val="visible"/>
                                      </p:to>
                                    </p:set>
                                    <p:anim calcmode="lin" valueType="num">
                                      <p:cBhvr>
                                        <p:cTn id="33" dur="1000" fill="hold"/>
                                        <p:tgtEl>
                                          <p:spTgt spid="160774"/>
                                        </p:tgtEl>
                                        <p:attrNameLst>
                                          <p:attrName>ppt_w</p:attrName>
                                        </p:attrNameLst>
                                      </p:cBhvr>
                                      <p:tavLst>
                                        <p:tav tm="0">
                                          <p:val>
                                            <p:strVal val="#ppt_w*0.70"/>
                                          </p:val>
                                        </p:tav>
                                        <p:tav tm="100000">
                                          <p:val>
                                            <p:strVal val="#ppt_w"/>
                                          </p:val>
                                        </p:tav>
                                      </p:tavLst>
                                    </p:anim>
                                    <p:anim calcmode="lin" valueType="num">
                                      <p:cBhvr>
                                        <p:cTn id="34" dur="1000" fill="hold"/>
                                        <p:tgtEl>
                                          <p:spTgt spid="160774"/>
                                        </p:tgtEl>
                                        <p:attrNameLst>
                                          <p:attrName>ppt_h</p:attrName>
                                        </p:attrNameLst>
                                      </p:cBhvr>
                                      <p:tavLst>
                                        <p:tav tm="0">
                                          <p:val>
                                            <p:strVal val="#ppt_h"/>
                                          </p:val>
                                        </p:tav>
                                        <p:tav tm="100000">
                                          <p:val>
                                            <p:strVal val="#ppt_h"/>
                                          </p:val>
                                        </p:tav>
                                      </p:tavLst>
                                    </p:anim>
                                    <p:animEffect transition="in" filter="fade">
                                      <p:cBhvr>
                                        <p:cTn id="35" dur="1000"/>
                                        <p:tgtEl>
                                          <p:spTgt spid="160774"/>
                                        </p:tgtEl>
                                      </p:cBhvr>
                                    </p:animEffect>
                                  </p:childTnLst>
                                </p:cTn>
                              </p:par>
                            </p:childTnLst>
                          </p:cTn>
                        </p:par>
                        <p:par>
                          <p:cTn id="36" fill="hold">
                            <p:stCondLst>
                              <p:cond delay="2000"/>
                            </p:stCondLst>
                            <p:childTnLst>
                              <p:par>
                                <p:cTn id="37" presetID="55" presetClass="entr" presetSubtype="0" fill="hold" grpId="0" nodeType="afterEffect">
                                  <p:stCondLst>
                                    <p:cond delay="0"/>
                                  </p:stCondLst>
                                  <p:childTnLst>
                                    <p:set>
                                      <p:cBhvr>
                                        <p:cTn id="38" dur="1" fill="hold">
                                          <p:stCondLst>
                                            <p:cond delay="0"/>
                                          </p:stCondLst>
                                        </p:cTn>
                                        <p:tgtEl>
                                          <p:spTgt spid="160773"/>
                                        </p:tgtEl>
                                        <p:attrNameLst>
                                          <p:attrName>style.visibility</p:attrName>
                                        </p:attrNameLst>
                                      </p:cBhvr>
                                      <p:to>
                                        <p:strVal val="visible"/>
                                      </p:to>
                                    </p:set>
                                    <p:anim calcmode="lin" valueType="num">
                                      <p:cBhvr>
                                        <p:cTn id="39" dur="1000" fill="hold"/>
                                        <p:tgtEl>
                                          <p:spTgt spid="160773"/>
                                        </p:tgtEl>
                                        <p:attrNameLst>
                                          <p:attrName>ppt_w</p:attrName>
                                        </p:attrNameLst>
                                      </p:cBhvr>
                                      <p:tavLst>
                                        <p:tav tm="0">
                                          <p:val>
                                            <p:strVal val="#ppt_w*0.70"/>
                                          </p:val>
                                        </p:tav>
                                        <p:tav tm="100000">
                                          <p:val>
                                            <p:strVal val="#ppt_w"/>
                                          </p:val>
                                        </p:tav>
                                      </p:tavLst>
                                    </p:anim>
                                    <p:anim calcmode="lin" valueType="num">
                                      <p:cBhvr>
                                        <p:cTn id="40" dur="1000" fill="hold"/>
                                        <p:tgtEl>
                                          <p:spTgt spid="160773"/>
                                        </p:tgtEl>
                                        <p:attrNameLst>
                                          <p:attrName>ppt_h</p:attrName>
                                        </p:attrNameLst>
                                      </p:cBhvr>
                                      <p:tavLst>
                                        <p:tav tm="0">
                                          <p:val>
                                            <p:strVal val="#ppt_h"/>
                                          </p:val>
                                        </p:tav>
                                        <p:tav tm="100000">
                                          <p:val>
                                            <p:strVal val="#ppt_h"/>
                                          </p:val>
                                        </p:tav>
                                      </p:tavLst>
                                    </p:anim>
                                    <p:animEffect transition="in" filter="fade">
                                      <p:cBhvr>
                                        <p:cTn id="41" dur="1000"/>
                                        <p:tgtEl>
                                          <p:spTgt spid="160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animBg="1" build="p"/>
      <p:bldP spid="160773" grpId="0" animBg="1"/>
      <p:bldP spid="16077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A5E00943-A62B-4379-9039-4886129AFFA4}" type="datetime1">
              <a:rPr lang="zh-CN" altLang="en-US"/>
            </a:fld>
            <a:endParaRPr lang="zh-CN" altLang="en-US"/>
          </a:p>
        </p:txBody>
      </p:sp>
      <p:sp>
        <p:nvSpPr>
          <p:cNvPr id="18435" name="Rectangle 2"/>
          <p:cNvSpPr>
            <a:spLocks noGrp="1" noChangeArrowheads="1"/>
          </p:cNvSpPr>
          <p:nvPr>
            <p:ph type="title" idx="4294967295"/>
          </p:nvPr>
        </p:nvSpPr>
        <p:spPr>
          <a:xfrm>
            <a:off x="527050" y="0"/>
            <a:ext cx="6688138" cy="549275"/>
          </a:xfrm>
          <a:solidFill>
            <a:schemeClr val="bg1"/>
          </a:solidFill>
          <a:effectLst>
            <a:outerShdw dist="35921" dir="2700000" algn="ctr" rotWithShape="0">
              <a:srgbClr val="808080"/>
            </a:outerShdw>
          </a:effectLst>
        </p:spPr>
        <p:txBody>
          <a:bodyPr/>
          <a:lstStyle/>
          <a:p>
            <a:r>
              <a:rPr lang="en-US" altLang="zh-CN" sz="3600" b="1">
                <a:solidFill>
                  <a:srgbClr val="0000FF"/>
                </a:solidFill>
              </a:rPr>
              <a:t>§3.2 </a:t>
            </a:r>
            <a:r>
              <a:rPr lang="zh-CN" altLang="en-US" sz="3600" b="1">
                <a:solidFill>
                  <a:srgbClr val="0000FF"/>
                </a:solidFill>
              </a:rPr>
              <a:t>正交函数集与信号分解</a:t>
            </a:r>
            <a:endParaRPr lang="zh-CN" altLang="en-US" sz="3600" b="1">
              <a:solidFill>
                <a:srgbClr val="0000FF"/>
              </a:solidFill>
            </a:endParaRPr>
          </a:p>
        </p:txBody>
      </p:sp>
      <p:sp>
        <p:nvSpPr>
          <p:cNvPr id="18436" name="Rectangle 3"/>
          <p:cNvSpPr>
            <a:spLocks noGrp="1" noChangeArrowheads="1"/>
          </p:cNvSpPr>
          <p:nvPr>
            <p:ph type="body" idx="4294967295"/>
          </p:nvPr>
        </p:nvSpPr>
        <p:spPr>
          <a:xfrm>
            <a:off x="674688" y="815975"/>
            <a:ext cx="5111750" cy="647700"/>
          </a:xfrm>
        </p:spPr>
        <p:txBody>
          <a:bodyPr/>
          <a:lstStyle/>
          <a:p>
            <a:pPr>
              <a:buFont typeface="Wingdings" panose="05000000000000000000" pitchFamily="2" charset="2"/>
              <a:buNone/>
            </a:pPr>
            <a:r>
              <a:rPr lang="zh-CN" altLang="en-US" b="1">
                <a:solidFill>
                  <a:schemeClr val="accent2"/>
                </a:solidFill>
              </a:rPr>
              <a:t>一、矢量的分量和分解</a:t>
            </a:r>
            <a:endParaRPr lang="zh-CN" altLang="en-US" b="1">
              <a:solidFill>
                <a:schemeClr val="accent2"/>
              </a:solidFill>
            </a:endParaRPr>
          </a:p>
        </p:txBody>
      </p:sp>
      <p:graphicFrame>
        <p:nvGraphicFramePr>
          <p:cNvPr id="161796" name="Object 4"/>
          <p:cNvGraphicFramePr>
            <a:graphicFrameLocks noGrp="1" noChangeAspect="1"/>
          </p:cNvGraphicFramePr>
          <p:nvPr>
            <p:ph sz="half" idx="4294967295"/>
          </p:nvPr>
        </p:nvGraphicFramePr>
        <p:xfrm>
          <a:off x="971550" y="1557338"/>
          <a:ext cx="5689600" cy="1511300"/>
        </p:xfrm>
        <a:graphic>
          <a:graphicData uri="http://schemas.openxmlformats.org/presentationml/2006/ole">
            <mc:AlternateContent xmlns:mc="http://schemas.openxmlformats.org/markup-compatibility/2006">
              <mc:Choice xmlns:v="urn:schemas-microsoft-com:vml" Requires="v">
                <p:oleObj spid="_x0000_s18633" name="公式" r:id="rId1" imgW="3060700" imgH="812800" progId="Equation.3">
                  <p:embed/>
                </p:oleObj>
              </mc:Choice>
              <mc:Fallback>
                <p:oleObj name="公式" r:id="rId1" imgW="3060700" imgH="8128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557338"/>
                        <a:ext cx="56896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1797" name="Object 5"/>
          <p:cNvGraphicFramePr>
            <a:graphicFrameLocks noGrp="1" noChangeAspect="1"/>
          </p:cNvGraphicFramePr>
          <p:nvPr>
            <p:ph sz="half" idx="4294967295"/>
          </p:nvPr>
        </p:nvGraphicFramePr>
        <p:xfrm>
          <a:off x="6767513" y="836613"/>
          <a:ext cx="2376487" cy="1922462"/>
        </p:xfrm>
        <a:graphic>
          <a:graphicData uri="http://schemas.openxmlformats.org/presentationml/2006/ole">
            <mc:AlternateContent xmlns:mc="http://schemas.openxmlformats.org/markup-compatibility/2006">
              <mc:Choice xmlns:v="urn:schemas-microsoft-com:vml" Requires="v">
                <p:oleObj spid="_x0000_s18634" name="Visio" r:id="rId3" imgW="6927850" imgH="4636770" progId="Visio.Drawing.11">
                  <p:embed/>
                </p:oleObj>
              </mc:Choice>
              <mc:Fallback>
                <p:oleObj name="Visio" r:id="rId3" imgW="6927850" imgH="4636770" progId="Visio.Drawing.11">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l="20140" t="27010" r="32471" b="15625"/>
                      <a:stretch>
                        <a:fillRect/>
                      </a:stretch>
                    </p:blipFill>
                    <p:spPr bwMode="auto">
                      <a:xfrm>
                        <a:off x="6767513" y="836613"/>
                        <a:ext cx="2376487" cy="192246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1798" name="Object 6"/>
          <p:cNvGraphicFramePr>
            <a:graphicFrameLocks noChangeAspect="1"/>
          </p:cNvGraphicFramePr>
          <p:nvPr/>
        </p:nvGraphicFramePr>
        <p:xfrm>
          <a:off x="2124075" y="3213100"/>
          <a:ext cx="4895850" cy="3095625"/>
        </p:xfrm>
        <a:graphic>
          <a:graphicData uri="http://schemas.openxmlformats.org/presentationml/2006/ole">
            <mc:AlternateContent xmlns:mc="http://schemas.openxmlformats.org/markup-compatibility/2006">
              <mc:Choice xmlns:v="urn:schemas-microsoft-com:vml" Requires="v">
                <p:oleObj spid="_x0000_s18635" name="公式" r:id="rId5" imgW="2590800" imgH="1701800" progId="Equation.3">
                  <p:embed/>
                </p:oleObj>
              </mc:Choice>
              <mc:Fallback>
                <p:oleObj name="公式" r:id="rId5" imgW="2590800" imgH="170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3213100"/>
                        <a:ext cx="4895850" cy="3095625"/>
                      </a:xfrm>
                      <a:prstGeom prst="rect">
                        <a:avLst/>
                      </a:prstGeom>
                      <a:solidFill>
                        <a:schemeClr val="bg1"/>
                      </a:solidFill>
                      <a:ln w="38100">
                        <a:solidFill>
                          <a:schemeClr val="bg2"/>
                        </a:solidFill>
                        <a:miter lim="800000"/>
                        <a:headEnd/>
                        <a:tailEnd/>
                      </a:ln>
                      <a:effectLst>
                        <a:outerShdw dist="35921" dir="2700000" algn="ctr" rotWithShape="0">
                          <a:srgbClr val="808080"/>
                        </a:outerShdw>
                      </a:effectLst>
                    </p:spPr>
                  </p:pic>
                </p:oleObj>
              </mc:Fallback>
            </mc:AlternateContent>
          </a:graphicData>
        </a:graphic>
      </p:graphicFrame>
    </p:spTree>
    <p:custDataLst>
      <p:tags r:id="rId7"/>
    </p:custDataLst>
  </p:cSld>
  <p:clrMapOvr>
    <a:masterClrMapping/>
  </p:clrMapOvr>
  <p:transition spd="slow" advTm="14480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1796"/>
                                        </p:tgtEl>
                                        <p:attrNameLst>
                                          <p:attrName>style.visibility</p:attrName>
                                        </p:attrNameLst>
                                      </p:cBhvr>
                                      <p:to>
                                        <p:strVal val="visible"/>
                                      </p:to>
                                    </p:set>
                                    <p:anim calcmode="lin" valueType="num">
                                      <p:cBhvr>
                                        <p:cTn id="7" dur="1000" fill="hold"/>
                                        <p:tgtEl>
                                          <p:spTgt spid="161796"/>
                                        </p:tgtEl>
                                        <p:attrNameLst>
                                          <p:attrName>ppt_w</p:attrName>
                                        </p:attrNameLst>
                                      </p:cBhvr>
                                      <p:tavLst>
                                        <p:tav tm="0">
                                          <p:val>
                                            <p:strVal val="#ppt_w*0.70"/>
                                          </p:val>
                                        </p:tav>
                                        <p:tav tm="100000">
                                          <p:val>
                                            <p:strVal val="#ppt_w"/>
                                          </p:val>
                                        </p:tav>
                                      </p:tavLst>
                                    </p:anim>
                                    <p:anim calcmode="lin" valueType="num">
                                      <p:cBhvr>
                                        <p:cTn id="8" dur="1000" fill="hold"/>
                                        <p:tgtEl>
                                          <p:spTgt spid="161796"/>
                                        </p:tgtEl>
                                        <p:attrNameLst>
                                          <p:attrName>ppt_h</p:attrName>
                                        </p:attrNameLst>
                                      </p:cBhvr>
                                      <p:tavLst>
                                        <p:tav tm="0">
                                          <p:val>
                                            <p:strVal val="#ppt_h"/>
                                          </p:val>
                                        </p:tav>
                                        <p:tav tm="100000">
                                          <p:val>
                                            <p:strVal val="#ppt_h"/>
                                          </p:val>
                                        </p:tav>
                                      </p:tavLst>
                                    </p:anim>
                                    <p:animEffect transition="in" filter="fade">
                                      <p:cBhvr>
                                        <p:cTn id="9" dur="1000"/>
                                        <p:tgtEl>
                                          <p:spTgt spid="161796"/>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61797"/>
                                        </p:tgtEl>
                                        <p:attrNameLst>
                                          <p:attrName>style.visibility</p:attrName>
                                        </p:attrNameLst>
                                      </p:cBhvr>
                                      <p:to>
                                        <p:strVal val="visible"/>
                                      </p:to>
                                    </p:set>
                                    <p:anim calcmode="lin" valueType="num">
                                      <p:cBhvr>
                                        <p:cTn id="13" dur="1000" fill="hold"/>
                                        <p:tgtEl>
                                          <p:spTgt spid="161797"/>
                                        </p:tgtEl>
                                        <p:attrNameLst>
                                          <p:attrName>ppt_w</p:attrName>
                                        </p:attrNameLst>
                                      </p:cBhvr>
                                      <p:tavLst>
                                        <p:tav tm="0">
                                          <p:val>
                                            <p:strVal val="#ppt_w*0.70"/>
                                          </p:val>
                                        </p:tav>
                                        <p:tav tm="100000">
                                          <p:val>
                                            <p:strVal val="#ppt_w"/>
                                          </p:val>
                                        </p:tav>
                                      </p:tavLst>
                                    </p:anim>
                                    <p:anim calcmode="lin" valueType="num">
                                      <p:cBhvr>
                                        <p:cTn id="14" dur="1000" fill="hold"/>
                                        <p:tgtEl>
                                          <p:spTgt spid="161797"/>
                                        </p:tgtEl>
                                        <p:attrNameLst>
                                          <p:attrName>ppt_h</p:attrName>
                                        </p:attrNameLst>
                                      </p:cBhvr>
                                      <p:tavLst>
                                        <p:tav tm="0">
                                          <p:val>
                                            <p:strVal val="#ppt_h"/>
                                          </p:val>
                                        </p:tav>
                                        <p:tav tm="100000">
                                          <p:val>
                                            <p:strVal val="#ppt_h"/>
                                          </p:val>
                                        </p:tav>
                                      </p:tavLst>
                                    </p:anim>
                                    <p:animEffect transition="in" filter="fade">
                                      <p:cBhvr>
                                        <p:cTn id="15" dur="1000"/>
                                        <p:tgtEl>
                                          <p:spTgt spid="161797"/>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61798"/>
                                        </p:tgtEl>
                                        <p:attrNameLst>
                                          <p:attrName>style.visibility</p:attrName>
                                        </p:attrNameLst>
                                      </p:cBhvr>
                                      <p:to>
                                        <p:strVal val="visible"/>
                                      </p:to>
                                    </p:set>
                                    <p:anim calcmode="lin" valueType="num">
                                      <p:cBhvr>
                                        <p:cTn id="19" dur="1000" fill="hold"/>
                                        <p:tgtEl>
                                          <p:spTgt spid="161798"/>
                                        </p:tgtEl>
                                        <p:attrNameLst>
                                          <p:attrName>ppt_w</p:attrName>
                                        </p:attrNameLst>
                                      </p:cBhvr>
                                      <p:tavLst>
                                        <p:tav tm="0">
                                          <p:val>
                                            <p:strVal val="#ppt_w*0.70"/>
                                          </p:val>
                                        </p:tav>
                                        <p:tav tm="100000">
                                          <p:val>
                                            <p:strVal val="#ppt_w"/>
                                          </p:val>
                                        </p:tav>
                                      </p:tavLst>
                                    </p:anim>
                                    <p:anim calcmode="lin" valueType="num">
                                      <p:cBhvr>
                                        <p:cTn id="20" dur="1000" fill="hold"/>
                                        <p:tgtEl>
                                          <p:spTgt spid="161798"/>
                                        </p:tgtEl>
                                        <p:attrNameLst>
                                          <p:attrName>ppt_h</p:attrName>
                                        </p:attrNameLst>
                                      </p:cBhvr>
                                      <p:tavLst>
                                        <p:tav tm="0">
                                          <p:val>
                                            <p:strVal val="#ppt_h"/>
                                          </p:val>
                                        </p:tav>
                                        <p:tav tm="100000">
                                          <p:val>
                                            <p:strVal val="#ppt_h"/>
                                          </p:val>
                                        </p:tav>
                                      </p:tavLst>
                                    </p:anim>
                                    <p:animEffect transition="in" filter="fade">
                                      <p:cBhvr>
                                        <p:cTn id="21" dur="1000"/>
                                        <p:tgtEl>
                                          <p:spTgt spid="161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sz="half" idx="1"/>
          </p:nvPr>
        </p:nvSpPr>
        <p:spPr>
          <a:xfrm>
            <a:off x="1260475" y="1033463"/>
            <a:ext cx="6985000" cy="754062"/>
          </a:xfrm>
        </p:spPr>
        <p:txBody>
          <a:bodyPr/>
          <a:lstStyle/>
          <a:p>
            <a:pPr marL="0" indent="0" eaLnBrk="1" hangingPunct="1">
              <a:lnSpc>
                <a:spcPct val="145000"/>
              </a:lnSpc>
              <a:buFont typeface="Wingdings" panose="05000000000000000000" pitchFamily="2" charset="2"/>
              <a:buNone/>
            </a:pPr>
            <a:r>
              <a:rPr lang="en-US" altLang="zh-CN" sz="2400"/>
              <a:t>     </a:t>
            </a:r>
            <a:r>
              <a:rPr lang="zh-CN" altLang="en-US" sz="2400"/>
              <a:t>在      中除有垂直投影外，还有其它投影，</a:t>
            </a:r>
            <a:endParaRPr lang="zh-CN" altLang="en-US" sz="2400"/>
          </a:p>
        </p:txBody>
      </p:sp>
      <p:graphicFrame>
        <p:nvGraphicFramePr>
          <p:cNvPr id="19459" name="Object 4"/>
          <p:cNvGraphicFramePr>
            <a:graphicFrameLocks noGrp="1" noChangeAspect="1"/>
          </p:cNvGraphicFramePr>
          <p:nvPr>
            <p:ph sz="quarter" idx="2"/>
          </p:nvPr>
        </p:nvGraphicFramePr>
        <p:xfrm>
          <a:off x="2271713" y="1176338"/>
          <a:ext cx="374650" cy="468312"/>
        </p:xfrm>
        <a:graphic>
          <a:graphicData uri="http://schemas.openxmlformats.org/presentationml/2006/ole">
            <mc:AlternateContent xmlns:mc="http://schemas.openxmlformats.org/markup-compatibility/2006">
              <mc:Choice xmlns:v="urn:schemas-microsoft-com:vml" Requires="v">
                <p:oleObj spid="_x0000_s19785" name="" r:id="rId1" imgW="203200" imgH="254000" progId="Equation.3">
                  <p:embed/>
                </p:oleObj>
              </mc:Choice>
              <mc:Fallback>
                <p:oleObj name="" r:id="rId1" imgW="203200" imgH="2540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1713" y="1176338"/>
                        <a:ext cx="37465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460" name="Object 5"/>
          <p:cNvGraphicFramePr>
            <a:graphicFrameLocks noChangeAspect="1"/>
          </p:cNvGraphicFramePr>
          <p:nvPr/>
        </p:nvGraphicFramePr>
        <p:xfrm>
          <a:off x="1379538" y="1138238"/>
          <a:ext cx="379412" cy="506412"/>
        </p:xfrm>
        <a:graphic>
          <a:graphicData uri="http://schemas.openxmlformats.org/presentationml/2006/ole">
            <mc:AlternateContent xmlns:mc="http://schemas.openxmlformats.org/markup-compatibility/2006">
              <mc:Choice xmlns:v="urn:schemas-microsoft-com:vml" Requires="v">
                <p:oleObj spid="_x0000_s19786" name="" r:id="rId3" imgW="190500" imgH="254000" progId="Equation.3">
                  <p:embed/>
                </p:oleObj>
              </mc:Choice>
              <mc:Fallback>
                <p:oleObj name="" r:id="rId3" imgW="190500" imgH="2540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9538" y="1138238"/>
                        <a:ext cx="379412"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94" name="Object 7"/>
          <p:cNvGraphicFramePr>
            <a:graphicFrameLocks noChangeAspect="1"/>
          </p:cNvGraphicFramePr>
          <p:nvPr/>
        </p:nvGraphicFramePr>
        <p:xfrm>
          <a:off x="1258888" y="1755775"/>
          <a:ext cx="2160587" cy="1835150"/>
        </p:xfrm>
        <a:graphic>
          <a:graphicData uri="http://schemas.openxmlformats.org/presentationml/2006/ole">
            <mc:AlternateContent xmlns:mc="http://schemas.openxmlformats.org/markup-compatibility/2006">
              <mc:Choice xmlns:v="urn:schemas-microsoft-com:vml" Requires="v">
                <p:oleObj spid="_x0000_s19787" name="" r:id="rId5" imgW="1225550" imgH="1042670" progId="Photoshop.Image.6">
                  <p:embed/>
                </p:oleObj>
              </mc:Choice>
              <mc:Fallback>
                <p:oleObj name="" r:id="rId5" imgW="1225550" imgH="1042670" progId="Photoshop.Image.6">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1755775"/>
                        <a:ext cx="2160587"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95" name="Object 8"/>
          <p:cNvGraphicFramePr>
            <a:graphicFrameLocks noChangeAspect="1"/>
          </p:cNvGraphicFramePr>
          <p:nvPr/>
        </p:nvGraphicFramePr>
        <p:xfrm>
          <a:off x="3708400" y="1755775"/>
          <a:ext cx="2087563" cy="1827213"/>
        </p:xfrm>
        <a:graphic>
          <a:graphicData uri="http://schemas.openxmlformats.org/presentationml/2006/ole">
            <mc:AlternateContent xmlns:mc="http://schemas.openxmlformats.org/markup-compatibility/2006">
              <mc:Choice xmlns:v="urn:schemas-microsoft-com:vml" Requires="v">
                <p:oleObj spid="_x0000_s19788" name="" r:id="rId7" imgW="1121410" imgH="981710" progId="Photoshop.Image.6">
                  <p:embed/>
                </p:oleObj>
              </mc:Choice>
              <mc:Fallback>
                <p:oleObj name="" r:id="rId7" imgW="1121410" imgH="981710" progId="Photoshop.Image.6">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1755775"/>
                        <a:ext cx="2087563"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2296" name="Object 9"/>
          <p:cNvGraphicFramePr>
            <a:graphicFrameLocks noChangeAspect="1"/>
          </p:cNvGraphicFramePr>
          <p:nvPr/>
        </p:nvGraphicFramePr>
        <p:xfrm>
          <a:off x="5868988" y="1785938"/>
          <a:ext cx="2376487" cy="1804987"/>
        </p:xfrm>
        <a:graphic>
          <a:graphicData uri="http://schemas.openxmlformats.org/presentationml/2006/ole">
            <mc:AlternateContent xmlns:mc="http://schemas.openxmlformats.org/markup-compatibility/2006">
              <mc:Choice xmlns:v="urn:schemas-microsoft-com:vml" Requires="v">
                <p:oleObj spid="_x0000_s19789" name="" r:id="rId9" imgW="1268095" imgH="963295" progId="Photoshop.Image.6">
                  <p:embed/>
                </p:oleObj>
              </mc:Choice>
              <mc:Fallback>
                <p:oleObj name="" r:id="rId9" imgW="1268095" imgH="963295" progId="Photoshop.Image.6">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8988" y="1785938"/>
                        <a:ext cx="2376487" cy="180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5242" name="Rectangle 10"/>
          <p:cNvSpPr>
            <a:spLocks noChangeArrowheads="1"/>
          </p:cNvSpPr>
          <p:nvPr/>
        </p:nvSpPr>
        <p:spPr bwMode="auto">
          <a:xfrm>
            <a:off x="933450" y="250825"/>
            <a:ext cx="4608513" cy="549275"/>
          </a:xfrm>
          <a:prstGeom prst="rect">
            <a:avLst/>
          </a:prstGeom>
          <a:solidFill>
            <a:schemeClr val="bg1"/>
          </a:solidFill>
          <a:ln w="9525">
            <a:noFill/>
            <a:miter lim="800000"/>
          </a:ln>
          <a:effectLst/>
        </p:spPr>
        <p:txBody>
          <a:bodyPr anchor="ctr"/>
          <a:lstStyle/>
          <a:p>
            <a:pPr algn="ctr">
              <a:defRPr/>
            </a:pPr>
            <a:r>
              <a:rPr lang="en-US" altLang="zh-CN" b="1">
                <a:solidFill>
                  <a:srgbClr val="0033CC"/>
                </a:solidFill>
                <a:effectLst>
                  <a:outerShdw blurRad="38100" dist="38100" dir="2700000" algn="tl">
                    <a:srgbClr val="C0C0C0"/>
                  </a:outerShdw>
                </a:effectLst>
                <a:latin typeface="楷体_GB2312" pitchFamily="49" charset="-122"/>
                <a:ea typeface="楷体_GB2312" pitchFamily="49" charset="-122"/>
                <a:sym typeface="+mn-ea"/>
              </a:rPr>
              <a:t>§3.2 </a:t>
            </a:r>
            <a:r>
              <a:rPr lang="zh-CN" altLang="en-US" b="1">
                <a:solidFill>
                  <a:srgbClr val="0033CC"/>
                </a:solidFill>
                <a:effectLst>
                  <a:outerShdw blurRad="38100" dist="38100" dir="2700000" algn="tl">
                    <a:srgbClr val="C0C0C0"/>
                  </a:outerShdw>
                </a:effectLst>
                <a:latin typeface="楷体_GB2312" pitchFamily="49" charset="-122"/>
                <a:ea typeface="楷体_GB2312" pitchFamily="49" charset="-122"/>
                <a:sym typeface="+mn-ea"/>
              </a:rPr>
              <a:t>正交函数集与信号分解</a:t>
            </a:r>
            <a:endParaRPr lang="zh-CN" altLang="en-US" b="1">
              <a:solidFill>
                <a:srgbClr val="0033CC"/>
              </a:solidFill>
              <a:effectLst>
                <a:outerShdw blurRad="38100" dist="38100" dir="2700000" algn="tl">
                  <a:srgbClr val="C0C0C0"/>
                </a:outerShdw>
              </a:effectLst>
              <a:latin typeface="楷体_GB2312" pitchFamily="49" charset="-122"/>
              <a:ea typeface="楷体_GB2312" pitchFamily="49" charset="-122"/>
              <a:sym typeface="+mn-ea"/>
            </a:endParaRPr>
          </a:p>
        </p:txBody>
      </p:sp>
      <p:sp>
        <p:nvSpPr>
          <p:cNvPr id="3" name="文本框 2"/>
          <p:cNvSpPr txBox="1">
            <a:spLocks noChangeArrowheads="1"/>
          </p:cNvSpPr>
          <p:nvPr/>
        </p:nvSpPr>
        <p:spPr bwMode="auto">
          <a:xfrm>
            <a:off x="1495425" y="4429125"/>
            <a:ext cx="7110413"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nSpc>
                <a:spcPct val="145000"/>
              </a:lnSpc>
            </a:pPr>
            <a:r>
              <a:rPr lang="en-US" altLang="zh-CN" b="1">
                <a:sym typeface="华文中宋" panose="02010600040101010101" pitchFamily="2" charset="-122"/>
              </a:rPr>
              <a:t>    </a:t>
            </a:r>
            <a:r>
              <a:rPr lang="zh-CN" altLang="en-US" b="1">
                <a:sym typeface="华文中宋" panose="02010600040101010101" pitchFamily="2" charset="-122"/>
              </a:rPr>
              <a:t>用垂直投影去代替原矢量所造成的</a:t>
            </a:r>
            <a:r>
              <a:rPr lang="zh-CN" altLang="en-US" b="1">
                <a:solidFill>
                  <a:srgbClr val="FF0000"/>
                </a:solidFill>
                <a:sym typeface="华文中宋" panose="02010600040101010101" pitchFamily="2" charset="-122"/>
              </a:rPr>
              <a:t>误差向量的模或模的平方，比用其它投影要小</a:t>
            </a:r>
            <a:r>
              <a:rPr lang="zh-CN" altLang="en-US" b="1">
                <a:sym typeface="华文中宋" panose="02010600040101010101" pitchFamily="2" charset="-122"/>
              </a:rPr>
              <a:t>。</a:t>
            </a:r>
            <a:endParaRPr lang="zh-CN" altLang="en-US" b="1">
              <a:sym typeface="华文中宋" panose="02010600040101010101" pitchFamily="2" charset="-122"/>
            </a:endParaRPr>
          </a:p>
        </p:txBody>
      </p:sp>
      <p:sp>
        <p:nvSpPr>
          <p:cNvPr id="4" name="文本框 3"/>
          <p:cNvSpPr txBox="1">
            <a:spLocks noChangeArrowheads="1"/>
          </p:cNvSpPr>
          <p:nvPr/>
        </p:nvSpPr>
        <p:spPr bwMode="auto">
          <a:xfrm>
            <a:off x="1260475" y="3779838"/>
            <a:ext cx="32432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zh-CN" altLang="en-US" b="1">
                <a:solidFill>
                  <a:srgbClr val="FF0000"/>
                </a:solidFill>
                <a:sym typeface="华文中宋" panose="02010600040101010101" pitchFamily="2" charset="-122"/>
              </a:rPr>
              <a:t>垂直投影有一个特性：</a:t>
            </a:r>
            <a:endParaRPr lang="zh-CN" altLang="en-US" b="1">
              <a:solidFill>
                <a:srgbClr val="FF0000"/>
              </a:solidFill>
              <a:sym typeface="华文中宋" panose="02010600040101010101" pitchFamily="2" charset="-122"/>
            </a:endParaRPr>
          </a:p>
        </p:txBody>
      </p:sp>
      <p:cxnSp>
        <p:nvCxnSpPr>
          <p:cNvPr id="2" name="直接连接符 1"/>
          <p:cNvCxnSpPr/>
          <p:nvPr/>
        </p:nvCxnSpPr>
        <p:spPr>
          <a:xfrm>
            <a:off x="539750" y="800100"/>
            <a:ext cx="8066088" cy="0"/>
          </a:xfrm>
          <a:prstGeom prst="line">
            <a:avLst/>
          </a:prstGeom>
          <a:ln w="28575">
            <a:solidFill>
              <a:srgbClr val="008000"/>
            </a:solidFill>
            <a:prstDash val="dashDot"/>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682625" y="3590925"/>
            <a:ext cx="8066088" cy="0"/>
          </a:xfrm>
          <a:prstGeom prst="line">
            <a:avLst/>
          </a:prstGeom>
          <a:ln w="28575">
            <a:solidFill>
              <a:srgbClr val="008000"/>
            </a:solidFill>
            <a:prstDash val="dash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2002320" y="2376360"/>
              <a:ext cx="5550120" cy="824400"/>
            </p14:xfrm>
          </p:contentPart>
        </mc:Choice>
        <mc:Fallback xmlns="">
          <p:pic>
            <p:nvPicPr>
              <p:cNvPr id="6" name="墨迹 5"/>
            </p:nvPicPr>
            <p:blipFill>
              <a:blip r:embed="rId12"/>
            </p:blipFill>
            <p:spPr>
              <a:xfrm>
                <a:off x="2002320" y="2376360"/>
                <a:ext cx="5550120" cy="824400"/>
              </a:xfrm>
              <a:prstGeom prst="rect"/>
            </p:spPr>
          </p:pic>
        </mc:Fallback>
      </mc:AlternateContent>
    </p:spTree>
    <p:custDataLst>
      <p:tags r:id="rId13"/>
    </p:custDataLst>
  </p:cSld>
  <p:clrMapOvr>
    <a:masterClrMapping/>
  </p:clrMapOvr>
  <p:transition spd="med" advTm="8216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2" presetClass="entr" presetSubtype="4" fill="hold" nodeType="afterEffect">
                                  <p:stCondLst>
                                    <p:cond delay="0"/>
                                  </p:stCondLst>
                                  <p:childTnLst>
                                    <p:set>
                                      <p:cBhvr>
                                        <p:cTn id="10" dur="1" fill="hold">
                                          <p:stCondLst>
                                            <p:cond delay="0"/>
                                          </p:stCondLst>
                                        </p:cTn>
                                        <p:tgtEl>
                                          <p:spTgt spid="12294"/>
                                        </p:tgtEl>
                                        <p:attrNameLst>
                                          <p:attrName>style.visibility</p:attrName>
                                        </p:attrNameLst>
                                      </p:cBhvr>
                                      <p:to>
                                        <p:strVal val="visible"/>
                                      </p:to>
                                    </p:set>
                                    <p:anim calcmode="lin" valueType="num">
                                      <p:cBhvr>
                                        <p:cTn id="11" dur="500" fill="hold"/>
                                        <p:tgtEl>
                                          <p:spTgt spid="12294"/>
                                        </p:tgtEl>
                                        <p:attrNameLst>
                                          <p:attrName>ppt_x</p:attrName>
                                        </p:attrNameLst>
                                      </p:cBhvr>
                                      <p:tavLst>
                                        <p:tav tm="0">
                                          <p:val>
                                            <p:strVal val="#ppt_x"/>
                                          </p:val>
                                        </p:tav>
                                        <p:tav tm="100000">
                                          <p:val>
                                            <p:strVal val="#ppt_x"/>
                                          </p:val>
                                        </p:tav>
                                      </p:tavLst>
                                    </p:anim>
                                    <p:anim calcmode="lin" valueType="num">
                                      <p:cBhvr>
                                        <p:cTn id="12" dur="500" fill="hold"/>
                                        <p:tgtEl>
                                          <p:spTgt spid="1229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295"/>
                                        </p:tgtEl>
                                        <p:attrNameLst>
                                          <p:attrName>style.visibility</p:attrName>
                                        </p:attrNameLst>
                                      </p:cBhvr>
                                      <p:to>
                                        <p:strVal val="visible"/>
                                      </p:to>
                                    </p:set>
                                    <p:anim calcmode="lin" valueType="num">
                                      <p:cBhvr>
                                        <p:cTn id="15" dur="500" fill="hold"/>
                                        <p:tgtEl>
                                          <p:spTgt spid="12295"/>
                                        </p:tgtEl>
                                        <p:attrNameLst>
                                          <p:attrName>ppt_x</p:attrName>
                                        </p:attrNameLst>
                                      </p:cBhvr>
                                      <p:tavLst>
                                        <p:tav tm="0">
                                          <p:val>
                                            <p:strVal val="#ppt_x"/>
                                          </p:val>
                                        </p:tav>
                                        <p:tav tm="100000">
                                          <p:val>
                                            <p:strVal val="#ppt_x"/>
                                          </p:val>
                                        </p:tav>
                                      </p:tavLst>
                                    </p:anim>
                                    <p:anim calcmode="lin" valueType="num">
                                      <p:cBhvr>
                                        <p:cTn id="16" dur="500" fill="hold"/>
                                        <p:tgtEl>
                                          <p:spTgt spid="1229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296"/>
                                        </p:tgtEl>
                                        <p:attrNameLst>
                                          <p:attrName>style.visibility</p:attrName>
                                        </p:attrNameLst>
                                      </p:cBhvr>
                                      <p:to>
                                        <p:strVal val="visible"/>
                                      </p:to>
                                    </p:set>
                                    <p:anim calcmode="lin" valueType="num">
                                      <p:cBhvr>
                                        <p:cTn id="19" dur="500" fill="hold"/>
                                        <p:tgtEl>
                                          <p:spTgt spid="12296"/>
                                        </p:tgtEl>
                                        <p:attrNameLst>
                                          <p:attrName>ppt_x</p:attrName>
                                        </p:attrNameLst>
                                      </p:cBhvr>
                                      <p:tavLst>
                                        <p:tav tm="0">
                                          <p:val>
                                            <p:strVal val="#ppt_x"/>
                                          </p:val>
                                        </p:tav>
                                        <p:tav tm="100000">
                                          <p:val>
                                            <p:strVal val="#ppt_x"/>
                                          </p:val>
                                        </p:tav>
                                      </p:tavLst>
                                    </p:anim>
                                    <p:anim calcmode="lin" valueType="num">
                                      <p:cBhvr>
                                        <p:cTn id="20" dur="500" fill="hold"/>
                                        <p:tgtEl>
                                          <p:spTgt spid="1229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ppt_x</p:attrName>
                                        </p:attrNameLst>
                                      </p:cBhvr>
                                      <p:tavLst>
                                        <p:tav tm="0">
                                          <p:val>
                                            <p:strVal val="#ppt_x"/>
                                          </p:val>
                                        </p:tav>
                                        <p:tav tm="100000">
                                          <p:val>
                                            <p:strVal val="#ppt_x"/>
                                          </p:val>
                                        </p:tav>
                                      </p:tavLst>
                                    </p:anim>
                                    <p:anim calcmode="lin" valueType="num">
                                      <p:cBhvr>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linds(horizontal)">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8" name="Object 6"/>
          <p:cNvGraphicFramePr>
            <a:graphicFrameLocks noGrp="1" noChangeAspect="1"/>
          </p:cNvGraphicFramePr>
          <p:nvPr>
            <p:ph sz="quarter" idx="3"/>
          </p:nvPr>
        </p:nvGraphicFramePr>
        <p:xfrm>
          <a:off x="2784475" y="3203575"/>
          <a:ext cx="2276475" cy="711200"/>
        </p:xfrm>
        <a:graphic>
          <a:graphicData uri="http://schemas.openxmlformats.org/presentationml/2006/ole">
            <mc:AlternateContent xmlns:mc="http://schemas.openxmlformats.org/markup-compatibility/2006">
              <mc:Choice xmlns:v="urn:schemas-microsoft-com:vml" Requires="v">
                <p:oleObj spid="_x0000_s20808" name="" r:id="rId1" imgW="1143000" imgH="355600" progId="Equation.3">
                  <p:embed/>
                </p:oleObj>
              </mc:Choice>
              <mc:Fallback>
                <p:oleObj name="" r:id="rId1" imgW="1143000" imgH="355600" progId="Equation.3">
                  <p:embed/>
                  <p:pic>
                    <p:nvPicPr>
                      <p:cNvPr id="0" name="Object 6"/>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4475" y="3203575"/>
                        <a:ext cx="227647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0483" name="组合 4"/>
          <p:cNvGrpSpPr/>
          <p:nvPr/>
        </p:nvGrpSpPr>
        <p:grpSpPr bwMode="auto">
          <a:xfrm>
            <a:off x="825500" y="857250"/>
            <a:ext cx="7085013" cy="1895475"/>
            <a:chOff x="1121" y="7217"/>
            <a:chExt cx="11159" cy="2983"/>
          </a:xfrm>
        </p:grpSpPr>
        <p:graphicFrame>
          <p:nvGraphicFramePr>
            <p:cNvPr id="20491" name="Object 7"/>
            <p:cNvGraphicFramePr>
              <a:graphicFrameLocks noChangeAspect="1"/>
            </p:cNvGraphicFramePr>
            <p:nvPr/>
          </p:nvGraphicFramePr>
          <p:xfrm>
            <a:off x="1120" y="7216"/>
            <a:ext cx="3402" cy="2890"/>
          </p:xfrm>
          <a:graphic>
            <a:graphicData uri="http://schemas.openxmlformats.org/presentationml/2006/ole">
              <mc:AlternateContent xmlns:mc="http://schemas.openxmlformats.org/markup-compatibility/2006">
                <mc:Choice xmlns:v="urn:schemas-microsoft-com:vml" Requires="v">
                  <p:oleObj spid="_x0000_s20809" name="" r:id="rId3" imgW="1225550" imgH="1042670" progId="Photoshop.Image.6">
                    <p:embed/>
                  </p:oleObj>
                </mc:Choice>
                <mc:Fallback>
                  <p:oleObj name="" r:id="rId3" imgW="1225550" imgH="1042670" progId="Photoshop.Image.6">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 y="7216"/>
                          <a:ext cx="3402" cy="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92" name="Object 8"/>
            <p:cNvGraphicFramePr>
              <a:graphicFrameLocks noChangeAspect="1"/>
            </p:cNvGraphicFramePr>
            <p:nvPr/>
          </p:nvGraphicFramePr>
          <p:xfrm>
            <a:off x="5091" y="7322"/>
            <a:ext cx="3287" cy="2877"/>
          </p:xfrm>
          <a:graphic>
            <a:graphicData uri="http://schemas.openxmlformats.org/presentationml/2006/ole">
              <mc:AlternateContent xmlns:mc="http://schemas.openxmlformats.org/markup-compatibility/2006">
                <mc:Choice xmlns:v="urn:schemas-microsoft-com:vml" Requires="v">
                  <p:oleObj spid="_x0000_s20810" name="" r:id="rId5" imgW="1121410" imgH="981710" progId="Photoshop.Image.6">
                    <p:embed/>
                  </p:oleObj>
                </mc:Choice>
                <mc:Fallback>
                  <p:oleObj name="" r:id="rId5" imgW="1121410" imgH="981710" progId="Photoshop.Image.6">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1" y="7322"/>
                          <a:ext cx="3287" cy="2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93" name="Object 9"/>
            <p:cNvGraphicFramePr>
              <a:graphicFrameLocks noChangeAspect="1"/>
            </p:cNvGraphicFramePr>
            <p:nvPr/>
          </p:nvGraphicFramePr>
          <p:xfrm>
            <a:off x="8537" y="7357"/>
            <a:ext cx="3742" cy="2842"/>
          </p:xfrm>
          <a:graphic>
            <a:graphicData uri="http://schemas.openxmlformats.org/presentationml/2006/ole">
              <mc:AlternateContent xmlns:mc="http://schemas.openxmlformats.org/markup-compatibility/2006">
                <mc:Choice xmlns:v="urn:schemas-microsoft-com:vml" Requires="v">
                  <p:oleObj spid="_x0000_s20811" name="" r:id="rId7" imgW="1268095" imgH="963295" progId="Photoshop.Image.6">
                    <p:embed/>
                  </p:oleObj>
                </mc:Choice>
                <mc:Fallback>
                  <p:oleObj name="" r:id="rId7" imgW="1268095" imgH="963295" progId="Photoshop.Image.6">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37" y="7357"/>
                          <a:ext cx="3742" cy="2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95242" name="Rectangle 10"/>
          <p:cNvSpPr>
            <a:spLocks noChangeArrowheads="1"/>
          </p:cNvSpPr>
          <p:nvPr/>
        </p:nvSpPr>
        <p:spPr bwMode="auto">
          <a:xfrm>
            <a:off x="711200" y="125413"/>
            <a:ext cx="4608513" cy="549275"/>
          </a:xfrm>
          <a:prstGeom prst="rect">
            <a:avLst/>
          </a:prstGeom>
          <a:solidFill>
            <a:schemeClr val="bg1"/>
          </a:solidFill>
          <a:ln w="9525">
            <a:noFill/>
            <a:miter lim="800000"/>
          </a:ln>
          <a:effectLst/>
        </p:spPr>
        <p:txBody>
          <a:bodyPr anchor="ctr"/>
          <a:lstStyle/>
          <a:p>
            <a:pPr algn="ctr">
              <a:defRPr/>
            </a:pPr>
            <a:r>
              <a:rPr lang="en-US" altLang="zh-CN" b="1">
                <a:solidFill>
                  <a:srgbClr val="0033CC"/>
                </a:solidFill>
                <a:effectLst>
                  <a:outerShdw blurRad="38100" dist="38100" dir="2700000" algn="tl">
                    <a:srgbClr val="C0C0C0"/>
                  </a:outerShdw>
                </a:effectLst>
                <a:latin typeface="楷体_GB2312" pitchFamily="49" charset="-122"/>
                <a:ea typeface="楷体_GB2312" pitchFamily="49" charset="-122"/>
                <a:sym typeface="+mn-ea"/>
              </a:rPr>
              <a:t>§3.2 </a:t>
            </a:r>
            <a:r>
              <a:rPr lang="zh-CN" altLang="en-US" b="1">
                <a:solidFill>
                  <a:srgbClr val="0033CC"/>
                </a:solidFill>
                <a:effectLst>
                  <a:outerShdw blurRad="38100" dist="38100" dir="2700000" algn="tl">
                    <a:srgbClr val="C0C0C0"/>
                  </a:outerShdw>
                </a:effectLst>
                <a:latin typeface="楷体_GB2312" pitchFamily="49" charset="-122"/>
                <a:ea typeface="楷体_GB2312" pitchFamily="49" charset="-122"/>
                <a:sym typeface="+mn-ea"/>
              </a:rPr>
              <a:t>正交函数集与信号分解</a:t>
            </a:r>
            <a:endParaRPr lang="zh-CN" altLang="en-US" b="1">
              <a:solidFill>
                <a:srgbClr val="0033CC"/>
              </a:solidFill>
              <a:effectLst>
                <a:outerShdw blurRad="38100" dist="38100" dir="2700000" algn="tl">
                  <a:srgbClr val="C0C0C0"/>
                </a:outerShdw>
              </a:effectLst>
              <a:latin typeface="楷体_GB2312" pitchFamily="49" charset="-122"/>
              <a:ea typeface="楷体_GB2312" pitchFamily="49" charset="-122"/>
              <a:sym typeface="+mn-ea"/>
            </a:endParaRPr>
          </a:p>
        </p:txBody>
      </p:sp>
      <p:sp>
        <p:nvSpPr>
          <p:cNvPr id="3" name="文本框 2"/>
          <p:cNvSpPr txBox="1">
            <a:spLocks noChangeArrowheads="1"/>
          </p:cNvSpPr>
          <p:nvPr/>
        </p:nvSpPr>
        <p:spPr bwMode="auto">
          <a:xfrm>
            <a:off x="619125" y="4156075"/>
            <a:ext cx="8483600" cy="2647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nSpc>
                <a:spcPct val="150000"/>
              </a:lnSpc>
            </a:pPr>
            <a:r>
              <a:rPr lang="en-US" altLang="zh-CN">
                <a:sym typeface="华文中宋" panose="02010600040101010101" pitchFamily="2" charset="-122"/>
              </a:rPr>
              <a:t>  </a:t>
            </a:r>
            <a:r>
              <a:rPr lang="zh-CN" altLang="en-US" b="1">
                <a:sym typeface="华文中宋" panose="02010600040101010101" pitchFamily="2" charset="-122"/>
              </a:rPr>
              <a:t>误差矢量的模或模平方在垂直投影时最小，影响垂直与否的量只有</a:t>
            </a:r>
            <a:r>
              <a:rPr lang="en-US" altLang="zh-CN" b="1">
                <a:sym typeface="华文中宋" panose="02010600040101010101" pitchFamily="2" charset="-122"/>
              </a:rPr>
              <a:t>C</a:t>
            </a:r>
            <a:r>
              <a:rPr lang="en-US" altLang="zh-CN" b="1" baseline="-25000">
                <a:sym typeface="华文中宋" panose="02010600040101010101" pitchFamily="2" charset="-122"/>
              </a:rPr>
              <a:t>12</a:t>
            </a:r>
            <a:r>
              <a:rPr lang="zh-CN" altLang="en-US" b="1">
                <a:sym typeface="华文中宋" panose="02010600040101010101" pitchFamily="2" charset="-122"/>
              </a:rPr>
              <a:t>，所以应选择</a:t>
            </a:r>
            <a:r>
              <a:rPr lang="en-US" altLang="zh-CN" b="1">
                <a:sym typeface="华文中宋" panose="02010600040101010101" pitchFamily="2" charset="-122"/>
              </a:rPr>
              <a:t>C</a:t>
            </a:r>
            <a:r>
              <a:rPr lang="en-US" altLang="zh-CN" b="1" baseline="-25000">
                <a:sym typeface="华文中宋" panose="02010600040101010101" pitchFamily="2" charset="-122"/>
              </a:rPr>
              <a:t>12</a:t>
            </a:r>
            <a:r>
              <a:rPr lang="zh-CN" altLang="en-US" b="1">
                <a:sym typeface="华文中宋" panose="02010600040101010101" pitchFamily="2" charset="-122"/>
              </a:rPr>
              <a:t>使得</a:t>
            </a:r>
            <a:r>
              <a:rPr lang="zh-CN" altLang="en-US" b="1">
                <a:solidFill>
                  <a:srgbClr val="FF0000"/>
                </a:solidFill>
                <a:sym typeface="华文中宋" panose="02010600040101010101" pitchFamily="2" charset="-122"/>
              </a:rPr>
              <a:t>误差矢量最小。</a:t>
            </a:r>
            <a:endParaRPr lang="zh-CN" altLang="en-US" b="1">
              <a:solidFill>
                <a:srgbClr val="FF0000"/>
              </a:solidFill>
              <a:sym typeface="华文中宋" panose="02010600040101010101" pitchFamily="2" charset="-122"/>
            </a:endParaRPr>
          </a:p>
          <a:p>
            <a:pPr>
              <a:lnSpc>
                <a:spcPct val="150000"/>
              </a:lnSpc>
            </a:pPr>
            <a:r>
              <a:rPr lang="zh-CN" altLang="en-US" b="1">
                <a:solidFill>
                  <a:srgbClr val="FF0000"/>
                </a:solidFill>
                <a:sym typeface="华文中宋" panose="02010600040101010101" pitchFamily="2" charset="-122"/>
              </a:rPr>
              <a:t>       只要：</a:t>
            </a:r>
            <a:r>
              <a:rPr lang="zh-CN" altLang="en-US">
                <a:sym typeface="华文中宋" panose="02010600040101010101" pitchFamily="2" charset="-122"/>
              </a:rPr>
              <a:t>   </a:t>
            </a:r>
            <a:endParaRPr lang="zh-CN" altLang="en-US"/>
          </a:p>
        </p:txBody>
      </p:sp>
      <p:sp>
        <p:nvSpPr>
          <p:cNvPr id="20486" name="文本框 3"/>
          <p:cNvSpPr txBox="1">
            <a:spLocks noChangeArrowheads="1"/>
          </p:cNvSpPr>
          <p:nvPr/>
        </p:nvSpPr>
        <p:spPr bwMode="auto">
          <a:xfrm>
            <a:off x="1046163" y="2543175"/>
            <a:ext cx="630872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lnSpc>
                <a:spcPct val="145000"/>
              </a:lnSpc>
            </a:pPr>
            <a:r>
              <a:rPr lang="en-US" altLang="zh-CN" b="1">
                <a:sym typeface="华文中宋" panose="02010600040101010101" pitchFamily="2" charset="-122"/>
              </a:rPr>
              <a:t>   </a:t>
            </a:r>
            <a:r>
              <a:rPr lang="zh-CN" altLang="en-US" b="1">
                <a:sym typeface="华文中宋" panose="02010600040101010101" pitchFamily="2" charset="-122"/>
              </a:rPr>
              <a:t>用投影去代替原矢量所造成的</a:t>
            </a:r>
            <a:r>
              <a:rPr lang="zh-CN" altLang="en-US" b="1">
                <a:solidFill>
                  <a:srgbClr val="FF0000"/>
                </a:solidFill>
                <a:sym typeface="华文中宋" panose="02010600040101010101" pitchFamily="2" charset="-122"/>
              </a:rPr>
              <a:t>误差矢量为：</a:t>
            </a:r>
            <a:endParaRPr lang="zh-CN" altLang="en-US" b="1">
              <a:sym typeface="华文中宋" panose="02010600040101010101" pitchFamily="2" charset="-122"/>
            </a:endParaRPr>
          </a:p>
        </p:txBody>
      </p:sp>
      <p:graphicFrame>
        <p:nvGraphicFramePr>
          <p:cNvPr id="96261" name="Object 5"/>
          <p:cNvGraphicFramePr>
            <a:graphicFrameLocks noChangeAspect="1"/>
          </p:cNvGraphicFramePr>
          <p:nvPr/>
        </p:nvGraphicFramePr>
        <p:xfrm>
          <a:off x="3184525" y="5776913"/>
          <a:ext cx="2952750" cy="955675"/>
        </p:xfrm>
        <a:graphic>
          <a:graphicData uri="http://schemas.openxmlformats.org/presentationml/2006/ole">
            <mc:AlternateContent xmlns:mc="http://schemas.openxmlformats.org/markup-compatibility/2006">
              <mc:Choice xmlns:v="urn:schemas-microsoft-com:vml" Requires="v">
                <p:oleObj spid="_x0000_s20812" name="" r:id="rId9" imgW="1333500" imgH="431800" progId="Equation.3">
                  <p:embed/>
                </p:oleObj>
              </mc:Choice>
              <mc:Fallback>
                <p:oleObj name="" r:id="rId9" imgW="1333500" imgH="4318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4525" y="5776913"/>
                        <a:ext cx="2952750" cy="955675"/>
                      </a:xfrm>
                      <a:prstGeom prst="rect">
                        <a:avLst/>
                      </a:prstGeom>
                      <a:solidFill>
                        <a:srgbClr val="FFCC66"/>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6" name="直接连接符 5"/>
          <p:cNvCxnSpPr/>
          <p:nvPr/>
        </p:nvCxnSpPr>
        <p:spPr>
          <a:xfrm>
            <a:off x="701675" y="4084638"/>
            <a:ext cx="8064500" cy="0"/>
          </a:xfrm>
          <a:prstGeom prst="line">
            <a:avLst/>
          </a:prstGeom>
          <a:ln w="28575">
            <a:solidFill>
              <a:srgbClr val="008000"/>
            </a:solidFill>
            <a:prstDash val="dashDot"/>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a:off x="700088" y="674688"/>
            <a:ext cx="8066087" cy="0"/>
          </a:xfrm>
          <a:prstGeom prst="line">
            <a:avLst/>
          </a:prstGeom>
          <a:ln w="28575">
            <a:solidFill>
              <a:srgbClr val="008000"/>
            </a:solidFill>
            <a:prstDash val="dashDot"/>
          </a:ln>
        </p:spPr>
        <p:style>
          <a:lnRef idx="1">
            <a:schemeClr val="accent1"/>
          </a:lnRef>
          <a:fillRef idx="0">
            <a:schemeClr val="accent1"/>
          </a:fillRef>
          <a:effectRef idx="0">
            <a:schemeClr val="accent1"/>
          </a:effectRef>
          <a:fontRef idx="minor">
            <a:schemeClr val="tx1"/>
          </a:fontRef>
        </p:style>
      </p:cxnSp>
    </p:spTree>
    <p:custDataLst>
      <p:tags r:id="rId11"/>
    </p:custDataLst>
  </p:cSld>
  <p:clrMapOvr>
    <a:masterClrMapping/>
  </p:clrMapOvr>
  <p:transition spd="med" advTm="9567">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95238"/>
                                        </p:tgtEl>
                                        <p:attrNameLst>
                                          <p:attrName>style.visibility</p:attrName>
                                        </p:attrNameLst>
                                      </p:cBhvr>
                                      <p:to>
                                        <p:strVal val="visible"/>
                                      </p:to>
                                    </p:set>
                                    <p:anim calcmode="lin" valueType="num">
                                      <p:cBhvr>
                                        <p:cTn id="7" dur="1000" fill="hold"/>
                                        <p:tgtEl>
                                          <p:spTgt spid="95238"/>
                                        </p:tgtEl>
                                        <p:attrNameLst>
                                          <p:attrName>ppt_w</p:attrName>
                                        </p:attrNameLst>
                                      </p:cBhvr>
                                      <p:tavLst>
                                        <p:tav tm="0">
                                          <p:val>
                                            <p:strVal val="#ppt_w*0.70"/>
                                          </p:val>
                                        </p:tav>
                                        <p:tav tm="100000">
                                          <p:val>
                                            <p:strVal val="#ppt_w"/>
                                          </p:val>
                                        </p:tav>
                                      </p:tavLst>
                                    </p:anim>
                                    <p:anim calcmode="lin" valueType="num">
                                      <p:cBhvr>
                                        <p:cTn id="8" dur="1000" fill="hold"/>
                                        <p:tgtEl>
                                          <p:spTgt spid="95238"/>
                                        </p:tgtEl>
                                        <p:attrNameLst>
                                          <p:attrName>ppt_h</p:attrName>
                                        </p:attrNameLst>
                                      </p:cBhvr>
                                      <p:tavLst>
                                        <p:tav tm="0">
                                          <p:val>
                                            <p:strVal val="#ppt_h"/>
                                          </p:val>
                                        </p:tav>
                                        <p:tav tm="100000">
                                          <p:val>
                                            <p:strVal val="#ppt_h"/>
                                          </p:val>
                                        </p:tav>
                                      </p:tavLst>
                                    </p:anim>
                                    <p:animEffect transition="in" filter="fade">
                                      <p:cBhvr>
                                        <p:cTn id="9" dur="1000"/>
                                        <p:tgtEl>
                                          <p:spTgt spid="95238"/>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box(in)">
                                      <p:cBhvr>
                                        <p:cTn id="14" dur="1000"/>
                                        <p:tgtEl>
                                          <p:spTgt spid="3"/>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96261"/>
                                        </p:tgtEl>
                                        <p:attrNameLst>
                                          <p:attrName>style.visibility</p:attrName>
                                        </p:attrNameLst>
                                      </p:cBhvr>
                                      <p:to>
                                        <p:strVal val="visible"/>
                                      </p:to>
                                    </p:set>
                                    <p:anim calcmode="lin" valueType="num">
                                      <p:cBhvr>
                                        <p:cTn id="18" dur="1000" fill="hold"/>
                                        <p:tgtEl>
                                          <p:spTgt spid="96261"/>
                                        </p:tgtEl>
                                        <p:attrNameLst>
                                          <p:attrName>ppt_w</p:attrName>
                                        </p:attrNameLst>
                                      </p:cBhvr>
                                      <p:tavLst>
                                        <p:tav tm="0">
                                          <p:val>
                                            <p:strVal val="#ppt_w*0.70"/>
                                          </p:val>
                                        </p:tav>
                                        <p:tav tm="100000">
                                          <p:val>
                                            <p:strVal val="#ppt_w"/>
                                          </p:val>
                                        </p:tav>
                                      </p:tavLst>
                                    </p:anim>
                                    <p:anim calcmode="lin" valueType="num">
                                      <p:cBhvr>
                                        <p:cTn id="19" dur="1000" fill="hold"/>
                                        <p:tgtEl>
                                          <p:spTgt spid="96261"/>
                                        </p:tgtEl>
                                        <p:attrNameLst>
                                          <p:attrName>ppt_h</p:attrName>
                                        </p:attrNameLst>
                                      </p:cBhvr>
                                      <p:tavLst>
                                        <p:tav tm="0">
                                          <p:val>
                                            <p:strVal val="#ppt_h"/>
                                          </p:val>
                                        </p:tav>
                                        <p:tav tm="100000">
                                          <p:val>
                                            <p:strVal val="#ppt_h"/>
                                          </p:val>
                                        </p:tav>
                                      </p:tavLst>
                                    </p:anim>
                                    <p:animEffect transition="in" filter="fade">
                                      <p:cBhvr>
                                        <p:cTn id="20" dur="1000"/>
                                        <p:tgtEl>
                                          <p:spTgt spid="96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C941D169-FEE1-4C0C-A1A1-7FB6D25DBD13}" type="datetime1">
              <a:rPr lang="zh-CN" altLang="en-US"/>
            </a:fld>
            <a:endParaRPr lang="zh-CN" altLang="en-US"/>
          </a:p>
        </p:txBody>
      </p:sp>
      <p:sp>
        <p:nvSpPr>
          <p:cNvPr id="21507" name="Rectangle 2"/>
          <p:cNvSpPr>
            <a:spLocks noGrp="1" noChangeArrowheads="1"/>
          </p:cNvSpPr>
          <p:nvPr>
            <p:ph type="body" sz="half" idx="4294967295"/>
          </p:nvPr>
        </p:nvSpPr>
        <p:spPr>
          <a:xfrm>
            <a:off x="611188" y="1484313"/>
            <a:ext cx="3906837" cy="1289050"/>
          </a:xfrm>
        </p:spPr>
        <p:txBody>
          <a:bodyPr/>
          <a:lstStyle/>
          <a:p>
            <a:pPr>
              <a:buFont typeface="Wingdings" panose="05000000000000000000" pitchFamily="2" charset="2"/>
              <a:buNone/>
            </a:pPr>
            <a:r>
              <a:rPr lang="zh-CN" altLang="en-US" sz="2600" b="1"/>
              <a:t>      </a:t>
            </a:r>
            <a:endParaRPr lang="zh-CN" altLang="en-US" sz="2600" b="1"/>
          </a:p>
        </p:txBody>
      </p:sp>
      <p:graphicFrame>
        <p:nvGraphicFramePr>
          <p:cNvPr id="163843" name="Object 3"/>
          <p:cNvGraphicFramePr>
            <a:graphicFrameLocks noGrp="1" noChangeAspect="1"/>
          </p:cNvGraphicFramePr>
          <p:nvPr>
            <p:ph sz="quarter" idx="4294967295"/>
          </p:nvPr>
        </p:nvGraphicFramePr>
        <p:xfrm>
          <a:off x="1331913" y="836613"/>
          <a:ext cx="4032250" cy="660400"/>
        </p:xfrm>
        <a:graphic>
          <a:graphicData uri="http://schemas.openxmlformats.org/presentationml/2006/ole">
            <mc:AlternateContent xmlns:mc="http://schemas.openxmlformats.org/markup-compatibility/2006">
              <mc:Choice xmlns:v="urn:schemas-microsoft-com:vml" Requires="v">
                <p:oleObj spid="_x0000_s21830" name="公式" r:id="rId1" imgW="2171700" imgH="355600" progId="Equation.3">
                  <p:embed/>
                </p:oleObj>
              </mc:Choice>
              <mc:Fallback>
                <p:oleObj name="公式" r:id="rId1" imgW="2171700" imgH="3556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836613"/>
                        <a:ext cx="403225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44" name="Object 4"/>
          <p:cNvGraphicFramePr>
            <a:graphicFrameLocks noGrp="1" noChangeAspect="1"/>
          </p:cNvGraphicFramePr>
          <p:nvPr>
            <p:ph sz="quarter" idx="4294967295"/>
          </p:nvPr>
        </p:nvGraphicFramePr>
        <p:xfrm>
          <a:off x="873125" y="1646238"/>
          <a:ext cx="3605213" cy="877887"/>
        </p:xfrm>
        <a:graphic>
          <a:graphicData uri="http://schemas.openxmlformats.org/presentationml/2006/ole">
            <mc:AlternateContent xmlns:mc="http://schemas.openxmlformats.org/markup-compatibility/2006">
              <mc:Choice xmlns:v="urn:schemas-microsoft-com:vml" Requires="v">
                <p:oleObj spid="_x0000_s21831" name="公式" r:id="rId3" imgW="1333500" imgH="431800" progId="Equation.3">
                  <p:embed/>
                </p:oleObj>
              </mc:Choice>
              <mc:Fallback>
                <p:oleObj name="公式" r:id="rId3" imgW="1333500" imgH="4318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125" y="1646238"/>
                        <a:ext cx="3605213" cy="877887"/>
                      </a:xfrm>
                      <a:prstGeom prst="rect">
                        <a:avLst/>
                      </a:prstGeom>
                      <a:solidFill>
                        <a:srgbClr val="FFCC66"/>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1510" name="Object 5"/>
          <p:cNvGraphicFramePr>
            <a:graphicFrameLocks noChangeAspect="1"/>
          </p:cNvGraphicFramePr>
          <p:nvPr/>
        </p:nvGraphicFramePr>
        <p:xfrm>
          <a:off x="6361113" y="554038"/>
          <a:ext cx="2520950" cy="2141537"/>
        </p:xfrm>
        <a:graphic>
          <a:graphicData uri="http://schemas.openxmlformats.org/presentationml/2006/ole">
            <mc:AlternateContent xmlns:mc="http://schemas.openxmlformats.org/markup-compatibility/2006">
              <mc:Choice xmlns:v="urn:schemas-microsoft-com:vml" Requires="v">
                <p:oleObj spid="_x0000_s21832" name="Image" r:id="rId5" imgW="1225550" imgH="1042670" progId="Photoshop.Image.6">
                  <p:embed/>
                </p:oleObj>
              </mc:Choice>
              <mc:Fallback>
                <p:oleObj name="Image" r:id="rId5" imgW="1225550" imgH="1042670" progId="Photoshop.Image.6">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1113" y="554038"/>
                        <a:ext cx="2520950" cy="2141537"/>
                      </a:xfrm>
                      <a:prstGeom prst="rect">
                        <a:avLst/>
                      </a:prstGeom>
                      <a:solidFill>
                        <a:schemeClr val="hlink"/>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46" name="Object 6"/>
          <p:cNvGraphicFramePr>
            <a:graphicFrameLocks noChangeAspect="1"/>
          </p:cNvGraphicFramePr>
          <p:nvPr/>
        </p:nvGraphicFramePr>
        <p:xfrm>
          <a:off x="1187450" y="2997200"/>
          <a:ext cx="7488238" cy="1485900"/>
        </p:xfrm>
        <a:graphic>
          <a:graphicData uri="http://schemas.openxmlformats.org/presentationml/2006/ole">
            <mc:AlternateContent xmlns:mc="http://schemas.openxmlformats.org/markup-compatibility/2006">
              <mc:Choice xmlns:v="urn:schemas-microsoft-com:vml" Requires="v">
                <p:oleObj spid="_x0000_s21833" name="公式" r:id="rId7" imgW="3251200" imgH="736600" progId="Equation.3">
                  <p:embed/>
                </p:oleObj>
              </mc:Choice>
              <mc:Fallback>
                <p:oleObj name="公式" r:id="rId7" imgW="3251200" imgH="736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2997200"/>
                        <a:ext cx="7488238"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848" name="Object 8"/>
          <p:cNvGraphicFramePr>
            <a:graphicFrameLocks noChangeAspect="1"/>
          </p:cNvGraphicFramePr>
          <p:nvPr/>
        </p:nvGraphicFramePr>
        <p:xfrm>
          <a:off x="2592388" y="4872038"/>
          <a:ext cx="3959225" cy="1289050"/>
        </p:xfrm>
        <a:graphic>
          <a:graphicData uri="http://schemas.openxmlformats.org/presentationml/2006/ole">
            <mc:AlternateContent xmlns:mc="http://schemas.openxmlformats.org/markup-compatibility/2006">
              <mc:Choice xmlns:v="urn:schemas-microsoft-com:vml" Requires="v">
                <p:oleObj spid="_x0000_s21834" name="公式" r:id="rId9" imgW="1435100" imgH="533400" progId="Equation.3">
                  <p:embed/>
                </p:oleObj>
              </mc:Choice>
              <mc:Fallback>
                <p:oleObj name="公式" r:id="rId9" imgW="1435100" imgH="5334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2388" y="4872038"/>
                        <a:ext cx="3959225" cy="128905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1513" name="Rectangle 9"/>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mc:AlternateContent xmlns:mc="http://schemas.openxmlformats.org/markup-compatibility/2006" xmlns:p14="http://schemas.microsoft.com/office/powerpoint/2010/main">
        <mc:Choice Requires="p14">
          <p:contentPart r:id="rId11" p14:bwMode="auto">
            <p14:nvContentPartPr>
              <p14:cNvPr id="2" name="墨迹 1"/>
              <p14:cNvContentPartPr/>
              <p14:nvPr/>
            </p14:nvContentPartPr>
            <p14:xfrm>
              <a:off x="1254240" y="3169800"/>
              <a:ext cx="7169400" cy="2926440"/>
            </p14:xfrm>
          </p:contentPart>
        </mc:Choice>
        <mc:Fallback xmlns="">
          <p:pic>
            <p:nvPicPr>
              <p:cNvPr id="2" name="墨迹 1"/>
            </p:nvPicPr>
            <p:blipFill>
              <a:blip r:embed="rId12"/>
            </p:blipFill>
            <p:spPr>
              <a:xfrm>
                <a:off x="1254240" y="3169800"/>
                <a:ext cx="7169400" cy="2926440"/>
              </a:xfrm>
              <a:prstGeom prst="rect"/>
            </p:spPr>
          </p:pic>
        </mc:Fallback>
      </mc:AlternateContent>
    </p:spTree>
    <p:custDataLst>
      <p:tags r:id="rId13"/>
    </p:custDataLst>
  </p:cSld>
  <p:clrMapOvr>
    <a:masterClrMapping/>
  </p:clrMapOvr>
  <p:transition spd="slow" advTm="8267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63843"/>
                                        </p:tgtEl>
                                        <p:attrNameLst>
                                          <p:attrName>style.visibility</p:attrName>
                                        </p:attrNameLst>
                                      </p:cBhvr>
                                      <p:to>
                                        <p:strVal val="visible"/>
                                      </p:to>
                                    </p:set>
                                    <p:anim calcmode="lin" valueType="num">
                                      <p:cBhvr>
                                        <p:cTn id="11" dur="1000" fill="hold"/>
                                        <p:tgtEl>
                                          <p:spTgt spid="163843"/>
                                        </p:tgtEl>
                                        <p:attrNameLst>
                                          <p:attrName>ppt_w</p:attrName>
                                        </p:attrNameLst>
                                      </p:cBhvr>
                                      <p:tavLst>
                                        <p:tav tm="0">
                                          <p:val>
                                            <p:strVal val="#ppt_w*0.70"/>
                                          </p:val>
                                        </p:tav>
                                        <p:tav tm="100000">
                                          <p:val>
                                            <p:strVal val="#ppt_w"/>
                                          </p:val>
                                        </p:tav>
                                      </p:tavLst>
                                    </p:anim>
                                    <p:anim calcmode="lin" valueType="num">
                                      <p:cBhvr>
                                        <p:cTn id="12" dur="1000" fill="hold"/>
                                        <p:tgtEl>
                                          <p:spTgt spid="163843"/>
                                        </p:tgtEl>
                                        <p:attrNameLst>
                                          <p:attrName>ppt_h</p:attrName>
                                        </p:attrNameLst>
                                      </p:cBhvr>
                                      <p:tavLst>
                                        <p:tav tm="0">
                                          <p:val>
                                            <p:strVal val="#ppt_h"/>
                                          </p:val>
                                        </p:tav>
                                        <p:tav tm="100000">
                                          <p:val>
                                            <p:strVal val="#ppt_h"/>
                                          </p:val>
                                        </p:tav>
                                      </p:tavLst>
                                    </p:anim>
                                    <p:animEffect transition="in" filter="fade">
                                      <p:cBhvr>
                                        <p:cTn id="13" dur="1000"/>
                                        <p:tgtEl>
                                          <p:spTgt spid="163843"/>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163844"/>
                                        </p:tgtEl>
                                        <p:attrNameLst>
                                          <p:attrName>style.visibility</p:attrName>
                                        </p:attrNameLst>
                                      </p:cBhvr>
                                      <p:to>
                                        <p:strVal val="visible"/>
                                      </p:to>
                                    </p:set>
                                    <p:anim calcmode="lin" valueType="num">
                                      <p:cBhvr>
                                        <p:cTn id="18" dur="1000" fill="hold"/>
                                        <p:tgtEl>
                                          <p:spTgt spid="163844"/>
                                        </p:tgtEl>
                                        <p:attrNameLst>
                                          <p:attrName>ppt_w</p:attrName>
                                        </p:attrNameLst>
                                      </p:cBhvr>
                                      <p:tavLst>
                                        <p:tav tm="0">
                                          <p:val>
                                            <p:strVal val="#ppt_w*0.70"/>
                                          </p:val>
                                        </p:tav>
                                        <p:tav tm="100000">
                                          <p:val>
                                            <p:strVal val="#ppt_w"/>
                                          </p:val>
                                        </p:tav>
                                      </p:tavLst>
                                    </p:anim>
                                    <p:anim calcmode="lin" valueType="num">
                                      <p:cBhvr>
                                        <p:cTn id="19" dur="1000" fill="hold"/>
                                        <p:tgtEl>
                                          <p:spTgt spid="163844"/>
                                        </p:tgtEl>
                                        <p:attrNameLst>
                                          <p:attrName>ppt_h</p:attrName>
                                        </p:attrNameLst>
                                      </p:cBhvr>
                                      <p:tavLst>
                                        <p:tav tm="0">
                                          <p:val>
                                            <p:strVal val="#ppt_h"/>
                                          </p:val>
                                        </p:tav>
                                        <p:tav tm="100000">
                                          <p:val>
                                            <p:strVal val="#ppt_h"/>
                                          </p:val>
                                        </p:tav>
                                      </p:tavLst>
                                    </p:anim>
                                    <p:animEffect transition="in" filter="fade">
                                      <p:cBhvr>
                                        <p:cTn id="20" dur="1000"/>
                                        <p:tgtEl>
                                          <p:spTgt spid="163844"/>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63846"/>
                                        </p:tgtEl>
                                        <p:attrNameLst>
                                          <p:attrName>style.visibility</p:attrName>
                                        </p:attrNameLst>
                                      </p:cBhvr>
                                      <p:to>
                                        <p:strVal val="visible"/>
                                      </p:to>
                                    </p:set>
                                    <p:anim calcmode="lin" valueType="num">
                                      <p:cBhvr>
                                        <p:cTn id="25" dur="1000" fill="hold"/>
                                        <p:tgtEl>
                                          <p:spTgt spid="163846"/>
                                        </p:tgtEl>
                                        <p:attrNameLst>
                                          <p:attrName>ppt_w</p:attrName>
                                        </p:attrNameLst>
                                      </p:cBhvr>
                                      <p:tavLst>
                                        <p:tav tm="0">
                                          <p:val>
                                            <p:strVal val="#ppt_w*0.70"/>
                                          </p:val>
                                        </p:tav>
                                        <p:tav tm="100000">
                                          <p:val>
                                            <p:strVal val="#ppt_w"/>
                                          </p:val>
                                        </p:tav>
                                      </p:tavLst>
                                    </p:anim>
                                    <p:anim calcmode="lin" valueType="num">
                                      <p:cBhvr>
                                        <p:cTn id="26" dur="1000" fill="hold"/>
                                        <p:tgtEl>
                                          <p:spTgt spid="163846"/>
                                        </p:tgtEl>
                                        <p:attrNameLst>
                                          <p:attrName>ppt_h</p:attrName>
                                        </p:attrNameLst>
                                      </p:cBhvr>
                                      <p:tavLst>
                                        <p:tav tm="0">
                                          <p:val>
                                            <p:strVal val="#ppt_h"/>
                                          </p:val>
                                        </p:tav>
                                        <p:tav tm="100000">
                                          <p:val>
                                            <p:strVal val="#ppt_h"/>
                                          </p:val>
                                        </p:tav>
                                      </p:tavLst>
                                    </p:anim>
                                    <p:animEffect transition="in" filter="fade">
                                      <p:cBhvr>
                                        <p:cTn id="27" dur="1000"/>
                                        <p:tgtEl>
                                          <p:spTgt spid="163846"/>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163848"/>
                                        </p:tgtEl>
                                        <p:attrNameLst>
                                          <p:attrName>style.visibility</p:attrName>
                                        </p:attrNameLst>
                                      </p:cBhvr>
                                      <p:to>
                                        <p:strVal val="visible"/>
                                      </p:to>
                                    </p:set>
                                    <p:anim calcmode="lin" valueType="num">
                                      <p:cBhvr>
                                        <p:cTn id="32" dur="1000" fill="hold"/>
                                        <p:tgtEl>
                                          <p:spTgt spid="163848"/>
                                        </p:tgtEl>
                                        <p:attrNameLst>
                                          <p:attrName>ppt_w</p:attrName>
                                        </p:attrNameLst>
                                      </p:cBhvr>
                                      <p:tavLst>
                                        <p:tav tm="0">
                                          <p:val>
                                            <p:strVal val="#ppt_w*0.70"/>
                                          </p:val>
                                        </p:tav>
                                        <p:tav tm="100000">
                                          <p:val>
                                            <p:strVal val="#ppt_w"/>
                                          </p:val>
                                        </p:tav>
                                      </p:tavLst>
                                    </p:anim>
                                    <p:anim calcmode="lin" valueType="num">
                                      <p:cBhvr>
                                        <p:cTn id="33" dur="1000" fill="hold"/>
                                        <p:tgtEl>
                                          <p:spTgt spid="163848"/>
                                        </p:tgtEl>
                                        <p:attrNameLst>
                                          <p:attrName>ppt_h</p:attrName>
                                        </p:attrNameLst>
                                      </p:cBhvr>
                                      <p:tavLst>
                                        <p:tav tm="0">
                                          <p:val>
                                            <p:strVal val="#ppt_h"/>
                                          </p:val>
                                        </p:tav>
                                        <p:tav tm="100000">
                                          <p:val>
                                            <p:strVal val="#ppt_h"/>
                                          </p:val>
                                        </p:tav>
                                      </p:tavLst>
                                    </p:anim>
                                    <p:animEffect transition="in" filter="fade">
                                      <p:cBhvr>
                                        <p:cTn id="34" dur="1000"/>
                                        <p:tgtEl>
                                          <p:spTgt spid="163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7FE4BBE8-4EF6-49C7-BF19-42E681C14170}" type="datetime1">
              <a:rPr lang="zh-CN" altLang="en-US"/>
            </a:fld>
            <a:endParaRPr lang="zh-CN" altLang="en-US"/>
          </a:p>
        </p:txBody>
      </p:sp>
      <p:graphicFrame>
        <p:nvGraphicFramePr>
          <p:cNvPr id="22531" name="Object 2"/>
          <p:cNvGraphicFramePr>
            <a:graphicFrameLocks noGrp="1" noChangeAspect="1"/>
          </p:cNvGraphicFramePr>
          <p:nvPr>
            <p:ph sz="quarter" idx="4294967295"/>
          </p:nvPr>
        </p:nvGraphicFramePr>
        <p:xfrm>
          <a:off x="1116013" y="765175"/>
          <a:ext cx="2160587" cy="1081088"/>
        </p:xfrm>
        <a:graphic>
          <a:graphicData uri="http://schemas.openxmlformats.org/presentationml/2006/ole">
            <mc:AlternateContent xmlns:mc="http://schemas.openxmlformats.org/markup-compatibility/2006">
              <mc:Choice xmlns:v="urn:schemas-microsoft-com:vml" Requires="v">
                <p:oleObj spid="_x0000_s22873" name="公式" r:id="rId1" imgW="850900" imgH="508000" progId="Equation.3">
                  <p:embed/>
                </p:oleObj>
              </mc:Choice>
              <mc:Fallback>
                <p:oleObj name="公式" r:id="rId1" imgW="850900" imgH="5080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765175"/>
                        <a:ext cx="2160587" cy="1081088"/>
                      </a:xfrm>
                      <a:prstGeom prst="rect">
                        <a:avLst/>
                      </a:prstGeom>
                      <a:solidFill>
                        <a:srgbClr val="FFCC66"/>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4867" name="Object 3"/>
          <p:cNvGraphicFramePr>
            <a:graphicFrameLocks noChangeAspect="1"/>
          </p:cNvGraphicFramePr>
          <p:nvPr/>
        </p:nvGraphicFramePr>
        <p:xfrm>
          <a:off x="1403350" y="2205038"/>
          <a:ext cx="4176713" cy="503237"/>
        </p:xfrm>
        <a:graphic>
          <a:graphicData uri="http://schemas.openxmlformats.org/presentationml/2006/ole">
            <mc:AlternateContent xmlns:mc="http://schemas.openxmlformats.org/markup-compatibility/2006">
              <mc:Choice xmlns:v="urn:schemas-microsoft-com:vml" Requires="v">
                <p:oleObj spid="_x0000_s22874" name="公式" r:id="rId3" imgW="1905000" imgH="254000" progId="Equation.3">
                  <p:embed/>
                </p:oleObj>
              </mc:Choice>
              <mc:Fallback>
                <p:oleObj name="公式" r:id="rId3" imgW="1905000" imgH="254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2205038"/>
                        <a:ext cx="4176713" cy="503237"/>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2533" name="Object 4"/>
          <p:cNvGraphicFramePr>
            <a:graphicFrameLocks noGrp="1" noChangeAspect="1"/>
          </p:cNvGraphicFramePr>
          <p:nvPr>
            <p:ph sz="quarter" idx="4294967295"/>
          </p:nvPr>
        </p:nvGraphicFramePr>
        <p:xfrm>
          <a:off x="6443663" y="188913"/>
          <a:ext cx="2233612" cy="1897062"/>
        </p:xfrm>
        <a:graphic>
          <a:graphicData uri="http://schemas.openxmlformats.org/presentationml/2006/ole">
            <mc:AlternateContent xmlns:mc="http://schemas.openxmlformats.org/markup-compatibility/2006">
              <mc:Choice xmlns:v="urn:schemas-microsoft-com:vml" Requires="v">
                <p:oleObj spid="_x0000_s22875" name="Image" r:id="rId5" imgW="1225550" imgH="1042670" progId="Photoshop.Image.6">
                  <p:embed/>
                </p:oleObj>
              </mc:Choice>
              <mc:Fallback>
                <p:oleObj name="Image" r:id="rId5" imgW="1225550" imgH="1042670" progId="Photoshop.Image.6">
                  <p:embed/>
                  <p:pic>
                    <p:nvPicPr>
                      <p:cNvPr id="0" name="Object 4"/>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3663" y="188913"/>
                        <a:ext cx="2233612" cy="1897062"/>
                      </a:xfrm>
                      <a:prstGeom prst="rect">
                        <a:avLst/>
                      </a:prstGeom>
                      <a:solidFill>
                        <a:schemeClr val="hlink"/>
                      </a:solidFill>
                      <a:ln>
                        <a:noFill/>
                      </a:ln>
                      <a:effectLst/>
                      <a:extLst>
                        <a:ext uri="{91240B29-F687-4F45-9708-019B960494DF}">
                          <a14:hiddenLine xmlns:a14="http://schemas.microsoft.com/office/drawing/2010/main" w="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870" name="Object 6"/>
          <p:cNvGraphicFramePr>
            <a:graphicFrameLocks noChangeAspect="1"/>
          </p:cNvGraphicFramePr>
          <p:nvPr/>
        </p:nvGraphicFramePr>
        <p:xfrm>
          <a:off x="1403350" y="3141663"/>
          <a:ext cx="6697663" cy="901700"/>
        </p:xfrm>
        <a:graphic>
          <a:graphicData uri="http://schemas.openxmlformats.org/presentationml/2006/ole">
            <mc:AlternateContent xmlns:mc="http://schemas.openxmlformats.org/markup-compatibility/2006">
              <mc:Choice xmlns:v="urn:schemas-microsoft-com:vml" Requires="v">
                <p:oleObj spid="_x0000_s22876" name="公式" r:id="rId7" imgW="3454400" imgH="482600" progId="Equation.3">
                  <p:embed/>
                </p:oleObj>
              </mc:Choice>
              <mc:Fallback>
                <p:oleObj name="公式" r:id="rId7" imgW="3454400" imgH="482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3141663"/>
                        <a:ext cx="6697663" cy="9017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4871" name="Object 7"/>
          <p:cNvGraphicFramePr>
            <a:graphicFrameLocks noChangeAspect="1"/>
          </p:cNvGraphicFramePr>
          <p:nvPr/>
        </p:nvGraphicFramePr>
        <p:xfrm>
          <a:off x="1331913" y="4667250"/>
          <a:ext cx="7127875" cy="1473200"/>
        </p:xfrm>
        <a:graphic>
          <a:graphicData uri="http://schemas.openxmlformats.org/presentationml/2006/ole">
            <mc:AlternateContent xmlns:mc="http://schemas.openxmlformats.org/markup-compatibility/2006">
              <mc:Choice xmlns:v="urn:schemas-microsoft-com:vml" Requires="v">
                <p:oleObj spid="_x0000_s22877" name="公式" r:id="rId9" imgW="3390900" imgH="723900" progId="Equation.3">
                  <p:embed/>
                </p:oleObj>
              </mc:Choice>
              <mc:Fallback>
                <p:oleObj name="公式" r:id="rId9" imgW="3390900" imgH="7239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913" y="4667250"/>
                        <a:ext cx="7127875" cy="14732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2536" name="Rectangle 8"/>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Tree>
    <p:custDataLst>
      <p:tags r:id="rId11"/>
    </p:custDataLst>
  </p:cSld>
  <p:clrMapOvr>
    <a:masterClrMapping/>
  </p:clrMapOvr>
  <p:transition spd="slow" advTm="17612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4867"/>
                                        </p:tgtEl>
                                        <p:attrNameLst>
                                          <p:attrName>style.visibility</p:attrName>
                                        </p:attrNameLst>
                                      </p:cBhvr>
                                      <p:to>
                                        <p:strVal val="visible"/>
                                      </p:to>
                                    </p:set>
                                    <p:anim calcmode="lin" valueType="num">
                                      <p:cBhvr>
                                        <p:cTn id="7" dur="1000" fill="hold"/>
                                        <p:tgtEl>
                                          <p:spTgt spid="164867"/>
                                        </p:tgtEl>
                                        <p:attrNameLst>
                                          <p:attrName>ppt_w</p:attrName>
                                        </p:attrNameLst>
                                      </p:cBhvr>
                                      <p:tavLst>
                                        <p:tav tm="0">
                                          <p:val>
                                            <p:strVal val="#ppt_w*0.70"/>
                                          </p:val>
                                        </p:tav>
                                        <p:tav tm="100000">
                                          <p:val>
                                            <p:strVal val="#ppt_w"/>
                                          </p:val>
                                        </p:tav>
                                      </p:tavLst>
                                    </p:anim>
                                    <p:anim calcmode="lin" valueType="num">
                                      <p:cBhvr>
                                        <p:cTn id="8" dur="1000" fill="hold"/>
                                        <p:tgtEl>
                                          <p:spTgt spid="164867"/>
                                        </p:tgtEl>
                                        <p:attrNameLst>
                                          <p:attrName>ppt_h</p:attrName>
                                        </p:attrNameLst>
                                      </p:cBhvr>
                                      <p:tavLst>
                                        <p:tav tm="0">
                                          <p:val>
                                            <p:strVal val="#ppt_h"/>
                                          </p:val>
                                        </p:tav>
                                        <p:tav tm="100000">
                                          <p:val>
                                            <p:strVal val="#ppt_h"/>
                                          </p:val>
                                        </p:tav>
                                      </p:tavLst>
                                    </p:anim>
                                    <p:animEffect transition="in" filter="fade">
                                      <p:cBhvr>
                                        <p:cTn id="9" dur="1000"/>
                                        <p:tgtEl>
                                          <p:spTgt spid="16486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64870"/>
                                        </p:tgtEl>
                                        <p:attrNameLst>
                                          <p:attrName>style.visibility</p:attrName>
                                        </p:attrNameLst>
                                      </p:cBhvr>
                                      <p:to>
                                        <p:strVal val="visible"/>
                                      </p:to>
                                    </p:set>
                                    <p:anim calcmode="lin" valueType="num">
                                      <p:cBhvr>
                                        <p:cTn id="14" dur="1000" fill="hold"/>
                                        <p:tgtEl>
                                          <p:spTgt spid="164870"/>
                                        </p:tgtEl>
                                        <p:attrNameLst>
                                          <p:attrName>ppt_w</p:attrName>
                                        </p:attrNameLst>
                                      </p:cBhvr>
                                      <p:tavLst>
                                        <p:tav tm="0">
                                          <p:val>
                                            <p:strVal val="#ppt_w*0.70"/>
                                          </p:val>
                                        </p:tav>
                                        <p:tav tm="100000">
                                          <p:val>
                                            <p:strVal val="#ppt_w"/>
                                          </p:val>
                                        </p:tav>
                                      </p:tavLst>
                                    </p:anim>
                                    <p:anim calcmode="lin" valueType="num">
                                      <p:cBhvr>
                                        <p:cTn id="15" dur="1000" fill="hold"/>
                                        <p:tgtEl>
                                          <p:spTgt spid="164870"/>
                                        </p:tgtEl>
                                        <p:attrNameLst>
                                          <p:attrName>ppt_h</p:attrName>
                                        </p:attrNameLst>
                                      </p:cBhvr>
                                      <p:tavLst>
                                        <p:tav tm="0">
                                          <p:val>
                                            <p:strVal val="#ppt_h"/>
                                          </p:val>
                                        </p:tav>
                                        <p:tav tm="100000">
                                          <p:val>
                                            <p:strVal val="#ppt_h"/>
                                          </p:val>
                                        </p:tav>
                                      </p:tavLst>
                                    </p:anim>
                                    <p:animEffect transition="in" filter="fade">
                                      <p:cBhvr>
                                        <p:cTn id="16" dur="1000"/>
                                        <p:tgtEl>
                                          <p:spTgt spid="16487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64871"/>
                                        </p:tgtEl>
                                        <p:attrNameLst>
                                          <p:attrName>style.visibility</p:attrName>
                                        </p:attrNameLst>
                                      </p:cBhvr>
                                      <p:to>
                                        <p:strVal val="visible"/>
                                      </p:to>
                                    </p:set>
                                    <p:anim calcmode="lin" valueType="num">
                                      <p:cBhvr>
                                        <p:cTn id="21" dur="1000" fill="hold"/>
                                        <p:tgtEl>
                                          <p:spTgt spid="164871"/>
                                        </p:tgtEl>
                                        <p:attrNameLst>
                                          <p:attrName>ppt_w</p:attrName>
                                        </p:attrNameLst>
                                      </p:cBhvr>
                                      <p:tavLst>
                                        <p:tav tm="0">
                                          <p:val>
                                            <p:strVal val="#ppt_w*0.70"/>
                                          </p:val>
                                        </p:tav>
                                        <p:tav tm="100000">
                                          <p:val>
                                            <p:strVal val="#ppt_w"/>
                                          </p:val>
                                        </p:tav>
                                      </p:tavLst>
                                    </p:anim>
                                    <p:anim calcmode="lin" valueType="num">
                                      <p:cBhvr>
                                        <p:cTn id="22" dur="1000" fill="hold"/>
                                        <p:tgtEl>
                                          <p:spTgt spid="164871"/>
                                        </p:tgtEl>
                                        <p:attrNameLst>
                                          <p:attrName>ppt_h</p:attrName>
                                        </p:attrNameLst>
                                      </p:cBhvr>
                                      <p:tavLst>
                                        <p:tav tm="0">
                                          <p:val>
                                            <p:strVal val="#ppt_h"/>
                                          </p:val>
                                        </p:tav>
                                        <p:tav tm="100000">
                                          <p:val>
                                            <p:strVal val="#ppt_h"/>
                                          </p:val>
                                        </p:tav>
                                      </p:tavLst>
                                    </p:anim>
                                    <p:animEffect transition="in" filter="fade">
                                      <p:cBhvr>
                                        <p:cTn id="23" dur="1000"/>
                                        <p:tgtEl>
                                          <p:spTgt spid="164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2D757089-302F-4FC4-92F8-4F578BE030C5}" type="datetime1">
              <a:rPr lang="zh-CN" altLang="en-US"/>
            </a:fld>
            <a:endParaRPr lang="zh-CN" altLang="en-US"/>
          </a:p>
        </p:txBody>
      </p:sp>
      <p:graphicFrame>
        <p:nvGraphicFramePr>
          <p:cNvPr id="24579" name="Object 3"/>
          <p:cNvGraphicFramePr>
            <a:graphicFrameLocks noChangeAspect="1"/>
          </p:cNvGraphicFramePr>
          <p:nvPr/>
        </p:nvGraphicFramePr>
        <p:xfrm>
          <a:off x="6942138" y="549275"/>
          <a:ext cx="2268537" cy="1966913"/>
        </p:xfrm>
        <a:graphic>
          <a:graphicData uri="http://schemas.openxmlformats.org/presentationml/2006/ole">
            <mc:AlternateContent xmlns:mc="http://schemas.openxmlformats.org/markup-compatibility/2006">
              <mc:Choice xmlns:v="urn:schemas-microsoft-com:vml" Requires="v">
                <p:oleObj spid="_x0000_s24901" name="Image" r:id="rId1" imgW="1548130" imgH="1341120" progId="Photoshop.Image.6">
                  <p:embed/>
                </p:oleObj>
              </mc:Choice>
              <mc:Fallback>
                <p:oleObj name="Image" r:id="rId1" imgW="1548130" imgH="1341120" progId="Photoshop.Image.6">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6942138" y="549275"/>
                        <a:ext cx="2268537" cy="1966913"/>
                      </a:xfrm>
                      <a:prstGeom prst="rect">
                        <a:avLst/>
                      </a:prstGeom>
                      <a:solidFill>
                        <a:schemeClr val="hlink"/>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5892" name="Object 4"/>
          <p:cNvGraphicFramePr>
            <a:graphicFrameLocks noGrp="1" noChangeAspect="1"/>
          </p:cNvGraphicFramePr>
          <p:nvPr>
            <p:ph sz="half" idx="4294967295"/>
          </p:nvPr>
        </p:nvGraphicFramePr>
        <p:xfrm>
          <a:off x="2170113" y="2855913"/>
          <a:ext cx="2111375" cy="512762"/>
        </p:xfrm>
        <a:graphic>
          <a:graphicData uri="http://schemas.openxmlformats.org/presentationml/2006/ole">
            <mc:AlternateContent xmlns:mc="http://schemas.openxmlformats.org/markup-compatibility/2006">
              <mc:Choice xmlns:v="urn:schemas-microsoft-com:vml" Requires="v">
                <p:oleObj spid="_x0000_s24902" name="公式" r:id="rId3" imgW="748665" imgH="241300" progId="Equation.3">
                  <p:embed/>
                </p:oleObj>
              </mc:Choice>
              <mc:Fallback>
                <p:oleObj name="公式" r:id="rId3" imgW="748665" imgH="2413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0113" y="2855913"/>
                        <a:ext cx="2111375" cy="512762"/>
                      </a:xfrm>
                      <a:prstGeom prst="rect">
                        <a:avLst/>
                      </a:prstGeom>
                      <a:solidFill>
                        <a:srgbClr val="FFCC66"/>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5893" name="Object 5"/>
          <p:cNvGraphicFramePr>
            <a:graphicFrameLocks noChangeAspect="1"/>
          </p:cNvGraphicFramePr>
          <p:nvPr/>
        </p:nvGraphicFramePr>
        <p:xfrm>
          <a:off x="863600" y="3775075"/>
          <a:ext cx="7416800" cy="995363"/>
        </p:xfrm>
        <a:graphic>
          <a:graphicData uri="http://schemas.openxmlformats.org/presentationml/2006/ole">
            <mc:AlternateContent xmlns:mc="http://schemas.openxmlformats.org/markup-compatibility/2006">
              <mc:Choice xmlns:v="urn:schemas-microsoft-com:vml" Requires="v">
                <p:oleObj spid="_x0000_s24903" name="公式" r:id="rId5" imgW="3251200" imgH="457200" progId="Equation.3">
                  <p:embed/>
                </p:oleObj>
              </mc:Choice>
              <mc:Fallback>
                <p:oleObj name="公式" r:id="rId5" imgW="325120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3600" y="3775075"/>
                        <a:ext cx="7416800" cy="99536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5894" name="Object 6"/>
          <p:cNvGraphicFramePr>
            <a:graphicFrameLocks noChangeAspect="1"/>
          </p:cNvGraphicFramePr>
          <p:nvPr/>
        </p:nvGraphicFramePr>
        <p:xfrm>
          <a:off x="3224213" y="5045075"/>
          <a:ext cx="1657350" cy="1025525"/>
        </p:xfrm>
        <a:graphic>
          <a:graphicData uri="http://schemas.openxmlformats.org/presentationml/2006/ole">
            <mc:AlternateContent xmlns:mc="http://schemas.openxmlformats.org/markup-compatibility/2006">
              <mc:Choice xmlns:v="urn:schemas-microsoft-com:vml" Requires="v">
                <p:oleObj spid="_x0000_s24904" name="公式" r:id="rId7" imgW="736600" imgH="457200" progId="Equation.3">
                  <p:embed/>
                </p:oleObj>
              </mc:Choice>
              <mc:Fallback>
                <p:oleObj name="公式" r:id="rId7" imgW="736600" imgH="4572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4213" y="5045075"/>
                        <a:ext cx="1657350" cy="1025525"/>
                      </a:xfrm>
                      <a:prstGeom prst="rect">
                        <a:avLst/>
                      </a:prstGeom>
                      <a:solidFill>
                        <a:srgbClr val="FFCC66"/>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5896" name="Object 8"/>
          <p:cNvGraphicFramePr>
            <a:graphicFrameLocks noChangeAspect="1"/>
          </p:cNvGraphicFramePr>
          <p:nvPr/>
        </p:nvGraphicFramePr>
        <p:xfrm>
          <a:off x="549275" y="1139825"/>
          <a:ext cx="6270625" cy="1114425"/>
        </p:xfrm>
        <a:graphic>
          <a:graphicData uri="http://schemas.openxmlformats.org/presentationml/2006/ole">
            <mc:AlternateContent xmlns:mc="http://schemas.openxmlformats.org/markup-compatibility/2006">
              <mc:Choice xmlns:v="urn:schemas-microsoft-com:vml" Requires="v">
                <p:oleObj spid="_x0000_s24905" name="公式" r:id="rId9" imgW="2717800" imgH="482600" progId="Equation.3">
                  <p:embed/>
                </p:oleObj>
              </mc:Choice>
              <mc:Fallback>
                <p:oleObj name="公式" r:id="rId9" imgW="2717800" imgH="4826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9275" y="1139825"/>
                        <a:ext cx="6270625" cy="11144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4584" name="Rectangle 9"/>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mc:AlternateContent xmlns:mc="http://schemas.openxmlformats.org/markup-compatibility/2006" xmlns:p14="http://schemas.microsoft.com/office/powerpoint/2010/main">
        <mc:Choice Requires="p14">
          <p:contentPart r:id="rId11" p14:bwMode="auto">
            <p14:nvContentPartPr>
              <p14:cNvPr id="4" name="墨迹 3"/>
              <p14:cNvContentPartPr/>
              <p14:nvPr/>
            </p14:nvContentPartPr>
            <p14:xfrm>
              <a:off x="3358800" y="4999680"/>
              <a:ext cx="1348560" cy="634680"/>
            </p14:xfrm>
          </p:contentPart>
        </mc:Choice>
        <mc:Fallback xmlns="">
          <p:pic>
            <p:nvPicPr>
              <p:cNvPr id="4" name="墨迹 3"/>
            </p:nvPicPr>
            <p:blipFill>
              <a:blip r:embed="rId12"/>
            </p:blipFill>
            <p:spPr>
              <a:xfrm>
                <a:off x="3358800" y="4999680"/>
                <a:ext cx="1348560" cy="63468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7" name="墨迹 6"/>
              <p14:cNvContentPartPr/>
              <p14:nvPr/>
            </p14:nvContentPartPr>
            <p14:xfrm>
              <a:off x="2234773" y="2706987"/>
              <a:ext cx="1953720" cy="188640"/>
            </p14:xfrm>
          </p:contentPart>
        </mc:Choice>
        <mc:Fallback xmlns="">
          <p:pic>
            <p:nvPicPr>
              <p:cNvPr id="7" name="墨迹 6"/>
            </p:nvPicPr>
            <p:blipFill>
              <a:blip r:embed="rId14"/>
            </p:blipFill>
            <p:spPr>
              <a:xfrm>
                <a:off x="2234773" y="2706987"/>
                <a:ext cx="1953720" cy="188640"/>
              </a:xfrm>
              <a:prstGeom prst="rect"/>
            </p:spPr>
          </p:pic>
        </mc:Fallback>
      </mc:AlternateContent>
    </p:spTree>
    <p:custDataLst>
      <p:tags r:id="rId15"/>
    </p:custDataLst>
  </p:cSld>
  <p:clrMapOvr>
    <a:masterClrMapping/>
  </p:clrMapOvr>
  <p:transition spd="slow" advTm="28047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65896"/>
                                        </p:tgtEl>
                                        <p:attrNameLst>
                                          <p:attrName>style.visibility</p:attrName>
                                        </p:attrNameLst>
                                      </p:cBhvr>
                                      <p:to>
                                        <p:strVal val="visible"/>
                                      </p:to>
                                    </p:set>
                                    <p:anim calcmode="lin" valueType="num">
                                      <p:cBhvr>
                                        <p:cTn id="7" dur="1000" fill="hold"/>
                                        <p:tgtEl>
                                          <p:spTgt spid="165896"/>
                                        </p:tgtEl>
                                        <p:attrNameLst>
                                          <p:attrName>ppt_w</p:attrName>
                                        </p:attrNameLst>
                                      </p:cBhvr>
                                      <p:tavLst>
                                        <p:tav tm="0">
                                          <p:val>
                                            <p:strVal val="#ppt_w*0.70"/>
                                          </p:val>
                                        </p:tav>
                                        <p:tav tm="100000">
                                          <p:val>
                                            <p:strVal val="#ppt_w"/>
                                          </p:val>
                                        </p:tav>
                                      </p:tavLst>
                                    </p:anim>
                                    <p:anim calcmode="lin" valueType="num">
                                      <p:cBhvr>
                                        <p:cTn id="8" dur="1000" fill="hold"/>
                                        <p:tgtEl>
                                          <p:spTgt spid="165896"/>
                                        </p:tgtEl>
                                        <p:attrNameLst>
                                          <p:attrName>ppt_h</p:attrName>
                                        </p:attrNameLst>
                                      </p:cBhvr>
                                      <p:tavLst>
                                        <p:tav tm="0">
                                          <p:val>
                                            <p:strVal val="#ppt_h"/>
                                          </p:val>
                                        </p:tav>
                                        <p:tav tm="100000">
                                          <p:val>
                                            <p:strVal val="#ppt_h"/>
                                          </p:val>
                                        </p:tav>
                                      </p:tavLst>
                                    </p:anim>
                                    <p:animEffect transition="in" filter="fade">
                                      <p:cBhvr>
                                        <p:cTn id="9" dur="1000"/>
                                        <p:tgtEl>
                                          <p:spTgt spid="165896"/>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65892"/>
                                        </p:tgtEl>
                                        <p:attrNameLst>
                                          <p:attrName>style.visibility</p:attrName>
                                        </p:attrNameLst>
                                      </p:cBhvr>
                                      <p:to>
                                        <p:strVal val="visible"/>
                                      </p:to>
                                    </p:set>
                                    <p:anim calcmode="lin" valueType="num">
                                      <p:cBhvr>
                                        <p:cTn id="13" dur="1000" fill="hold"/>
                                        <p:tgtEl>
                                          <p:spTgt spid="165892"/>
                                        </p:tgtEl>
                                        <p:attrNameLst>
                                          <p:attrName>ppt_w</p:attrName>
                                        </p:attrNameLst>
                                      </p:cBhvr>
                                      <p:tavLst>
                                        <p:tav tm="0">
                                          <p:val>
                                            <p:strVal val="#ppt_w*0.70"/>
                                          </p:val>
                                        </p:tav>
                                        <p:tav tm="100000">
                                          <p:val>
                                            <p:strVal val="#ppt_w"/>
                                          </p:val>
                                        </p:tav>
                                      </p:tavLst>
                                    </p:anim>
                                    <p:anim calcmode="lin" valueType="num">
                                      <p:cBhvr>
                                        <p:cTn id="14" dur="1000" fill="hold"/>
                                        <p:tgtEl>
                                          <p:spTgt spid="165892"/>
                                        </p:tgtEl>
                                        <p:attrNameLst>
                                          <p:attrName>ppt_h</p:attrName>
                                        </p:attrNameLst>
                                      </p:cBhvr>
                                      <p:tavLst>
                                        <p:tav tm="0">
                                          <p:val>
                                            <p:strVal val="#ppt_h"/>
                                          </p:val>
                                        </p:tav>
                                        <p:tav tm="100000">
                                          <p:val>
                                            <p:strVal val="#ppt_h"/>
                                          </p:val>
                                        </p:tav>
                                      </p:tavLst>
                                    </p:anim>
                                    <p:animEffect transition="in" filter="fade">
                                      <p:cBhvr>
                                        <p:cTn id="15" dur="1000"/>
                                        <p:tgtEl>
                                          <p:spTgt spid="165892"/>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165893"/>
                                        </p:tgtEl>
                                        <p:attrNameLst>
                                          <p:attrName>style.visibility</p:attrName>
                                        </p:attrNameLst>
                                      </p:cBhvr>
                                      <p:to>
                                        <p:strVal val="visible"/>
                                      </p:to>
                                    </p:set>
                                    <p:anim calcmode="lin" valueType="num">
                                      <p:cBhvr>
                                        <p:cTn id="20" dur="1000" fill="hold"/>
                                        <p:tgtEl>
                                          <p:spTgt spid="165893"/>
                                        </p:tgtEl>
                                        <p:attrNameLst>
                                          <p:attrName>ppt_w</p:attrName>
                                        </p:attrNameLst>
                                      </p:cBhvr>
                                      <p:tavLst>
                                        <p:tav tm="0">
                                          <p:val>
                                            <p:strVal val="#ppt_w*0.70"/>
                                          </p:val>
                                        </p:tav>
                                        <p:tav tm="100000">
                                          <p:val>
                                            <p:strVal val="#ppt_w"/>
                                          </p:val>
                                        </p:tav>
                                      </p:tavLst>
                                    </p:anim>
                                    <p:anim calcmode="lin" valueType="num">
                                      <p:cBhvr>
                                        <p:cTn id="21" dur="1000" fill="hold"/>
                                        <p:tgtEl>
                                          <p:spTgt spid="165893"/>
                                        </p:tgtEl>
                                        <p:attrNameLst>
                                          <p:attrName>ppt_h</p:attrName>
                                        </p:attrNameLst>
                                      </p:cBhvr>
                                      <p:tavLst>
                                        <p:tav tm="0">
                                          <p:val>
                                            <p:strVal val="#ppt_h"/>
                                          </p:val>
                                        </p:tav>
                                        <p:tav tm="100000">
                                          <p:val>
                                            <p:strVal val="#ppt_h"/>
                                          </p:val>
                                        </p:tav>
                                      </p:tavLst>
                                    </p:anim>
                                    <p:animEffect transition="in" filter="fade">
                                      <p:cBhvr>
                                        <p:cTn id="22" dur="1000"/>
                                        <p:tgtEl>
                                          <p:spTgt spid="165893"/>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165894"/>
                                        </p:tgtEl>
                                        <p:attrNameLst>
                                          <p:attrName>style.visibility</p:attrName>
                                        </p:attrNameLst>
                                      </p:cBhvr>
                                      <p:to>
                                        <p:strVal val="visible"/>
                                      </p:to>
                                    </p:set>
                                    <p:anim calcmode="lin" valueType="num">
                                      <p:cBhvr>
                                        <p:cTn id="27" dur="1000" fill="hold"/>
                                        <p:tgtEl>
                                          <p:spTgt spid="165894"/>
                                        </p:tgtEl>
                                        <p:attrNameLst>
                                          <p:attrName>ppt_w</p:attrName>
                                        </p:attrNameLst>
                                      </p:cBhvr>
                                      <p:tavLst>
                                        <p:tav tm="0">
                                          <p:val>
                                            <p:strVal val="#ppt_w*0.70"/>
                                          </p:val>
                                        </p:tav>
                                        <p:tav tm="100000">
                                          <p:val>
                                            <p:strVal val="#ppt_w"/>
                                          </p:val>
                                        </p:tav>
                                      </p:tavLst>
                                    </p:anim>
                                    <p:anim calcmode="lin" valueType="num">
                                      <p:cBhvr>
                                        <p:cTn id="28" dur="1000" fill="hold"/>
                                        <p:tgtEl>
                                          <p:spTgt spid="165894"/>
                                        </p:tgtEl>
                                        <p:attrNameLst>
                                          <p:attrName>ppt_h</p:attrName>
                                        </p:attrNameLst>
                                      </p:cBhvr>
                                      <p:tavLst>
                                        <p:tav tm="0">
                                          <p:val>
                                            <p:strVal val="#ppt_h"/>
                                          </p:val>
                                        </p:tav>
                                        <p:tav tm="100000">
                                          <p:val>
                                            <p:strVal val="#ppt_h"/>
                                          </p:val>
                                        </p:tav>
                                      </p:tavLst>
                                    </p:anim>
                                    <p:animEffect transition="in" filter="fade">
                                      <p:cBhvr>
                                        <p:cTn id="29" dur="1000"/>
                                        <p:tgtEl>
                                          <p:spTgt spid="165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D37EFD40-F163-455D-BE9E-97BE06B5D327}" type="datetime1">
              <a:rPr lang="zh-CN" altLang="en-US"/>
            </a:fld>
            <a:endParaRPr lang="zh-CN" altLang="en-US"/>
          </a:p>
        </p:txBody>
      </p:sp>
      <p:sp>
        <p:nvSpPr>
          <p:cNvPr id="25603" name="Rectangle 2"/>
          <p:cNvSpPr>
            <a:spLocks noGrp="1" noChangeArrowheads="1"/>
          </p:cNvSpPr>
          <p:nvPr>
            <p:ph type="body" sz="half" idx="4294967295"/>
          </p:nvPr>
        </p:nvSpPr>
        <p:spPr bwMode="blackGray">
          <a:xfrm>
            <a:off x="684213" y="260350"/>
            <a:ext cx="6048375" cy="744538"/>
          </a:xfrm>
        </p:spPr>
        <p:txBody>
          <a:bodyPr/>
          <a:lstStyle/>
          <a:p>
            <a:pPr>
              <a:buFont typeface="Wingdings" panose="05000000000000000000" pitchFamily="2" charset="2"/>
              <a:buNone/>
            </a:pPr>
            <a:r>
              <a:rPr lang="zh-CN" altLang="en-US" sz="2200"/>
              <a:t>其中单位正交矢量            具有如下关系：</a:t>
            </a:r>
            <a:endParaRPr lang="zh-CN" altLang="en-US" sz="2200"/>
          </a:p>
        </p:txBody>
      </p:sp>
      <p:sp>
        <p:nvSpPr>
          <p:cNvPr id="166915" name="Rectangle 3"/>
          <p:cNvSpPr>
            <a:spLocks noChangeArrowheads="1"/>
          </p:cNvSpPr>
          <p:nvPr/>
        </p:nvSpPr>
        <p:spPr bwMode="blackGray">
          <a:xfrm>
            <a:off x="684213" y="2373313"/>
            <a:ext cx="8064500" cy="504825"/>
          </a:xfrm>
          <a:prstGeom prst="rect">
            <a:avLst/>
          </a:prstGeom>
          <a:noFill/>
          <a:ln w="28575">
            <a:solidFill>
              <a:schemeClr val="hlink"/>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zh-CN" altLang="en-US" sz="2200"/>
              <a:t>推广到</a:t>
            </a:r>
            <a:r>
              <a:rPr lang="en-US" altLang="zh-CN" sz="2200"/>
              <a:t>n</a:t>
            </a:r>
            <a:r>
              <a:rPr lang="zh-CN" altLang="en-US" sz="2200"/>
              <a:t>维空间，则</a:t>
            </a:r>
            <a:r>
              <a:rPr lang="en-US" altLang="zh-CN" sz="2200"/>
              <a:t>n</a:t>
            </a:r>
            <a:r>
              <a:rPr lang="zh-CN" altLang="en-US" sz="2200"/>
              <a:t>维正交矢量集的单位矢量关系如下：</a:t>
            </a:r>
            <a:endParaRPr lang="zh-CN" altLang="en-US" sz="2200"/>
          </a:p>
          <a:p>
            <a:pPr>
              <a:buFont typeface="Wingdings" panose="05000000000000000000" pitchFamily="2" charset="2"/>
              <a:buNone/>
            </a:pPr>
            <a:endParaRPr lang="zh-CN" altLang="en-US" sz="2200"/>
          </a:p>
        </p:txBody>
      </p:sp>
      <p:sp>
        <p:nvSpPr>
          <p:cNvPr id="166916" name="Rectangle 4"/>
          <p:cNvSpPr>
            <a:spLocks noChangeArrowheads="1"/>
          </p:cNvSpPr>
          <p:nvPr/>
        </p:nvSpPr>
        <p:spPr bwMode="blackGray">
          <a:xfrm>
            <a:off x="935038" y="4149725"/>
            <a:ext cx="738187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zh-CN" altLang="en-US" sz="2200"/>
              <a:t>矢量集                              组成一</a:t>
            </a:r>
            <a:r>
              <a:rPr lang="en-US" altLang="zh-CN" sz="2200"/>
              <a:t>n</a:t>
            </a:r>
            <a:r>
              <a:rPr lang="zh-CN" altLang="en-US" sz="2200"/>
              <a:t>维的正交空间。</a:t>
            </a:r>
            <a:endParaRPr lang="zh-CN" altLang="en-US" sz="2200"/>
          </a:p>
        </p:txBody>
      </p:sp>
      <p:graphicFrame>
        <p:nvGraphicFramePr>
          <p:cNvPr id="166917" name="Object 5"/>
          <p:cNvGraphicFramePr>
            <a:graphicFrameLocks noChangeAspect="1"/>
          </p:cNvGraphicFramePr>
          <p:nvPr/>
        </p:nvGraphicFramePr>
        <p:xfrm>
          <a:off x="1619250" y="4941888"/>
          <a:ext cx="6472238" cy="511175"/>
        </p:xfrm>
        <a:graphic>
          <a:graphicData uri="http://schemas.openxmlformats.org/presentationml/2006/ole">
            <mc:AlternateContent xmlns:mc="http://schemas.openxmlformats.org/markup-compatibility/2006">
              <mc:Choice xmlns:v="urn:schemas-microsoft-com:vml" Requires="v">
                <p:oleObj spid="_x0000_s25992" name="公式" r:id="rId1" imgW="2895600" imgH="228600" progId="Equation.3">
                  <p:embed/>
                </p:oleObj>
              </mc:Choice>
              <mc:Fallback>
                <p:oleObj name="公式" r:id="rId1" imgW="2895600" imgH="228600" progId="Equation.3">
                  <p:embed/>
                  <p:pic>
                    <p:nvPicPr>
                      <p:cNvPr id="0" name="Object 5"/>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blackGray">
                      <a:xfrm>
                        <a:off x="1619250" y="4941888"/>
                        <a:ext cx="6472238" cy="511175"/>
                      </a:xfrm>
                      <a:prstGeom prst="rect">
                        <a:avLst/>
                      </a:prstGeom>
                      <a:solidFill>
                        <a:srgbClr val="009999"/>
                      </a:solidFill>
                      <a:ln w="9525">
                        <a:solidFill>
                          <a:srgbClr val="FFFF00"/>
                        </a:solidFill>
                        <a:miter lim="800000"/>
                        <a:headEnd/>
                        <a:tailEnd/>
                      </a:ln>
                    </p:spPr>
                  </p:pic>
                </p:oleObj>
              </mc:Fallback>
            </mc:AlternateContent>
          </a:graphicData>
        </a:graphic>
      </p:graphicFrame>
      <p:pic>
        <p:nvPicPr>
          <p:cNvPr id="166918" name="Picture 6"/>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blackGray">
          <a:xfrm>
            <a:off x="4572000" y="5734050"/>
            <a:ext cx="2449513" cy="533400"/>
          </a:xfrm>
          <a:prstGeom prst="rect">
            <a:avLst/>
          </a:prstGeom>
          <a:solidFill>
            <a:srgbClr val="009999"/>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6919" name="Rectangle 7"/>
          <p:cNvSpPr>
            <a:spLocks noChangeArrowheads="1"/>
          </p:cNvSpPr>
          <p:nvPr/>
        </p:nvSpPr>
        <p:spPr bwMode="blackGray">
          <a:xfrm>
            <a:off x="1042988" y="5661025"/>
            <a:ext cx="3313112"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zh-CN" altLang="en-US"/>
              <a:t>第</a:t>
            </a:r>
            <a:r>
              <a:rPr lang="en-US" altLang="zh-CN"/>
              <a:t>r</a:t>
            </a:r>
            <a:r>
              <a:rPr lang="zh-CN" altLang="en-US"/>
              <a:t>个分量的模：</a:t>
            </a:r>
            <a:endParaRPr lang="zh-CN" altLang="en-US"/>
          </a:p>
        </p:txBody>
      </p:sp>
      <p:graphicFrame>
        <p:nvGraphicFramePr>
          <p:cNvPr id="25609" name="Object 8"/>
          <p:cNvGraphicFramePr>
            <a:graphicFrameLocks noChangeAspect="1"/>
          </p:cNvGraphicFramePr>
          <p:nvPr/>
        </p:nvGraphicFramePr>
        <p:xfrm>
          <a:off x="6443663" y="0"/>
          <a:ext cx="2516187" cy="2305050"/>
        </p:xfrm>
        <a:graphic>
          <a:graphicData uri="http://schemas.openxmlformats.org/presentationml/2006/ole">
            <mc:AlternateContent xmlns:mc="http://schemas.openxmlformats.org/markup-compatibility/2006">
              <mc:Choice xmlns:v="urn:schemas-microsoft-com:vml" Requires="v">
                <p:oleObj spid="_x0000_s25993" name="Image" r:id="rId4" imgW="1725295" imgH="1761490" progId="Photoshop.Image.6">
                  <p:embed/>
                </p:oleObj>
              </mc:Choice>
              <mc:Fallback>
                <p:oleObj name="Image" r:id="rId4" imgW="1725295" imgH="1761490" progId="Photoshop.Image.6">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blackGray">
                      <a:xfrm>
                        <a:off x="6443663" y="0"/>
                        <a:ext cx="2516187" cy="230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0" name="Object 9"/>
          <p:cNvGraphicFramePr>
            <a:graphicFrameLocks noChangeAspect="1"/>
          </p:cNvGraphicFramePr>
          <p:nvPr/>
        </p:nvGraphicFramePr>
        <p:xfrm>
          <a:off x="3276600" y="333375"/>
          <a:ext cx="1062038" cy="441325"/>
        </p:xfrm>
        <a:graphic>
          <a:graphicData uri="http://schemas.openxmlformats.org/presentationml/2006/ole">
            <mc:AlternateContent xmlns:mc="http://schemas.openxmlformats.org/markup-compatibility/2006">
              <mc:Choice xmlns:v="urn:schemas-microsoft-com:vml" Requires="v">
                <p:oleObj spid="_x0000_s25994" name="公式" r:id="rId6" imgW="533400" imgH="241300" progId="Equation.3">
                  <p:embed/>
                </p:oleObj>
              </mc:Choice>
              <mc:Fallback>
                <p:oleObj name="公式" r:id="rId6" imgW="533400" imgH="2413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333375"/>
                        <a:ext cx="1062038"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6922" name="Object 10"/>
          <p:cNvGraphicFramePr>
            <a:graphicFrameLocks noChangeAspect="1"/>
          </p:cNvGraphicFramePr>
          <p:nvPr/>
        </p:nvGraphicFramePr>
        <p:xfrm>
          <a:off x="1331913" y="981075"/>
          <a:ext cx="3168650" cy="1063625"/>
        </p:xfrm>
        <a:graphic>
          <a:graphicData uri="http://schemas.openxmlformats.org/presentationml/2006/ole">
            <mc:AlternateContent xmlns:mc="http://schemas.openxmlformats.org/markup-compatibility/2006">
              <mc:Choice xmlns:v="urn:schemas-microsoft-com:vml" Requires="v">
                <p:oleObj spid="_x0000_s25995" name="公式" r:id="rId8" imgW="1320165" imgH="482600" progId="Equation.3">
                  <p:embed/>
                </p:oleObj>
              </mc:Choice>
              <mc:Fallback>
                <p:oleObj name="公式" r:id="rId8" imgW="1320165" imgH="4826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981075"/>
                        <a:ext cx="3168650" cy="1063625"/>
                      </a:xfrm>
                      <a:prstGeom prst="rect">
                        <a:avLst/>
                      </a:prstGeom>
                      <a:solidFill>
                        <a:srgbClr val="FFCC66"/>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6923" name="Object 11"/>
          <p:cNvGraphicFramePr>
            <a:graphicFrameLocks noChangeAspect="1"/>
          </p:cNvGraphicFramePr>
          <p:nvPr/>
        </p:nvGraphicFramePr>
        <p:xfrm>
          <a:off x="2771775" y="3013075"/>
          <a:ext cx="2651125" cy="1008063"/>
        </p:xfrm>
        <a:graphic>
          <a:graphicData uri="http://schemas.openxmlformats.org/presentationml/2006/ole">
            <mc:AlternateContent xmlns:mc="http://schemas.openxmlformats.org/markup-compatibility/2006">
              <mc:Choice xmlns:v="urn:schemas-microsoft-com:vml" Requires="v">
                <p:oleObj spid="_x0000_s25996" name="公式" r:id="rId10" imgW="1104900" imgH="457200" progId="Equation.3">
                  <p:embed/>
                </p:oleObj>
              </mc:Choice>
              <mc:Fallback>
                <p:oleObj name="公式" r:id="rId10" imgW="1104900" imgH="4572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1775" y="3013075"/>
                        <a:ext cx="2651125" cy="1008063"/>
                      </a:xfrm>
                      <a:prstGeom prst="rect">
                        <a:avLst/>
                      </a:prstGeom>
                      <a:solidFill>
                        <a:srgbClr val="FFCC66"/>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6924" name="Object 12"/>
          <p:cNvGraphicFramePr>
            <a:graphicFrameLocks noChangeAspect="1"/>
          </p:cNvGraphicFramePr>
          <p:nvPr/>
        </p:nvGraphicFramePr>
        <p:xfrm>
          <a:off x="2124075" y="4149725"/>
          <a:ext cx="2619375" cy="503238"/>
        </p:xfrm>
        <a:graphic>
          <a:graphicData uri="http://schemas.openxmlformats.org/presentationml/2006/ole">
            <mc:AlternateContent xmlns:mc="http://schemas.openxmlformats.org/markup-compatibility/2006">
              <mc:Choice xmlns:v="urn:schemas-microsoft-com:vml" Requires="v">
                <p:oleObj spid="_x0000_s25997" name="公式" r:id="rId12" imgW="1091565" imgH="228600" progId="Equation.3">
                  <p:embed/>
                </p:oleObj>
              </mc:Choice>
              <mc:Fallback>
                <p:oleObj name="公式" r:id="rId12" imgW="1091565" imgH="228600"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4075" y="4149725"/>
                        <a:ext cx="2619375" cy="503238"/>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4"/>
    </p:custDataLst>
  </p:cSld>
  <p:clrMapOvr>
    <a:masterClrMapping/>
  </p:clrMapOvr>
  <p:transition spd="slow" advTm="2123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66922"/>
                                        </p:tgtEl>
                                        <p:attrNameLst>
                                          <p:attrName>style.visibility</p:attrName>
                                        </p:attrNameLst>
                                      </p:cBhvr>
                                      <p:to>
                                        <p:strVal val="visible"/>
                                      </p:to>
                                    </p:set>
                                    <p:anim calcmode="lin" valueType="num">
                                      <p:cBhvr>
                                        <p:cTn id="7" dur="1000" fill="hold"/>
                                        <p:tgtEl>
                                          <p:spTgt spid="166922"/>
                                        </p:tgtEl>
                                        <p:attrNameLst>
                                          <p:attrName>ppt_w</p:attrName>
                                        </p:attrNameLst>
                                      </p:cBhvr>
                                      <p:tavLst>
                                        <p:tav tm="0">
                                          <p:val>
                                            <p:strVal val="#ppt_w*0.70"/>
                                          </p:val>
                                        </p:tav>
                                        <p:tav tm="100000">
                                          <p:val>
                                            <p:strVal val="#ppt_w"/>
                                          </p:val>
                                        </p:tav>
                                      </p:tavLst>
                                    </p:anim>
                                    <p:anim calcmode="lin" valueType="num">
                                      <p:cBhvr>
                                        <p:cTn id="8" dur="1000" fill="hold"/>
                                        <p:tgtEl>
                                          <p:spTgt spid="166922"/>
                                        </p:tgtEl>
                                        <p:attrNameLst>
                                          <p:attrName>ppt_h</p:attrName>
                                        </p:attrNameLst>
                                      </p:cBhvr>
                                      <p:tavLst>
                                        <p:tav tm="0">
                                          <p:val>
                                            <p:strVal val="#ppt_h"/>
                                          </p:val>
                                        </p:tav>
                                        <p:tav tm="100000">
                                          <p:val>
                                            <p:strVal val="#ppt_h"/>
                                          </p:val>
                                        </p:tav>
                                      </p:tavLst>
                                    </p:anim>
                                    <p:animEffect transition="in" filter="fade">
                                      <p:cBhvr>
                                        <p:cTn id="9" dur="1000"/>
                                        <p:tgtEl>
                                          <p:spTgt spid="16692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66915"/>
                                        </p:tgtEl>
                                        <p:attrNameLst>
                                          <p:attrName>style.visibility</p:attrName>
                                        </p:attrNameLst>
                                      </p:cBhvr>
                                      <p:to>
                                        <p:strVal val="visible"/>
                                      </p:to>
                                    </p:set>
                                    <p:anim calcmode="lin" valueType="num">
                                      <p:cBhvr>
                                        <p:cTn id="14" dur="1000" fill="hold"/>
                                        <p:tgtEl>
                                          <p:spTgt spid="166915"/>
                                        </p:tgtEl>
                                        <p:attrNameLst>
                                          <p:attrName>ppt_w</p:attrName>
                                        </p:attrNameLst>
                                      </p:cBhvr>
                                      <p:tavLst>
                                        <p:tav tm="0">
                                          <p:val>
                                            <p:strVal val="#ppt_w*0.70"/>
                                          </p:val>
                                        </p:tav>
                                        <p:tav tm="100000">
                                          <p:val>
                                            <p:strVal val="#ppt_w"/>
                                          </p:val>
                                        </p:tav>
                                      </p:tavLst>
                                    </p:anim>
                                    <p:anim calcmode="lin" valueType="num">
                                      <p:cBhvr>
                                        <p:cTn id="15" dur="1000" fill="hold"/>
                                        <p:tgtEl>
                                          <p:spTgt spid="166915"/>
                                        </p:tgtEl>
                                        <p:attrNameLst>
                                          <p:attrName>ppt_h</p:attrName>
                                        </p:attrNameLst>
                                      </p:cBhvr>
                                      <p:tavLst>
                                        <p:tav tm="0">
                                          <p:val>
                                            <p:strVal val="#ppt_h"/>
                                          </p:val>
                                        </p:tav>
                                        <p:tav tm="100000">
                                          <p:val>
                                            <p:strVal val="#ppt_h"/>
                                          </p:val>
                                        </p:tav>
                                      </p:tavLst>
                                    </p:anim>
                                    <p:animEffect transition="in" filter="fade">
                                      <p:cBhvr>
                                        <p:cTn id="16" dur="1000"/>
                                        <p:tgtEl>
                                          <p:spTgt spid="166915"/>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166923"/>
                                        </p:tgtEl>
                                        <p:attrNameLst>
                                          <p:attrName>style.visibility</p:attrName>
                                        </p:attrNameLst>
                                      </p:cBhvr>
                                      <p:to>
                                        <p:strVal val="visible"/>
                                      </p:to>
                                    </p:set>
                                    <p:anim calcmode="lin" valueType="num">
                                      <p:cBhvr>
                                        <p:cTn id="20" dur="1000" fill="hold"/>
                                        <p:tgtEl>
                                          <p:spTgt spid="166923"/>
                                        </p:tgtEl>
                                        <p:attrNameLst>
                                          <p:attrName>ppt_w</p:attrName>
                                        </p:attrNameLst>
                                      </p:cBhvr>
                                      <p:tavLst>
                                        <p:tav tm="0">
                                          <p:val>
                                            <p:strVal val="#ppt_w*0.70"/>
                                          </p:val>
                                        </p:tav>
                                        <p:tav tm="100000">
                                          <p:val>
                                            <p:strVal val="#ppt_w"/>
                                          </p:val>
                                        </p:tav>
                                      </p:tavLst>
                                    </p:anim>
                                    <p:anim calcmode="lin" valueType="num">
                                      <p:cBhvr>
                                        <p:cTn id="21" dur="1000" fill="hold"/>
                                        <p:tgtEl>
                                          <p:spTgt spid="166923"/>
                                        </p:tgtEl>
                                        <p:attrNameLst>
                                          <p:attrName>ppt_h</p:attrName>
                                        </p:attrNameLst>
                                      </p:cBhvr>
                                      <p:tavLst>
                                        <p:tav tm="0">
                                          <p:val>
                                            <p:strVal val="#ppt_h"/>
                                          </p:val>
                                        </p:tav>
                                        <p:tav tm="100000">
                                          <p:val>
                                            <p:strVal val="#ppt_h"/>
                                          </p:val>
                                        </p:tav>
                                      </p:tavLst>
                                    </p:anim>
                                    <p:animEffect transition="in" filter="fade">
                                      <p:cBhvr>
                                        <p:cTn id="22" dur="1000"/>
                                        <p:tgtEl>
                                          <p:spTgt spid="166923"/>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166916"/>
                                        </p:tgtEl>
                                        <p:attrNameLst>
                                          <p:attrName>style.visibility</p:attrName>
                                        </p:attrNameLst>
                                      </p:cBhvr>
                                      <p:to>
                                        <p:strVal val="visible"/>
                                      </p:to>
                                    </p:set>
                                    <p:anim calcmode="lin" valueType="num">
                                      <p:cBhvr>
                                        <p:cTn id="27" dur="1000" fill="hold"/>
                                        <p:tgtEl>
                                          <p:spTgt spid="166916"/>
                                        </p:tgtEl>
                                        <p:attrNameLst>
                                          <p:attrName>ppt_w</p:attrName>
                                        </p:attrNameLst>
                                      </p:cBhvr>
                                      <p:tavLst>
                                        <p:tav tm="0">
                                          <p:val>
                                            <p:strVal val="#ppt_w*0.70"/>
                                          </p:val>
                                        </p:tav>
                                        <p:tav tm="100000">
                                          <p:val>
                                            <p:strVal val="#ppt_w"/>
                                          </p:val>
                                        </p:tav>
                                      </p:tavLst>
                                    </p:anim>
                                    <p:anim calcmode="lin" valueType="num">
                                      <p:cBhvr>
                                        <p:cTn id="28" dur="1000" fill="hold"/>
                                        <p:tgtEl>
                                          <p:spTgt spid="166916"/>
                                        </p:tgtEl>
                                        <p:attrNameLst>
                                          <p:attrName>ppt_h</p:attrName>
                                        </p:attrNameLst>
                                      </p:cBhvr>
                                      <p:tavLst>
                                        <p:tav tm="0">
                                          <p:val>
                                            <p:strVal val="#ppt_h"/>
                                          </p:val>
                                        </p:tav>
                                        <p:tav tm="100000">
                                          <p:val>
                                            <p:strVal val="#ppt_h"/>
                                          </p:val>
                                        </p:tav>
                                      </p:tavLst>
                                    </p:anim>
                                    <p:animEffect transition="in" filter="fade">
                                      <p:cBhvr>
                                        <p:cTn id="29" dur="1000"/>
                                        <p:tgtEl>
                                          <p:spTgt spid="166916"/>
                                        </p:tgtEl>
                                      </p:cBhvr>
                                    </p:animEffect>
                                  </p:childTnLst>
                                </p:cTn>
                              </p:par>
                              <p:par>
                                <p:cTn id="30" presetID="55" presetClass="entr" presetSubtype="0" fill="hold" nodeType="withEffect">
                                  <p:stCondLst>
                                    <p:cond delay="0"/>
                                  </p:stCondLst>
                                  <p:childTnLst>
                                    <p:set>
                                      <p:cBhvr>
                                        <p:cTn id="31" dur="1" fill="hold">
                                          <p:stCondLst>
                                            <p:cond delay="0"/>
                                          </p:stCondLst>
                                        </p:cTn>
                                        <p:tgtEl>
                                          <p:spTgt spid="166924"/>
                                        </p:tgtEl>
                                        <p:attrNameLst>
                                          <p:attrName>style.visibility</p:attrName>
                                        </p:attrNameLst>
                                      </p:cBhvr>
                                      <p:to>
                                        <p:strVal val="visible"/>
                                      </p:to>
                                    </p:set>
                                    <p:anim calcmode="lin" valueType="num">
                                      <p:cBhvr>
                                        <p:cTn id="32" dur="1000" fill="hold"/>
                                        <p:tgtEl>
                                          <p:spTgt spid="166924"/>
                                        </p:tgtEl>
                                        <p:attrNameLst>
                                          <p:attrName>ppt_w</p:attrName>
                                        </p:attrNameLst>
                                      </p:cBhvr>
                                      <p:tavLst>
                                        <p:tav tm="0">
                                          <p:val>
                                            <p:strVal val="#ppt_w*0.70"/>
                                          </p:val>
                                        </p:tav>
                                        <p:tav tm="100000">
                                          <p:val>
                                            <p:strVal val="#ppt_w"/>
                                          </p:val>
                                        </p:tav>
                                      </p:tavLst>
                                    </p:anim>
                                    <p:anim calcmode="lin" valueType="num">
                                      <p:cBhvr>
                                        <p:cTn id="33" dur="1000" fill="hold"/>
                                        <p:tgtEl>
                                          <p:spTgt spid="166924"/>
                                        </p:tgtEl>
                                        <p:attrNameLst>
                                          <p:attrName>ppt_h</p:attrName>
                                        </p:attrNameLst>
                                      </p:cBhvr>
                                      <p:tavLst>
                                        <p:tav tm="0">
                                          <p:val>
                                            <p:strVal val="#ppt_h"/>
                                          </p:val>
                                        </p:tav>
                                        <p:tav tm="100000">
                                          <p:val>
                                            <p:strVal val="#ppt_h"/>
                                          </p:val>
                                        </p:tav>
                                      </p:tavLst>
                                    </p:anim>
                                    <p:animEffect transition="in" filter="fade">
                                      <p:cBhvr>
                                        <p:cTn id="34" dur="1000"/>
                                        <p:tgtEl>
                                          <p:spTgt spid="166924"/>
                                        </p:tgtEl>
                                      </p:cBhvr>
                                    </p:animEffect>
                                  </p:childTnLst>
                                </p:cTn>
                              </p:par>
                            </p:childTnLst>
                          </p:cTn>
                        </p:par>
                        <p:par>
                          <p:cTn id="35" fill="hold">
                            <p:stCondLst>
                              <p:cond delay="1000"/>
                            </p:stCondLst>
                            <p:childTnLst>
                              <p:par>
                                <p:cTn id="36" presetID="55" presetClass="entr" presetSubtype="0" fill="hold" nodeType="afterEffect">
                                  <p:stCondLst>
                                    <p:cond delay="0"/>
                                  </p:stCondLst>
                                  <p:childTnLst>
                                    <p:set>
                                      <p:cBhvr>
                                        <p:cTn id="37" dur="1" fill="hold">
                                          <p:stCondLst>
                                            <p:cond delay="0"/>
                                          </p:stCondLst>
                                        </p:cTn>
                                        <p:tgtEl>
                                          <p:spTgt spid="166917"/>
                                        </p:tgtEl>
                                        <p:attrNameLst>
                                          <p:attrName>style.visibility</p:attrName>
                                        </p:attrNameLst>
                                      </p:cBhvr>
                                      <p:to>
                                        <p:strVal val="visible"/>
                                      </p:to>
                                    </p:set>
                                    <p:anim calcmode="lin" valueType="num">
                                      <p:cBhvr>
                                        <p:cTn id="38" dur="1000" fill="hold"/>
                                        <p:tgtEl>
                                          <p:spTgt spid="166917"/>
                                        </p:tgtEl>
                                        <p:attrNameLst>
                                          <p:attrName>ppt_w</p:attrName>
                                        </p:attrNameLst>
                                      </p:cBhvr>
                                      <p:tavLst>
                                        <p:tav tm="0">
                                          <p:val>
                                            <p:strVal val="#ppt_w*0.70"/>
                                          </p:val>
                                        </p:tav>
                                        <p:tav tm="100000">
                                          <p:val>
                                            <p:strVal val="#ppt_w"/>
                                          </p:val>
                                        </p:tav>
                                      </p:tavLst>
                                    </p:anim>
                                    <p:anim calcmode="lin" valueType="num">
                                      <p:cBhvr>
                                        <p:cTn id="39" dur="1000" fill="hold"/>
                                        <p:tgtEl>
                                          <p:spTgt spid="166917"/>
                                        </p:tgtEl>
                                        <p:attrNameLst>
                                          <p:attrName>ppt_h</p:attrName>
                                        </p:attrNameLst>
                                      </p:cBhvr>
                                      <p:tavLst>
                                        <p:tav tm="0">
                                          <p:val>
                                            <p:strVal val="#ppt_h"/>
                                          </p:val>
                                        </p:tav>
                                        <p:tav tm="100000">
                                          <p:val>
                                            <p:strVal val="#ppt_h"/>
                                          </p:val>
                                        </p:tav>
                                      </p:tavLst>
                                    </p:anim>
                                    <p:animEffect transition="in" filter="fade">
                                      <p:cBhvr>
                                        <p:cTn id="40" dur="1000"/>
                                        <p:tgtEl>
                                          <p:spTgt spid="166917"/>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166919"/>
                                        </p:tgtEl>
                                        <p:attrNameLst>
                                          <p:attrName>style.visibility</p:attrName>
                                        </p:attrNameLst>
                                      </p:cBhvr>
                                      <p:to>
                                        <p:strVal val="visible"/>
                                      </p:to>
                                    </p:set>
                                    <p:anim calcmode="lin" valueType="num">
                                      <p:cBhvr>
                                        <p:cTn id="45" dur="1000" fill="hold"/>
                                        <p:tgtEl>
                                          <p:spTgt spid="166919"/>
                                        </p:tgtEl>
                                        <p:attrNameLst>
                                          <p:attrName>ppt_w</p:attrName>
                                        </p:attrNameLst>
                                      </p:cBhvr>
                                      <p:tavLst>
                                        <p:tav tm="0">
                                          <p:val>
                                            <p:strVal val="#ppt_w*0.70"/>
                                          </p:val>
                                        </p:tav>
                                        <p:tav tm="100000">
                                          <p:val>
                                            <p:strVal val="#ppt_w"/>
                                          </p:val>
                                        </p:tav>
                                      </p:tavLst>
                                    </p:anim>
                                    <p:anim calcmode="lin" valueType="num">
                                      <p:cBhvr>
                                        <p:cTn id="46" dur="1000" fill="hold"/>
                                        <p:tgtEl>
                                          <p:spTgt spid="166919"/>
                                        </p:tgtEl>
                                        <p:attrNameLst>
                                          <p:attrName>ppt_h</p:attrName>
                                        </p:attrNameLst>
                                      </p:cBhvr>
                                      <p:tavLst>
                                        <p:tav tm="0">
                                          <p:val>
                                            <p:strVal val="#ppt_h"/>
                                          </p:val>
                                        </p:tav>
                                        <p:tav tm="100000">
                                          <p:val>
                                            <p:strVal val="#ppt_h"/>
                                          </p:val>
                                        </p:tav>
                                      </p:tavLst>
                                    </p:anim>
                                    <p:animEffect transition="in" filter="fade">
                                      <p:cBhvr>
                                        <p:cTn id="47" dur="1000"/>
                                        <p:tgtEl>
                                          <p:spTgt spid="166919"/>
                                        </p:tgtEl>
                                      </p:cBhvr>
                                    </p:animEffect>
                                  </p:childTnLst>
                                </p:cTn>
                              </p:par>
                              <p:par>
                                <p:cTn id="48" presetID="55" presetClass="entr" presetSubtype="0" fill="hold" nodeType="withEffect">
                                  <p:stCondLst>
                                    <p:cond delay="0"/>
                                  </p:stCondLst>
                                  <p:childTnLst>
                                    <p:set>
                                      <p:cBhvr>
                                        <p:cTn id="49" dur="1" fill="hold">
                                          <p:stCondLst>
                                            <p:cond delay="0"/>
                                          </p:stCondLst>
                                        </p:cTn>
                                        <p:tgtEl>
                                          <p:spTgt spid="166918"/>
                                        </p:tgtEl>
                                        <p:attrNameLst>
                                          <p:attrName>style.visibility</p:attrName>
                                        </p:attrNameLst>
                                      </p:cBhvr>
                                      <p:to>
                                        <p:strVal val="visible"/>
                                      </p:to>
                                    </p:set>
                                    <p:anim calcmode="lin" valueType="num">
                                      <p:cBhvr>
                                        <p:cTn id="50" dur="1000" fill="hold"/>
                                        <p:tgtEl>
                                          <p:spTgt spid="166918"/>
                                        </p:tgtEl>
                                        <p:attrNameLst>
                                          <p:attrName>ppt_w</p:attrName>
                                        </p:attrNameLst>
                                      </p:cBhvr>
                                      <p:tavLst>
                                        <p:tav tm="0">
                                          <p:val>
                                            <p:strVal val="#ppt_w*0.70"/>
                                          </p:val>
                                        </p:tav>
                                        <p:tav tm="100000">
                                          <p:val>
                                            <p:strVal val="#ppt_w"/>
                                          </p:val>
                                        </p:tav>
                                      </p:tavLst>
                                    </p:anim>
                                    <p:anim calcmode="lin" valueType="num">
                                      <p:cBhvr>
                                        <p:cTn id="51" dur="1000" fill="hold"/>
                                        <p:tgtEl>
                                          <p:spTgt spid="166918"/>
                                        </p:tgtEl>
                                        <p:attrNameLst>
                                          <p:attrName>ppt_h</p:attrName>
                                        </p:attrNameLst>
                                      </p:cBhvr>
                                      <p:tavLst>
                                        <p:tav tm="0">
                                          <p:val>
                                            <p:strVal val="#ppt_h"/>
                                          </p:val>
                                        </p:tav>
                                        <p:tav tm="100000">
                                          <p:val>
                                            <p:strVal val="#ppt_h"/>
                                          </p:val>
                                        </p:tav>
                                      </p:tavLst>
                                    </p:anim>
                                    <p:animEffect transition="in" filter="fade">
                                      <p:cBhvr>
                                        <p:cTn id="52" dur="1000"/>
                                        <p:tgtEl>
                                          <p:spTgt spid="166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animBg="1"/>
      <p:bldP spid="166916" grpId="0"/>
      <p:bldP spid="1669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691B464E-7604-4202-AF67-3E39210708D3}" type="datetime1">
              <a:rPr lang="zh-CN" altLang="en-US"/>
            </a:fld>
            <a:endParaRPr lang="zh-CN" altLang="en-US"/>
          </a:p>
        </p:txBody>
      </p:sp>
      <p:graphicFrame>
        <p:nvGraphicFramePr>
          <p:cNvPr id="167938" name="Object 2"/>
          <p:cNvGraphicFramePr>
            <a:graphicFrameLocks noChangeAspect="1"/>
          </p:cNvGraphicFramePr>
          <p:nvPr/>
        </p:nvGraphicFramePr>
        <p:xfrm>
          <a:off x="1174750" y="361950"/>
          <a:ext cx="5130800" cy="1443038"/>
        </p:xfrm>
        <a:graphic>
          <a:graphicData uri="http://schemas.openxmlformats.org/presentationml/2006/ole">
            <mc:AlternateContent xmlns:mc="http://schemas.openxmlformats.org/markup-compatibility/2006">
              <mc:Choice xmlns:v="urn:schemas-microsoft-com:vml" Requires="v">
                <p:oleObj spid="_x0000_s26885" name="公式" r:id="rId1" imgW="61874400" imgH="18897600" progId="Equation.3">
                  <p:embed/>
                </p:oleObj>
              </mc:Choice>
              <mc:Fallback>
                <p:oleObj name="公式" r:id="rId1" imgW="61874400" imgH="18897600" progId="Equation.3">
                  <p:embed/>
                  <p:pic>
                    <p:nvPicPr>
                      <p:cNvPr id="0" name="Object 2"/>
                      <p:cNvPicPr>
                        <a:picLocks noChangeAspect="1" noChangeArrowheads="1"/>
                      </p:cNvPicPr>
                      <p:nvPr/>
                    </p:nvPicPr>
                    <p:blipFill>
                      <a:blip r:embed="rId2"/>
                      <a:srcRect/>
                      <a:stretch>
                        <a:fillRect/>
                      </a:stretch>
                    </p:blipFill>
                    <p:spPr bwMode="auto">
                      <a:xfrm>
                        <a:off x="1174750" y="361950"/>
                        <a:ext cx="5130800" cy="144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7940" name="Object 4"/>
          <p:cNvGraphicFramePr>
            <a:graphicFrameLocks noGrp="1" noChangeAspect="1"/>
          </p:cNvGraphicFramePr>
          <p:nvPr>
            <p:ph sz="half" idx="4294967295"/>
          </p:nvPr>
        </p:nvGraphicFramePr>
        <p:xfrm>
          <a:off x="1657350" y="2016125"/>
          <a:ext cx="5184775" cy="2351088"/>
        </p:xfrm>
        <a:graphic>
          <a:graphicData uri="http://schemas.openxmlformats.org/presentationml/2006/ole">
            <mc:AlternateContent xmlns:mc="http://schemas.openxmlformats.org/markup-compatibility/2006">
              <mc:Choice xmlns:v="urn:schemas-microsoft-com:vml" Requires="v">
                <p:oleObj spid="_x0000_s26886" name="公式" r:id="rId3" imgW="2578100" imgH="1168400" progId="Equation.3">
                  <p:embed/>
                </p:oleObj>
              </mc:Choice>
              <mc:Fallback>
                <p:oleObj name="公式" r:id="rId3" imgW="2578100" imgH="11684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2016125"/>
                        <a:ext cx="5184775" cy="2351088"/>
                      </a:xfrm>
                      <a:prstGeom prst="rect">
                        <a:avLst/>
                      </a:prstGeom>
                      <a:solidFill>
                        <a:schemeClr val="bg1"/>
                      </a:solidFill>
                      <a:ln w="38100" cmpd="sng">
                        <a:solidFill>
                          <a:schemeClr val="bg2"/>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167941" name="Object 5"/>
          <p:cNvGraphicFramePr>
            <a:graphicFrameLocks noGrp="1" noChangeAspect="1"/>
          </p:cNvGraphicFramePr>
          <p:nvPr>
            <p:ph sz="half" idx="4294967295"/>
          </p:nvPr>
        </p:nvGraphicFramePr>
        <p:xfrm>
          <a:off x="1331913" y="4797425"/>
          <a:ext cx="7164387" cy="471488"/>
        </p:xfrm>
        <a:graphic>
          <a:graphicData uri="http://schemas.openxmlformats.org/presentationml/2006/ole">
            <mc:AlternateContent xmlns:mc="http://schemas.openxmlformats.org/markup-compatibility/2006">
              <mc:Choice xmlns:v="urn:schemas-microsoft-com:vml" Requires="v">
                <p:oleObj spid="_x0000_s26887" name="公式" r:id="rId5" imgW="3086100" imgH="203200" progId="Equation.3">
                  <p:embed/>
                </p:oleObj>
              </mc:Choice>
              <mc:Fallback>
                <p:oleObj name="公式" r:id="rId5" imgW="3086100" imgH="203200" progId="Equation.3">
                  <p:embed/>
                  <p:pic>
                    <p:nvPicPr>
                      <p:cNvPr id="0"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4797425"/>
                        <a:ext cx="7164387" cy="4714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67942" name="Object 6"/>
          <p:cNvGraphicFramePr>
            <a:graphicFrameLocks noChangeAspect="1"/>
          </p:cNvGraphicFramePr>
          <p:nvPr/>
        </p:nvGraphicFramePr>
        <p:xfrm>
          <a:off x="3100388" y="5375275"/>
          <a:ext cx="2736850" cy="1217613"/>
        </p:xfrm>
        <a:graphic>
          <a:graphicData uri="http://schemas.openxmlformats.org/presentationml/2006/ole">
            <mc:AlternateContent xmlns:mc="http://schemas.openxmlformats.org/markup-compatibility/2006">
              <mc:Choice xmlns:v="urn:schemas-microsoft-com:vml" Requires="v">
                <p:oleObj spid="_x0000_s26888" name="公式" r:id="rId7" imgW="1371600" imgH="609600" progId="Equation.3">
                  <p:embed/>
                </p:oleObj>
              </mc:Choice>
              <mc:Fallback>
                <p:oleObj name="公式" r:id="rId7" imgW="1371600" imgH="609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0388" y="5375275"/>
                        <a:ext cx="2736850" cy="1217613"/>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ustDataLst>
      <p:tags r:id="rId9"/>
    </p:custDataLst>
  </p:cSld>
  <p:clrMapOvr>
    <a:masterClrMapping/>
  </p:clrMapOvr>
  <p:transition spd="slow" advTm="17723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67938"/>
                                        </p:tgtEl>
                                        <p:attrNameLst>
                                          <p:attrName>style.visibility</p:attrName>
                                        </p:attrNameLst>
                                      </p:cBhvr>
                                      <p:to>
                                        <p:strVal val="visible"/>
                                      </p:to>
                                    </p:set>
                                    <p:anim calcmode="lin" valueType="num">
                                      <p:cBhvr>
                                        <p:cTn id="7" dur="1000" fill="hold"/>
                                        <p:tgtEl>
                                          <p:spTgt spid="167938"/>
                                        </p:tgtEl>
                                        <p:attrNameLst>
                                          <p:attrName>ppt_w</p:attrName>
                                        </p:attrNameLst>
                                      </p:cBhvr>
                                      <p:tavLst>
                                        <p:tav tm="0">
                                          <p:val>
                                            <p:strVal val="#ppt_w*0.70"/>
                                          </p:val>
                                        </p:tav>
                                        <p:tav tm="100000">
                                          <p:val>
                                            <p:strVal val="#ppt_w"/>
                                          </p:val>
                                        </p:tav>
                                      </p:tavLst>
                                    </p:anim>
                                    <p:anim calcmode="lin" valueType="num">
                                      <p:cBhvr>
                                        <p:cTn id="8" dur="1000" fill="hold"/>
                                        <p:tgtEl>
                                          <p:spTgt spid="167938"/>
                                        </p:tgtEl>
                                        <p:attrNameLst>
                                          <p:attrName>ppt_h</p:attrName>
                                        </p:attrNameLst>
                                      </p:cBhvr>
                                      <p:tavLst>
                                        <p:tav tm="0">
                                          <p:val>
                                            <p:strVal val="#ppt_h"/>
                                          </p:val>
                                        </p:tav>
                                        <p:tav tm="100000">
                                          <p:val>
                                            <p:strVal val="#ppt_h"/>
                                          </p:val>
                                        </p:tav>
                                      </p:tavLst>
                                    </p:anim>
                                    <p:animEffect transition="in" filter="fade">
                                      <p:cBhvr>
                                        <p:cTn id="9" dur="1000"/>
                                        <p:tgtEl>
                                          <p:spTgt spid="16793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67940"/>
                                        </p:tgtEl>
                                        <p:attrNameLst>
                                          <p:attrName>style.visibility</p:attrName>
                                        </p:attrNameLst>
                                      </p:cBhvr>
                                      <p:to>
                                        <p:strVal val="visible"/>
                                      </p:to>
                                    </p:set>
                                    <p:anim calcmode="lin" valueType="num">
                                      <p:cBhvr>
                                        <p:cTn id="14" dur="1000" fill="hold"/>
                                        <p:tgtEl>
                                          <p:spTgt spid="167940"/>
                                        </p:tgtEl>
                                        <p:attrNameLst>
                                          <p:attrName>ppt_w</p:attrName>
                                        </p:attrNameLst>
                                      </p:cBhvr>
                                      <p:tavLst>
                                        <p:tav tm="0">
                                          <p:val>
                                            <p:strVal val="#ppt_w*0.70"/>
                                          </p:val>
                                        </p:tav>
                                        <p:tav tm="100000">
                                          <p:val>
                                            <p:strVal val="#ppt_w"/>
                                          </p:val>
                                        </p:tav>
                                      </p:tavLst>
                                    </p:anim>
                                    <p:anim calcmode="lin" valueType="num">
                                      <p:cBhvr>
                                        <p:cTn id="15" dur="1000" fill="hold"/>
                                        <p:tgtEl>
                                          <p:spTgt spid="167940"/>
                                        </p:tgtEl>
                                        <p:attrNameLst>
                                          <p:attrName>ppt_h</p:attrName>
                                        </p:attrNameLst>
                                      </p:cBhvr>
                                      <p:tavLst>
                                        <p:tav tm="0">
                                          <p:val>
                                            <p:strVal val="#ppt_h"/>
                                          </p:val>
                                        </p:tav>
                                        <p:tav tm="100000">
                                          <p:val>
                                            <p:strVal val="#ppt_h"/>
                                          </p:val>
                                        </p:tav>
                                      </p:tavLst>
                                    </p:anim>
                                    <p:animEffect transition="in" filter="fade">
                                      <p:cBhvr>
                                        <p:cTn id="16" dur="1000"/>
                                        <p:tgtEl>
                                          <p:spTgt spid="167940"/>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167941"/>
                                        </p:tgtEl>
                                        <p:attrNameLst>
                                          <p:attrName>style.visibility</p:attrName>
                                        </p:attrNameLst>
                                      </p:cBhvr>
                                      <p:to>
                                        <p:strVal val="visible"/>
                                      </p:to>
                                    </p:set>
                                    <p:anim calcmode="lin" valueType="num">
                                      <p:cBhvr>
                                        <p:cTn id="20" dur="1000" fill="hold"/>
                                        <p:tgtEl>
                                          <p:spTgt spid="167941"/>
                                        </p:tgtEl>
                                        <p:attrNameLst>
                                          <p:attrName>ppt_w</p:attrName>
                                        </p:attrNameLst>
                                      </p:cBhvr>
                                      <p:tavLst>
                                        <p:tav tm="0">
                                          <p:val>
                                            <p:strVal val="#ppt_w*0.70"/>
                                          </p:val>
                                        </p:tav>
                                        <p:tav tm="100000">
                                          <p:val>
                                            <p:strVal val="#ppt_w"/>
                                          </p:val>
                                        </p:tav>
                                      </p:tavLst>
                                    </p:anim>
                                    <p:anim calcmode="lin" valueType="num">
                                      <p:cBhvr>
                                        <p:cTn id="21" dur="1000" fill="hold"/>
                                        <p:tgtEl>
                                          <p:spTgt spid="167941"/>
                                        </p:tgtEl>
                                        <p:attrNameLst>
                                          <p:attrName>ppt_h</p:attrName>
                                        </p:attrNameLst>
                                      </p:cBhvr>
                                      <p:tavLst>
                                        <p:tav tm="0">
                                          <p:val>
                                            <p:strVal val="#ppt_h"/>
                                          </p:val>
                                        </p:tav>
                                        <p:tav tm="100000">
                                          <p:val>
                                            <p:strVal val="#ppt_h"/>
                                          </p:val>
                                        </p:tav>
                                      </p:tavLst>
                                    </p:anim>
                                    <p:animEffect transition="in" filter="fade">
                                      <p:cBhvr>
                                        <p:cTn id="22" dur="1000"/>
                                        <p:tgtEl>
                                          <p:spTgt spid="167941"/>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167942"/>
                                        </p:tgtEl>
                                        <p:attrNameLst>
                                          <p:attrName>style.visibility</p:attrName>
                                        </p:attrNameLst>
                                      </p:cBhvr>
                                      <p:to>
                                        <p:strVal val="visible"/>
                                      </p:to>
                                    </p:set>
                                    <p:anim calcmode="lin" valueType="num">
                                      <p:cBhvr>
                                        <p:cTn id="27" dur="1000" fill="hold"/>
                                        <p:tgtEl>
                                          <p:spTgt spid="167942"/>
                                        </p:tgtEl>
                                        <p:attrNameLst>
                                          <p:attrName>ppt_w</p:attrName>
                                        </p:attrNameLst>
                                      </p:cBhvr>
                                      <p:tavLst>
                                        <p:tav tm="0">
                                          <p:val>
                                            <p:strVal val="#ppt_w*0.70"/>
                                          </p:val>
                                        </p:tav>
                                        <p:tav tm="100000">
                                          <p:val>
                                            <p:strVal val="#ppt_w"/>
                                          </p:val>
                                        </p:tav>
                                      </p:tavLst>
                                    </p:anim>
                                    <p:anim calcmode="lin" valueType="num">
                                      <p:cBhvr>
                                        <p:cTn id="28" dur="1000" fill="hold"/>
                                        <p:tgtEl>
                                          <p:spTgt spid="167942"/>
                                        </p:tgtEl>
                                        <p:attrNameLst>
                                          <p:attrName>ppt_h</p:attrName>
                                        </p:attrNameLst>
                                      </p:cBhvr>
                                      <p:tavLst>
                                        <p:tav tm="0">
                                          <p:val>
                                            <p:strVal val="#ppt_h"/>
                                          </p:val>
                                        </p:tav>
                                        <p:tav tm="100000">
                                          <p:val>
                                            <p:strVal val="#ppt_h"/>
                                          </p:val>
                                        </p:tav>
                                      </p:tavLst>
                                    </p:anim>
                                    <p:animEffect transition="in" filter="fade">
                                      <p:cBhvr>
                                        <p:cTn id="29" dur="1000"/>
                                        <p:tgtEl>
                                          <p:spTgt spid="167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5F3A1617-4C2F-4CFC-80F9-1E4C6D9122C1}" type="datetime1">
              <a:rPr lang="zh-CN" altLang="en-US"/>
            </a:fld>
            <a:endParaRPr lang="zh-CN" altLang="en-US"/>
          </a:p>
        </p:txBody>
      </p:sp>
      <p:graphicFrame>
        <p:nvGraphicFramePr>
          <p:cNvPr id="168962" name="Object 2"/>
          <p:cNvGraphicFramePr>
            <a:graphicFrameLocks noChangeAspect="1"/>
          </p:cNvGraphicFramePr>
          <p:nvPr/>
        </p:nvGraphicFramePr>
        <p:xfrm>
          <a:off x="492125" y="4292600"/>
          <a:ext cx="3287713" cy="2022475"/>
        </p:xfrm>
        <a:graphic>
          <a:graphicData uri="http://schemas.openxmlformats.org/presentationml/2006/ole">
            <mc:AlternateContent xmlns:mc="http://schemas.openxmlformats.org/markup-compatibility/2006">
              <mc:Choice xmlns:v="urn:schemas-microsoft-com:vml" Requires="v">
                <p:oleObj spid="_x0000_s27847" name="公式" r:id="rId1" imgW="1993900" imgH="1219200" progId="Equation.3">
                  <p:embed/>
                </p:oleObj>
              </mc:Choice>
              <mc:Fallback>
                <p:oleObj name="公式" r:id="rId1" imgW="1993900" imgH="1219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92125" y="4292600"/>
                        <a:ext cx="3287713" cy="2022475"/>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2" name="Rectangle 3"/>
          <p:cNvSpPr>
            <a:spLocks noGrp="1" noChangeArrowheads="1"/>
          </p:cNvSpPr>
          <p:nvPr>
            <p:ph type="body" sz="half" idx="4294967295"/>
          </p:nvPr>
        </p:nvSpPr>
        <p:spPr bwMode="blackGray">
          <a:xfrm>
            <a:off x="719138" y="0"/>
            <a:ext cx="8424862" cy="2374900"/>
          </a:xfrm>
        </p:spPr>
        <p:txBody>
          <a:bodyPr/>
          <a:lstStyle/>
          <a:p>
            <a:pPr>
              <a:buFont typeface="Wingdings" panose="05000000000000000000" pitchFamily="2" charset="2"/>
              <a:buNone/>
            </a:pPr>
            <a:r>
              <a:rPr lang="zh-CN" altLang="en-US" sz="2600">
                <a:solidFill>
                  <a:schemeClr val="accent2"/>
                </a:solidFill>
              </a:rPr>
              <a:t>二、信号的分量与信号的分解</a:t>
            </a:r>
            <a:endParaRPr lang="zh-CN" altLang="en-US" sz="2600">
              <a:solidFill>
                <a:schemeClr val="accent2"/>
              </a:solidFill>
            </a:endParaRPr>
          </a:p>
          <a:p>
            <a:pPr lvl="1">
              <a:buFont typeface="Wingdings" panose="05000000000000000000" pitchFamily="2" charset="2"/>
              <a:buNone/>
            </a:pPr>
            <a:r>
              <a:rPr lang="en-US" altLang="zh-CN" sz="2200">
                <a:solidFill>
                  <a:srgbClr val="FF3300"/>
                </a:solidFill>
              </a:rPr>
              <a:t>1</a:t>
            </a:r>
            <a:r>
              <a:rPr lang="zh-CN" altLang="en-US" sz="2200">
                <a:solidFill>
                  <a:srgbClr val="FF3300"/>
                </a:solidFill>
              </a:rPr>
              <a:t>、信号的分量</a:t>
            </a:r>
            <a:r>
              <a:rPr lang="en-US" altLang="zh-CN" sz="2200"/>
              <a:t>—</a:t>
            </a:r>
            <a:r>
              <a:rPr lang="zh-CN" altLang="en-US" sz="2200"/>
              <a:t>（类比矢量的分量）</a:t>
            </a:r>
            <a:endParaRPr lang="zh-CN" altLang="en-US" sz="2200"/>
          </a:p>
          <a:p>
            <a:pPr lvl="2">
              <a:buFont typeface="Wingdings" panose="05000000000000000000" pitchFamily="2" charset="2"/>
              <a:buNone/>
            </a:pPr>
            <a:r>
              <a:rPr lang="zh-CN" altLang="en-US" sz="2100"/>
              <a:t>定义：函数</a:t>
            </a:r>
            <a:r>
              <a:rPr lang="en-US" altLang="zh-CN" sz="2100" i="1"/>
              <a:t>f</a:t>
            </a:r>
            <a:r>
              <a:rPr lang="en-US" altLang="zh-CN" sz="2100" i="1" baseline="-25000"/>
              <a:t>1</a:t>
            </a:r>
            <a:r>
              <a:rPr lang="en-US" altLang="zh-CN" sz="2100" i="1"/>
              <a:t>(t)</a:t>
            </a:r>
            <a:r>
              <a:rPr lang="zh-CN" altLang="en-US" sz="2100" i="1"/>
              <a:t>，</a:t>
            </a:r>
            <a:r>
              <a:rPr lang="en-US" altLang="zh-CN" sz="2100" i="1"/>
              <a:t>f</a:t>
            </a:r>
            <a:r>
              <a:rPr lang="en-US" altLang="zh-CN" sz="2100" i="1" baseline="-25000"/>
              <a:t>2</a:t>
            </a:r>
            <a:r>
              <a:rPr lang="en-US" altLang="zh-CN" sz="2100" i="1"/>
              <a:t>(t)</a:t>
            </a:r>
            <a:r>
              <a:rPr lang="zh-CN" altLang="en-US" sz="2100" i="1"/>
              <a:t>，</a:t>
            </a:r>
            <a:r>
              <a:rPr lang="zh-CN" altLang="en-US" sz="2100"/>
              <a:t>在区间</a:t>
            </a:r>
            <a:r>
              <a:rPr lang="en-US" altLang="zh-CN" sz="2100"/>
              <a:t>[t</a:t>
            </a:r>
            <a:r>
              <a:rPr lang="en-US" altLang="zh-CN" sz="2100" baseline="-25000"/>
              <a:t>1</a:t>
            </a:r>
            <a:r>
              <a:rPr lang="en-US" altLang="zh-CN" sz="2100"/>
              <a:t>,t</a:t>
            </a:r>
            <a:r>
              <a:rPr lang="en-US" altLang="zh-CN" sz="2100" baseline="-25000"/>
              <a:t>2</a:t>
            </a:r>
            <a:r>
              <a:rPr lang="en-US" altLang="zh-CN" sz="2100"/>
              <a:t>]</a:t>
            </a:r>
            <a:r>
              <a:rPr lang="zh-CN" altLang="en-US" sz="2100"/>
              <a:t>上</a:t>
            </a:r>
            <a:r>
              <a:rPr lang="en-US" altLang="zh-CN" sz="2100" i="1"/>
              <a:t>f</a:t>
            </a:r>
            <a:r>
              <a:rPr lang="en-US" altLang="zh-CN" sz="2100" i="1" baseline="-25000"/>
              <a:t>1</a:t>
            </a:r>
            <a:r>
              <a:rPr lang="en-US" altLang="zh-CN" sz="2100" i="1"/>
              <a:t>(t)</a:t>
            </a:r>
            <a:r>
              <a:rPr lang="zh-CN" altLang="en-US" sz="2100"/>
              <a:t>在</a:t>
            </a:r>
            <a:r>
              <a:rPr lang="en-US" altLang="zh-CN" sz="2100" i="1"/>
              <a:t>f</a:t>
            </a:r>
            <a:r>
              <a:rPr lang="en-US" altLang="zh-CN" sz="2100" i="1" baseline="-25000"/>
              <a:t>2</a:t>
            </a:r>
            <a:r>
              <a:rPr lang="en-US" altLang="zh-CN" sz="2100" i="1"/>
              <a:t>(t)</a:t>
            </a:r>
            <a:r>
              <a:rPr lang="zh-CN" altLang="en-US" sz="2100"/>
              <a:t>上的分量为</a:t>
            </a:r>
            <a:r>
              <a:rPr lang="en-US" altLang="zh-CN" sz="2100" i="1"/>
              <a:t>C</a:t>
            </a:r>
            <a:r>
              <a:rPr lang="en-US" altLang="zh-CN" sz="2100" i="1" baseline="-25000"/>
              <a:t>12</a:t>
            </a:r>
            <a:r>
              <a:rPr lang="en-US" altLang="zh-CN" sz="2100" i="1"/>
              <a:t>f</a:t>
            </a:r>
            <a:r>
              <a:rPr lang="en-US" altLang="zh-CN" sz="2100" i="1" baseline="-25000"/>
              <a:t>2</a:t>
            </a:r>
            <a:r>
              <a:rPr lang="en-US" altLang="zh-CN" sz="2100" i="1"/>
              <a:t>(t)</a:t>
            </a:r>
            <a:r>
              <a:rPr lang="zh-CN" altLang="en-US" sz="2100" i="1"/>
              <a:t>，</a:t>
            </a:r>
            <a:r>
              <a:rPr lang="zh-CN" altLang="en-US" sz="2100"/>
              <a:t>其中</a:t>
            </a:r>
            <a:r>
              <a:rPr lang="en-US" altLang="zh-CN" sz="2100" i="1"/>
              <a:t>C</a:t>
            </a:r>
            <a:r>
              <a:rPr lang="en-US" altLang="zh-CN" sz="2100" i="1" baseline="-25000"/>
              <a:t>12</a:t>
            </a:r>
            <a:r>
              <a:rPr lang="zh-CN" altLang="en-US" sz="2100"/>
              <a:t>称为分量系数，为常数。</a:t>
            </a:r>
            <a:endParaRPr lang="zh-CN" altLang="en-US" sz="2100"/>
          </a:p>
          <a:p>
            <a:pPr lvl="2">
              <a:buFont typeface="Wingdings" panose="05000000000000000000" pitchFamily="2" charset="2"/>
              <a:buNone/>
            </a:pPr>
            <a:r>
              <a:rPr lang="zh-CN" altLang="en-US" sz="2100"/>
              <a:t>如何求</a:t>
            </a:r>
            <a:r>
              <a:rPr lang="en-US" altLang="zh-CN" sz="2100" i="1"/>
              <a:t>C</a:t>
            </a:r>
            <a:r>
              <a:rPr lang="en-US" altLang="zh-CN" sz="2100" i="1" baseline="-25000"/>
              <a:t>12</a:t>
            </a:r>
            <a:r>
              <a:rPr lang="en-US" altLang="zh-CN" sz="2100" i="1"/>
              <a:t>=</a:t>
            </a:r>
            <a:r>
              <a:rPr lang="zh-CN" altLang="en-US" sz="2100" i="1"/>
              <a:t>？</a:t>
            </a:r>
            <a:endParaRPr lang="zh-CN" altLang="en-US" sz="2100" i="1"/>
          </a:p>
        </p:txBody>
      </p:sp>
      <p:graphicFrame>
        <p:nvGraphicFramePr>
          <p:cNvPr id="168964" name="Object 4"/>
          <p:cNvGraphicFramePr>
            <a:graphicFrameLocks noGrp="1" noChangeAspect="1"/>
          </p:cNvGraphicFramePr>
          <p:nvPr>
            <p:ph sz="quarter" idx="4294967295"/>
          </p:nvPr>
        </p:nvGraphicFramePr>
        <p:xfrm>
          <a:off x="900113" y="2060575"/>
          <a:ext cx="1943100" cy="1651000"/>
        </p:xfrm>
        <a:graphic>
          <a:graphicData uri="http://schemas.openxmlformats.org/presentationml/2006/ole">
            <mc:AlternateContent xmlns:mc="http://schemas.openxmlformats.org/markup-compatibility/2006">
              <mc:Choice xmlns:v="urn:schemas-microsoft-com:vml" Requires="v">
                <p:oleObj spid="_x0000_s27848" name="Image" r:id="rId3" imgW="1225550" imgH="1042670" progId="Photoshop.Image.6">
                  <p:embed/>
                </p:oleObj>
              </mc:Choice>
              <mc:Fallback>
                <p:oleObj name="Image" r:id="rId3" imgW="1225550" imgH="1042670" progId="Photoshop.Image.6">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Gray">
                      <a:xfrm>
                        <a:off x="900113" y="2060575"/>
                        <a:ext cx="1943100" cy="165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65" name="Object 5"/>
          <p:cNvGraphicFramePr>
            <a:graphicFrameLocks noChangeAspect="1"/>
          </p:cNvGraphicFramePr>
          <p:nvPr/>
        </p:nvGraphicFramePr>
        <p:xfrm>
          <a:off x="3907630" y="1950244"/>
          <a:ext cx="5236369" cy="4364831"/>
        </p:xfrm>
        <a:graphic>
          <a:graphicData uri="http://schemas.openxmlformats.org/presentationml/2006/ole">
            <mc:AlternateContent xmlns:mc="http://schemas.openxmlformats.org/markup-compatibility/2006">
              <mc:Choice xmlns:v="urn:schemas-microsoft-com:vml" Requires="v">
                <p:oleObj spid="_x0000_s27849" name="公式" r:id="rId5" imgW="3340100" imgH="2070100" progId="Equation.3">
                  <p:embed/>
                </p:oleObj>
              </mc:Choice>
              <mc:Fallback>
                <p:oleObj name="公式" r:id="rId5" imgW="3340100" imgH="2070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7630" y="1950244"/>
                        <a:ext cx="5236369" cy="4364831"/>
                      </a:xfrm>
                      <a:prstGeom prst="rect">
                        <a:avLst/>
                      </a:prstGeom>
                      <a:solidFill>
                        <a:schemeClr val="bg1"/>
                      </a:solidFill>
                      <a:ln w="38100">
                        <a:solidFill>
                          <a:schemeClr val="accent2"/>
                        </a:solidFill>
                        <a:miter lim="800000"/>
                        <a:headEnd/>
                        <a:tailEnd/>
                      </a:ln>
                      <a:effectLst>
                        <a:outerShdw dist="35921" dir="2700000" algn="ctr" rotWithShape="0">
                          <a:schemeClr val="bg2"/>
                        </a:outerShdw>
                      </a:effectLst>
                    </p:spPr>
                  </p:pic>
                </p:oleObj>
              </mc:Fallback>
            </mc:AlternateContent>
          </a:graphicData>
        </a:graphic>
      </p:graphicFrame>
    </p:spTree>
    <p:custDataLst>
      <p:tags r:id="rId7"/>
    </p:custDataLst>
  </p:cSld>
  <p:clrMapOvr>
    <a:masterClrMapping/>
  </p:clrMapOvr>
  <p:transition spd="slow" advTm="27308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ppt_x"/>
                                          </p:val>
                                        </p:tav>
                                        <p:tav tm="100000">
                                          <p:val>
                                            <p:strVal val="#ppt_x"/>
                                          </p:val>
                                        </p:tav>
                                      </p:tavLst>
                                    </p:anim>
                                    <p:anim calcmode="lin" valueType="num">
                                      <p:cBhvr additive="base">
                                        <p:cTn id="8" dur="500" fill="hold"/>
                                        <p:tgtEl>
                                          <p:spTgt spid="16896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8962"/>
                                        </p:tgtEl>
                                        <p:attrNameLst>
                                          <p:attrName>style.visibility</p:attrName>
                                        </p:attrNameLst>
                                      </p:cBhvr>
                                      <p:to>
                                        <p:strVal val="visible"/>
                                      </p:to>
                                    </p:set>
                                    <p:anim calcmode="lin" valueType="num">
                                      <p:cBhvr additive="base">
                                        <p:cTn id="11" dur="500" fill="hold"/>
                                        <p:tgtEl>
                                          <p:spTgt spid="168962"/>
                                        </p:tgtEl>
                                        <p:attrNameLst>
                                          <p:attrName>ppt_x</p:attrName>
                                        </p:attrNameLst>
                                      </p:cBhvr>
                                      <p:tavLst>
                                        <p:tav tm="0">
                                          <p:val>
                                            <p:strVal val="#ppt_x"/>
                                          </p:val>
                                        </p:tav>
                                        <p:tav tm="100000">
                                          <p:val>
                                            <p:strVal val="#ppt_x"/>
                                          </p:val>
                                        </p:tav>
                                      </p:tavLst>
                                    </p:anim>
                                    <p:anim calcmode="lin" valueType="num">
                                      <p:cBhvr additive="base">
                                        <p:cTn id="12" dur="500" fill="hold"/>
                                        <p:tgtEl>
                                          <p:spTgt spid="16896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68965"/>
                                        </p:tgtEl>
                                        <p:attrNameLst>
                                          <p:attrName>style.visibility</p:attrName>
                                        </p:attrNameLst>
                                      </p:cBhvr>
                                      <p:to>
                                        <p:strVal val="visible"/>
                                      </p:to>
                                    </p:set>
                                    <p:anim calcmode="lin" valueType="num">
                                      <p:cBhvr>
                                        <p:cTn id="17" dur="1000" fill="hold"/>
                                        <p:tgtEl>
                                          <p:spTgt spid="168965"/>
                                        </p:tgtEl>
                                        <p:attrNameLst>
                                          <p:attrName>ppt_w</p:attrName>
                                        </p:attrNameLst>
                                      </p:cBhvr>
                                      <p:tavLst>
                                        <p:tav tm="0">
                                          <p:val>
                                            <p:strVal val="#ppt_w*0.70"/>
                                          </p:val>
                                        </p:tav>
                                        <p:tav tm="100000">
                                          <p:val>
                                            <p:strVal val="#ppt_w"/>
                                          </p:val>
                                        </p:tav>
                                      </p:tavLst>
                                    </p:anim>
                                    <p:anim calcmode="lin" valueType="num">
                                      <p:cBhvr>
                                        <p:cTn id="18" dur="1000" fill="hold"/>
                                        <p:tgtEl>
                                          <p:spTgt spid="168965"/>
                                        </p:tgtEl>
                                        <p:attrNameLst>
                                          <p:attrName>ppt_h</p:attrName>
                                        </p:attrNameLst>
                                      </p:cBhvr>
                                      <p:tavLst>
                                        <p:tav tm="0">
                                          <p:val>
                                            <p:strVal val="#ppt_h"/>
                                          </p:val>
                                        </p:tav>
                                        <p:tav tm="100000">
                                          <p:val>
                                            <p:strVal val="#ppt_h"/>
                                          </p:val>
                                        </p:tav>
                                      </p:tavLst>
                                    </p:anim>
                                    <p:animEffect transition="in" filter="fade">
                                      <p:cBhvr>
                                        <p:cTn id="19" dur="1000"/>
                                        <p:tgtEl>
                                          <p:spTgt spid="168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B866E19B-4F15-43A3-8E23-F8ADF2C58B46}" type="datetime1">
              <a:rPr lang="zh-CN" altLang="en-US"/>
            </a:fld>
            <a:endParaRPr lang="zh-CN" altLang="en-US"/>
          </a:p>
        </p:txBody>
      </p:sp>
      <p:sp>
        <p:nvSpPr>
          <p:cNvPr id="169986" name="Rectangle 2"/>
          <p:cNvSpPr>
            <a:spLocks noGrp="1" noChangeArrowheads="1"/>
          </p:cNvSpPr>
          <p:nvPr>
            <p:ph type="body" sz="half" idx="4294967295"/>
          </p:nvPr>
        </p:nvSpPr>
        <p:spPr bwMode="blackGray">
          <a:xfrm>
            <a:off x="1258888" y="404813"/>
            <a:ext cx="7343775" cy="5832475"/>
          </a:xfrm>
          <a:ln w="57150">
            <a:solidFill>
              <a:srgbClr val="000000"/>
            </a:solidFill>
            <a:miter lim="800000"/>
          </a:ln>
        </p:spPr>
        <p:txBody>
          <a:bodyPr/>
          <a:lstStyle/>
          <a:p>
            <a:pPr marL="179705" lvl="1" indent="0">
              <a:lnSpc>
                <a:spcPct val="135000"/>
              </a:lnSpc>
              <a:buFont typeface="Wingdings" panose="05000000000000000000" pitchFamily="2" charset="2"/>
              <a:buNone/>
              <a:tabLst>
                <a:tab pos="715645" algn="l"/>
              </a:tabLst>
            </a:pPr>
            <a:r>
              <a:rPr lang="en-US" altLang="zh-CN" sz="2200">
                <a:solidFill>
                  <a:schemeClr val="accent2"/>
                </a:solidFill>
              </a:rPr>
              <a:t>2</a:t>
            </a:r>
            <a:r>
              <a:rPr lang="zh-CN" altLang="en-US" sz="2200">
                <a:solidFill>
                  <a:schemeClr val="accent2"/>
                </a:solidFill>
              </a:rPr>
              <a:t>、引入函数正交概念</a:t>
            </a:r>
            <a:endParaRPr lang="zh-CN" altLang="en-US" sz="2200">
              <a:solidFill>
                <a:schemeClr val="accent2"/>
              </a:solidFill>
            </a:endParaRPr>
          </a:p>
          <a:p>
            <a:pPr marL="363855" lvl="2" indent="0">
              <a:lnSpc>
                <a:spcPct val="135000"/>
              </a:lnSpc>
              <a:tabLst>
                <a:tab pos="715645" algn="l"/>
              </a:tabLst>
            </a:pPr>
            <a:r>
              <a:rPr lang="zh-CN" altLang="en-US" sz="2500"/>
              <a:t>函数</a:t>
            </a:r>
            <a:r>
              <a:rPr lang="en-US" altLang="zh-CN" sz="2500" i="1"/>
              <a:t>f</a:t>
            </a:r>
            <a:r>
              <a:rPr lang="en-US" altLang="zh-CN" sz="2500" i="1" baseline="-25000"/>
              <a:t>1</a:t>
            </a:r>
            <a:r>
              <a:rPr lang="en-US" altLang="zh-CN" sz="2500" i="1"/>
              <a:t>(t)</a:t>
            </a:r>
            <a:r>
              <a:rPr lang="zh-CN" altLang="en-US" sz="2500" i="1"/>
              <a:t>，</a:t>
            </a:r>
            <a:r>
              <a:rPr lang="en-US" altLang="zh-CN" sz="2500" i="1"/>
              <a:t>f</a:t>
            </a:r>
            <a:r>
              <a:rPr lang="en-US" altLang="zh-CN" sz="2500" i="1" baseline="-25000"/>
              <a:t>2</a:t>
            </a:r>
            <a:r>
              <a:rPr lang="en-US" altLang="zh-CN" sz="2500" i="1"/>
              <a:t>(t)</a:t>
            </a:r>
            <a:r>
              <a:rPr lang="zh-CN" altLang="en-US" sz="2500" i="1"/>
              <a:t>，</a:t>
            </a:r>
            <a:r>
              <a:rPr lang="zh-CN" altLang="en-US" sz="2500"/>
              <a:t>在区间</a:t>
            </a:r>
            <a:r>
              <a:rPr lang="en-US" altLang="zh-CN" sz="2500"/>
              <a:t>[t</a:t>
            </a:r>
            <a:r>
              <a:rPr lang="en-US" altLang="zh-CN" sz="2500" baseline="-25000"/>
              <a:t>1</a:t>
            </a:r>
            <a:r>
              <a:rPr lang="en-US" altLang="zh-CN" sz="2500"/>
              <a:t>,t</a:t>
            </a:r>
            <a:r>
              <a:rPr lang="en-US" altLang="zh-CN" sz="2500" baseline="-25000"/>
              <a:t>2</a:t>
            </a:r>
            <a:r>
              <a:rPr lang="en-US" altLang="zh-CN" sz="2500"/>
              <a:t>]</a:t>
            </a:r>
            <a:r>
              <a:rPr lang="zh-CN" altLang="en-US" sz="2500"/>
              <a:t>上</a:t>
            </a:r>
            <a:r>
              <a:rPr lang="en-US" altLang="zh-CN" sz="2500" i="1"/>
              <a:t>f</a:t>
            </a:r>
            <a:r>
              <a:rPr lang="en-US" altLang="zh-CN" sz="2500" i="1" baseline="-25000"/>
              <a:t>1</a:t>
            </a:r>
            <a:r>
              <a:rPr lang="en-US" altLang="zh-CN" sz="2500" i="1"/>
              <a:t>(t)</a:t>
            </a:r>
            <a:r>
              <a:rPr lang="zh-CN" altLang="en-US" sz="2500"/>
              <a:t>在</a:t>
            </a:r>
            <a:r>
              <a:rPr lang="en-US" altLang="zh-CN" sz="2500" i="1"/>
              <a:t>f</a:t>
            </a:r>
            <a:r>
              <a:rPr lang="en-US" altLang="zh-CN" sz="2500" i="1" baseline="-25000"/>
              <a:t>2</a:t>
            </a:r>
            <a:r>
              <a:rPr lang="en-US" altLang="zh-CN" sz="2500" i="1"/>
              <a:t>(t)</a:t>
            </a:r>
            <a:r>
              <a:rPr lang="zh-CN" altLang="en-US" sz="2500"/>
              <a:t>上的分量为</a:t>
            </a:r>
            <a:r>
              <a:rPr lang="en-US" altLang="zh-CN" sz="2500" i="1"/>
              <a:t>C</a:t>
            </a:r>
            <a:r>
              <a:rPr lang="en-US" altLang="zh-CN" sz="2500" i="1" baseline="-25000"/>
              <a:t>12</a:t>
            </a:r>
            <a:r>
              <a:rPr lang="en-US" altLang="zh-CN" sz="2500" i="1"/>
              <a:t>f</a:t>
            </a:r>
            <a:r>
              <a:rPr lang="en-US" altLang="zh-CN" sz="2500" i="1" baseline="-25000"/>
              <a:t>2</a:t>
            </a:r>
            <a:r>
              <a:rPr lang="en-US" altLang="zh-CN" sz="2500" i="1"/>
              <a:t>(t)</a:t>
            </a:r>
            <a:r>
              <a:rPr lang="zh-CN" altLang="en-US" sz="2500" i="1"/>
              <a:t>，</a:t>
            </a:r>
            <a:r>
              <a:rPr lang="zh-CN" altLang="en-US" sz="2500"/>
              <a:t>若</a:t>
            </a:r>
            <a:r>
              <a:rPr lang="en-US" altLang="zh-CN" sz="2500" i="1"/>
              <a:t>C</a:t>
            </a:r>
            <a:r>
              <a:rPr lang="en-US" altLang="zh-CN" sz="2500" i="1" baseline="-25000"/>
              <a:t>12</a:t>
            </a:r>
            <a:r>
              <a:rPr lang="en-US" altLang="zh-CN" sz="2500" i="1"/>
              <a:t>=0</a:t>
            </a:r>
            <a:r>
              <a:rPr lang="zh-CN" altLang="en-US" sz="2500" i="1"/>
              <a:t>，</a:t>
            </a:r>
            <a:r>
              <a:rPr lang="zh-CN" altLang="en-US" sz="2500"/>
              <a:t>称函数</a:t>
            </a:r>
            <a:r>
              <a:rPr lang="en-US" altLang="zh-CN" sz="2500" i="1"/>
              <a:t>f</a:t>
            </a:r>
            <a:r>
              <a:rPr lang="en-US" altLang="zh-CN" sz="2500" i="1" baseline="-25000"/>
              <a:t>1</a:t>
            </a:r>
            <a:r>
              <a:rPr lang="en-US" altLang="zh-CN" sz="2500" i="1"/>
              <a:t>(t)</a:t>
            </a:r>
            <a:r>
              <a:rPr lang="zh-CN" altLang="en-US" sz="2500" i="1"/>
              <a:t>，</a:t>
            </a:r>
            <a:r>
              <a:rPr lang="en-US" altLang="zh-CN" sz="2500" i="1"/>
              <a:t>f</a:t>
            </a:r>
            <a:r>
              <a:rPr lang="en-US" altLang="zh-CN" sz="2500" i="1" baseline="-25000"/>
              <a:t>2</a:t>
            </a:r>
            <a:r>
              <a:rPr lang="en-US" altLang="zh-CN" sz="2500" i="1"/>
              <a:t>(t)</a:t>
            </a:r>
            <a:r>
              <a:rPr lang="zh-CN" altLang="en-US" sz="2500"/>
              <a:t>在区间</a:t>
            </a:r>
            <a:r>
              <a:rPr lang="en-US" altLang="zh-CN" sz="2500"/>
              <a:t>[t</a:t>
            </a:r>
            <a:r>
              <a:rPr lang="en-US" altLang="zh-CN" sz="2500" baseline="-25000"/>
              <a:t>1</a:t>
            </a:r>
            <a:r>
              <a:rPr lang="en-US" altLang="zh-CN" sz="2500"/>
              <a:t>,t</a:t>
            </a:r>
            <a:r>
              <a:rPr lang="en-US" altLang="zh-CN" sz="2500" baseline="-25000"/>
              <a:t>2</a:t>
            </a:r>
            <a:r>
              <a:rPr lang="en-US" altLang="zh-CN" sz="2500"/>
              <a:t>]</a:t>
            </a:r>
            <a:r>
              <a:rPr lang="zh-CN" altLang="en-US" sz="2500"/>
              <a:t>上</a:t>
            </a:r>
            <a:r>
              <a:rPr lang="en-US" altLang="zh-CN" sz="2500" i="1"/>
              <a:t>f</a:t>
            </a:r>
            <a:r>
              <a:rPr lang="en-US" altLang="zh-CN" sz="2500" i="1" baseline="-25000"/>
              <a:t>1</a:t>
            </a:r>
            <a:r>
              <a:rPr lang="en-US" altLang="zh-CN" sz="2500" i="1"/>
              <a:t>(t)</a:t>
            </a:r>
            <a:r>
              <a:rPr lang="zh-CN" altLang="en-US" sz="2500"/>
              <a:t>与</a:t>
            </a:r>
            <a:r>
              <a:rPr lang="en-US" altLang="zh-CN" sz="2500" i="1"/>
              <a:t>f</a:t>
            </a:r>
            <a:r>
              <a:rPr lang="en-US" altLang="zh-CN" sz="2500" i="1" baseline="-25000"/>
              <a:t>2</a:t>
            </a:r>
            <a:r>
              <a:rPr lang="en-US" altLang="zh-CN" sz="2500" i="1"/>
              <a:t>(t)</a:t>
            </a:r>
            <a:r>
              <a:rPr lang="zh-CN" altLang="en-US" sz="2500"/>
              <a:t>正交。</a:t>
            </a:r>
            <a:endParaRPr lang="zh-CN" altLang="en-US" sz="2500"/>
          </a:p>
          <a:p>
            <a:pPr marL="363855" lvl="2" indent="0">
              <a:lnSpc>
                <a:spcPct val="135000"/>
              </a:lnSpc>
              <a:buFont typeface="Wingdings" panose="05000000000000000000" pitchFamily="2" charset="2"/>
              <a:buNone/>
              <a:tabLst>
                <a:tab pos="715645" algn="l"/>
              </a:tabLst>
            </a:pPr>
            <a:endParaRPr lang="zh-CN" altLang="en-US" sz="2500"/>
          </a:p>
          <a:p>
            <a:pPr marL="363855" lvl="2" indent="0">
              <a:lnSpc>
                <a:spcPct val="135000"/>
              </a:lnSpc>
              <a:tabLst>
                <a:tab pos="715645" algn="l"/>
              </a:tabLst>
            </a:pPr>
            <a:endParaRPr lang="zh-CN" altLang="en-US" sz="2100"/>
          </a:p>
          <a:p>
            <a:pPr marL="363855" lvl="2" indent="0">
              <a:lnSpc>
                <a:spcPct val="135000"/>
              </a:lnSpc>
              <a:tabLst>
                <a:tab pos="715645" algn="l"/>
              </a:tabLst>
            </a:pPr>
            <a:endParaRPr lang="zh-CN" altLang="en-US" sz="2100"/>
          </a:p>
          <a:p>
            <a:pPr marL="363855" lvl="2" indent="0">
              <a:lnSpc>
                <a:spcPct val="135000"/>
              </a:lnSpc>
              <a:tabLst>
                <a:tab pos="715645" algn="l"/>
              </a:tabLst>
            </a:pPr>
            <a:endParaRPr lang="zh-CN" altLang="en-US" sz="2100"/>
          </a:p>
          <a:p>
            <a:pPr marL="363855" lvl="2" indent="0">
              <a:lnSpc>
                <a:spcPct val="135000"/>
              </a:lnSpc>
              <a:tabLst>
                <a:tab pos="715645" algn="l"/>
              </a:tabLst>
            </a:pPr>
            <a:endParaRPr lang="zh-CN" altLang="en-US" sz="2100"/>
          </a:p>
          <a:p>
            <a:pPr marL="363855" lvl="2" indent="0">
              <a:lnSpc>
                <a:spcPct val="135000"/>
              </a:lnSpc>
              <a:tabLst>
                <a:tab pos="715645" algn="l"/>
              </a:tabLst>
            </a:pPr>
            <a:r>
              <a:rPr lang="zh-CN" altLang="en-US" sz="2100"/>
              <a:t>说明使用</a:t>
            </a:r>
            <a:r>
              <a:rPr lang="en-US" altLang="zh-CN" sz="2100" i="1"/>
              <a:t>C</a:t>
            </a:r>
            <a:r>
              <a:rPr lang="en-US" altLang="zh-CN" sz="2100" i="1" baseline="-25000"/>
              <a:t>12</a:t>
            </a:r>
            <a:r>
              <a:rPr lang="zh-CN" altLang="en-US" sz="2100"/>
              <a:t>表示</a:t>
            </a:r>
            <a:r>
              <a:rPr lang="en-US" altLang="zh-CN" sz="2100" i="1"/>
              <a:t>f</a:t>
            </a:r>
            <a:r>
              <a:rPr lang="en-US" altLang="zh-CN" sz="2100" i="1" baseline="-25000"/>
              <a:t>1</a:t>
            </a:r>
            <a:r>
              <a:rPr lang="en-US" altLang="zh-CN" sz="2100" i="1"/>
              <a:t>(t)</a:t>
            </a:r>
            <a:r>
              <a:rPr lang="zh-CN" altLang="en-US" sz="2100"/>
              <a:t>，</a:t>
            </a:r>
            <a:r>
              <a:rPr lang="en-US" altLang="zh-CN" sz="2100" i="1"/>
              <a:t>f</a:t>
            </a:r>
            <a:r>
              <a:rPr lang="en-US" altLang="zh-CN" sz="2100" i="1" baseline="-25000"/>
              <a:t>2</a:t>
            </a:r>
            <a:r>
              <a:rPr lang="en-US" altLang="zh-CN" sz="2100" i="1"/>
              <a:t>(t)</a:t>
            </a:r>
            <a:r>
              <a:rPr lang="zh-CN" altLang="en-US" sz="2100"/>
              <a:t>相似程度不合适</a:t>
            </a:r>
            <a:endParaRPr lang="zh-CN" altLang="en-US" sz="2100"/>
          </a:p>
        </p:txBody>
      </p:sp>
      <p:graphicFrame>
        <p:nvGraphicFramePr>
          <p:cNvPr id="169987" name="Object 3"/>
          <p:cNvGraphicFramePr>
            <a:graphicFrameLocks noChangeAspect="1"/>
          </p:cNvGraphicFramePr>
          <p:nvPr/>
        </p:nvGraphicFramePr>
        <p:xfrm>
          <a:off x="1979613" y="2600325"/>
          <a:ext cx="3019425" cy="960438"/>
        </p:xfrm>
        <a:graphic>
          <a:graphicData uri="http://schemas.openxmlformats.org/presentationml/2006/ole">
            <mc:AlternateContent xmlns:mc="http://schemas.openxmlformats.org/markup-compatibility/2006">
              <mc:Choice xmlns:v="urn:schemas-microsoft-com:vml" Requires="v">
                <p:oleObj spid="_x0000_s28873" name="公式" r:id="rId1" imgW="1384300" imgH="457200" progId="Equation.3">
                  <p:embed/>
                </p:oleObj>
              </mc:Choice>
              <mc:Fallback>
                <p:oleObj name="公式" r:id="rId1" imgW="1384300" imgH="4572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1979613" y="2600325"/>
                        <a:ext cx="3019425" cy="960438"/>
                      </a:xfrm>
                      <a:prstGeom prst="rect">
                        <a:avLst/>
                      </a:prstGeom>
                      <a:solidFill>
                        <a:srgbClr val="FF9900"/>
                      </a:solidFill>
                      <a:ln w="9525">
                        <a:solidFill>
                          <a:srgbClr val="008000"/>
                        </a:solidFill>
                        <a:miter lim="800000"/>
                        <a:headEnd/>
                        <a:tailEnd/>
                      </a:ln>
                      <a:effectLst>
                        <a:outerShdw dist="35921" dir="2700000" algn="ctr" rotWithShape="0">
                          <a:srgbClr val="808080"/>
                        </a:outerShdw>
                      </a:effectLst>
                    </p:spPr>
                  </p:pic>
                </p:oleObj>
              </mc:Fallback>
            </mc:AlternateContent>
          </a:graphicData>
        </a:graphic>
      </p:graphicFrame>
      <p:sp>
        <p:nvSpPr>
          <p:cNvPr id="169988" name="Rectangle 4"/>
          <p:cNvSpPr>
            <a:spLocks noChangeArrowheads="1"/>
          </p:cNvSpPr>
          <p:nvPr/>
        </p:nvSpPr>
        <p:spPr bwMode="auto">
          <a:xfrm>
            <a:off x="1470025" y="3670300"/>
            <a:ext cx="6480175" cy="1511300"/>
          </a:xfrm>
          <a:prstGeom prst="rect">
            <a:avLst/>
          </a:prstGeom>
          <a:solidFill>
            <a:schemeClr val="bg1"/>
          </a:solidFill>
          <a:ln w="38100">
            <a:solidFill>
              <a:srgbClr val="6600CC"/>
            </a:solidFill>
            <a:miter lim="800000"/>
          </a:ln>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50000"/>
              </a:lnSpc>
              <a:buFont typeface="Wingdings" panose="05000000000000000000" pitchFamily="2" charset="2"/>
              <a:buNone/>
            </a:pPr>
            <a:r>
              <a:rPr lang="zh-CN" altLang="en-US" sz="2200"/>
              <a:t>若</a:t>
            </a:r>
            <a:r>
              <a:rPr lang="en-US" altLang="zh-CN" sz="2200"/>
              <a:t>f</a:t>
            </a:r>
            <a:r>
              <a:rPr lang="en-US" altLang="zh-CN" sz="2200" baseline="-25000"/>
              <a:t>1</a:t>
            </a:r>
            <a:r>
              <a:rPr lang="en-US" altLang="zh-CN" sz="2200"/>
              <a:t>(t)=f</a:t>
            </a:r>
            <a:r>
              <a:rPr lang="en-US" altLang="zh-CN" sz="2200" baseline="-25000"/>
              <a:t>2</a:t>
            </a:r>
            <a:r>
              <a:rPr lang="en-US" altLang="zh-CN" sz="2200"/>
              <a:t>(t)+f</a:t>
            </a:r>
            <a:r>
              <a:rPr lang="en-US" altLang="zh-CN" sz="2200" baseline="-25000"/>
              <a:t>3</a:t>
            </a:r>
            <a:r>
              <a:rPr lang="en-US" altLang="zh-CN" sz="2200"/>
              <a:t>(t)</a:t>
            </a:r>
            <a:r>
              <a:rPr lang="zh-CN" altLang="en-US" sz="2200"/>
              <a:t>，且</a:t>
            </a:r>
            <a:r>
              <a:rPr lang="en-US" altLang="zh-CN" sz="2200"/>
              <a:t>f</a:t>
            </a:r>
            <a:r>
              <a:rPr lang="en-US" altLang="zh-CN" sz="2200" baseline="-25000"/>
              <a:t>2</a:t>
            </a:r>
            <a:r>
              <a:rPr lang="en-US" altLang="zh-CN" sz="2200"/>
              <a:t>(t)</a:t>
            </a:r>
            <a:r>
              <a:rPr lang="zh-CN" altLang="en-US" sz="2200"/>
              <a:t>与</a:t>
            </a:r>
            <a:r>
              <a:rPr lang="en-US" altLang="zh-CN" sz="2200"/>
              <a:t>f</a:t>
            </a:r>
            <a:r>
              <a:rPr lang="en-US" altLang="zh-CN" sz="2200" baseline="-25000"/>
              <a:t>3</a:t>
            </a:r>
            <a:r>
              <a:rPr lang="en-US" altLang="zh-CN" sz="2200"/>
              <a:t>(t)</a:t>
            </a:r>
            <a:r>
              <a:rPr lang="zh-CN" altLang="en-US" sz="2200"/>
              <a:t>正交，</a:t>
            </a:r>
            <a:endParaRPr lang="zh-CN" altLang="en-US" sz="2200"/>
          </a:p>
          <a:p>
            <a:pPr>
              <a:lnSpc>
                <a:spcPct val="150000"/>
              </a:lnSpc>
              <a:buFont typeface="Wingdings" panose="05000000000000000000" pitchFamily="2" charset="2"/>
              <a:buNone/>
            </a:pPr>
            <a:r>
              <a:rPr lang="en-US" altLang="zh-CN" sz="2200"/>
              <a:t>C</a:t>
            </a:r>
            <a:r>
              <a:rPr lang="en-US" altLang="zh-CN" sz="2200" baseline="-25000"/>
              <a:t>12</a:t>
            </a:r>
            <a:r>
              <a:rPr lang="en-US" altLang="zh-CN" sz="2200"/>
              <a:t>=</a:t>
            </a:r>
            <a:r>
              <a:rPr lang="zh-CN" altLang="en-US" sz="2200">
                <a:solidFill>
                  <a:srgbClr val="FF0000"/>
                </a:solidFill>
              </a:rPr>
              <a:t>？？？</a:t>
            </a:r>
            <a:endParaRPr lang="zh-CN" altLang="en-US" sz="2200">
              <a:solidFill>
                <a:srgbClr val="FF0000"/>
              </a:solidFill>
            </a:endParaRPr>
          </a:p>
        </p:txBody>
      </p:sp>
      <p:graphicFrame>
        <p:nvGraphicFramePr>
          <p:cNvPr id="169989" name="Object 5"/>
          <p:cNvGraphicFramePr>
            <a:graphicFrameLocks noGrp="1" noChangeAspect="1"/>
          </p:cNvGraphicFramePr>
          <p:nvPr>
            <p:ph sz="half" idx="4294967295"/>
          </p:nvPr>
        </p:nvGraphicFramePr>
        <p:xfrm>
          <a:off x="6323013" y="2468563"/>
          <a:ext cx="2335212" cy="1223962"/>
        </p:xfrm>
        <a:graphic>
          <a:graphicData uri="http://schemas.openxmlformats.org/presentationml/2006/ole">
            <mc:AlternateContent xmlns:mc="http://schemas.openxmlformats.org/markup-compatibility/2006">
              <mc:Choice xmlns:v="urn:schemas-microsoft-com:vml" Requires="v">
                <p:oleObj spid="_x0000_s28874" name="公式" r:id="rId3" imgW="1308100" imgH="685800" progId="Equation.3">
                  <p:embed/>
                </p:oleObj>
              </mc:Choice>
              <mc:Fallback>
                <p:oleObj name="公式" r:id="rId3" imgW="1308100" imgH="6858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3013" y="2468563"/>
                        <a:ext cx="2335212" cy="1223962"/>
                      </a:xfrm>
                      <a:prstGeom prst="rect">
                        <a:avLst/>
                      </a:prstGeom>
                      <a:noFill/>
                      <a:ln w="28575" cmpd="sng">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79" name="Object 6"/>
          <p:cNvGraphicFramePr>
            <a:graphicFrameLocks noChangeAspect="1"/>
          </p:cNvGraphicFramePr>
          <p:nvPr/>
        </p:nvGraphicFramePr>
        <p:xfrm>
          <a:off x="3490913" y="4370388"/>
          <a:ext cx="4568825" cy="454025"/>
        </p:xfrm>
        <a:graphic>
          <a:graphicData uri="http://schemas.openxmlformats.org/presentationml/2006/ole">
            <mc:AlternateContent xmlns:mc="http://schemas.openxmlformats.org/markup-compatibility/2006">
              <mc:Choice xmlns:v="urn:schemas-microsoft-com:vml" Requires="v">
                <p:oleObj spid="_x0000_s28875" name="公式" r:id="rId5" imgW="2094865" imgH="215900" progId="Equation.3">
                  <p:embed/>
                </p:oleObj>
              </mc:Choice>
              <mc:Fallback>
                <p:oleObj name="公式" r:id="rId5" imgW="2094865" imgH="2159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Gray">
                      <a:xfrm>
                        <a:off x="3490913" y="4370388"/>
                        <a:ext cx="4568825" cy="454025"/>
                      </a:xfrm>
                      <a:prstGeom prst="rect">
                        <a:avLst/>
                      </a:prstGeom>
                      <a:solidFill>
                        <a:srgbClr val="FF9900"/>
                      </a:solidFill>
                      <a:ln w="9525">
                        <a:solidFill>
                          <a:srgbClr val="008000"/>
                        </a:solidFill>
                        <a:miter lim="800000"/>
                        <a:headEnd/>
                        <a:tailEnd/>
                      </a:ln>
                      <a:effectLst>
                        <a:outerShdw dist="35921" dir="2700000" algn="ctr" rotWithShape="0">
                          <a:srgbClr val="808080"/>
                        </a:outerShdw>
                      </a:effectLst>
                    </p:spPr>
                  </p:pic>
                </p:oleObj>
              </mc:Fallback>
            </mc:AlternateContent>
          </a:graphicData>
        </a:graphic>
      </p:graphicFrame>
      <p:sp>
        <p:nvSpPr>
          <p:cNvPr id="28680" name="Line 7"/>
          <p:cNvSpPr>
            <a:spLocks noChangeShapeType="1"/>
          </p:cNvSpPr>
          <p:nvPr/>
        </p:nvSpPr>
        <p:spPr bwMode="auto">
          <a:xfrm>
            <a:off x="4465638" y="4460875"/>
            <a:ext cx="255587" cy="311150"/>
          </a:xfrm>
          <a:prstGeom prst="line">
            <a:avLst/>
          </a:prstGeom>
          <a:noFill/>
          <a:ln w="38100">
            <a:solidFill>
              <a:srgbClr val="008000"/>
            </a:solidFill>
            <a:round/>
          </a:ln>
          <a:effectLst>
            <a:outerShdw dist="35921" dir="2700000" algn="ctr" rotWithShape="0">
              <a:srgbClr val="808080"/>
            </a:outerShdw>
          </a:effectLst>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p14="http://schemas.microsoft.com/office/powerpoint/2010/main">
        <mc:Choice Requires="p14">
          <p:contentPart r:id="rId7" p14:bwMode="auto">
            <p14:nvContentPartPr>
              <p14:cNvPr id="4" name="墨迹 3"/>
              <p14:cNvContentPartPr/>
              <p14:nvPr/>
            </p14:nvContentPartPr>
            <p14:xfrm>
              <a:off x="6413293" y="5604627"/>
              <a:ext cx="639720" cy="36720"/>
            </p14:xfrm>
          </p:contentPart>
        </mc:Choice>
        <mc:Fallback xmlns="">
          <p:pic>
            <p:nvPicPr>
              <p:cNvPr id="4" name="墨迹 3"/>
            </p:nvPicPr>
            <p:blipFill>
              <a:blip r:embed="rId8"/>
            </p:blipFill>
            <p:spPr>
              <a:xfrm>
                <a:off x="6413293" y="5604627"/>
                <a:ext cx="639720" cy="3672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5" name="墨迹 4"/>
              <p14:cNvContentPartPr/>
              <p14:nvPr/>
            </p14:nvContentPartPr>
            <p14:xfrm>
              <a:off x="6398173" y="5722707"/>
              <a:ext cx="780840" cy="38520"/>
            </p14:xfrm>
          </p:contentPart>
        </mc:Choice>
        <mc:Fallback xmlns="">
          <p:pic>
            <p:nvPicPr>
              <p:cNvPr id="5" name="墨迹 4"/>
            </p:nvPicPr>
            <p:blipFill>
              <a:blip r:embed="rId10"/>
            </p:blipFill>
            <p:spPr>
              <a:xfrm>
                <a:off x="6398173" y="5722707"/>
                <a:ext cx="780840" cy="3852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4478293" y="4295667"/>
              <a:ext cx="158040" cy="430560"/>
            </p14:xfrm>
          </p:contentPart>
        </mc:Choice>
        <mc:Fallback xmlns="">
          <p:pic>
            <p:nvPicPr>
              <p:cNvPr id="6" name="墨迹 5"/>
            </p:nvPicPr>
            <p:blipFill>
              <a:blip r:embed="rId12"/>
            </p:blipFill>
            <p:spPr>
              <a:xfrm>
                <a:off x="4478293" y="4295667"/>
                <a:ext cx="158040" cy="4305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7" name="墨迹 6"/>
              <p14:cNvContentPartPr/>
              <p14:nvPr/>
            </p14:nvContentPartPr>
            <p14:xfrm>
              <a:off x="4558573" y="4905147"/>
              <a:ext cx="37800" cy="45720"/>
            </p14:xfrm>
          </p:contentPart>
        </mc:Choice>
        <mc:Fallback xmlns="">
          <p:pic>
            <p:nvPicPr>
              <p:cNvPr id="7" name="墨迹 6"/>
            </p:nvPicPr>
            <p:blipFill>
              <a:blip r:embed="rId14"/>
            </p:blipFill>
            <p:spPr>
              <a:xfrm>
                <a:off x="4558573" y="4905147"/>
                <a:ext cx="37800" cy="45720"/>
              </a:xfrm>
              <a:prstGeom prst="rect"/>
            </p:spPr>
          </p:pic>
        </mc:Fallback>
      </mc:AlternateContent>
    </p:spTree>
    <p:custDataLst>
      <p:tags r:id="rId15"/>
    </p:custDataLst>
  </p:cSld>
  <p:clrMapOvr>
    <a:masterClrMapping/>
  </p:clrMapOvr>
  <p:transition spd="slow" advTm="18181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69986">
                                            <p:txEl>
                                              <p:pRg st="0" end="0"/>
                                            </p:txEl>
                                          </p:spTgt>
                                        </p:tgtEl>
                                        <p:attrNameLst>
                                          <p:attrName>style.visibility</p:attrName>
                                        </p:attrNameLst>
                                      </p:cBhvr>
                                      <p:to>
                                        <p:strVal val="visible"/>
                                      </p:to>
                                    </p:set>
                                    <p:anim calcmode="lin" valueType="num">
                                      <p:cBhvr>
                                        <p:cTn id="7" dur="1000" fill="hold"/>
                                        <p:tgtEl>
                                          <p:spTgt spid="169986">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69986">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69986">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69986">
                                            <p:txEl>
                                              <p:pRg st="1" end="1"/>
                                            </p:txEl>
                                          </p:spTgt>
                                        </p:tgtEl>
                                        <p:attrNameLst>
                                          <p:attrName>style.visibility</p:attrName>
                                        </p:attrNameLst>
                                      </p:cBhvr>
                                      <p:to>
                                        <p:strVal val="visible"/>
                                      </p:to>
                                    </p:set>
                                    <p:anim calcmode="lin" valueType="num">
                                      <p:cBhvr>
                                        <p:cTn id="13" dur="1000" fill="hold"/>
                                        <p:tgtEl>
                                          <p:spTgt spid="169986">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169986">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169986">
                                            <p:txEl>
                                              <p:pRg st="1" end="1"/>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69989"/>
                                        </p:tgtEl>
                                        <p:attrNameLst>
                                          <p:attrName>style.visibility</p:attrName>
                                        </p:attrNameLst>
                                      </p:cBhvr>
                                      <p:to>
                                        <p:strVal val="visible"/>
                                      </p:to>
                                    </p:set>
                                    <p:anim calcmode="lin" valueType="num">
                                      <p:cBhvr>
                                        <p:cTn id="19" dur="1000" fill="hold"/>
                                        <p:tgtEl>
                                          <p:spTgt spid="169989"/>
                                        </p:tgtEl>
                                        <p:attrNameLst>
                                          <p:attrName>ppt_w</p:attrName>
                                        </p:attrNameLst>
                                      </p:cBhvr>
                                      <p:tavLst>
                                        <p:tav tm="0">
                                          <p:val>
                                            <p:strVal val="#ppt_w*0.70"/>
                                          </p:val>
                                        </p:tav>
                                        <p:tav tm="100000">
                                          <p:val>
                                            <p:strVal val="#ppt_w"/>
                                          </p:val>
                                        </p:tav>
                                      </p:tavLst>
                                    </p:anim>
                                    <p:anim calcmode="lin" valueType="num">
                                      <p:cBhvr>
                                        <p:cTn id="20" dur="1000" fill="hold"/>
                                        <p:tgtEl>
                                          <p:spTgt spid="169989"/>
                                        </p:tgtEl>
                                        <p:attrNameLst>
                                          <p:attrName>ppt_h</p:attrName>
                                        </p:attrNameLst>
                                      </p:cBhvr>
                                      <p:tavLst>
                                        <p:tav tm="0">
                                          <p:val>
                                            <p:strVal val="#ppt_h"/>
                                          </p:val>
                                        </p:tav>
                                        <p:tav tm="100000">
                                          <p:val>
                                            <p:strVal val="#ppt_h"/>
                                          </p:val>
                                        </p:tav>
                                      </p:tavLst>
                                    </p:anim>
                                    <p:animEffect transition="in" filter="fade">
                                      <p:cBhvr>
                                        <p:cTn id="21" dur="1000"/>
                                        <p:tgtEl>
                                          <p:spTgt spid="169989"/>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69987"/>
                                        </p:tgtEl>
                                        <p:attrNameLst>
                                          <p:attrName>style.visibility</p:attrName>
                                        </p:attrNameLst>
                                      </p:cBhvr>
                                      <p:to>
                                        <p:strVal val="visible"/>
                                      </p:to>
                                    </p:set>
                                    <p:anim calcmode="lin" valueType="num">
                                      <p:cBhvr>
                                        <p:cTn id="26" dur="1000" fill="hold"/>
                                        <p:tgtEl>
                                          <p:spTgt spid="169987"/>
                                        </p:tgtEl>
                                        <p:attrNameLst>
                                          <p:attrName>ppt_w</p:attrName>
                                        </p:attrNameLst>
                                      </p:cBhvr>
                                      <p:tavLst>
                                        <p:tav tm="0">
                                          <p:val>
                                            <p:strVal val="#ppt_w*0.70"/>
                                          </p:val>
                                        </p:tav>
                                        <p:tav tm="100000">
                                          <p:val>
                                            <p:strVal val="#ppt_w"/>
                                          </p:val>
                                        </p:tav>
                                      </p:tavLst>
                                    </p:anim>
                                    <p:anim calcmode="lin" valueType="num">
                                      <p:cBhvr>
                                        <p:cTn id="27" dur="1000" fill="hold"/>
                                        <p:tgtEl>
                                          <p:spTgt spid="169987"/>
                                        </p:tgtEl>
                                        <p:attrNameLst>
                                          <p:attrName>ppt_h</p:attrName>
                                        </p:attrNameLst>
                                      </p:cBhvr>
                                      <p:tavLst>
                                        <p:tav tm="0">
                                          <p:val>
                                            <p:strVal val="#ppt_h"/>
                                          </p:val>
                                        </p:tav>
                                        <p:tav tm="100000">
                                          <p:val>
                                            <p:strVal val="#ppt_h"/>
                                          </p:val>
                                        </p:tav>
                                      </p:tavLst>
                                    </p:anim>
                                    <p:animEffect transition="in" filter="fade">
                                      <p:cBhvr>
                                        <p:cTn id="28" dur="1000"/>
                                        <p:tgtEl>
                                          <p:spTgt spid="169987"/>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169988"/>
                                        </p:tgtEl>
                                        <p:attrNameLst>
                                          <p:attrName>style.visibility</p:attrName>
                                        </p:attrNameLst>
                                      </p:cBhvr>
                                      <p:to>
                                        <p:strVal val="visible"/>
                                      </p:to>
                                    </p:set>
                                    <p:anim calcmode="lin" valueType="num">
                                      <p:cBhvr>
                                        <p:cTn id="33" dur="1000" fill="hold"/>
                                        <p:tgtEl>
                                          <p:spTgt spid="169988"/>
                                        </p:tgtEl>
                                        <p:attrNameLst>
                                          <p:attrName>ppt_w</p:attrName>
                                        </p:attrNameLst>
                                      </p:cBhvr>
                                      <p:tavLst>
                                        <p:tav tm="0">
                                          <p:val>
                                            <p:strVal val="#ppt_w*0.70"/>
                                          </p:val>
                                        </p:tav>
                                        <p:tav tm="100000">
                                          <p:val>
                                            <p:strVal val="#ppt_w"/>
                                          </p:val>
                                        </p:tav>
                                      </p:tavLst>
                                    </p:anim>
                                    <p:anim calcmode="lin" valueType="num">
                                      <p:cBhvr>
                                        <p:cTn id="34" dur="1000" fill="hold"/>
                                        <p:tgtEl>
                                          <p:spTgt spid="169988"/>
                                        </p:tgtEl>
                                        <p:attrNameLst>
                                          <p:attrName>ppt_h</p:attrName>
                                        </p:attrNameLst>
                                      </p:cBhvr>
                                      <p:tavLst>
                                        <p:tav tm="0">
                                          <p:val>
                                            <p:strVal val="#ppt_h"/>
                                          </p:val>
                                        </p:tav>
                                        <p:tav tm="100000">
                                          <p:val>
                                            <p:strVal val="#ppt_h"/>
                                          </p:val>
                                        </p:tav>
                                      </p:tavLst>
                                    </p:anim>
                                    <p:animEffect transition="in" filter="fade">
                                      <p:cBhvr>
                                        <p:cTn id="35" dur="1000"/>
                                        <p:tgtEl>
                                          <p:spTgt spid="169988"/>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8679"/>
                                        </p:tgtEl>
                                        <p:attrNameLst>
                                          <p:attrName>style.visibility</p:attrName>
                                        </p:attrNameLst>
                                      </p:cBhvr>
                                      <p:to>
                                        <p:strVal val="visible"/>
                                      </p:to>
                                    </p:set>
                                    <p:anim calcmode="lin" valueType="num">
                                      <p:cBhvr additive="base">
                                        <p:cTn id="40" dur="500" fill="hold"/>
                                        <p:tgtEl>
                                          <p:spTgt spid="28679"/>
                                        </p:tgtEl>
                                        <p:attrNameLst>
                                          <p:attrName>ppt_x</p:attrName>
                                        </p:attrNameLst>
                                      </p:cBhvr>
                                      <p:tavLst>
                                        <p:tav tm="0">
                                          <p:val>
                                            <p:strVal val="#ppt_x"/>
                                          </p:val>
                                        </p:tav>
                                        <p:tav tm="100000">
                                          <p:val>
                                            <p:strVal val="#ppt_x"/>
                                          </p:val>
                                        </p:tav>
                                      </p:tavLst>
                                    </p:anim>
                                    <p:anim calcmode="lin" valueType="num">
                                      <p:cBhvr additive="base">
                                        <p:cTn id="41" dur="500" fill="hold"/>
                                        <p:tgtEl>
                                          <p:spTgt spid="28679"/>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169986">
                                            <p:txEl>
                                              <p:pRg st="7" end="7"/>
                                            </p:txEl>
                                          </p:spTgt>
                                        </p:tgtEl>
                                        <p:attrNameLst>
                                          <p:attrName>style.visibility</p:attrName>
                                        </p:attrNameLst>
                                      </p:cBhvr>
                                      <p:to>
                                        <p:strVal val="visible"/>
                                      </p:to>
                                    </p:set>
                                    <p:anim calcmode="lin" valueType="num">
                                      <p:cBhvr>
                                        <p:cTn id="46" dur="1000" fill="hold"/>
                                        <p:tgtEl>
                                          <p:spTgt spid="169986">
                                            <p:txEl>
                                              <p:pRg st="7" end="7"/>
                                            </p:txEl>
                                          </p:spTgt>
                                        </p:tgtEl>
                                        <p:attrNameLst>
                                          <p:attrName>ppt_w</p:attrName>
                                        </p:attrNameLst>
                                      </p:cBhvr>
                                      <p:tavLst>
                                        <p:tav tm="0">
                                          <p:val>
                                            <p:strVal val="#ppt_w*0.70"/>
                                          </p:val>
                                        </p:tav>
                                        <p:tav tm="100000">
                                          <p:val>
                                            <p:strVal val="#ppt_w"/>
                                          </p:val>
                                        </p:tav>
                                      </p:tavLst>
                                    </p:anim>
                                    <p:anim calcmode="lin" valueType="num">
                                      <p:cBhvr>
                                        <p:cTn id="47" dur="1000" fill="hold"/>
                                        <p:tgtEl>
                                          <p:spTgt spid="169986">
                                            <p:txEl>
                                              <p:pRg st="7" end="7"/>
                                            </p:txEl>
                                          </p:spTgt>
                                        </p:tgtEl>
                                        <p:attrNameLst>
                                          <p:attrName>ppt_h</p:attrName>
                                        </p:attrNameLst>
                                      </p:cBhvr>
                                      <p:tavLst>
                                        <p:tav tm="0">
                                          <p:val>
                                            <p:strVal val="#ppt_h"/>
                                          </p:val>
                                        </p:tav>
                                        <p:tav tm="100000">
                                          <p:val>
                                            <p:strVal val="#ppt_h"/>
                                          </p:val>
                                        </p:tav>
                                      </p:tavLst>
                                    </p:anim>
                                    <p:animEffect transition="in" filter="fade">
                                      <p:cBhvr>
                                        <p:cTn id="48" dur="1000"/>
                                        <p:tgtEl>
                                          <p:spTgt spid="16998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9E938B25-8F95-4A45-AB45-CE7B9A1333B9}" type="datetime1">
              <a:rPr lang="zh-CN" altLang="en-US"/>
            </a:fld>
            <a:endParaRPr lang="zh-CN" altLang="en-US"/>
          </a:p>
        </p:txBody>
      </p:sp>
      <p:sp>
        <p:nvSpPr>
          <p:cNvPr id="29699" name="Rectangle 2"/>
          <p:cNvSpPr>
            <a:spLocks noGrp="1" noChangeArrowheads="1"/>
          </p:cNvSpPr>
          <p:nvPr>
            <p:ph type="body" sz="half" idx="4294967295"/>
          </p:nvPr>
        </p:nvSpPr>
        <p:spPr>
          <a:xfrm>
            <a:off x="1258888" y="908050"/>
            <a:ext cx="7129462" cy="1008063"/>
          </a:xfrm>
        </p:spPr>
        <p:txBody>
          <a:bodyPr/>
          <a:lstStyle/>
          <a:p>
            <a:pPr marL="0" indent="0">
              <a:lnSpc>
                <a:spcPct val="120000"/>
              </a:lnSpc>
              <a:buFont typeface="Wingdings" panose="05000000000000000000" pitchFamily="2" charset="2"/>
              <a:buNone/>
            </a:pPr>
            <a:r>
              <a:rPr lang="zh-CN" altLang="en-US" sz="2200"/>
              <a:t>      为了更好地说明两个信号间相似的程度，从功率的角度，引入了相关系数的概念：           </a:t>
            </a:r>
            <a:endParaRPr lang="zh-CN" altLang="en-US" sz="2200">
              <a:solidFill>
                <a:srgbClr val="0000CC"/>
              </a:solidFill>
            </a:endParaRPr>
          </a:p>
        </p:txBody>
      </p:sp>
      <p:graphicFrame>
        <p:nvGraphicFramePr>
          <p:cNvPr id="29700" name="Object 3"/>
          <p:cNvGraphicFramePr>
            <a:graphicFrameLocks noGrp="1" noChangeAspect="1"/>
          </p:cNvGraphicFramePr>
          <p:nvPr>
            <p:ph sz="quarter" idx="4294967295"/>
          </p:nvPr>
        </p:nvGraphicFramePr>
        <p:xfrm>
          <a:off x="1687513" y="1858963"/>
          <a:ext cx="3995737" cy="1674812"/>
        </p:xfrm>
        <a:graphic>
          <a:graphicData uri="http://schemas.openxmlformats.org/presentationml/2006/ole">
            <mc:AlternateContent xmlns:mc="http://schemas.openxmlformats.org/markup-compatibility/2006">
              <mc:Choice xmlns:v="urn:schemas-microsoft-com:vml" Requires="v">
                <p:oleObj spid="_x0000_s29834" name="公式" r:id="rId1" imgW="1726565" imgH="723900" progId="Equation.3">
                  <p:embed/>
                </p:oleObj>
              </mc:Choice>
              <mc:Fallback>
                <p:oleObj name="公式" r:id="rId1" imgW="1726565" imgH="7239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7513" y="1858963"/>
                        <a:ext cx="3995737" cy="1674812"/>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71012" name="Object 4"/>
          <p:cNvGraphicFramePr>
            <a:graphicFrameLocks noChangeAspect="1"/>
          </p:cNvGraphicFramePr>
          <p:nvPr/>
        </p:nvGraphicFramePr>
        <p:xfrm>
          <a:off x="1979613" y="3933825"/>
          <a:ext cx="5761037" cy="2447925"/>
        </p:xfrm>
        <a:graphic>
          <a:graphicData uri="http://schemas.openxmlformats.org/presentationml/2006/ole">
            <mc:AlternateContent xmlns:mc="http://schemas.openxmlformats.org/markup-compatibility/2006">
              <mc:Choice xmlns:v="urn:schemas-microsoft-com:vml" Requires="v">
                <p:oleObj spid="_x0000_s29835" name="公式" r:id="rId3" imgW="2463800" imgH="1143000" progId="Equation.3">
                  <p:embed/>
                </p:oleObj>
              </mc:Choice>
              <mc:Fallback>
                <p:oleObj name="公式" r:id="rId3" imgW="2463800" imgH="1143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3933825"/>
                        <a:ext cx="5761037" cy="2447925"/>
                      </a:xfrm>
                      <a:prstGeom prst="rect">
                        <a:avLst/>
                      </a:prstGeom>
                      <a:noFill/>
                      <a:ln w="38100">
                        <a:solidFill>
                          <a:srgbClr val="99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2" name="Rectangle 5"/>
          <p:cNvSpPr>
            <a:spLocks noChangeArrowheads="1"/>
          </p:cNvSpPr>
          <p:nvPr/>
        </p:nvSpPr>
        <p:spPr bwMode="blackGray">
          <a:xfrm>
            <a:off x="804863" y="569913"/>
            <a:ext cx="2735262"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tabLst>
                <a:tab pos="715645" algn="l"/>
              </a:tabLst>
              <a:defRPr sz="3000">
                <a:solidFill>
                  <a:schemeClr val="tx1"/>
                </a:solidFill>
                <a:latin typeface="Verdana" panose="020B0604030504040204" pitchFamily="34" charset="0"/>
                <a:ea typeface="黑体" panose="02010609060101010101" pitchFamily="49" charset="-122"/>
              </a:defRPr>
            </a:lvl1pPr>
            <a:lvl2pPr marL="179705">
              <a:spcBef>
                <a:spcPct val="20000"/>
              </a:spcBef>
              <a:buClr>
                <a:schemeClr val="accent2"/>
              </a:buClr>
              <a:buFont typeface="Wingdings" panose="05000000000000000000" pitchFamily="2" charset="2"/>
              <a:buChar char="Ø"/>
              <a:tabLst>
                <a:tab pos="715645" algn="l"/>
              </a:tabLst>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tabLst>
                <a:tab pos="715645" algn="l"/>
              </a:tabLst>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tabLst>
                <a:tab pos="715645" algn="l"/>
              </a:tabLst>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tabLst>
                <a:tab pos="715645" algn="l"/>
              </a:tabLst>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tabLst>
                <a:tab pos="715645" algn="l"/>
              </a:tabLst>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tabLst>
                <a:tab pos="715645" algn="l"/>
              </a:tabLst>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tabLst>
                <a:tab pos="715645" algn="l"/>
              </a:tabLst>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tabLst>
                <a:tab pos="715645" algn="l"/>
              </a:tabLst>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en-US" altLang="zh-CN" sz="2200">
                <a:solidFill>
                  <a:srgbClr val="FF3300"/>
                </a:solidFill>
              </a:rPr>
              <a:t>3</a:t>
            </a:r>
            <a:r>
              <a:rPr lang="zh-CN" altLang="en-US" sz="2200">
                <a:solidFill>
                  <a:srgbClr val="FF3300"/>
                </a:solidFill>
              </a:rPr>
              <a:t>、相关系数</a:t>
            </a:r>
            <a:endParaRPr lang="zh-CN" altLang="en-US" sz="2200"/>
          </a:p>
        </p:txBody>
      </p:sp>
      <p:sp>
        <p:nvSpPr>
          <p:cNvPr id="29703" name="Rectangle 7"/>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a:solidFill>
                  <a:srgbClr val="0000FF"/>
                </a:solidFill>
              </a:rPr>
              <a:t>§3.2 </a:t>
            </a:r>
            <a:r>
              <a:rPr lang="zh-CN" altLang="en-US">
                <a:solidFill>
                  <a:srgbClr val="0000FF"/>
                </a:solidFill>
              </a:rPr>
              <a:t>正交函数集与信号分解</a:t>
            </a:r>
            <a:endParaRPr lang="zh-CN" altLang="en-US">
              <a:solidFill>
                <a:srgbClr val="0000FF"/>
              </a:solidFill>
            </a:endParaRPr>
          </a:p>
        </p:txBody>
      </p:sp>
      <mc:AlternateContent xmlns:mc="http://schemas.openxmlformats.org/markup-compatibility/2006" xmlns:p14="http://schemas.microsoft.com/office/powerpoint/2010/main">
        <mc:Choice Requires="p14">
          <p:contentPart r:id="rId5" p14:bwMode="auto">
            <p14:nvContentPartPr>
              <p14:cNvPr id="2" name="墨迹 1"/>
              <p14:cNvContentPartPr/>
              <p14:nvPr/>
            </p14:nvContentPartPr>
            <p14:xfrm>
              <a:off x="1231920" y="1715400"/>
              <a:ext cx="6498360" cy="4725720"/>
            </p14:xfrm>
          </p:contentPart>
        </mc:Choice>
        <mc:Fallback xmlns="">
          <p:pic>
            <p:nvPicPr>
              <p:cNvPr id="2" name="墨迹 1"/>
            </p:nvPicPr>
            <p:blipFill>
              <a:blip r:embed="rId6"/>
            </p:blipFill>
            <p:spPr>
              <a:xfrm>
                <a:off x="1231920" y="1715400"/>
                <a:ext cx="6498360" cy="4725720"/>
              </a:xfrm>
              <a:prstGeom prst="rect"/>
            </p:spPr>
          </p:pic>
        </mc:Fallback>
      </mc:AlternateContent>
    </p:spTree>
    <p:custDataLst>
      <p:tags r:id="rId7"/>
    </p:custDataLst>
  </p:cSld>
  <p:clrMapOvr>
    <a:masterClrMapping/>
  </p:clrMapOvr>
  <p:transition spd="slow" advTm="9562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171012"/>
                                        </p:tgtEl>
                                        <p:attrNameLst>
                                          <p:attrName>style.visibility</p:attrName>
                                        </p:attrNameLst>
                                      </p:cBhvr>
                                      <p:to>
                                        <p:strVal val="visible"/>
                                      </p:to>
                                    </p:set>
                                    <p:anim calcmode="lin" valueType="num">
                                      <p:cBhvr>
                                        <p:cTn id="12" dur="1000" fill="hold"/>
                                        <p:tgtEl>
                                          <p:spTgt spid="171012"/>
                                        </p:tgtEl>
                                        <p:attrNameLst>
                                          <p:attrName>ppt_w</p:attrName>
                                        </p:attrNameLst>
                                      </p:cBhvr>
                                      <p:tavLst>
                                        <p:tav tm="0">
                                          <p:val>
                                            <p:strVal val="#ppt_w*0.70"/>
                                          </p:val>
                                        </p:tav>
                                        <p:tav tm="100000">
                                          <p:val>
                                            <p:strVal val="#ppt_w"/>
                                          </p:val>
                                        </p:tav>
                                      </p:tavLst>
                                    </p:anim>
                                    <p:anim calcmode="lin" valueType="num">
                                      <p:cBhvr>
                                        <p:cTn id="13" dur="1000" fill="hold"/>
                                        <p:tgtEl>
                                          <p:spTgt spid="171012"/>
                                        </p:tgtEl>
                                        <p:attrNameLst>
                                          <p:attrName>ppt_h</p:attrName>
                                        </p:attrNameLst>
                                      </p:cBhvr>
                                      <p:tavLst>
                                        <p:tav tm="0">
                                          <p:val>
                                            <p:strVal val="#ppt_h"/>
                                          </p:val>
                                        </p:tav>
                                        <p:tav tm="100000">
                                          <p:val>
                                            <p:strVal val="#ppt_h"/>
                                          </p:val>
                                        </p:tav>
                                      </p:tavLst>
                                    </p:anim>
                                    <p:animEffect transition="in" filter="fade">
                                      <p:cBhvr>
                                        <p:cTn id="14" dur="1000"/>
                                        <p:tgtEl>
                                          <p:spTgt spid="17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C710596B-32B2-4FA6-8FAF-08055DB7628C}" type="datetime1">
              <a:rPr lang="zh-CN" altLang="en-US"/>
            </a:fld>
            <a:endParaRPr lang="zh-CN" altLang="en-US"/>
          </a:p>
        </p:txBody>
      </p:sp>
      <p:graphicFrame>
        <p:nvGraphicFramePr>
          <p:cNvPr id="30723" name="Object 2"/>
          <p:cNvGraphicFramePr>
            <a:graphicFrameLocks noChangeAspect="1"/>
          </p:cNvGraphicFramePr>
          <p:nvPr/>
        </p:nvGraphicFramePr>
        <p:xfrm>
          <a:off x="1692275" y="765175"/>
          <a:ext cx="5903913" cy="2052638"/>
        </p:xfrm>
        <a:graphic>
          <a:graphicData uri="http://schemas.openxmlformats.org/presentationml/2006/ole">
            <mc:AlternateContent xmlns:mc="http://schemas.openxmlformats.org/markup-compatibility/2006">
              <mc:Choice xmlns:v="urn:schemas-microsoft-com:vml" Requires="v">
                <p:oleObj spid="_x0000_s30858" name="公式" r:id="rId1" imgW="2463800" imgH="1143000" progId="Equation.3">
                  <p:embed/>
                </p:oleObj>
              </mc:Choice>
              <mc:Fallback>
                <p:oleObj name="公式" r:id="rId1" imgW="2463800" imgH="11430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765175"/>
                        <a:ext cx="5903913" cy="205263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38100">
                            <a:solidFill>
                              <a:srgbClr val="9900FF"/>
                            </a:solidFill>
                            <a:miter lim="800000"/>
                            <a:headEnd/>
                            <a:tailEnd/>
                          </a14:hiddenLine>
                        </a:ext>
                      </a:extLst>
                    </p:spPr>
                  </p:pic>
                </p:oleObj>
              </mc:Fallback>
            </mc:AlternateContent>
          </a:graphicData>
        </a:graphic>
      </p:graphicFrame>
      <p:graphicFrame>
        <p:nvGraphicFramePr>
          <p:cNvPr id="172035" name="Object 3"/>
          <p:cNvGraphicFramePr>
            <a:graphicFrameLocks noChangeAspect="1"/>
          </p:cNvGraphicFramePr>
          <p:nvPr/>
        </p:nvGraphicFramePr>
        <p:xfrm>
          <a:off x="1187450" y="3357563"/>
          <a:ext cx="7200900" cy="3025775"/>
        </p:xfrm>
        <a:graphic>
          <a:graphicData uri="http://schemas.openxmlformats.org/presentationml/2006/ole">
            <mc:AlternateContent xmlns:mc="http://schemas.openxmlformats.org/markup-compatibility/2006">
              <mc:Choice xmlns:v="urn:schemas-microsoft-com:vml" Requires="v">
                <p:oleObj spid="_x0000_s30859" name="公式" r:id="rId3" imgW="3200400" imgH="1371600" progId="Equation.3">
                  <p:embed/>
                </p:oleObj>
              </mc:Choice>
              <mc:Fallback>
                <p:oleObj name="公式" r:id="rId3" imgW="3200400" imgH="1371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3357563"/>
                        <a:ext cx="7200900" cy="3025775"/>
                      </a:xfrm>
                      <a:prstGeom prst="rect">
                        <a:avLst/>
                      </a:prstGeom>
                      <a:noFill/>
                      <a:ln w="38100">
                        <a:solidFill>
                          <a:srgbClr val="99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5" name="Rectangle 7"/>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Tree>
    <p:custDataLst>
      <p:tags r:id="rId5"/>
    </p:custDataLst>
  </p:cSld>
  <p:clrMapOvr>
    <a:masterClrMapping/>
  </p:clrMapOvr>
  <p:transition spd="slow" advTm="4293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72035"/>
                                        </p:tgtEl>
                                        <p:attrNameLst>
                                          <p:attrName>style.visibility</p:attrName>
                                        </p:attrNameLst>
                                      </p:cBhvr>
                                      <p:to>
                                        <p:strVal val="visible"/>
                                      </p:to>
                                    </p:set>
                                    <p:anim calcmode="lin" valueType="num">
                                      <p:cBhvr>
                                        <p:cTn id="7" dur="1000" fill="hold"/>
                                        <p:tgtEl>
                                          <p:spTgt spid="172035"/>
                                        </p:tgtEl>
                                        <p:attrNameLst>
                                          <p:attrName>ppt_w</p:attrName>
                                        </p:attrNameLst>
                                      </p:cBhvr>
                                      <p:tavLst>
                                        <p:tav tm="0">
                                          <p:val>
                                            <p:strVal val="#ppt_w*0.70"/>
                                          </p:val>
                                        </p:tav>
                                        <p:tav tm="100000">
                                          <p:val>
                                            <p:strVal val="#ppt_w"/>
                                          </p:val>
                                        </p:tav>
                                      </p:tavLst>
                                    </p:anim>
                                    <p:anim calcmode="lin" valueType="num">
                                      <p:cBhvr>
                                        <p:cTn id="8" dur="1000" fill="hold"/>
                                        <p:tgtEl>
                                          <p:spTgt spid="172035"/>
                                        </p:tgtEl>
                                        <p:attrNameLst>
                                          <p:attrName>ppt_h</p:attrName>
                                        </p:attrNameLst>
                                      </p:cBhvr>
                                      <p:tavLst>
                                        <p:tav tm="0">
                                          <p:val>
                                            <p:strVal val="#ppt_h"/>
                                          </p:val>
                                        </p:tav>
                                        <p:tav tm="100000">
                                          <p:val>
                                            <p:strVal val="#ppt_h"/>
                                          </p:val>
                                        </p:tav>
                                      </p:tavLst>
                                    </p:anim>
                                    <p:animEffect transition="in" filter="fade">
                                      <p:cBhvr>
                                        <p:cTn id="9" dur="1000"/>
                                        <p:tgtEl>
                                          <p:spTgt spid="172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4F1DC78B-4799-416A-B2BC-0B838C6AAD5A}" type="datetime1">
              <a:rPr lang="zh-CN" altLang="en-US"/>
            </a:fld>
            <a:endParaRPr lang="zh-CN" altLang="en-US"/>
          </a:p>
        </p:txBody>
      </p:sp>
      <p:graphicFrame>
        <p:nvGraphicFramePr>
          <p:cNvPr id="31747" name="Object 2"/>
          <p:cNvGraphicFramePr>
            <a:graphicFrameLocks noGrp="1" noChangeAspect="1"/>
          </p:cNvGraphicFramePr>
          <p:nvPr>
            <p:ph sz="quarter" idx="4294967295"/>
          </p:nvPr>
        </p:nvGraphicFramePr>
        <p:xfrm>
          <a:off x="650875" y="-168014"/>
          <a:ext cx="6121400" cy="1360488"/>
        </p:xfrm>
        <a:graphic>
          <a:graphicData uri="http://schemas.openxmlformats.org/presentationml/2006/ole">
            <mc:AlternateContent xmlns:mc="http://schemas.openxmlformats.org/markup-compatibility/2006">
              <mc:Choice xmlns:v="urn:schemas-microsoft-com:vml" Requires="v">
                <p:oleObj spid="_x0000_s32078" name="公式" r:id="rId1" imgW="3086100" imgH="685800" progId="Equation.3">
                  <p:embed/>
                </p:oleObj>
              </mc:Choice>
              <mc:Fallback>
                <p:oleObj name="公式" r:id="rId1" imgW="3086100" imgH="6858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875" y="-168014"/>
                        <a:ext cx="6121400" cy="13604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38100">
                            <a:solidFill>
                              <a:srgbClr val="9900FF"/>
                            </a:solidFill>
                            <a:miter lim="800000"/>
                            <a:headEnd/>
                            <a:tailEnd/>
                          </a14:hiddenLine>
                        </a:ext>
                      </a:extLst>
                    </p:spPr>
                  </p:pic>
                </p:oleObj>
              </mc:Fallback>
            </mc:AlternateContent>
          </a:graphicData>
        </a:graphic>
      </p:graphicFrame>
      <p:graphicFrame>
        <p:nvGraphicFramePr>
          <p:cNvPr id="173059" name="Object 3"/>
          <p:cNvGraphicFramePr>
            <a:graphicFrameLocks noGrp="1" noChangeAspect="1"/>
          </p:cNvGraphicFramePr>
          <p:nvPr>
            <p:ph sz="quarter" idx="4294967295"/>
          </p:nvPr>
        </p:nvGraphicFramePr>
        <p:xfrm>
          <a:off x="1393825" y="3233738"/>
          <a:ext cx="4054475" cy="1593850"/>
        </p:xfrm>
        <a:graphic>
          <a:graphicData uri="http://schemas.openxmlformats.org/presentationml/2006/ole">
            <mc:AlternateContent xmlns:mc="http://schemas.openxmlformats.org/markup-compatibility/2006">
              <mc:Choice xmlns:v="urn:schemas-microsoft-com:vml" Requires="v">
                <p:oleObj spid="_x0000_s32079" name="公式" r:id="rId3" imgW="1841500" imgH="723900" progId="Equation.3">
                  <p:embed/>
                </p:oleObj>
              </mc:Choice>
              <mc:Fallback>
                <p:oleObj name="公式" r:id="rId3" imgW="1841500" imgH="723900" progId="Equation.3">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3825" y="3233738"/>
                        <a:ext cx="4054475" cy="1593850"/>
                      </a:xfrm>
                      <a:prstGeom prst="rect">
                        <a:avLst/>
                      </a:prstGeom>
                      <a:solidFill>
                        <a:srgbClr val="FFFF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060" name="Object 4"/>
          <p:cNvGraphicFramePr>
            <a:graphicFrameLocks noGrp="1" noChangeAspect="1"/>
          </p:cNvGraphicFramePr>
          <p:nvPr>
            <p:ph sz="quarter" idx="4294967295"/>
          </p:nvPr>
        </p:nvGraphicFramePr>
        <p:xfrm>
          <a:off x="4400550" y="5343525"/>
          <a:ext cx="3671888" cy="908050"/>
        </p:xfrm>
        <a:graphic>
          <a:graphicData uri="http://schemas.openxmlformats.org/presentationml/2006/ole">
            <mc:AlternateContent xmlns:mc="http://schemas.openxmlformats.org/markup-compatibility/2006">
              <mc:Choice xmlns:v="urn:schemas-microsoft-com:vml" Requires="v">
                <p:oleObj spid="_x0000_s32080" name="公式" r:id="rId5" imgW="825500" imgH="254000" progId="Equation.3">
                  <p:embed/>
                </p:oleObj>
              </mc:Choice>
              <mc:Fallback>
                <p:oleObj name="公式" r:id="rId5" imgW="825500" imgH="254000" progId="Equation.3">
                  <p:embed/>
                  <p:pic>
                    <p:nvPicPr>
                      <p:cNvPr id="0" name="Object 4"/>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0550" y="5343525"/>
                        <a:ext cx="3671888" cy="908050"/>
                      </a:xfrm>
                      <a:prstGeom prst="rect">
                        <a:avLst/>
                      </a:prstGeom>
                      <a:noFill/>
                      <a:ln w="57150" cmpd="sng">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061" name="Object 5"/>
          <p:cNvGraphicFramePr>
            <a:graphicFrameLocks noGrp="1" noChangeAspect="1"/>
          </p:cNvGraphicFramePr>
          <p:nvPr>
            <p:ph sz="quarter" idx="4294967295"/>
          </p:nvPr>
        </p:nvGraphicFramePr>
        <p:xfrm>
          <a:off x="1165225" y="5080000"/>
          <a:ext cx="2663825" cy="1397000"/>
        </p:xfrm>
        <a:graphic>
          <a:graphicData uri="http://schemas.openxmlformats.org/presentationml/2006/ole">
            <mc:AlternateContent xmlns:mc="http://schemas.openxmlformats.org/markup-compatibility/2006">
              <mc:Choice xmlns:v="urn:schemas-microsoft-com:vml" Requires="v">
                <p:oleObj spid="_x0000_s32081" name="公式" r:id="rId7" imgW="1308100" imgH="685800" progId="Equation.3">
                  <p:embed/>
                </p:oleObj>
              </mc:Choice>
              <mc:Fallback>
                <p:oleObj name="公式" r:id="rId7" imgW="1308100" imgH="685800" progId="Equation.3">
                  <p:embed/>
                  <p:pic>
                    <p:nvPicPr>
                      <p:cNvPr id="0" name="Object 5"/>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5225" y="5080000"/>
                        <a:ext cx="2663825" cy="1397000"/>
                      </a:xfrm>
                      <a:prstGeom prst="rect">
                        <a:avLst/>
                      </a:prstGeom>
                      <a:solidFill>
                        <a:srgbClr val="FFCC66"/>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1751" name="Object 6"/>
          <p:cNvGraphicFramePr>
            <a:graphicFrameLocks noChangeAspect="1"/>
          </p:cNvGraphicFramePr>
          <p:nvPr/>
        </p:nvGraphicFramePr>
        <p:xfrm>
          <a:off x="820207" y="1239970"/>
          <a:ext cx="3700463" cy="1798637"/>
        </p:xfrm>
        <a:graphic>
          <a:graphicData uri="http://schemas.openxmlformats.org/presentationml/2006/ole">
            <mc:AlternateContent xmlns:mc="http://schemas.openxmlformats.org/markup-compatibility/2006">
              <mc:Choice xmlns:v="urn:schemas-microsoft-com:vml" Requires="v">
                <p:oleObj spid="_x0000_s32082" name="公式" r:id="rId9" imgW="1854200" imgH="901700" progId="Equation.3">
                  <p:embed/>
                </p:oleObj>
              </mc:Choice>
              <mc:Fallback>
                <p:oleObj name="公式" r:id="rId9" imgW="1854200" imgH="9017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0207" y="1239970"/>
                        <a:ext cx="3700463"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p14="http://schemas.microsoft.com/office/powerpoint/2010/main">
        <mc:Choice Requires="p14">
          <p:contentPart r:id="rId11" p14:bwMode="auto">
            <p14:nvContentPartPr>
              <p14:cNvPr id="6" name="墨迹 5"/>
              <p14:cNvContentPartPr/>
              <p14:nvPr/>
            </p14:nvContentPartPr>
            <p14:xfrm>
              <a:off x="7677000" y="1243440"/>
              <a:ext cx="1509840" cy="919800"/>
            </p14:xfrm>
          </p:contentPart>
        </mc:Choice>
        <mc:Fallback xmlns="">
          <p:pic>
            <p:nvPicPr>
              <p:cNvPr id="6" name="墨迹 5"/>
            </p:nvPicPr>
            <p:blipFill>
              <a:blip r:embed="rId12"/>
            </p:blipFill>
            <p:spPr>
              <a:xfrm>
                <a:off x="7677000" y="1243440"/>
                <a:ext cx="1509840" cy="9198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8" name="墨迹 7"/>
              <p14:cNvContentPartPr/>
              <p14:nvPr/>
            </p14:nvContentPartPr>
            <p14:xfrm>
              <a:off x="4772160" y="1134360"/>
              <a:ext cx="4420080" cy="292320"/>
            </p14:xfrm>
          </p:contentPart>
        </mc:Choice>
        <mc:Fallback xmlns="">
          <p:pic>
            <p:nvPicPr>
              <p:cNvPr id="8" name="墨迹 7"/>
            </p:nvPicPr>
            <p:blipFill>
              <a:blip r:embed="rId14"/>
            </p:blipFill>
            <p:spPr>
              <a:xfrm>
                <a:off x="4772160" y="1134360"/>
                <a:ext cx="4420080" cy="29232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9" name="墨迹 8"/>
              <p14:cNvContentPartPr/>
              <p14:nvPr/>
            </p14:nvContentPartPr>
            <p14:xfrm>
              <a:off x="5499253" y="1526400"/>
              <a:ext cx="2106107" cy="612720"/>
            </p14:xfrm>
          </p:contentPart>
        </mc:Choice>
        <mc:Fallback xmlns="">
          <p:pic>
            <p:nvPicPr>
              <p:cNvPr id="9" name="墨迹 8"/>
            </p:nvPicPr>
            <p:blipFill>
              <a:blip r:embed="rId16"/>
            </p:blipFill>
            <p:spPr>
              <a:xfrm>
                <a:off x="5499253" y="1526400"/>
                <a:ext cx="2106107" cy="61272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1" name="墨迹 10"/>
              <p14:cNvContentPartPr/>
              <p14:nvPr/>
            </p14:nvContentPartPr>
            <p14:xfrm>
              <a:off x="7733520" y="1788480"/>
              <a:ext cx="1232280" cy="58320"/>
            </p14:xfrm>
          </p:contentPart>
        </mc:Choice>
        <mc:Fallback xmlns="">
          <p:pic>
            <p:nvPicPr>
              <p:cNvPr id="11" name="墨迹 10"/>
            </p:nvPicPr>
            <p:blipFill>
              <a:blip r:embed="rId18"/>
            </p:blipFill>
            <p:spPr>
              <a:xfrm>
                <a:off x="7733520" y="1788480"/>
                <a:ext cx="1232280" cy="5832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2" name="墨迹 11"/>
              <p14:cNvContentPartPr/>
              <p14:nvPr/>
            </p14:nvContentPartPr>
            <p14:xfrm>
              <a:off x="4913280" y="1567800"/>
              <a:ext cx="1351440" cy="780840"/>
            </p14:xfrm>
          </p:contentPart>
        </mc:Choice>
        <mc:Fallback xmlns="">
          <p:pic>
            <p:nvPicPr>
              <p:cNvPr id="12" name="墨迹 11"/>
            </p:nvPicPr>
            <p:blipFill>
              <a:blip r:embed="rId20"/>
            </p:blipFill>
            <p:spPr>
              <a:xfrm>
                <a:off x="4913280" y="1567800"/>
                <a:ext cx="1351440" cy="78084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3" name="墨迹 12"/>
              <p14:cNvContentPartPr/>
              <p14:nvPr/>
            </p14:nvContentPartPr>
            <p14:xfrm>
              <a:off x="8786880" y="1185840"/>
              <a:ext cx="386640" cy="815400"/>
            </p14:xfrm>
          </p:contentPart>
        </mc:Choice>
        <mc:Fallback xmlns="">
          <p:pic>
            <p:nvPicPr>
              <p:cNvPr id="13" name="墨迹 12"/>
            </p:nvPicPr>
            <p:blipFill>
              <a:blip r:embed="rId22"/>
            </p:blipFill>
            <p:spPr>
              <a:xfrm>
                <a:off x="8786880" y="1185840"/>
                <a:ext cx="386640" cy="81540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4" name="墨迹 13"/>
              <p14:cNvContentPartPr/>
              <p14:nvPr/>
            </p14:nvContentPartPr>
            <p14:xfrm>
              <a:off x="4458240" y="2073960"/>
              <a:ext cx="481680" cy="1554840"/>
            </p14:xfrm>
          </p:contentPart>
        </mc:Choice>
        <mc:Fallback xmlns="">
          <p:pic>
            <p:nvPicPr>
              <p:cNvPr id="14" name="墨迹 13"/>
            </p:nvPicPr>
            <p:blipFill>
              <a:blip r:embed="rId24"/>
            </p:blipFill>
            <p:spPr>
              <a:xfrm>
                <a:off x="4458240" y="2073960"/>
                <a:ext cx="481680" cy="155484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5" name="墨迹 14"/>
              <p14:cNvContentPartPr/>
              <p14:nvPr/>
            </p14:nvContentPartPr>
            <p14:xfrm>
              <a:off x="4698000" y="1408680"/>
              <a:ext cx="100800" cy="1240200"/>
            </p14:xfrm>
          </p:contentPart>
        </mc:Choice>
        <mc:Fallback xmlns="">
          <p:pic>
            <p:nvPicPr>
              <p:cNvPr id="15" name="墨迹 14"/>
            </p:nvPicPr>
            <p:blipFill>
              <a:blip r:embed="rId26"/>
            </p:blipFill>
            <p:spPr>
              <a:xfrm>
                <a:off x="4698000" y="1408680"/>
                <a:ext cx="100800" cy="124020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6" name="墨迹 15"/>
              <p14:cNvContentPartPr/>
              <p14:nvPr/>
            </p14:nvContentPartPr>
            <p14:xfrm>
              <a:off x="5440680" y="2138760"/>
              <a:ext cx="3171960" cy="93600"/>
            </p14:xfrm>
          </p:contentPart>
        </mc:Choice>
        <mc:Fallback xmlns="">
          <p:pic>
            <p:nvPicPr>
              <p:cNvPr id="16" name="墨迹 15"/>
            </p:nvPicPr>
            <p:blipFill>
              <a:blip r:embed="rId28"/>
            </p:blipFill>
            <p:spPr>
              <a:xfrm>
                <a:off x="5440680" y="2138760"/>
                <a:ext cx="3171960" cy="936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7" name="墨迹 16"/>
              <p14:cNvContentPartPr/>
              <p14:nvPr/>
            </p14:nvContentPartPr>
            <p14:xfrm>
              <a:off x="5717520" y="2236320"/>
              <a:ext cx="2301120" cy="559800"/>
            </p14:xfrm>
          </p:contentPart>
        </mc:Choice>
        <mc:Fallback xmlns="">
          <p:pic>
            <p:nvPicPr>
              <p:cNvPr id="17" name="墨迹 16"/>
            </p:nvPicPr>
            <p:blipFill>
              <a:blip r:embed="rId30"/>
            </p:blipFill>
            <p:spPr>
              <a:xfrm>
                <a:off x="5717520" y="2236320"/>
                <a:ext cx="2301120" cy="5598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8" name="墨迹 17"/>
              <p14:cNvContentPartPr/>
              <p14:nvPr/>
            </p14:nvContentPartPr>
            <p14:xfrm>
              <a:off x="5063760" y="2982600"/>
              <a:ext cx="3670560" cy="121680"/>
            </p14:xfrm>
          </p:contentPart>
        </mc:Choice>
        <mc:Fallback xmlns="">
          <p:pic>
            <p:nvPicPr>
              <p:cNvPr id="18" name="墨迹 17"/>
            </p:nvPicPr>
            <p:blipFill>
              <a:blip r:embed="rId32"/>
            </p:blipFill>
            <p:spPr>
              <a:xfrm>
                <a:off x="5063760" y="2982600"/>
                <a:ext cx="3670560" cy="12168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19" name="墨迹 18"/>
              <p14:cNvContentPartPr/>
              <p14:nvPr/>
            </p14:nvContentPartPr>
            <p14:xfrm>
              <a:off x="5726160" y="3085560"/>
              <a:ext cx="3313080" cy="1181880"/>
            </p14:xfrm>
          </p:contentPart>
        </mc:Choice>
        <mc:Fallback xmlns="">
          <p:pic>
            <p:nvPicPr>
              <p:cNvPr id="19" name="墨迹 18"/>
            </p:nvPicPr>
            <p:blipFill>
              <a:blip r:embed="rId34"/>
            </p:blipFill>
            <p:spPr>
              <a:xfrm>
                <a:off x="5726160" y="3085560"/>
                <a:ext cx="3313080" cy="118188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2" name="墨迹 21"/>
              <p14:cNvContentPartPr/>
              <p14:nvPr/>
            </p14:nvContentPartPr>
            <p14:xfrm>
              <a:off x="5598360" y="3560040"/>
              <a:ext cx="2756520" cy="73800"/>
            </p14:xfrm>
          </p:contentPart>
        </mc:Choice>
        <mc:Fallback xmlns="">
          <p:pic>
            <p:nvPicPr>
              <p:cNvPr id="22" name="墨迹 21"/>
            </p:nvPicPr>
            <p:blipFill>
              <a:blip r:embed="rId36"/>
            </p:blipFill>
            <p:spPr>
              <a:xfrm>
                <a:off x="5598360" y="3560040"/>
                <a:ext cx="2756520" cy="7380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4" name="墨迹 23"/>
              <p14:cNvContentPartPr/>
              <p14:nvPr/>
            </p14:nvContentPartPr>
            <p14:xfrm>
              <a:off x="4930560" y="3075840"/>
              <a:ext cx="125280" cy="652320"/>
            </p14:xfrm>
          </p:contentPart>
        </mc:Choice>
        <mc:Fallback xmlns="">
          <p:pic>
            <p:nvPicPr>
              <p:cNvPr id="24" name="墨迹 23"/>
            </p:nvPicPr>
            <p:blipFill>
              <a:blip r:embed="rId38"/>
            </p:blipFill>
            <p:spPr>
              <a:xfrm>
                <a:off x="4930560" y="3075840"/>
                <a:ext cx="125280" cy="652320"/>
              </a:xfrm>
              <a:prstGeom prst="rect"/>
            </p:spPr>
          </p:pic>
        </mc:Fallback>
      </mc:AlternateContent>
    </p:spTree>
    <p:custDataLst>
      <p:tags r:id="rId39"/>
    </p:custDataLst>
  </p:cSld>
  <p:clrMapOvr>
    <a:masterClrMapping/>
  </p:clrMapOvr>
  <p:transition spd="slow" advTm="14673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73059"/>
                                        </p:tgtEl>
                                        <p:attrNameLst>
                                          <p:attrName>style.visibility</p:attrName>
                                        </p:attrNameLst>
                                      </p:cBhvr>
                                      <p:to>
                                        <p:strVal val="visible"/>
                                      </p:to>
                                    </p:set>
                                    <p:anim calcmode="lin" valueType="num">
                                      <p:cBhvr>
                                        <p:cTn id="7" dur="1000" fill="hold"/>
                                        <p:tgtEl>
                                          <p:spTgt spid="173059"/>
                                        </p:tgtEl>
                                        <p:attrNameLst>
                                          <p:attrName>ppt_w</p:attrName>
                                        </p:attrNameLst>
                                      </p:cBhvr>
                                      <p:tavLst>
                                        <p:tav tm="0">
                                          <p:val>
                                            <p:strVal val="#ppt_w*0.70"/>
                                          </p:val>
                                        </p:tav>
                                        <p:tav tm="100000">
                                          <p:val>
                                            <p:strVal val="#ppt_w"/>
                                          </p:val>
                                        </p:tav>
                                      </p:tavLst>
                                    </p:anim>
                                    <p:anim calcmode="lin" valueType="num">
                                      <p:cBhvr>
                                        <p:cTn id="8" dur="1000" fill="hold"/>
                                        <p:tgtEl>
                                          <p:spTgt spid="173059"/>
                                        </p:tgtEl>
                                        <p:attrNameLst>
                                          <p:attrName>ppt_h</p:attrName>
                                        </p:attrNameLst>
                                      </p:cBhvr>
                                      <p:tavLst>
                                        <p:tav tm="0">
                                          <p:val>
                                            <p:strVal val="#ppt_h"/>
                                          </p:val>
                                        </p:tav>
                                        <p:tav tm="100000">
                                          <p:val>
                                            <p:strVal val="#ppt_h"/>
                                          </p:val>
                                        </p:tav>
                                      </p:tavLst>
                                    </p:anim>
                                    <p:animEffect transition="in" filter="fade">
                                      <p:cBhvr>
                                        <p:cTn id="9" dur="1000"/>
                                        <p:tgtEl>
                                          <p:spTgt spid="173059"/>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73061"/>
                                        </p:tgtEl>
                                        <p:attrNameLst>
                                          <p:attrName>style.visibility</p:attrName>
                                        </p:attrNameLst>
                                      </p:cBhvr>
                                      <p:to>
                                        <p:strVal val="visible"/>
                                      </p:to>
                                    </p:set>
                                    <p:anim calcmode="lin" valueType="num">
                                      <p:cBhvr>
                                        <p:cTn id="13" dur="1000" fill="hold"/>
                                        <p:tgtEl>
                                          <p:spTgt spid="173061"/>
                                        </p:tgtEl>
                                        <p:attrNameLst>
                                          <p:attrName>ppt_w</p:attrName>
                                        </p:attrNameLst>
                                      </p:cBhvr>
                                      <p:tavLst>
                                        <p:tav tm="0">
                                          <p:val>
                                            <p:strVal val="#ppt_w*0.70"/>
                                          </p:val>
                                        </p:tav>
                                        <p:tav tm="100000">
                                          <p:val>
                                            <p:strVal val="#ppt_w"/>
                                          </p:val>
                                        </p:tav>
                                      </p:tavLst>
                                    </p:anim>
                                    <p:anim calcmode="lin" valueType="num">
                                      <p:cBhvr>
                                        <p:cTn id="14" dur="1000" fill="hold"/>
                                        <p:tgtEl>
                                          <p:spTgt spid="173061"/>
                                        </p:tgtEl>
                                        <p:attrNameLst>
                                          <p:attrName>ppt_h</p:attrName>
                                        </p:attrNameLst>
                                      </p:cBhvr>
                                      <p:tavLst>
                                        <p:tav tm="0">
                                          <p:val>
                                            <p:strVal val="#ppt_h"/>
                                          </p:val>
                                        </p:tav>
                                        <p:tav tm="100000">
                                          <p:val>
                                            <p:strVal val="#ppt_h"/>
                                          </p:val>
                                        </p:tav>
                                      </p:tavLst>
                                    </p:anim>
                                    <p:animEffect transition="in" filter="fade">
                                      <p:cBhvr>
                                        <p:cTn id="15" dur="1000"/>
                                        <p:tgtEl>
                                          <p:spTgt spid="173061"/>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173060"/>
                                        </p:tgtEl>
                                        <p:attrNameLst>
                                          <p:attrName>style.visibility</p:attrName>
                                        </p:attrNameLst>
                                      </p:cBhvr>
                                      <p:to>
                                        <p:strVal val="visible"/>
                                      </p:to>
                                    </p:set>
                                    <p:anim calcmode="lin" valueType="num">
                                      <p:cBhvr>
                                        <p:cTn id="20" dur="1000" fill="hold"/>
                                        <p:tgtEl>
                                          <p:spTgt spid="173060"/>
                                        </p:tgtEl>
                                        <p:attrNameLst>
                                          <p:attrName>ppt_w</p:attrName>
                                        </p:attrNameLst>
                                      </p:cBhvr>
                                      <p:tavLst>
                                        <p:tav tm="0">
                                          <p:val>
                                            <p:strVal val="#ppt_w*0.70"/>
                                          </p:val>
                                        </p:tav>
                                        <p:tav tm="100000">
                                          <p:val>
                                            <p:strVal val="#ppt_w"/>
                                          </p:val>
                                        </p:tav>
                                      </p:tavLst>
                                    </p:anim>
                                    <p:anim calcmode="lin" valueType="num">
                                      <p:cBhvr>
                                        <p:cTn id="21" dur="1000" fill="hold"/>
                                        <p:tgtEl>
                                          <p:spTgt spid="173060"/>
                                        </p:tgtEl>
                                        <p:attrNameLst>
                                          <p:attrName>ppt_h</p:attrName>
                                        </p:attrNameLst>
                                      </p:cBhvr>
                                      <p:tavLst>
                                        <p:tav tm="0">
                                          <p:val>
                                            <p:strVal val="#ppt_h"/>
                                          </p:val>
                                        </p:tav>
                                        <p:tav tm="100000">
                                          <p:val>
                                            <p:strVal val="#ppt_h"/>
                                          </p:val>
                                        </p:tav>
                                      </p:tavLst>
                                    </p:anim>
                                    <p:animEffect transition="in" filter="fade">
                                      <p:cBhvr>
                                        <p:cTn id="22" dur="1000"/>
                                        <p:tgtEl>
                                          <p:spTgt spid="173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024D14A2-3CCF-4D44-8616-075BCA0E8086}" type="datetime1">
              <a:rPr lang="zh-CN" altLang="en-US"/>
            </a:fld>
            <a:endParaRPr lang="zh-CN" altLang="en-US"/>
          </a:p>
        </p:txBody>
      </p:sp>
      <p:graphicFrame>
        <p:nvGraphicFramePr>
          <p:cNvPr id="174082" name="Object 2"/>
          <p:cNvGraphicFramePr>
            <a:graphicFrameLocks noGrp="1" noChangeAspect="1"/>
          </p:cNvGraphicFramePr>
          <p:nvPr>
            <p:ph sz="quarter" idx="4294967295"/>
          </p:nvPr>
        </p:nvGraphicFramePr>
        <p:xfrm>
          <a:off x="1116013" y="981075"/>
          <a:ext cx="7200900" cy="1979613"/>
        </p:xfrm>
        <a:graphic>
          <a:graphicData uri="http://schemas.openxmlformats.org/presentationml/2006/ole">
            <mc:AlternateContent xmlns:mc="http://schemas.openxmlformats.org/markup-compatibility/2006">
              <mc:Choice xmlns:v="urn:schemas-microsoft-com:vml" Requires="v">
                <p:oleObj spid="_x0000_s32906" name="公式" r:id="rId1" imgW="3467100" imgH="952500" progId="Equation.3">
                  <p:embed/>
                </p:oleObj>
              </mc:Choice>
              <mc:Fallback>
                <p:oleObj name="公式" r:id="rId1" imgW="3467100" imgH="9525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81075"/>
                        <a:ext cx="7200900" cy="1979613"/>
                      </a:xfrm>
                      <a:prstGeom prst="rect">
                        <a:avLst/>
                      </a:prstGeom>
                      <a:solidFill>
                        <a:srgbClr val="FFFF00"/>
                      </a:solidFill>
                      <a:ln w="9525">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083" name="Object 3"/>
          <p:cNvGraphicFramePr>
            <a:graphicFrameLocks noGrp="1" noChangeAspect="1"/>
          </p:cNvGraphicFramePr>
          <p:nvPr>
            <p:ph sz="quarter" idx="4294967295"/>
          </p:nvPr>
        </p:nvGraphicFramePr>
        <p:xfrm>
          <a:off x="1692275" y="3573463"/>
          <a:ext cx="6048375" cy="1800225"/>
        </p:xfrm>
        <a:graphic>
          <a:graphicData uri="http://schemas.openxmlformats.org/presentationml/2006/ole">
            <mc:AlternateContent xmlns:mc="http://schemas.openxmlformats.org/markup-compatibility/2006">
              <mc:Choice xmlns:v="urn:schemas-microsoft-com:vml" Requires="v">
                <p:oleObj spid="_x0000_s32907" name="公式" r:id="rId3" imgW="2235200" imgH="723900" progId="Equation.3">
                  <p:embed/>
                </p:oleObj>
              </mc:Choice>
              <mc:Fallback>
                <p:oleObj name="公式" r:id="rId3" imgW="2235200" imgH="723900" progId="Equation.3">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3573463"/>
                        <a:ext cx="6048375" cy="1800225"/>
                      </a:xfrm>
                      <a:prstGeom prst="rect">
                        <a:avLst/>
                      </a:prstGeom>
                      <a:solidFill>
                        <a:schemeClr val="bg1"/>
                      </a:solidFill>
                      <a:ln w="57150" cmpd="sng">
                        <a:solidFill>
                          <a:srgbClr val="FF0000"/>
                        </a:solidFill>
                        <a:miter lim="800000"/>
                        <a:headEnd/>
                        <a:tailEnd/>
                      </a:ln>
                      <a:effectLst>
                        <a:outerShdw dist="35921" dir="2700000" algn="ctr" rotWithShape="0">
                          <a:schemeClr val="bg2"/>
                        </a:outerShdw>
                      </a:effectLst>
                    </p:spPr>
                  </p:pic>
                </p:oleObj>
              </mc:Fallback>
            </mc:AlternateContent>
          </a:graphicData>
        </a:graphic>
      </p:graphicFrame>
      <p:sp>
        <p:nvSpPr>
          <p:cNvPr id="32773" name="Rectangle 5"/>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a:solidFill>
                  <a:srgbClr val="0000FF"/>
                </a:solidFill>
              </a:rPr>
              <a:t>§3.2 </a:t>
            </a:r>
            <a:r>
              <a:rPr lang="zh-CN" altLang="en-US">
                <a:solidFill>
                  <a:srgbClr val="0000FF"/>
                </a:solidFill>
              </a:rPr>
              <a:t>正交函数集与信号分解</a:t>
            </a:r>
            <a:endParaRPr lang="zh-CN" altLang="en-US">
              <a:solidFill>
                <a:srgbClr val="0000FF"/>
              </a:solidFill>
            </a:endParaRPr>
          </a:p>
        </p:txBody>
      </p:sp>
    </p:spTree>
    <p:custDataLst>
      <p:tags r:id="rId5"/>
    </p:custDataLst>
  </p:cSld>
  <p:clrMapOvr>
    <a:masterClrMapping/>
  </p:clrMapOvr>
  <p:transition spd="slow" advTm="426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74082"/>
                                        </p:tgtEl>
                                        <p:attrNameLst>
                                          <p:attrName>style.visibility</p:attrName>
                                        </p:attrNameLst>
                                      </p:cBhvr>
                                      <p:to>
                                        <p:strVal val="visible"/>
                                      </p:to>
                                    </p:set>
                                    <p:anim calcmode="lin" valueType="num">
                                      <p:cBhvr>
                                        <p:cTn id="7" dur="1000" fill="hold"/>
                                        <p:tgtEl>
                                          <p:spTgt spid="174082"/>
                                        </p:tgtEl>
                                        <p:attrNameLst>
                                          <p:attrName>ppt_w</p:attrName>
                                        </p:attrNameLst>
                                      </p:cBhvr>
                                      <p:tavLst>
                                        <p:tav tm="0">
                                          <p:val>
                                            <p:strVal val="#ppt_w*0.70"/>
                                          </p:val>
                                        </p:tav>
                                        <p:tav tm="100000">
                                          <p:val>
                                            <p:strVal val="#ppt_w"/>
                                          </p:val>
                                        </p:tav>
                                      </p:tavLst>
                                    </p:anim>
                                    <p:anim calcmode="lin" valueType="num">
                                      <p:cBhvr>
                                        <p:cTn id="8" dur="1000" fill="hold"/>
                                        <p:tgtEl>
                                          <p:spTgt spid="174082"/>
                                        </p:tgtEl>
                                        <p:attrNameLst>
                                          <p:attrName>ppt_h</p:attrName>
                                        </p:attrNameLst>
                                      </p:cBhvr>
                                      <p:tavLst>
                                        <p:tav tm="0">
                                          <p:val>
                                            <p:strVal val="#ppt_h"/>
                                          </p:val>
                                        </p:tav>
                                        <p:tav tm="100000">
                                          <p:val>
                                            <p:strVal val="#ppt_h"/>
                                          </p:val>
                                        </p:tav>
                                      </p:tavLst>
                                    </p:anim>
                                    <p:animEffect transition="in" filter="fade">
                                      <p:cBhvr>
                                        <p:cTn id="9" dur="1000"/>
                                        <p:tgtEl>
                                          <p:spTgt spid="17408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74083"/>
                                        </p:tgtEl>
                                        <p:attrNameLst>
                                          <p:attrName>style.visibility</p:attrName>
                                        </p:attrNameLst>
                                      </p:cBhvr>
                                      <p:to>
                                        <p:strVal val="visible"/>
                                      </p:to>
                                    </p:set>
                                    <p:anim calcmode="lin" valueType="num">
                                      <p:cBhvr>
                                        <p:cTn id="14" dur="1000" fill="hold"/>
                                        <p:tgtEl>
                                          <p:spTgt spid="174083"/>
                                        </p:tgtEl>
                                        <p:attrNameLst>
                                          <p:attrName>ppt_w</p:attrName>
                                        </p:attrNameLst>
                                      </p:cBhvr>
                                      <p:tavLst>
                                        <p:tav tm="0">
                                          <p:val>
                                            <p:strVal val="#ppt_w*0.70"/>
                                          </p:val>
                                        </p:tav>
                                        <p:tav tm="100000">
                                          <p:val>
                                            <p:strVal val="#ppt_w"/>
                                          </p:val>
                                        </p:tav>
                                      </p:tavLst>
                                    </p:anim>
                                    <p:anim calcmode="lin" valueType="num">
                                      <p:cBhvr>
                                        <p:cTn id="15" dur="1000" fill="hold"/>
                                        <p:tgtEl>
                                          <p:spTgt spid="174083"/>
                                        </p:tgtEl>
                                        <p:attrNameLst>
                                          <p:attrName>ppt_h</p:attrName>
                                        </p:attrNameLst>
                                      </p:cBhvr>
                                      <p:tavLst>
                                        <p:tav tm="0">
                                          <p:val>
                                            <p:strVal val="#ppt_h"/>
                                          </p:val>
                                        </p:tav>
                                        <p:tav tm="100000">
                                          <p:val>
                                            <p:strVal val="#ppt_h"/>
                                          </p:val>
                                        </p:tav>
                                      </p:tavLst>
                                    </p:anim>
                                    <p:animEffect transition="in" filter="fade">
                                      <p:cBhvr>
                                        <p:cTn id="16" dur="1000"/>
                                        <p:tgtEl>
                                          <p:spTgt spid="174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5F3A1617-4C2F-4CFC-80F9-1E4C6D9122C1}" type="datetime1">
              <a:rPr lang="zh-CN" altLang="en-US"/>
            </a:fld>
            <a:endParaRPr lang="zh-CN" altLang="en-US"/>
          </a:p>
        </p:txBody>
      </p:sp>
      <p:graphicFrame>
        <p:nvGraphicFramePr>
          <p:cNvPr id="168962" name="Object 2"/>
          <p:cNvGraphicFramePr>
            <a:graphicFrameLocks noChangeAspect="1"/>
          </p:cNvGraphicFramePr>
          <p:nvPr/>
        </p:nvGraphicFramePr>
        <p:xfrm>
          <a:off x="492125" y="4292600"/>
          <a:ext cx="3287713" cy="2022475"/>
        </p:xfrm>
        <a:graphic>
          <a:graphicData uri="http://schemas.openxmlformats.org/presentationml/2006/ole">
            <mc:AlternateContent xmlns:mc="http://schemas.openxmlformats.org/markup-compatibility/2006">
              <mc:Choice xmlns:v="urn:schemas-microsoft-com:vml" Requires="v">
                <p:oleObj spid="_x0000_s277549" name="公式" r:id="rId1" imgW="1993900" imgH="1219200" progId="Equation.3">
                  <p:embed/>
                </p:oleObj>
              </mc:Choice>
              <mc:Fallback>
                <p:oleObj name="公式" r:id="rId1" imgW="1993900" imgH="1219200" progId="Equation.3">
                  <p:embed/>
                  <p:pic>
                    <p:nvPicPr>
                      <p:cNvPr id="0" name="图片 2775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92125" y="4292600"/>
                        <a:ext cx="3287713" cy="2022475"/>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2" name="Rectangle 3"/>
          <p:cNvSpPr>
            <a:spLocks noGrp="1" noChangeArrowheads="1"/>
          </p:cNvSpPr>
          <p:nvPr>
            <p:ph type="body" sz="half" idx="4294967295"/>
          </p:nvPr>
        </p:nvSpPr>
        <p:spPr bwMode="blackGray">
          <a:xfrm>
            <a:off x="585873" y="0"/>
            <a:ext cx="8558127" cy="2374900"/>
          </a:xfrm>
        </p:spPr>
        <p:txBody>
          <a:bodyPr/>
          <a:lstStyle/>
          <a:p>
            <a:pPr>
              <a:buFont typeface="Wingdings" panose="05000000000000000000" pitchFamily="2" charset="2"/>
              <a:buNone/>
            </a:pPr>
            <a:r>
              <a:rPr lang="zh-CN" altLang="en-US" sz="3200" dirty="0">
                <a:solidFill>
                  <a:schemeClr val="accent2"/>
                </a:solidFill>
              </a:rPr>
              <a:t>回顾</a:t>
            </a:r>
            <a:r>
              <a:rPr lang="en-US" altLang="zh-CN" sz="3200" dirty="0">
                <a:solidFill>
                  <a:schemeClr val="accent2"/>
                </a:solidFill>
              </a:rPr>
              <a:t>   </a:t>
            </a:r>
            <a:r>
              <a:rPr lang="zh-CN" altLang="en-US" sz="3600" b="1" dirty="0">
                <a:solidFill>
                  <a:srgbClr val="0000FF"/>
                </a:solidFill>
                <a:latin typeface="+mj-lt"/>
                <a:ea typeface="+mj-ea"/>
                <a:cs typeface="+mj-cs"/>
              </a:rPr>
              <a:t>信号的分量</a:t>
            </a:r>
            <a:r>
              <a:rPr lang="en-US" altLang="zh-CN" sz="3600" b="1" dirty="0">
                <a:solidFill>
                  <a:srgbClr val="0000FF"/>
                </a:solidFill>
                <a:latin typeface="+mj-lt"/>
                <a:ea typeface="+mj-ea"/>
                <a:cs typeface="+mj-cs"/>
              </a:rPr>
              <a:t>—</a:t>
            </a:r>
            <a:r>
              <a:rPr lang="zh-CN" altLang="en-US" sz="2800" b="1" dirty="0">
                <a:solidFill>
                  <a:srgbClr val="0000FF"/>
                </a:solidFill>
                <a:latin typeface="+mj-lt"/>
                <a:ea typeface="+mj-ea"/>
                <a:cs typeface="+mj-cs"/>
              </a:rPr>
              <a:t>（类比矢量的分量）</a:t>
            </a:r>
            <a:endParaRPr lang="en-US" altLang="zh-CN" sz="3600" b="1" dirty="0">
              <a:solidFill>
                <a:srgbClr val="0000FF"/>
              </a:solidFill>
              <a:latin typeface="+mj-lt"/>
              <a:ea typeface="+mj-ea"/>
              <a:cs typeface="+mj-cs"/>
            </a:endParaRPr>
          </a:p>
          <a:p>
            <a:pPr>
              <a:buFont typeface="Wingdings" panose="05000000000000000000" pitchFamily="2" charset="2"/>
              <a:buNone/>
            </a:pPr>
            <a:endParaRPr lang="en-US" altLang="zh-CN" sz="2200" dirty="0"/>
          </a:p>
          <a:p>
            <a:pPr>
              <a:buFont typeface="Wingdings" panose="05000000000000000000" pitchFamily="2" charset="2"/>
              <a:buNone/>
            </a:pPr>
            <a:r>
              <a:rPr lang="zh-CN" altLang="en-US" sz="2100" dirty="0"/>
              <a:t>定义：函数</a:t>
            </a:r>
            <a:r>
              <a:rPr lang="en-US" altLang="zh-CN" sz="2100" i="1" dirty="0"/>
              <a:t>f</a:t>
            </a:r>
            <a:r>
              <a:rPr lang="en-US" altLang="zh-CN" sz="2100" i="1" baseline="-25000" dirty="0"/>
              <a:t>1</a:t>
            </a:r>
            <a:r>
              <a:rPr lang="en-US" altLang="zh-CN" sz="2100" i="1" dirty="0"/>
              <a:t>(t)</a:t>
            </a:r>
            <a:r>
              <a:rPr lang="zh-CN" altLang="en-US" sz="2100" i="1" dirty="0"/>
              <a:t>，</a:t>
            </a:r>
            <a:r>
              <a:rPr lang="en-US" altLang="zh-CN" sz="2100" i="1" dirty="0"/>
              <a:t>f</a:t>
            </a:r>
            <a:r>
              <a:rPr lang="en-US" altLang="zh-CN" sz="2100" i="1" baseline="-25000" dirty="0"/>
              <a:t>2</a:t>
            </a:r>
            <a:r>
              <a:rPr lang="en-US" altLang="zh-CN" sz="2100" i="1" dirty="0"/>
              <a:t>(t)</a:t>
            </a:r>
            <a:r>
              <a:rPr lang="zh-CN" altLang="en-US" sz="2100" i="1" dirty="0"/>
              <a:t>，</a:t>
            </a:r>
            <a:r>
              <a:rPr lang="zh-CN" altLang="en-US" sz="2100" dirty="0"/>
              <a:t>在区间</a:t>
            </a:r>
            <a:r>
              <a:rPr lang="en-US" altLang="zh-CN" sz="2100" dirty="0"/>
              <a:t>[t</a:t>
            </a:r>
            <a:r>
              <a:rPr lang="en-US" altLang="zh-CN" sz="2100" baseline="-25000" dirty="0"/>
              <a:t>1</a:t>
            </a:r>
            <a:r>
              <a:rPr lang="en-US" altLang="zh-CN" sz="2100" dirty="0"/>
              <a:t>,t</a:t>
            </a:r>
            <a:r>
              <a:rPr lang="en-US" altLang="zh-CN" sz="2100" baseline="-25000" dirty="0"/>
              <a:t>2</a:t>
            </a:r>
            <a:r>
              <a:rPr lang="en-US" altLang="zh-CN" sz="2100" dirty="0"/>
              <a:t>]</a:t>
            </a:r>
            <a:r>
              <a:rPr lang="zh-CN" altLang="en-US" sz="2100" dirty="0"/>
              <a:t>上</a:t>
            </a:r>
            <a:r>
              <a:rPr lang="en-US" altLang="zh-CN" sz="2100" i="1" dirty="0"/>
              <a:t>f</a:t>
            </a:r>
            <a:r>
              <a:rPr lang="en-US" altLang="zh-CN" sz="2100" i="1" baseline="-25000" dirty="0"/>
              <a:t>1</a:t>
            </a:r>
            <a:r>
              <a:rPr lang="en-US" altLang="zh-CN" sz="2100" i="1" dirty="0"/>
              <a:t>(t)</a:t>
            </a:r>
            <a:r>
              <a:rPr lang="zh-CN" altLang="en-US" sz="2100" dirty="0"/>
              <a:t>在</a:t>
            </a:r>
            <a:r>
              <a:rPr lang="en-US" altLang="zh-CN" sz="2100" i="1" dirty="0"/>
              <a:t>f</a:t>
            </a:r>
            <a:r>
              <a:rPr lang="en-US" altLang="zh-CN" sz="2100" i="1" baseline="-25000" dirty="0"/>
              <a:t>2</a:t>
            </a:r>
            <a:r>
              <a:rPr lang="en-US" altLang="zh-CN" sz="2100" i="1" dirty="0"/>
              <a:t>(t)</a:t>
            </a:r>
            <a:r>
              <a:rPr lang="zh-CN" altLang="en-US" sz="2100" dirty="0"/>
              <a:t>上的分量为</a:t>
            </a:r>
            <a:r>
              <a:rPr lang="en-US" altLang="zh-CN" sz="2100" i="1" dirty="0"/>
              <a:t>C</a:t>
            </a:r>
            <a:r>
              <a:rPr lang="en-US" altLang="zh-CN" sz="2100" i="1" baseline="-25000" dirty="0"/>
              <a:t>12</a:t>
            </a:r>
            <a:r>
              <a:rPr lang="en-US" altLang="zh-CN" sz="2100" i="1" dirty="0"/>
              <a:t>f</a:t>
            </a:r>
            <a:r>
              <a:rPr lang="en-US" altLang="zh-CN" sz="2100" i="1" baseline="-25000" dirty="0"/>
              <a:t>2</a:t>
            </a:r>
            <a:r>
              <a:rPr lang="en-US" altLang="zh-CN" sz="2100" i="1" dirty="0"/>
              <a:t>(t)</a:t>
            </a:r>
            <a:r>
              <a:rPr lang="zh-CN" altLang="en-US" sz="2100" i="1" dirty="0"/>
              <a:t>，</a:t>
            </a:r>
            <a:r>
              <a:rPr lang="zh-CN" altLang="en-US" sz="2100" dirty="0"/>
              <a:t>其中</a:t>
            </a:r>
            <a:r>
              <a:rPr lang="en-US" altLang="zh-CN" sz="2100" i="1" dirty="0"/>
              <a:t>C</a:t>
            </a:r>
            <a:r>
              <a:rPr lang="en-US" altLang="zh-CN" sz="2100" i="1" baseline="-25000" dirty="0"/>
              <a:t>12</a:t>
            </a:r>
            <a:r>
              <a:rPr lang="zh-CN" altLang="en-US" sz="2100" dirty="0"/>
              <a:t>称为分量系数，为常数。</a:t>
            </a:r>
            <a:endParaRPr lang="zh-CN" altLang="en-US" sz="2100" dirty="0"/>
          </a:p>
          <a:p>
            <a:pPr lvl="2">
              <a:buFont typeface="Wingdings" panose="05000000000000000000" pitchFamily="2" charset="2"/>
              <a:buNone/>
            </a:pPr>
            <a:r>
              <a:rPr lang="zh-CN" altLang="en-US" sz="2100" dirty="0"/>
              <a:t>如何求</a:t>
            </a:r>
            <a:r>
              <a:rPr lang="en-US" altLang="zh-CN" sz="2100" i="1" dirty="0"/>
              <a:t>C</a:t>
            </a:r>
            <a:r>
              <a:rPr lang="en-US" altLang="zh-CN" sz="2100" i="1" baseline="-25000" dirty="0"/>
              <a:t>12</a:t>
            </a:r>
            <a:r>
              <a:rPr lang="en-US" altLang="zh-CN" sz="2100" i="1" dirty="0"/>
              <a:t>=</a:t>
            </a:r>
            <a:r>
              <a:rPr lang="zh-CN" altLang="en-US" sz="2100" i="1" dirty="0"/>
              <a:t>？</a:t>
            </a:r>
            <a:endParaRPr lang="zh-CN" altLang="en-US" sz="2100" i="1" dirty="0"/>
          </a:p>
        </p:txBody>
      </p:sp>
      <p:graphicFrame>
        <p:nvGraphicFramePr>
          <p:cNvPr id="168964" name="Object 4"/>
          <p:cNvGraphicFramePr>
            <a:graphicFrameLocks noGrp="1" noChangeAspect="1"/>
          </p:cNvGraphicFramePr>
          <p:nvPr>
            <p:ph sz="quarter" idx="4294967295"/>
          </p:nvPr>
        </p:nvGraphicFramePr>
        <p:xfrm>
          <a:off x="929084" y="2641600"/>
          <a:ext cx="1943100" cy="1651000"/>
        </p:xfrm>
        <a:graphic>
          <a:graphicData uri="http://schemas.openxmlformats.org/presentationml/2006/ole">
            <mc:AlternateContent xmlns:mc="http://schemas.openxmlformats.org/markup-compatibility/2006">
              <mc:Choice xmlns:v="urn:schemas-microsoft-com:vml" Requires="v">
                <p:oleObj spid="_x0000_s277550" name="Image" r:id="rId3" imgW="1225550" imgH="1042670" progId="Photoshop.Image.6">
                  <p:embed/>
                </p:oleObj>
              </mc:Choice>
              <mc:Fallback>
                <p:oleObj name="Image" r:id="rId3" imgW="1225550" imgH="1042670" progId="Photoshop.Image.6">
                  <p:embed/>
                  <p:pic>
                    <p:nvPicPr>
                      <p:cNvPr id="0" name="图片 27750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blackGray">
                      <a:xfrm>
                        <a:off x="929084" y="2641600"/>
                        <a:ext cx="1943100" cy="165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65" name="Object 5"/>
          <p:cNvGraphicFramePr>
            <a:graphicFrameLocks noChangeAspect="1"/>
          </p:cNvGraphicFramePr>
          <p:nvPr/>
        </p:nvGraphicFramePr>
        <p:xfrm>
          <a:off x="3906838" y="1951038"/>
          <a:ext cx="5237162" cy="4364037"/>
        </p:xfrm>
        <a:graphic>
          <a:graphicData uri="http://schemas.openxmlformats.org/presentationml/2006/ole">
            <mc:AlternateContent xmlns:mc="http://schemas.openxmlformats.org/markup-compatibility/2006">
              <mc:Choice xmlns:v="urn:schemas-microsoft-com:vml" Requires="v">
                <p:oleObj spid="_x0000_s277551" name="公式" r:id="rId5" imgW="3340100" imgH="2070100" progId="Equation.3">
                  <p:embed/>
                </p:oleObj>
              </mc:Choice>
              <mc:Fallback>
                <p:oleObj name="公式" r:id="rId5" imgW="3340100" imgH="2070100" progId="Equation.3">
                  <p:embed/>
                  <p:pic>
                    <p:nvPicPr>
                      <p:cNvPr id="0" name="图片 2775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6838" y="1951038"/>
                        <a:ext cx="5237162" cy="4364037"/>
                      </a:xfrm>
                      <a:prstGeom prst="rect">
                        <a:avLst/>
                      </a:prstGeom>
                      <a:solidFill>
                        <a:schemeClr val="bg1"/>
                      </a:solidFill>
                      <a:ln w="38100">
                        <a:solidFill>
                          <a:schemeClr val="accent2"/>
                        </a:solidFill>
                        <a:miter lim="800000"/>
                        <a:headEnd/>
                        <a:tailEnd/>
                      </a:ln>
                      <a:effectLst>
                        <a:outerShdw dist="35921" dir="2700000" algn="ctr" rotWithShape="0">
                          <a:schemeClr val="bg2"/>
                        </a:outerShdw>
                      </a:effectLst>
                    </p:spPr>
                  </p:pic>
                </p:oleObj>
              </mc:Fallback>
            </mc:AlternateContent>
          </a:graphicData>
        </a:graphic>
      </p:graphicFrame>
    </p:spTree>
    <p:custDataLst>
      <p:tags r:id="rId7"/>
    </p:custDataLst>
  </p:cSld>
  <p:clrMapOvr>
    <a:masterClrMapping/>
  </p:clrMapOvr>
  <p:transition spd="slow" advTm="27308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68964"/>
                                        </p:tgtEl>
                                        <p:attrNameLst>
                                          <p:attrName>style.visibility</p:attrName>
                                        </p:attrNameLst>
                                      </p:cBhvr>
                                      <p:to>
                                        <p:strVal val="visible"/>
                                      </p:to>
                                    </p:set>
                                    <p:anim calcmode="lin" valueType="num">
                                      <p:cBhvr additive="base">
                                        <p:cTn id="7" dur="500" fill="hold"/>
                                        <p:tgtEl>
                                          <p:spTgt spid="168964"/>
                                        </p:tgtEl>
                                        <p:attrNameLst>
                                          <p:attrName>ppt_x</p:attrName>
                                        </p:attrNameLst>
                                      </p:cBhvr>
                                      <p:tavLst>
                                        <p:tav tm="0">
                                          <p:val>
                                            <p:strVal val="#ppt_x"/>
                                          </p:val>
                                        </p:tav>
                                        <p:tav tm="100000">
                                          <p:val>
                                            <p:strVal val="#ppt_x"/>
                                          </p:val>
                                        </p:tav>
                                      </p:tavLst>
                                    </p:anim>
                                    <p:anim calcmode="lin" valueType="num">
                                      <p:cBhvr additive="base">
                                        <p:cTn id="8" dur="500" fill="hold"/>
                                        <p:tgtEl>
                                          <p:spTgt spid="16896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8962"/>
                                        </p:tgtEl>
                                        <p:attrNameLst>
                                          <p:attrName>style.visibility</p:attrName>
                                        </p:attrNameLst>
                                      </p:cBhvr>
                                      <p:to>
                                        <p:strVal val="visible"/>
                                      </p:to>
                                    </p:set>
                                    <p:anim calcmode="lin" valueType="num">
                                      <p:cBhvr additive="base">
                                        <p:cTn id="11" dur="500" fill="hold"/>
                                        <p:tgtEl>
                                          <p:spTgt spid="168962"/>
                                        </p:tgtEl>
                                        <p:attrNameLst>
                                          <p:attrName>ppt_x</p:attrName>
                                        </p:attrNameLst>
                                      </p:cBhvr>
                                      <p:tavLst>
                                        <p:tav tm="0">
                                          <p:val>
                                            <p:strVal val="#ppt_x"/>
                                          </p:val>
                                        </p:tav>
                                        <p:tav tm="100000">
                                          <p:val>
                                            <p:strVal val="#ppt_x"/>
                                          </p:val>
                                        </p:tav>
                                      </p:tavLst>
                                    </p:anim>
                                    <p:anim calcmode="lin" valueType="num">
                                      <p:cBhvr additive="base">
                                        <p:cTn id="12" dur="500" fill="hold"/>
                                        <p:tgtEl>
                                          <p:spTgt spid="16896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68965"/>
                                        </p:tgtEl>
                                        <p:attrNameLst>
                                          <p:attrName>style.visibility</p:attrName>
                                        </p:attrNameLst>
                                      </p:cBhvr>
                                      <p:to>
                                        <p:strVal val="visible"/>
                                      </p:to>
                                    </p:set>
                                    <p:anim calcmode="lin" valueType="num">
                                      <p:cBhvr>
                                        <p:cTn id="17" dur="1000" fill="hold"/>
                                        <p:tgtEl>
                                          <p:spTgt spid="168965"/>
                                        </p:tgtEl>
                                        <p:attrNameLst>
                                          <p:attrName>ppt_w</p:attrName>
                                        </p:attrNameLst>
                                      </p:cBhvr>
                                      <p:tavLst>
                                        <p:tav tm="0">
                                          <p:val>
                                            <p:strVal val="#ppt_w*0.70"/>
                                          </p:val>
                                        </p:tav>
                                        <p:tav tm="100000">
                                          <p:val>
                                            <p:strVal val="#ppt_w"/>
                                          </p:val>
                                        </p:tav>
                                      </p:tavLst>
                                    </p:anim>
                                    <p:anim calcmode="lin" valueType="num">
                                      <p:cBhvr>
                                        <p:cTn id="18" dur="1000" fill="hold"/>
                                        <p:tgtEl>
                                          <p:spTgt spid="168965"/>
                                        </p:tgtEl>
                                        <p:attrNameLst>
                                          <p:attrName>ppt_h</p:attrName>
                                        </p:attrNameLst>
                                      </p:cBhvr>
                                      <p:tavLst>
                                        <p:tav tm="0">
                                          <p:val>
                                            <p:strVal val="#ppt_h"/>
                                          </p:val>
                                        </p:tav>
                                        <p:tav tm="100000">
                                          <p:val>
                                            <p:strVal val="#ppt_h"/>
                                          </p:val>
                                        </p:tav>
                                      </p:tavLst>
                                    </p:anim>
                                    <p:animEffect transition="in" filter="fade">
                                      <p:cBhvr>
                                        <p:cTn id="19" dur="1000"/>
                                        <p:tgtEl>
                                          <p:spTgt spid="168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15419A81-3ED9-4D45-B0F3-8555D862F551}" type="datetime1">
              <a:rPr lang="zh-CN" altLang="en-US"/>
            </a:fld>
            <a:endParaRPr lang="zh-CN" altLang="en-US"/>
          </a:p>
        </p:txBody>
      </p:sp>
      <p:sp>
        <p:nvSpPr>
          <p:cNvPr id="33795" name="Rectangle 2"/>
          <p:cNvSpPr>
            <a:spLocks noGrp="1" noChangeArrowheads="1"/>
          </p:cNvSpPr>
          <p:nvPr>
            <p:ph type="body" sz="half" idx="4294967295"/>
          </p:nvPr>
        </p:nvSpPr>
        <p:spPr bwMode="blackGray">
          <a:xfrm>
            <a:off x="582613" y="885825"/>
            <a:ext cx="7561262" cy="503238"/>
          </a:xfrm>
          <a:solidFill>
            <a:schemeClr val="bg1"/>
          </a:solidFill>
          <a:effectLst>
            <a:outerShdw dist="35921" dir="2700000" algn="ctr" rotWithShape="0">
              <a:srgbClr val="808080"/>
            </a:outerShdw>
          </a:effectLst>
        </p:spPr>
        <p:txBody>
          <a:bodyPr/>
          <a:lstStyle/>
          <a:p>
            <a:pPr marL="363855" lvl="1" indent="-184150">
              <a:buFont typeface="Wingdings" panose="05000000000000000000" pitchFamily="2" charset="2"/>
              <a:buNone/>
            </a:pPr>
            <a:r>
              <a:rPr lang="en-US" altLang="zh-CN" sz="2000" b="1">
                <a:solidFill>
                  <a:srgbClr val="FF3300"/>
                </a:solidFill>
              </a:rPr>
              <a:t>4</a:t>
            </a:r>
            <a:r>
              <a:rPr lang="zh-CN" altLang="en-US" sz="2000" b="1">
                <a:solidFill>
                  <a:srgbClr val="FF3300"/>
                </a:solidFill>
              </a:rPr>
              <a:t>、引入正交函数集、正交信号空间</a:t>
            </a:r>
            <a:r>
              <a:rPr lang="zh-CN" altLang="en-US" sz="2000" b="1"/>
              <a:t>（类比矢量的正交空间）</a:t>
            </a:r>
            <a:r>
              <a:rPr lang="zh-CN" altLang="en-US" sz="1800" b="1"/>
              <a:t>   </a:t>
            </a:r>
            <a:endParaRPr lang="zh-CN" altLang="en-US" sz="1800" b="1"/>
          </a:p>
        </p:txBody>
      </p:sp>
      <p:grpSp>
        <p:nvGrpSpPr>
          <p:cNvPr id="2" name="Group 3"/>
          <p:cNvGrpSpPr/>
          <p:nvPr/>
        </p:nvGrpSpPr>
        <p:grpSpPr bwMode="auto">
          <a:xfrm>
            <a:off x="1258888" y="2205038"/>
            <a:ext cx="7343775" cy="936625"/>
            <a:chOff x="567" y="754"/>
            <a:chExt cx="4626" cy="590"/>
          </a:xfrm>
        </p:grpSpPr>
        <p:graphicFrame>
          <p:nvGraphicFramePr>
            <p:cNvPr id="33801" name="Object 4"/>
            <p:cNvGraphicFramePr>
              <a:graphicFrameLocks noChangeAspect="1"/>
            </p:cNvGraphicFramePr>
            <p:nvPr/>
          </p:nvGraphicFramePr>
          <p:xfrm>
            <a:off x="567" y="754"/>
            <a:ext cx="4626" cy="590"/>
          </p:xfrm>
          <a:graphic>
            <a:graphicData uri="http://schemas.openxmlformats.org/presentationml/2006/ole">
              <mc:AlternateContent xmlns:mc="http://schemas.openxmlformats.org/markup-compatibility/2006">
                <mc:Choice xmlns:v="urn:schemas-microsoft-com:vml" Requires="v">
                  <p:oleObj spid="_x0000_s278560" name="公式" r:id="rId1" imgW="3429000" imgH="457200" progId="Equation.3">
                    <p:embed/>
                  </p:oleObj>
                </mc:Choice>
                <mc:Fallback>
                  <p:oleObj name="公式" r:id="rId1" imgW="3429000" imgH="457200" progId="Equation.3">
                    <p:embed/>
                    <p:pic>
                      <p:nvPicPr>
                        <p:cNvPr id="0" name="图片 2785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 y="754"/>
                          <a:ext cx="4626" cy="59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3802" name="Rectangle 5"/>
            <p:cNvSpPr>
              <a:spLocks noChangeArrowheads="1"/>
            </p:cNvSpPr>
            <p:nvPr/>
          </p:nvSpPr>
          <p:spPr bwMode="auto">
            <a:xfrm>
              <a:off x="1701" y="1071"/>
              <a:ext cx="1179" cy="273"/>
            </a:xfrm>
            <a:prstGeom prst="rect">
              <a:avLst/>
            </a:prstGeom>
            <a:noFill/>
            <a:ln w="28575">
              <a:solidFill>
                <a:srgbClr val="FF00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graphicFrame>
        <p:nvGraphicFramePr>
          <p:cNvPr id="175110" name="Object 6"/>
          <p:cNvGraphicFramePr>
            <a:graphicFrameLocks noGrp="1" noChangeAspect="1"/>
          </p:cNvGraphicFramePr>
          <p:nvPr>
            <p:ph sz="quarter" idx="4294967295"/>
          </p:nvPr>
        </p:nvGraphicFramePr>
        <p:xfrm>
          <a:off x="1476375" y="3860800"/>
          <a:ext cx="7345363" cy="1944688"/>
        </p:xfrm>
        <a:graphic>
          <a:graphicData uri="http://schemas.openxmlformats.org/presentationml/2006/ole">
            <mc:AlternateContent xmlns:mc="http://schemas.openxmlformats.org/markup-compatibility/2006">
              <mc:Choice xmlns:v="urn:schemas-microsoft-com:vml" Requires="v">
                <p:oleObj spid="_x0000_s278561" name="公式" r:id="rId3" imgW="2743200" imgH="685800" progId="Equation.3">
                  <p:embed/>
                </p:oleObj>
              </mc:Choice>
              <mc:Fallback>
                <p:oleObj name="公式" r:id="rId3" imgW="2743200" imgH="685800" progId="Equation.3">
                  <p:embed/>
                  <p:pic>
                    <p:nvPicPr>
                      <p:cNvPr id="0" name="图片 27853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3860800"/>
                        <a:ext cx="7345363" cy="1944688"/>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3798" name="Rectangle 8"/>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Tree>
  </p:cSld>
  <p:clrMapOvr>
    <a:masterClrMapping/>
  </p:clrMapOvr>
  <p:transition spd="slow" advTm="13630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75110"/>
                                        </p:tgtEl>
                                        <p:attrNameLst>
                                          <p:attrName>style.visibility</p:attrName>
                                        </p:attrNameLst>
                                      </p:cBhvr>
                                      <p:to>
                                        <p:strVal val="visible"/>
                                      </p:to>
                                    </p:set>
                                    <p:anim calcmode="lin" valueType="num">
                                      <p:cBhvr>
                                        <p:cTn id="14" dur="1000" fill="hold"/>
                                        <p:tgtEl>
                                          <p:spTgt spid="175110"/>
                                        </p:tgtEl>
                                        <p:attrNameLst>
                                          <p:attrName>ppt_w</p:attrName>
                                        </p:attrNameLst>
                                      </p:cBhvr>
                                      <p:tavLst>
                                        <p:tav tm="0">
                                          <p:val>
                                            <p:strVal val="#ppt_w*0.70"/>
                                          </p:val>
                                        </p:tav>
                                        <p:tav tm="100000">
                                          <p:val>
                                            <p:strVal val="#ppt_w"/>
                                          </p:val>
                                        </p:tav>
                                      </p:tavLst>
                                    </p:anim>
                                    <p:anim calcmode="lin" valueType="num">
                                      <p:cBhvr>
                                        <p:cTn id="15" dur="1000" fill="hold"/>
                                        <p:tgtEl>
                                          <p:spTgt spid="175110"/>
                                        </p:tgtEl>
                                        <p:attrNameLst>
                                          <p:attrName>ppt_h</p:attrName>
                                        </p:attrNameLst>
                                      </p:cBhvr>
                                      <p:tavLst>
                                        <p:tav tm="0">
                                          <p:val>
                                            <p:strVal val="#ppt_h"/>
                                          </p:val>
                                        </p:tav>
                                        <p:tav tm="100000">
                                          <p:val>
                                            <p:strVal val="#ppt_h"/>
                                          </p:val>
                                        </p:tav>
                                      </p:tavLst>
                                    </p:anim>
                                    <p:animEffect transition="in" filter="fade">
                                      <p:cBhvr>
                                        <p:cTn id="16" dur="1000"/>
                                        <p:tgtEl>
                                          <p:spTgt spid="175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A9637080-1E51-41AD-AC34-194833EC08CA}" type="datetime1">
              <a:rPr lang="zh-CN" altLang="en-US"/>
            </a:fld>
            <a:endParaRPr lang="zh-CN" altLang="en-US"/>
          </a:p>
        </p:txBody>
      </p:sp>
      <p:sp>
        <p:nvSpPr>
          <p:cNvPr id="34819" name="Rectangle 2"/>
          <p:cNvSpPr>
            <a:spLocks noChangeArrowheads="1"/>
          </p:cNvSpPr>
          <p:nvPr/>
        </p:nvSpPr>
        <p:spPr bwMode="blackGray">
          <a:xfrm>
            <a:off x="827088" y="692150"/>
            <a:ext cx="75612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539750" indent="-3606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en-US" altLang="zh-CN" b="1">
                <a:solidFill>
                  <a:srgbClr val="FF3300"/>
                </a:solidFill>
              </a:rPr>
              <a:t>5</a:t>
            </a:r>
            <a:r>
              <a:rPr lang="zh-CN" altLang="en-US" b="1">
                <a:solidFill>
                  <a:srgbClr val="FF3300"/>
                </a:solidFill>
              </a:rPr>
              <a:t>、信号分解</a:t>
            </a:r>
            <a:r>
              <a:rPr lang="zh-CN" altLang="en-US" b="1"/>
              <a:t>（</a:t>
            </a:r>
            <a:r>
              <a:rPr lang="zh-CN" altLang="en-US" b="1">
                <a:solidFill>
                  <a:srgbClr val="0000CC"/>
                </a:solidFill>
              </a:rPr>
              <a:t>类比正交矢量空间的分解</a:t>
            </a:r>
            <a:r>
              <a:rPr lang="zh-CN" altLang="en-US" b="1"/>
              <a:t>）</a:t>
            </a:r>
            <a:endParaRPr lang="zh-CN" altLang="en-US" b="1"/>
          </a:p>
        </p:txBody>
      </p:sp>
      <p:graphicFrame>
        <p:nvGraphicFramePr>
          <p:cNvPr id="34820" name="Object 3"/>
          <p:cNvGraphicFramePr>
            <a:graphicFrameLocks noChangeAspect="1"/>
          </p:cNvGraphicFramePr>
          <p:nvPr/>
        </p:nvGraphicFramePr>
        <p:xfrm>
          <a:off x="1345561" y="1268413"/>
          <a:ext cx="5761037" cy="520700"/>
        </p:xfrm>
        <a:graphic>
          <a:graphicData uri="http://schemas.openxmlformats.org/presentationml/2006/ole">
            <mc:AlternateContent xmlns:mc="http://schemas.openxmlformats.org/markup-compatibility/2006">
              <mc:Choice xmlns:v="urn:schemas-microsoft-com:vml" Requires="v">
                <p:oleObj spid="_x0000_s279623" name="公式" r:id="rId1" imgW="2476500" imgH="215900" progId="Equation.3">
                  <p:embed/>
                </p:oleObj>
              </mc:Choice>
              <mc:Fallback>
                <p:oleObj name="公式" r:id="rId1" imgW="2476500" imgH="215900" progId="Equation.3">
                  <p:embed/>
                  <p:pic>
                    <p:nvPicPr>
                      <p:cNvPr id="0" name="图片 2795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Gray">
                      <a:xfrm>
                        <a:off x="1345561" y="1268413"/>
                        <a:ext cx="5761037" cy="520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2" name="Object 5"/>
          <p:cNvGraphicFramePr>
            <a:graphicFrameLocks noGrp="1" noChangeAspect="1"/>
          </p:cNvGraphicFramePr>
          <p:nvPr>
            <p:ph sz="quarter" idx="4294967295"/>
          </p:nvPr>
        </p:nvGraphicFramePr>
        <p:xfrm>
          <a:off x="1389702" y="1830885"/>
          <a:ext cx="7308850" cy="630238"/>
        </p:xfrm>
        <a:graphic>
          <a:graphicData uri="http://schemas.openxmlformats.org/presentationml/2006/ole">
            <mc:AlternateContent xmlns:mc="http://schemas.openxmlformats.org/markup-compatibility/2006">
              <mc:Choice xmlns:v="urn:schemas-microsoft-com:vml" Requires="v">
                <p:oleObj spid="_x0000_s279624" name="公式" r:id="rId3" imgW="3009900" imgH="228600" progId="Equation.3">
                  <p:embed/>
                </p:oleObj>
              </mc:Choice>
              <mc:Fallback>
                <p:oleObj name="公式" r:id="rId3" imgW="3009900" imgH="228600" progId="Equation.3">
                  <p:embed/>
                  <p:pic>
                    <p:nvPicPr>
                      <p:cNvPr id="0" name="图片 27955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9702" y="1830885"/>
                        <a:ext cx="7308850" cy="63023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34824" name="Rectangle 10"/>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graphicFrame>
        <p:nvGraphicFramePr>
          <p:cNvPr id="7" name="Object 3"/>
          <p:cNvGraphicFramePr>
            <a:graphicFrameLocks noGrp="1" noChangeAspect="1"/>
          </p:cNvGraphicFramePr>
          <p:nvPr>
            <p:ph sz="quarter" idx="4294967295"/>
          </p:nvPr>
        </p:nvGraphicFramePr>
        <p:xfrm>
          <a:off x="1365869" y="5769013"/>
          <a:ext cx="1204913" cy="788988"/>
        </p:xfrm>
        <a:graphic>
          <a:graphicData uri="http://schemas.openxmlformats.org/presentationml/2006/ole">
            <mc:AlternateContent xmlns:mc="http://schemas.openxmlformats.org/markup-compatibility/2006">
              <mc:Choice xmlns:v="urn:schemas-microsoft-com:vml" Requires="v">
                <p:oleObj spid="_x0000_s279625" name="公式" r:id="rId5" imgW="330200" imgH="215900" progId="Equation.3">
                  <p:embed/>
                </p:oleObj>
              </mc:Choice>
              <mc:Fallback>
                <p:oleObj name="公式" r:id="rId5" imgW="330200" imgH="215900" progId="Equation.3">
                  <p:embed/>
                  <p:pic>
                    <p:nvPicPr>
                      <p:cNvPr id="0" name="图片 27955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5869" y="5769013"/>
                        <a:ext cx="1204913" cy="788988"/>
                      </a:xfrm>
                      <a:prstGeom prst="rect">
                        <a:avLst/>
                      </a:prstGeom>
                      <a:solidFill>
                        <a:schemeClr val="bg1"/>
                      </a:solidFill>
                      <a:ln>
                        <a:noFill/>
                      </a:ln>
                      <a:effectLst/>
                    </p:spPr>
                  </p:pic>
                </p:oleObj>
              </mc:Fallback>
            </mc:AlternateContent>
          </a:graphicData>
        </a:graphic>
      </p:graphicFrame>
      <p:graphicFrame>
        <p:nvGraphicFramePr>
          <p:cNvPr id="9" name="Object 6"/>
          <p:cNvGraphicFramePr>
            <a:graphicFrameLocks noChangeAspect="1"/>
          </p:cNvGraphicFramePr>
          <p:nvPr/>
        </p:nvGraphicFramePr>
        <p:xfrm>
          <a:off x="2463800" y="5277182"/>
          <a:ext cx="5924550" cy="1692275"/>
        </p:xfrm>
        <a:graphic>
          <a:graphicData uri="http://schemas.openxmlformats.org/presentationml/2006/ole">
            <mc:AlternateContent xmlns:mc="http://schemas.openxmlformats.org/markup-compatibility/2006">
              <mc:Choice xmlns:v="urn:schemas-microsoft-com:vml" Requires="v">
                <p:oleObj spid="_x0000_s279626" name="公式" r:id="rId7" imgW="57607200" imgH="16459200" progId="Equation.3">
                  <p:embed/>
                </p:oleObj>
              </mc:Choice>
              <mc:Fallback>
                <p:oleObj name="公式" r:id="rId7" imgW="57607200" imgH="16459200" progId="Equation.3">
                  <p:embed/>
                  <p:pic>
                    <p:nvPicPr>
                      <p:cNvPr id="0" name="图片 279556"/>
                      <p:cNvPicPr>
                        <a:picLocks noChangeAspect="1" noChangeArrowheads="1"/>
                      </p:cNvPicPr>
                      <p:nvPr/>
                    </p:nvPicPr>
                    <p:blipFill>
                      <a:blip r:embed="rId8"/>
                      <a:srcRect/>
                      <a:stretch>
                        <a:fillRect/>
                      </a:stretch>
                    </p:blipFill>
                    <p:spPr bwMode="auto">
                      <a:xfrm>
                        <a:off x="2463800" y="5277182"/>
                        <a:ext cx="5924550" cy="1692275"/>
                      </a:xfrm>
                      <a:prstGeom prst="rect">
                        <a:avLst/>
                      </a:prstGeom>
                      <a:solidFill>
                        <a:schemeClr val="bg1"/>
                      </a:solidFill>
                      <a:ln>
                        <a:noFill/>
                      </a:ln>
                      <a:effectLst/>
                    </p:spPr>
                  </p:pic>
                </p:oleObj>
              </mc:Fallback>
            </mc:AlternateContent>
          </a:graphicData>
        </a:graphic>
      </p:graphicFrame>
      <p:graphicFrame>
        <p:nvGraphicFramePr>
          <p:cNvPr id="11" name="Object 5"/>
          <p:cNvGraphicFramePr>
            <a:graphicFrameLocks noChangeAspect="1"/>
          </p:cNvGraphicFramePr>
          <p:nvPr/>
        </p:nvGraphicFramePr>
        <p:xfrm>
          <a:off x="1064540" y="2535271"/>
          <a:ext cx="7086358" cy="2732861"/>
        </p:xfrm>
        <a:graphic>
          <a:graphicData uri="http://schemas.openxmlformats.org/presentationml/2006/ole">
            <mc:AlternateContent xmlns:mc="http://schemas.openxmlformats.org/markup-compatibility/2006">
              <mc:Choice xmlns:v="urn:schemas-microsoft-com:vml" Requires="v">
                <p:oleObj spid="_x0000_s279627" name="公式" r:id="rId9" imgW="96926400" imgH="39624000" progId="Equation.3">
                  <p:embed/>
                </p:oleObj>
              </mc:Choice>
              <mc:Fallback>
                <p:oleObj name="公式" r:id="rId9" imgW="96926400" imgH="39624000" progId="Equation.3">
                  <p:embed/>
                  <p:pic>
                    <p:nvPicPr>
                      <p:cNvPr id="0" name="图片 279557"/>
                      <p:cNvPicPr>
                        <a:picLocks noChangeAspect="1" noChangeArrowheads="1"/>
                      </p:cNvPicPr>
                      <p:nvPr/>
                    </p:nvPicPr>
                    <p:blipFill>
                      <a:blip r:embed="rId10"/>
                      <a:srcRect/>
                      <a:stretch>
                        <a:fillRect/>
                      </a:stretch>
                    </p:blipFill>
                    <p:spPr bwMode="auto">
                      <a:xfrm>
                        <a:off x="1064540" y="2535271"/>
                        <a:ext cx="7086358" cy="2732861"/>
                      </a:xfrm>
                      <a:prstGeom prst="rect">
                        <a:avLst/>
                      </a:prstGeom>
                      <a:solidFill>
                        <a:schemeClr val="bg1"/>
                      </a:solidFill>
                      <a:ln w="38100">
                        <a:solidFill>
                          <a:schemeClr val="accent2"/>
                        </a:solidFill>
                        <a:miter lim="800000"/>
                        <a:headEnd/>
                        <a:tailEnd/>
                      </a:ln>
                      <a:effectLst>
                        <a:outerShdw dist="35921" dir="2700000" algn="ctr" rotWithShape="0">
                          <a:schemeClr val="bg2"/>
                        </a:outerShdw>
                      </a:effectLst>
                    </p:spPr>
                  </p:pic>
                </p:oleObj>
              </mc:Fallback>
            </mc:AlternateContent>
          </a:graphicData>
        </a:graphic>
      </p:graphicFrame>
    </p:spTree>
    <p:custDataLst>
      <p:tags r:id="rId11"/>
    </p:custDataLst>
  </p:cSld>
  <p:clrMapOvr>
    <a:masterClrMapping/>
  </p:clrMapOvr>
  <p:transition spd="slow" advTm="9735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1000" fill="hold"/>
                                        <p:tgtEl>
                                          <p:spTgt spid="9"/>
                                        </p:tgtEl>
                                        <p:attrNameLst>
                                          <p:attrName>ppt_w</p:attrName>
                                        </p:attrNameLst>
                                      </p:cBhvr>
                                      <p:tavLst>
                                        <p:tav tm="0">
                                          <p:val>
                                            <p:strVal val="#ppt_w*0.70"/>
                                          </p:val>
                                        </p:tav>
                                        <p:tav tm="100000">
                                          <p:val>
                                            <p:strVal val="#ppt_w"/>
                                          </p:val>
                                        </p:tav>
                                      </p:tavLst>
                                    </p:anim>
                                    <p:anim calcmode="lin" valueType="num">
                                      <p:cBhvr>
                                        <p:cTn id="22" dur="1000" fill="hold"/>
                                        <p:tgtEl>
                                          <p:spTgt spid="9"/>
                                        </p:tgtEl>
                                        <p:attrNameLst>
                                          <p:attrName>ppt_h</p:attrName>
                                        </p:attrNameLst>
                                      </p:cBhvr>
                                      <p:tavLst>
                                        <p:tav tm="0">
                                          <p:val>
                                            <p:strVal val="#ppt_h"/>
                                          </p:val>
                                        </p:tav>
                                        <p:tav tm="100000">
                                          <p:val>
                                            <p:strVal val="#ppt_h"/>
                                          </p:val>
                                        </p:tav>
                                      </p:tavLst>
                                    </p:anim>
                                    <p:animEffect transition="in" filter="fade">
                                      <p:cBhvr>
                                        <p:cTn id="23"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28E905B3-1C11-4DB2-BC21-143C3C2C5696}" type="datetime1">
              <a:rPr lang="zh-CN" altLang="en-US"/>
            </a:fld>
            <a:endParaRPr lang="zh-CN" altLang="en-US"/>
          </a:p>
        </p:txBody>
      </p:sp>
      <p:sp>
        <p:nvSpPr>
          <p:cNvPr id="178178" name="Rectangle 2"/>
          <p:cNvSpPr>
            <a:spLocks noGrp="1" noChangeArrowheads="1"/>
          </p:cNvSpPr>
          <p:nvPr>
            <p:ph type="body" sz="half" idx="4294967295"/>
          </p:nvPr>
        </p:nvSpPr>
        <p:spPr>
          <a:xfrm>
            <a:off x="589697" y="665434"/>
            <a:ext cx="8398186" cy="3349005"/>
          </a:xfrm>
          <a:ln w="57150">
            <a:solidFill>
              <a:srgbClr val="FF0000"/>
            </a:solidFill>
            <a:miter lim="800000"/>
          </a:ln>
        </p:spPr>
        <p:txBody>
          <a:bodyPr/>
          <a:lstStyle/>
          <a:p>
            <a:pPr marL="0" indent="0">
              <a:lnSpc>
                <a:spcPct val="140000"/>
              </a:lnSpc>
              <a:spcBef>
                <a:spcPct val="40000"/>
              </a:spcBef>
              <a:buClr>
                <a:schemeClr val="tx1"/>
              </a:buClr>
              <a:buNone/>
            </a:pPr>
            <a:r>
              <a:rPr lang="zh-CN" altLang="en-US" sz="2400" b="1" dirty="0"/>
              <a:t>     如果一正交信号空间可以精确（无误差）地表示任一函数，则称该正交空间为</a:t>
            </a:r>
            <a:r>
              <a:rPr lang="zh-CN" altLang="en-US" sz="2400" b="1" dirty="0">
                <a:solidFill>
                  <a:srgbClr val="6600CC"/>
                </a:solidFill>
              </a:rPr>
              <a:t>完备的正交信号空间或正交函数集</a:t>
            </a:r>
            <a:r>
              <a:rPr lang="zh-CN" altLang="en-US" sz="2400" b="1" dirty="0"/>
              <a:t>。</a:t>
            </a:r>
            <a:endParaRPr lang="zh-CN" altLang="en-US" sz="2400" b="1" dirty="0"/>
          </a:p>
          <a:p>
            <a:pPr marL="0" indent="0">
              <a:lnSpc>
                <a:spcPct val="140000"/>
              </a:lnSpc>
              <a:spcBef>
                <a:spcPct val="40000"/>
              </a:spcBef>
              <a:buClr>
                <a:schemeClr val="tx1"/>
              </a:buClr>
              <a:buNone/>
            </a:pPr>
            <a:r>
              <a:rPr lang="zh-CN" altLang="en-US" sz="2400" b="1" dirty="0"/>
              <a:t>     一般说，完备正交函数集中将包含有</a:t>
            </a:r>
            <a:r>
              <a:rPr lang="zh-CN" altLang="en-US" sz="2400" b="1" dirty="0">
                <a:solidFill>
                  <a:srgbClr val="FF0000"/>
                </a:solidFill>
              </a:rPr>
              <a:t>无限</a:t>
            </a:r>
            <a:r>
              <a:rPr lang="zh-CN" altLang="en-US" sz="2400" b="1" dirty="0"/>
              <a:t>多个相互正交的函数。此时，函数</a:t>
            </a:r>
            <a:r>
              <a:rPr lang="en-US" altLang="zh-CN" sz="2400" b="1" dirty="0"/>
              <a:t>f(t)</a:t>
            </a:r>
            <a:r>
              <a:rPr lang="zh-CN" altLang="en-US" sz="2400" b="1" dirty="0"/>
              <a:t>可以精确地而不是近似地表示为一个包含</a:t>
            </a:r>
            <a:r>
              <a:rPr lang="zh-CN" altLang="en-US" sz="2400" b="1" dirty="0">
                <a:solidFill>
                  <a:srgbClr val="FF0000"/>
                </a:solidFill>
              </a:rPr>
              <a:t>无限</a:t>
            </a:r>
            <a:r>
              <a:rPr lang="zh-CN" altLang="en-US" sz="2400" b="1" dirty="0"/>
              <a:t>多个相互正交的函数的无穷级数。  </a:t>
            </a:r>
            <a:endParaRPr lang="zh-CN" altLang="en-US" sz="2400" b="1" dirty="0"/>
          </a:p>
          <a:p>
            <a:pPr>
              <a:lnSpc>
                <a:spcPct val="140000"/>
              </a:lnSpc>
              <a:spcBef>
                <a:spcPct val="40000"/>
              </a:spcBef>
              <a:buFont typeface="Wingdings" panose="05000000000000000000" pitchFamily="2" charset="2"/>
              <a:buNone/>
            </a:pPr>
            <a:r>
              <a:rPr lang="zh-CN" altLang="en-US" sz="2400" b="1" dirty="0"/>
              <a:t>          </a:t>
            </a:r>
            <a:endParaRPr lang="zh-CN" altLang="en-US" sz="2400" b="1" dirty="0"/>
          </a:p>
        </p:txBody>
      </p:sp>
      <p:sp>
        <p:nvSpPr>
          <p:cNvPr id="36868" name="Rectangle 4"/>
          <p:cNvSpPr>
            <a:spLocks noGrp="1" noChangeArrowheads="1"/>
          </p:cNvSpPr>
          <p:nvPr>
            <p:ph type="title" idx="4294967295"/>
          </p:nvPr>
        </p:nvSpPr>
        <p:spPr>
          <a:xfrm>
            <a:off x="495300" y="0"/>
            <a:ext cx="6899275"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graphicFrame>
        <p:nvGraphicFramePr>
          <p:cNvPr id="5" name="Object 4"/>
          <p:cNvGraphicFramePr>
            <a:graphicFrameLocks noGrp="1" noChangeAspect="1"/>
          </p:cNvGraphicFramePr>
          <p:nvPr>
            <p:ph sz="half" idx="4294967295"/>
          </p:nvPr>
        </p:nvGraphicFramePr>
        <p:xfrm>
          <a:off x="1049338" y="5556250"/>
          <a:ext cx="7200900" cy="720725"/>
        </p:xfrm>
        <a:graphic>
          <a:graphicData uri="http://schemas.openxmlformats.org/presentationml/2006/ole">
            <mc:AlternateContent xmlns:mc="http://schemas.openxmlformats.org/markup-compatibility/2006">
              <mc:Choice xmlns:v="urn:schemas-microsoft-com:vml" Requires="v">
                <p:oleObj spid="_x0000_s244786" name="公式" r:id="rId1" imgW="2438400" imgH="215900" progId="Equation.3">
                  <p:embed/>
                </p:oleObj>
              </mc:Choice>
              <mc:Fallback>
                <p:oleObj name="公式" r:id="rId1" imgW="2438400" imgH="2159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8" y="5556250"/>
                        <a:ext cx="7200900" cy="720725"/>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6" name="Group 6"/>
          <p:cNvGrpSpPr/>
          <p:nvPr/>
        </p:nvGrpSpPr>
        <p:grpSpPr bwMode="auto">
          <a:xfrm>
            <a:off x="1049338" y="4353544"/>
            <a:ext cx="7447891" cy="1062038"/>
            <a:chOff x="930" y="1979"/>
            <a:chExt cx="3997" cy="669"/>
          </a:xfrm>
        </p:grpSpPr>
        <mc:AlternateContent xmlns:mc="http://schemas.openxmlformats.org/markup-compatibility/2006">
          <mc:Choice xmlns:a14="http://schemas.microsoft.com/office/drawing/2010/main" Requires="a14">
            <p:sp>
              <p:nvSpPr>
                <p:cNvPr id="7" name="Object 7"/>
                <p:cNvSpPr txBox="1"/>
                <p:nvPr/>
              </p:nvSpPr>
              <p:spPr bwMode="auto">
                <a:xfrm>
                  <a:off x="930" y="1979"/>
                  <a:ext cx="3997" cy="669"/>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d>
                          <m:dPr>
                            <m:begChr m:val="{"/>
                            <m:endChr m:val="}"/>
                            <m:ctrlPr>
                              <a:rPr lang="zh-CN" altLang="en-US" i="1" smtClean="0">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1</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2</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en-US" altLang="zh-CN" b="0"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𝑛</m:t>
                                </m:r>
                              </m:sub>
                            </m:sSub>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e>
                        </m:d>
                        <m:r>
                          <a:rPr lang="zh-CN" altLang="en-US" i="1">
                            <a:solidFill>
                              <a:srgbClr val="000000"/>
                            </a:solidFill>
                            <a:latin typeface="Cambria Math" panose="02040503050406030204" pitchFamily="18" charset="0"/>
                          </a:rPr>
                          <m:t>为完备正交函数集，</m:t>
                        </m:r>
                      </m:oMath>
                      <m:oMath xmlns:m="http://schemas.openxmlformats.org/officeDocument/2006/math">
                        <m:r>
                          <a:rPr lang="zh-CN" altLang="en-US" i="1">
                            <a:solidFill>
                              <a:srgbClr val="000000"/>
                            </a:solidFill>
                            <a:latin typeface="Cambria Math" panose="02040503050406030204" pitchFamily="18" charset="0"/>
                          </a:rPr>
                          <m:t>包含无限多个相互正交的函数时：</m:t>
                        </m:r>
                      </m:oMath>
                    </m:oMathPara>
                  </a14:m>
                  <a:endParaRPr lang="zh-CN" altLang="en-US" dirty="0"/>
                </a:p>
              </p:txBody>
            </p:sp>
          </mc:Choice>
          <mc:Fallback>
            <p:sp>
              <p:nvSpPr>
                <p:cNvPr id="7" name="Object 7"/>
                <p:cNvSpPr txBox="1">
                  <a:spLocks noRot="1" noChangeAspect="1" noMove="1" noResize="1" noEditPoints="1" noAdjustHandles="1" noChangeArrowheads="1" noChangeShapeType="1" noTextEdit="1"/>
                </p:cNvSpPr>
                <p:nvPr/>
              </p:nvSpPr>
              <p:spPr bwMode="auto">
                <a:xfrm>
                  <a:off x="930" y="1979"/>
                  <a:ext cx="3997" cy="669"/>
                </a:xfrm>
                <a:prstGeom prst="rect">
                  <a:avLst/>
                </a:prstGeom>
                <a:blipFill rotWithShape="1">
                  <a:blip r:embed="rId3"/>
                </a:blipFill>
                <a:ln>
                  <a:noFill/>
                </a:ln>
                <a:effectLst/>
              </p:spPr>
              <p:txBody>
                <a:bodyPr/>
                <a:lstStyle/>
                <a:p>
                  <a:r>
                    <a:rPr lang="zh-CN" altLang="en-US">
                      <a:noFill/>
                    </a:rPr>
                    <a:t> </a:t>
                  </a:r>
                </a:p>
              </p:txBody>
            </p:sp>
          </mc:Fallback>
        </mc:AlternateContent>
        <p:sp>
          <p:nvSpPr>
            <p:cNvPr id="8" name="Rectangle 8"/>
            <p:cNvSpPr>
              <a:spLocks noChangeArrowheads="1"/>
            </p:cNvSpPr>
            <p:nvPr/>
          </p:nvSpPr>
          <p:spPr bwMode="auto">
            <a:xfrm>
              <a:off x="3243" y="1979"/>
              <a:ext cx="1587" cy="317"/>
            </a:xfrm>
            <a:prstGeom prst="rect">
              <a:avLst/>
            </a:prstGeom>
            <a:noFill/>
            <a:ln w="38100">
              <a:solidFill>
                <a:srgbClr val="FF0000"/>
              </a:solidFill>
              <a:prstDash val="dash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spTree>
    <p:custDataLst>
      <p:tags r:id="rId4"/>
    </p:custDataLst>
  </p:cSld>
  <p:clrMapOvr>
    <a:masterClrMapping/>
  </p:clrMapOvr>
  <p:transition spd="slow" advTm="2809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78178">
                                            <p:txEl>
                                              <p:pRg st="0" end="0"/>
                                            </p:txEl>
                                          </p:spTgt>
                                        </p:tgtEl>
                                        <p:attrNameLst>
                                          <p:attrName>style.visibility</p:attrName>
                                        </p:attrNameLst>
                                      </p:cBhvr>
                                      <p:to>
                                        <p:strVal val="visible"/>
                                      </p:to>
                                    </p:set>
                                    <p:anim calcmode="lin" valueType="num">
                                      <p:cBhvr>
                                        <p:cTn id="7" dur="1000" fill="hold"/>
                                        <p:tgtEl>
                                          <p:spTgt spid="178178">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7817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7817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78178">
                                            <p:txEl>
                                              <p:pRg st="1" end="1"/>
                                            </p:txEl>
                                          </p:spTgt>
                                        </p:tgtEl>
                                        <p:attrNameLst>
                                          <p:attrName>style.visibility</p:attrName>
                                        </p:attrNameLst>
                                      </p:cBhvr>
                                      <p:to>
                                        <p:strVal val="visible"/>
                                      </p:to>
                                    </p:set>
                                    <p:anim calcmode="lin" valueType="num">
                                      <p:cBhvr>
                                        <p:cTn id="14" dur="1000" fill="hold"/>
                                        <p:tgtEl>
                                          <p:spTgt spid="178178">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78178">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7817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1000" fill="hold"/>
                                        <p:tgtEl>
                                          <p:spTgt spid="6"/>
                                        </p:tgtEl>
                                        <p:attrNameLst>
                                          <p:attrName>ppt_w</p:attrName>
                                        </p:attrNameLst>
                                      </p:cBhvr>
                                      <p:tavLst>
                                        <p:tav tm="0">
                                          <p:val>
                                            <p:strVal val="#ppt_w*0.70"/>
                                          </p:val>
                                        </p:tav>
                                        <p:tav tm="100000">
                                          <p:val>
                                            <p:strVal val="#ppt_w"/>
                                          </p:val>
                                        </p:tav>
                                      </p:tavLst>
                                    </p:anim>
                                    <p:anim calcmode="lin" valueType="num">
                                      <p:cBhvr>
                                        <p:cTn id="22" dur="1000" fill="hold"/>
                                        <p:tgtEl>
                                          <p:spTgt spid="6"/>
                                        </p:tgtEl>
                                        <p:attrNameLst>
                                          <p:attrName>ppt_h</p:attrName>
                                        </p:attrNameLst>
                                      </p:cBhvr>
                                      <p:tavLst>
                                        <p:tav tm="0">
                                          <p:val>
                                            <p:strVal val="#ppt_h"/>
                                          </p:val>
                                        </p:tav>
                                        <p:tav tm="100000">
                                          <p:val>
                                            <p:strVal val="#ppt_h"/>
                                          </p:val>
                                        </p:tav>
                                      </p:tavLst>
                                    </p:anim>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1000" fill="hold"/>
                                        <p:tgtEl>
                                          <p:spTgt spid="5"/>
                                        </p:tgtEl>
                                        <p:attrNameLst>
                                          <p:attrName>ppt_w</p:attrName>
                                        </p:attrNameLst>
                                      </p:cBhvr>
                                      <p:tavLst>
                                        <p:tav tm="0">
                                          <p:val>
                                            <p:strVal val="#ppt_w*0.70"/>
                                          </p:val>
                                        </p:tav>
                                        <p:tav tm="100000">
                                          <p:val>
                                            <p:strVal val="#ppt_w"/>
                                          </p:val>
                                        </p:tav>
                                      </p:tavLst>
                                    </p:anim>
                                    <p:anim calcmode="lin" valueType="num">
                                      <p:cBhvr>
                                        <p:cTn id="29" dur="1000" fill="hold"/>
                                        <p:tgtEl>
                                          <p:spTgt spid="5"/>
                                        </p:tgtEl>
                                        <p:attrNameLst>
                                          <p:attrName>ppt_h</p:attrName>
                                        </p:attrNameLst>
                                      </p:cBhvr>
                                      <p:tavLst>
                                        <p:tav tm="0">
                                          <p:val>
                                            <p:strVal val="#ppt_h"/>
                                          </p:val>
                                        </p:tav>
                                        <p:tav tm="100000">
                                          <p:val>
                                            <p:strVal val="#ppt_h"/>
                                          </p:val>
                                        </p:tav>
                                      </p:tavLst>
                                    </p:anim>
                                    <p:animEffect transition="in" filter="fade">
                                      <p:cBhvr>
                                        <p:cTn id="3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C249B5C4-C3B2-4731-A6AD-4282F5CA831D}" type="datetime1">
              <a:rPr lang="zh-CN" altLang="en-US"/>
            </a:fld>
            <a:endParaRPr lang="zh-CN" altLang="en-US"/>
          </a:p>
        </p:txBody>
      </p:sp>
      <p:sp>
        <p:nvSpPr>
          <p:cNvPr id="179202" name="Rectangle 2"/>
          <p:cNvSpPr>
            <a:spLocks noGrp="1" noChangeArrowheads="1"/>
          </p:cNvSpPr>
          <p:nvPr>
            <p:ph type="body" sz="half" idx="4294967295"/>
          </p:nvPr>
        </p:nvSpPr>
        <p:spPr>
          <a:xfrm>
            <a:off x="1476375" y="5157788"/>
            <a:ext cx="6911975" cy="649287"/>
          </a:xfrm>
        </p:spPr>
        <p:txBody>
          <a:bodyPr/>
          <a:lstStyle/>
          <a:p>
            <a:pPr>
              <a:lnSpc>
                <a:spcPct val="90000"/>
              </a:lnSpc>
              <a:buFont typeface="Wingdings" panose="05000000000000000000" pitchFamily="2" charset="2"/>
              <a:buNone/>
            </a:pPr>
            <a:r>
              <a:rPr lang="zh-CN" altLang="en-US" sz="2600" b="1"/>
              <a:t>      </a:t>
            </a:r>
            <a:r>
              <a:rPr lang="zh-CN" altLang="en-US" sz="2200" b="1">
                <a:solidFill>
                  <a:srgbClr val="FF0000"/>
                </a:solidFill>
              </a:rPr>
              <a:t> 正交和完备是两个独立的概念。</a:t>
            </a:r>
            <a:endParaRPr lang="zh-CN" altLang="en-US" sz="2600" b="1"/>
          </a:p>
        </p:txBody>
      </p:sp>
      <p:graphicFrame>
        <p:nvGraphicFramePr>
          <p:cNvPr id="179203" name="Object 3"/>
          <p:cNvGraphicFramePr>
            <a:graphicFrameLocks noGrp="1" noChangeAspect="1"/>
          </p:cNvGraphicFramePr>
          <p:nvPr>
            <p:ph sz="quarter" idx="4294967295"/>
          </p:nvPr>
        </p:nvGraphicFramePr>
        <p:xfrm>
          <a:off x="873125" y="2836863"/>
          <a:ext cx="6065838" cy="1519237"/>
        </p:xfrm>
        <a:graphic>
          <a:graphicData uri="http://schemas.openxmlformats.org/presentationml/2006/ole">
            <mc:AlternateContent xmlns:mc="http://schemas.openxmlformats.org/markup-compatibility/2006">
              <mc:Choice xmlns:v="urn:schemas-microsoft-com:vml" Requires="v">
                <p:oleObj spid="_x0000_s37964" name="公式" r:id="rId1" imgW="1752600" imgH="584200" progId="Equation.3">
                  <p:embed/>
                </p:oleObj>
              </mc:Choice>
              <mc:Fallback>
                <p:oleObj name="公式" r:id="rId1" imgW="1752600" imgH="5842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125" y="2836863"/>
                        <a:ext cx="6065838" cy="151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9204" name="Rectangle 4"/>
          <p:cNvSpPr>
            <a:spLocks noChangeArrowheads="1"/>
          </p:cNvSpPr>
          <p:nvPr/>
        </p:nvSpPr>
        <p:spPr bwMode="auto">
          <a:xfrm>
            <a:off x="1258888" y="1052513"/>
            <a:ext cx="7129462" cy="1584325"/>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40000"/>
              </a:lnSpc>
              <a:buFont typeface="Wingdings" panose="05000000000000000000" pitchFamily="2" charset="2"/>
              <a:buNone/>
            </a:pPr>
            <a:r>
              <a:rPr lang="zh-CN" altLang="en-US" sz="2600" b="1"/>
              <a:t>   说一个正交函数完备，即是说在该正交集之外不存在任何一个函数</a:t>
            </a:r>
            <a:r>
              <a:rPr lang="en-US" altLang="zh-CN" sz="2600" b="1"/>
              <a:t>x(t)</a:t>
            </a:r>
            <a:r>
              <a:rPr lang="zh-CN" altLang="en-US" sz="2600" b="1"/>
              <a:t>使得：    </a:t>
            </a:r>
            <a:r>
              <a:rPr lang="zh-CN" altLang="en-US" sz="2200" b="1">
                <a:solidFill>
                  <a:srgbClr val="FF0000"/>
                </a:solidFill>
              </a:rPr>
              <a:t>           </a:t>
            </a:r>
            <a:endParaRPr lang="zh-CN" altLang="en-US" sz="2600" b="1"/>
          </a:p>
        </p:txBody>
      </p:sp>
      <p:sp>
        <p:nvSpPr>
          <p:cNvPr id="37894" name="Rectangle 6"/>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Tree>
    <p:custDataLst>
      <p:tags r:id="rId3"/>
    </p:custDataLst>
  </p:cSld>
  <p:clrMapOvr>
    <a:masterClrMapping/>
  </p:clrMapOvr>
  <p:transition spd="slow" advTm="15506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79204"/>
                                        </p:tgtEl>
                                        <p:attrNameLst>
                                          <p:attrName>style.visibility</p:attrName>
                                        </p:attrNameLst>
                                      </p:cBhvr>
                                      <p:to>
                                        <p:strVal val="visible"/>
                                      </p:to>
                                    </p:set>
                                    <p:anim calcmode="lin" valueType="num">
                                      <p:cBhvr>
                                        <p:cTn id="7" dur="1000" fill="hold"/>
                                        <p:tgtEl>
                                          <p:spTgt spid="179204"/>
                                        </p:tgtEl>
                                        <p:attrNameLst>
                                          <p:attrName>ppt_w</p:attrName>
                                        </p:attrNameLst>
                                      </p:cBhvr>
                                      <p:tavLst>
                                        <p:tav tm="0">
                                          <p:val>
                                            <p:strVal val="#ppt_w*0.70"/>
                                          </p:val>
                                        </p:tav>
                                        <p:tav tm="100000">
                                          <p:val>
                                            <p:strVal val="#ppt_w"/>
                                          </p:val>
                                        </p:tav>
                                      </p:tavLst>
                                    </p:anim>
                                    <p:anim calcmode="lin" valueType="num">
                                      <p:cBhvr>
                                        <p:cTn id="8" dur="1000" fill="hold"/>
                                        <p:tgtEl>
                                          <p:spTgt spid="179204"/>
                                        </p:tgtEl>
                                        <p:attrNameLst>
                                          <p:attrName>ppt_h</p:attrName>
                                        </p:attrNameLst>
                                      </p:cBhvr>
                                      <p:tavLst>
                                        <p:tav tm="0">
                                          <p:val>
                                            <p:strVal val="#ppt_h"/>
                                          </p:val>
                                        </p:tav>
                                        <p:tav tm="100000">
                                          <p:val>
                                            <p:strVal val="#ppt_h"/>
                                          </p:val>
                                        </p:tav>
                                      </p:tavLst>
                                    </p:anim>
                                    <p:animEffect transition="in" filter="fade">
                                      <p:cBhvr>
                                        <p:cTn id="9" dur="1000"/>
                                        <p:tgtEl>
                                          <p:spTgt spid="17920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79203"/>
                                        </p:tgtEl>
                                        <p:attrNameLst>
                                          <p:attrName>style.visibility</p:attrName>
                                        </p:attrNameLst>
                                      </p:cBhvr>
                                      <p:to>
                                        <p:strVal val="visible"/>
                                      </p:to>
                                    </p:set>
                                    <p:anim calcmode="lin" valueType="num">
                                      <p:cBhvr>
                                        <p:cTn id="14" dur="1000" fill="hold"/>
                                        <p:tgtEl>
                                          <p:spTgt spid="179203"/>
                                        </p:tgtEl>
                                        <p:attrNameLst>
                                          <p:attrName>ppt_w</p:attrName>
                                        </p:attrNameLst>
                                      </p:cBhvr>
                                      <p:tavLst>
                                        <p:tav tm="0">
                                          <p:val>
                                            <p:strVal val="#ppt_w*0.70"/>
                                          </p:val>
                                        </p:tav>
                                        <p:tav tm="100000">
                                          <p:val>
                                            <p:strVal val="#ppt_w"/>
                                          </p:val>
                                        </p:tav>
                                      </p:tavLst>
                                    </p:anim>
                                    <p:anim calcmode="lin" valueType="num">
                                      <p:cBhvr>
                                        <p:cTn id="15" dur="1000" fill="hold"/>
                                        <p:tgtEl>
                                          <p:spTgt spid="179203"/>
                                        </p:tgtEl>
                                        <p:attrNameLst>
                                          <p:attrName>ppt_h</p:attrName>
                                        </p:attrNameLst>
                                      </p:cBhvr>
                                      <p:tavLst>
                                        <p:tav tm="0">
                                          <p:val>
                                            <p:strVal val="#ppt_h"/>
                                          </p:val>
                                        </p:tav>
                                        <p:tav tm="100000">
                                          <p:val>
                                            <p:strVal val="#ppt_h"/>
                                          </p:val>
                                        </p:tav>
                                      </p:tavLst>
                                    </p:anim>
                                    <p:animEffect transition="in" filter="fade">
                                      <p:cBhvr>
                                        <p:cTn id="16" dur="1000"/>
                                        <p:tgtEl>
                                          <p:spTgt spid="179203"/>
                                        </p:tgtEl>
                                      </p:cBhvr>
                                    </p:animEffect>
                                  </p:childTnLst>
                                </p:cTn>
                              </p:par>
                            </p:childTnLst>
                          </p:cTn>
                        </p:par>
                        <p:par>
                          <p:cTn id="17" fill="hold">
                            <p:stCondLst>
                              <p:cond delay="1000"/>
                            </p:stCondLst>
                            <p:childTnLst>
                              <p:par>
                                <p:cTn id="18" presetID="55" presetClass="entr" presetSubtype="0" fill="hold" grpId="0" nodeType="afterEffect">
                                  <p:stCondLst>
                                    <p:cond delay="0"/>
                                  </p:stCondLst>
                                  <p:childTnLst>
                                    <p:set>
                                      <p:cBhvr>
                                        <p:cTn id="19" dur="1" fill="hold">
                                          <p:stCondLst>
                                            <p:cond delay="0"/>
                                          </p:stCondLst>
                                        </p:cTn>
                                        <p:tgtEl>
                                          <p:spTgt spid="179202">
                                            <p:txEl>
                                              <p:pRg st="0" end="0"/>
                                            </p:txEl>
                                          </p:spTgt>
                                        </p:tgtEl>
                                        <p:attrNameLst>
                                          <p:attrName>style.visibility</p:attrName>
                                        </p:attrNameLst>
                                      </p:cBhvr>
                                      <p:to>
                                        <p:strVal val="visible"/>
                                      </p:to>
                                    </p:set>
                                    <p:anim calcmode="lin" valueType="num">
                                      <p:cBhvr>
                                        <p:cTn id="20" dur="1000" fill="hold"/>
                                        <p:tgtEl>
                                          <p:spTgt spid="179202">
                                            <p:txEl>
                                              <p:pRg st="0" end="0"/>
                                            </p:txEl>
                                          </p:spTgt>
                                        </p:tgtEl>
                                        <p:attrNameLst>
                                          <p:attrName>ppt_w</p:attrName>
                                        </p:attrNameLst>
                                      </p:cBhvr>
                                      <p:tavLst>
                                        <p:tav tm="0">
                                          <p:val>
                                            <p:strVal val="#ppt_w*0.70"/>
                                          </p:val>
                                        </p:tav>
                                        <p:tav tm="100000">
                                          <p:val>
                                            <p:strVal val="#ppt_w"/>
                                          </p:val>
                                        </p:tav>
                                      </p:tavLst>
                                    </p:anim>
                                    <p:anim calcmode="lin" valueType="num">
                                      <p:cBhvr>
                                        <p:cTn id="21" dur="1000" fill="hold"/>
                                        <p:tgtEl>
                                          <p:spTgt spid="179202">
                                            <p:txEl>
                                              <p:pRg st="0" end="0"/>
                                            </p:txEl>
                                          </p:spTgt>
                                        </p:tgtEl>
                                        <p:attrNameLst>
                                          <p:attrName>ppt_h</p:attrName>
                                        </p:attrNameLst>
                                      </p:cBhvr>
                                      <p:tavLst>
                                        <p:tav tm="0">
                                          <p:val>
                                            <p:strVal val="#ppt_h"/>
                                          </p:val>
                                        </p:tav>
                                        <p:tav tm="100000">
                                          <p:val>
                                            <p:strVal val="#ppt_h"/>
                                          </p:val>
                                        </p:tav>
                                      </p:tavLst>
                                    </p:anim>
                                    <p:animEffect transition="in" filter="fade">
                                      <p:cBhvr>
                                        <p:cTn id="22" dur="1000"/>
                                        <p:tgtEl>
                                          <p:spTgt spid="1792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build="p"/>
      <p:bldP spid="17920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7E3215D8-66C3-4584-A970-5BE9BEB229CD}" type="datetime1">
              <a:rPr lang="zh-CN" altLang="en-US"/>
            </a:fld>
            <a:endParaRPr lang="zh-CN" altLang="en-US"/>
          </a:p>
        </p:txBody>
      </p:sp>
      <p:sp>
        <p:nvSpPr>
          <p:cNvPr id="38915" name="Rectangle 2"/>
          <p:cNvSpPr>
            <a:spLocks noGrp="1" noChangeArrowheads="1"/>
          </p:cNvSpPr>
          <p:nvPr>
            <p:ph type="body" sz="half" idx="4294967295"/>
          </p:nvPr>
        </p:nvSpPr>
        <p:spPr>
          <a:xfrm>
            <a:off x="541338" y="825500"/>
            <a:ext cx="4175125" cy="504825"/>
          </a:xfrm>
        </p:spPr>
        <p:txBody>
          <a:bodyPr/>
          <a:lstStyle/>
          <a:p>
            <a:pPr marL="381000" indent="-381000">
              <a:lnSpc>
                <a:spcPct val="90000"/>
              </a:lnSpc>
              <a:buFont typeface="Wingdings" panose="05000000000000000000" pitchFamily="2" charset="2"/>
              <a:buNone/>
            </a:pPr>
            <a:r>
              <a:rPr lang="zh-CN" altLang="en-US" sz="2600" b="1">
                <a:solidFill>
                  <a:srgbClr val="FF3300"/>
                </a:solidFill>
              </a:rPr>
              <a:t>三、</a:t>
            </a:r>
            <a:r>
              <a:rPr lang="en-US" altLang="zh-CN" sz="2600" b="1">
                <a:solidFill>
                  <a:srgbClr val="FF3300"/>
                </a:solidFill>
              </a:rPr>
              <a:t> </a:t>
            </a:r>
            <a:r>
              <a:rPr lang="zh-CN" altLang="en-US" sz="2600" b="1">
                <a:solidFill>
                  <a:srgbClr val="FF3300"/>
                </a:solidFill>
              </a:rPr>
              <a:t>复变函数的分解</a:t>
            </a:r>
            <a:endParaRPr lang="zh-CN" altLang="en-US" sz="2600" b="1">
              <a:solidFill>
                <a:srgbClr val="FF3300"/>
              </a:solidFill>
            </a:endParaRPr>
          </a:p>
        </p:txBody>
      </p:sp>
      <p:sp>
        <p:nvSpPr>
          <p:cNvPr id="180227" name="Rectangle 3"/>
          <p:cNvSpPr>
            <a:spLocks noChangeArrowheads="1"/>
          </p:cNvSpPr>
          <p:nvPr/>
        </p:nvSpPr>
        <p:spPr bwMode="auto">
          <a:xfrm>
            <a:off x="1116527" y="1374547"/>
            <a:ext cx="7372350" cy="4751388"/>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marL="714375" indent="-71437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1313180" indent="-41910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5000"/>
              </a:lnSpc>
              <a:buClr>
                <a:srgbClr val="6600CC"/>
              </a:buClr>
              <a:buFont typeface="Wingdings" panose="05000000000000000000" pitchFamily="2" charset="2"/>
              <a:buChar char="l"/>
            </a:pPr>
            <a:r>
              <a:rPr lang="zh-CN" altLang="en-US" sz="2600" b="1" dirty="0"/>
              <a:t>复变函数即指函数的</a:t>
            </a:r>
            <a:r>
              <a:rPr lang="zh-CN" altLang="en-US" sz="2600" b="1" dirty="0">
                <a:solidFill>
                  <a:srgbClr val="6600CC"/>
                </a:solidFill>
              </a:rPr>
              <a:t>自变量</a:t>
            </a:r>
            <a:r>
              <a:rPr lang="zh-CN" altLang="en-US" sz="2600" b="1" dirty="0"/>
              <a:t>及</a:t>
            </a:r>
            <a:r>
              <a:rPr lang="zh-CN" altLang="en-US" sz="2600" b="1" dirty="0">
                <a:solidFill>
                  <a:srgbClr val="6600CC"/>
                </a:solidFill>
              </a:rPr>
              <a:t>函数值</a:t>
            </a:r>
            <a:r>
              <a:rPr lang="zh-CN" altLang="en-US" sz="2600" b="1" dirty="0"/>
              <a:t>都是</a:t>
            </a:r>
            <a:r>
              <a:rPr lang="zh-CN" altLang="en-US" sz="2600" b="1" dirty="0">
                <a:solidFill>
                  <a:srgbClr val="6600CC"/>
                </a:solidFill>
              </a:rPr>
              <a:t>复数</a:t>
            </a:r>
            <a:r>
              <a:rPr lang="zh-CN" altLang="en-US" sz="2600" b="1" dirty="0"/>
              <a:t>的函数。</a:t>
            </a:r>
            <a:endParaRPr lang="zh-CN" altLang="en-US" sz="2600" b="1" dirty="0"/>
          </a:p>
          <a:p>
            <a:pPr>
              <a:lnSpc>
                <a:spcPct val="125000"/>
              </a:lnSpc>
              <a:buClr>
                <a:srgbClr val="6600CC"/>
              </a:buClr>
              <a:buFont typeface="Wingdings" panose="05000000000000000000" pitchFamily="2" charset="2"/>
              <a:buChar char="l"/>
            </a:pPr>
            <a:r>
              <a:rPr lang="zh-CN" altLang="en-US" sz="2600" b="1" dirty="0"/>
              <a:t>复变函数的分解与实函数的分解相似，只有以下几点不同：</a:t>
            </a:r>
            <a:endParaRPr lang="zh-CN" altLang="en-US" sz="2600" b="1" dirty="0"/>
          </a:p>
          <a:p>
            <a:pPr lvl="1">
              <a:lnSpc>
                <a:spcPct val="125000"/>
              </a:lnSpc>
              <a:buClr>
                <a:schemeClr val="tx1"/>
              </a:buClr>
              <a:buFont typeface="Wingdings" panose="05000000000000000000" pitchFamily="2" charset="2"/>
              <a:buNone/>
            </a:pPr>
            <a:r>
              <a:rPr lang="en-US" altLang="zh-CN" sz="2200" b="1" i="1" dirty="0">
                <a:solidFill>
                  <a:srgbClr val="FF0000"/>
                </a:solidFill>
              </a:rPr>
              <a:t>1</a:t>
            </a:r>
            <a:r>
              <a:rPr lang="zh-CN" altLang="en-US" sz="2200" b="1" i="1" dirty="0">
                <a:solidFill>
                  <a:srgbClr val="FF0000"/>
                </a:solidFill>
              </a:rPr>
              <a:t>）被分解</a:t>
            </a:r>
            <a:r>
              <a:rPr lang="zh-CN" altLang="en-US" sz="2200" b="1" i="1" dirty="0"/>
              <a:t>函数 </a:t>
            </a:r>
            <a:r>
              <a:rPr lang="en-US" altLang="zh-CN" sz="2200" b="1" i="1" dirty="0"/>
              <a:t>f(t)</a:t>
            </a:r>
            <a:r>
              <a:rPr lang="zh-CN" altLang="en-US" sz="2200" b="1" i="1" dirty="0"/>
              <a:t>是复变函数</a:t>
            </a:r>
            <a:endParaRPr lang="zh-CN" altLang="en-US" sz="2200" b="1" i="1" dirty="0"/>
          </a:p>
          <a:p>
            <a:pPr lvl="1">
              <a:lnSpc>
                <a:spcPct val="125000"/>
              </a:lnSpc>
              <a:buClr>
                <a:srgbClr val="FF0000"/>
              </a:buClr>
              <a:buFont typeface="Wingdings" panose="05000000000000000000" pitchFamily="2" charset="2"/>
              <a:buAutoNum type="arabicParenR" startAt="2"/>
            </a:pPr>
            <a:r>
              <a:rPr lang="zh-CN" altLang="en-US" sz="2200" b="1" i="1" dirty="0">
                <a:solidFill>
                  <a:srgbClr val="FF0000"/>
                </a:solidFill>
              </a:rPr>
              <a:t>正交函数集 </a:t>
            </a:r>
            <a:r>
              <a:rPr lang="en-US" altLang="zh-CN" sz="2200" b="1" i="1" dirty="0"/>
              <a:t>g</a:t>
            </a:r>
            <a:r>
              <a:rPr lang="en-US" altLang="zh-CN" sz="2200" b="1" i="1" baseline="-25000" dirty="0"/>
              <a:t>1</a:t>
            </a:r>
            <a:r>
              <a:rPr lang="en-US" altLang="zh-CN" sz="2200" b="1" i="1" dirty="0"/>
              <a:t>(t)</a:t>
            </a:r>
            <a:r>
              <a:rPr lang="zh-CN" altLang="en-US" sz="2200" b="1" i="1" dirty="0"/>
              <a:t>，</a:t>
            </a:r>
            <a:r>
              <a:rPr lang="en-US" altLang="zh-CN" sz="2200" b="1" i="1" dirty="0"/>
              <a:t>…</a:t>
            </a:r>
            <a:r>
              <a:rPr lang="zh-CN" altLang="en-US" sz="2200" b="1" i="1" dirty="0"/>
              <a:t>，</a:t>
            </a:r>
            <a:r>
              <a:rPr lang="en-US" altLang="zh-CN" sz="2200" b="1" i="1" dirty="0"/>
              <a:t>g</a:t>
            </a:r>
            <a:r>
              <a:rPr lang="en-US" altLang="zh-CN" sz="2200" b="1" i="1" baseline="-25000" dirty="0"/>
              <a:t>r</a:t>
            </a:r>
            <a:r>
              <a:rPr lang="en-US" altLang="zh-CN" sz="2200" b="1" i="1" dirty="0"/>
              <a:t>(t) </a:t>
            </a:r>
            <a:r>
              <a:rPr lang="zh-CN" altLang="en-US" sz="2200" b="1" i="1" dirty="0"/>
              <a:t>，</a:t>
            </a:r>
            <a:r>
              <a:rPr lang="en-US" altLang="zh-CN" sz="2200" b="1" i="1" dirty="0"/>
              <a:t>…</a:t>
            </a:r>
            <a:r>
              <a:rPr lang="zh-CN" altLang="en-US" sz="2200" b="1" i="1" dirty="0"/>
              <a:t>都是复变函数 。 </a:t>
            </a:r>
            <a:endParaRPr lang="zh-CN" altLang="en-US" sz="2200" b="1" i="1" dirty="0"/>
          </a:p>
          <a:p>
            <a:pPr lvl="1">
              <a:lnSpc>
                <a:spcPct val="125000"/>
              </a:lnSpc>
              <a:buClr>
                <a:schemeClr val="tx1"/>
              </a:buClr>
              <a:buFont typeface="Wingdings" panose="05000000000000000000" pitchFamily="2" charset="2"/>
              <a:buNone/>
            </a:pPr>
            <a:r>
              <a:rPr lang="en-US" altLang="zh-CN" sz="2200" b="1" i="1" dirty="0">
                <a:solidFill>
                  <a:srgbClr val="FF0000"/>
                </a:solidFill>
              </a:rPr>
              <a:t>3)</a:t>
            </a:r>
            <a:r>
              <a:rPr lang="en-US" altLang="zh-CN" sz="2200" b="1" i="1" dirty="0"/>
              <a:t>  </a:t>
            </a:r>
            <a:r>
              <a:rPr lang="zh-CN" altLang="en-US" sz="2200" b="1" i="1" dirty="0">
                <a:solidFill>
                  <a:srgbClr val="FF0000"/>
                </a:solidFill>
              </a:rPr>
              <a:t>分量系数 </a:t>
            </a:r>
            <a:r>
              <a:rPr lang="en-US" altLang="zh-CN" sz="2200" b="1" i="1" dirty="0"/>
              <a:t>C</a:t>
            </a:r>
            <a:r>
              <a:rPr lang="en-US" altLang="zh-CN" sz="2200" b="1" i="1" baseline="-25000" dirty="0"/>
              <a:t>1</a:t>
            </a:r>
            <a:r>
              <a:rPr lang="zh-CN" altLang="en-US" sz="2200" b="1" i="1" dirty="0"/>
              <a:t>，</a:t>
            </a:r>
            <a:r>
              <a:rPr lang="en-US" altLang="zh-CN" sz="2200" b="1" i="1" dirty="0"/>
              <a:t>…</a:t>
            </a:r>
            <a:r>
              <a:rPr lang="zh-CN" altLang="en-US" sz="2200" b="1" i="1" dirty="0"/>
              <a:t>，</a:t>
            </a:r>
            <a:r>
              <a:rPr lang="en-US" altLang="zh-CN" sz="2200" b="1" i="1" dirty="0"/>
              <a:t>C</a:t>
            </a:r>
            <a:r>
              <a:rPr lang="en-US" altLang="zh-CN" sz="2200" b="1" i="1" baseline="-25000" dirty="0"/>
              <a:t>r</a:t>
            </a:r>
            <a:r>
              <a:rPr lang="zh-CN" altLang="en-US" sz="2200" b="1" i="1" dirty="0"/>
              <a:t>，</a:t>
            </a:r>
            <a:r>
              <a:rPr lang="en-US" altLang="zh-CN" sz="2200" b="1" i="1" dirty="0"/>
              <a:t>…</a:t>
            </a:r>
            <a:r>
              <a:rPr lang="zh-CN" altLang="en-US" sz="2200" b="1" i="1" dirty="0"/>
              <a:t>是复数。</a:t>
            </a:r>
            <a:r>
              <a:rPr lang="zh-CN" altLang="en-US" b="1" dirty="0"/>
              <a:t>          </a:t>
            </a:r>
            <a:endParaRPr lang="zh-CN" altLang="en-US" b="1" dirty="0"/>
          </a:p>
        </p:txBody>
      </p:sp>
      <p:sp>
        <p:nvSpPr>
          <p:cNvPr id="38917" name="Rectangle 5"/>
          <p:cNvSpPr>
            <a:spLocks noGrp="1" noChangeArrowheads="1"/>
          </p:cNvSpPr>
          <p:nvPr>
            <p:ph type="title" idx="4294967295"/>
          </p:nvPr>
        </p:nvSpPr>
        <p:spPr>
          <a:xfrm>
            <a:off x="488722" y="12065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Tree>
    <p:custDataLst>
      <p:tags r:id="rId1"/>
    </p:custDataLst>
  </p:cSld>
  <p:clrMapOvr>
    <a:masterClrMapping/>
  </p:clrMapOvr>
  <p:transition spd="slow" advTm="1093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80227">
                                            <p:txEl>
                                              <p:pRg st="0" end="0"/>
                                            </p:txEl>
                                          </p:spTgt>
                                        </p:tgtEl>
                                        <p:attrNameLst>
                                          <p:attrName>style.visibility</p:attrName>
                                        </p:attrNameLst>
                                      </p:cBhvr>
                                      <p:to>
                                        <p:strVal val="visible"/>
                                      </p:to>
                                    </p:set>
                                    <p:anim calcmode="lin" valueType="num">
                                      <p:cBhvr>
                                        <p:cTn id="7" dur="1000" fill="hold"/>
                                        <p:tgtEl>
                                          <p:spTgt spid="18022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8022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8022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80227">
                                            <p:txEl>
                                              <p:pRg st="1" end="1"/>
                                            </p:txEl>
                                          </p:spTgt>
                                        </p:tgtEl>
                                        <p:attrNameLst>
                                          <p:attrName>style.visibility</p:attrName>
                                        </p:attrNameLst>
                                      </p:cBhvr>
                                      <p:to>
                                        <p:strVal val="visible"/>
                                      </p:to>
                                    </p:set>
                                    <p:anim calcmode="lin" valueType="num">
                                      <p:cBhvr>
                                        <p:cTn id="14" dur="1000" fill="hold"/>
                                        <p:tgtEl>
                                          <p:spTgt spid="180227">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80227">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80227">
                                            <p:txEl>
                                              <p:pRg st="1" end="1"/>
                                            </p:txEl>
                                          </p:spTgt>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180227">
                                            <p:txEl>
                                              <p:pRg st="2" end="2"/>
                                            </p:txEl>
                                          </p:spTgt>
                                        </p:tgtEl>
                                        <p:attrNameLst>
                                          <p:attrName>style.visibility</p:attrName>
                                        </p:attrNameLst>
                                      </p:cBhvr>
                                      <p:to>
                                        <p:strVal val="visible"/>
                                      </p:to>
                                    </p:set>
                                    <p:anim calcmode="lin" valueType="num">
                                      <p:cBhvr>
                                        <p:cTn id="20" dur="1000" fill="hold"/>
                                        <p:tgtEl>
                                          <p:spTgt spid="180227">
                                            <p:txEl>
                                              <p:pRg st="2" end="2"/>
                                            </p:txEl>
                                          </p:spTgt>
                                        </p:tgtEl>
                                        <p:attrNameLst>
                                          <p:attrName>ppt_w</p:attrName>
                                        </p:attrNameLst>
                                      </p:cBhvr>
                                      <p:tavLst>
                                        <p:tav tm="0">
                                          <p:val>
                                            <p:strVal val="#ppt_w*0.70"/>
                                          </p:val>
                                        </p:tav>
                                        <p:tav tm="100000">
                                          <p:val>
                                            <p:strVal val="#ppt_w"/>
                                          </p:val>
                                        </p:tav>
                                      </p:tavLst>
                                    </p:anim>
                                    <p:anim calcmode="lin" valueType="num">
                                      <p:cBhvr>
                                        <p:cTn id="21" dur="1000" fill="hold"/>
                                        <p:tgtEl>
                                          <p:spTgt spid="180227">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180227">
                                            <p:txEl>
                                              <p:pRg st="2" end="2"/>
                                            </p:txEl>
                                          </p:spTgt>
                                        </p:tgtEl>
                                      </p:cBhvr>
                                    </p:animEffect>
                                  </p:childTnLst>
                                </p:cTn>
                              </p:par>
                            </p:childTnLst>
                          </p:cTn>
                        </p:par>
                        <p:par>
                          <p:cTn id="23" fill="hold">
                            <p:stCondLst>
                              <p:cond delay="2000"/>
                            </p:stCondLst>
                            <p:childTnLst>
                              <p:par>
                                <p:cTn id="24" presetID="55" presetClass="entr" presetSubtype="0" fill="hold" nodeType="afterEffect">
                                  <p:stCondLst>
                                    <p:cond delay="0"/>
                                  </p:stCondLst>
                                  <p:childTnLst>
                                    <p:set>
                                      <p:cBhvr>
                                        <p:cTn id="25" dur="1" fill="hold">
                                          <p:stCondLst>
                                            <p:cond delay="0"/>
                                          </p:stCondLst>
                                        </p:cTn>
                                        <p:tgtEl>
                                          <p:spTgt spid="180227">
                                            <p:txEl>
                                              <p:pRg st="3" end="3"/>
                                            </p:txEl>
                                          </p:spTgt>
                                        </p:tgtEl>
                                        <p:attrNameLst>
                                          <p:attrName>style.visibility</p:attrName>
                                        </p:attrNameLst>
                                      </p:cBhvr>
                                      <p:to>
                                        <p:strVal val="visible"/>
                                      </p:to>
                                    </p:set>
                                    <p:anim calcmode="lin" valueType="num">
                                      <p:cBhvr>
                                        <p:cTn id="26" dur="1000" fill="hold"/>
                                        <p:tgtEl>
                                          <p:spTgt spid="180227">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180227">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180227">
                                            <p:txEl>
                                              <p:pRg st="3" end="3"/>
                                            </p:txEl>
                                          </p:spTgt>
                                        </p:tgtEl>
                                      </p:cBhvr>
                                    </p:animEffect>
                                  </p:childTnLst>
                                </p:cTn>
                              </p:par>
                            </p:childTnLst>
                          </p:cTn>
                        </p:par>
                        <p:par>
                          <p:cTn id="29" fill="hold">
                            <p:stCondLst>
                              <p:cond delay="3000"/>
                            </p:stCondLst>
                            <p:childTnLst>
                              <p:par>
                                <p:cTn id="30" presetID="55" presetClass="entr" presetSubtype="0" fill="hold" nodeType="afterEffect">
                                  <p:stCondLst>
                                    <p:cond delay="0"/>
                                  </p:stCondLst>
                                  <p:childTnLst>
                                    <p:set>
                                      <p:cBhvr>
                                        <p:cTn id="31" dur="1" fill="hold">
                                          <p:stCondLst>
                                            <p:cond delay="0"/>
                                          </p:stCondLst>
                                        </p:cTn>
                                        <p:tgtEl>
                                          <p:spTgt spid="180227">
                                            <p:txEl>
                                              <p:pRg st="4" end="4"/>
                                            </p:txEl>
                                          </p:spTgt>
                                        </p:tgtEl>
                                        <p:attrNameLst>
                                          <p:attrName>style.visibility</p:attrName>
                                        </p:attrNameLst>
                                      </p:cBhvr>
                                      <p:to>
                                        <p:strVal val="visible"/>
                                      </p:to>
                                    </p:set>
                                    <p:anim calcmode="lin" valueType="num">
                                      <p:cBhvr>
                                        <p:cTn id="32" dur="1000" fill="hold"/>
                                        <p:tgtEl>
                                          <p:spTgt spid="180227">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180227">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180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9CDB6EF8-2326-4F51-9C0B-9FF2825F6256}" type="datetime1">
              <a:rPr lang="zh-CN" altLang="en-US"/>
            </a:fld>
            <a:endParaRPr lang="zh-CN" altLang="en-US"/>
          </a:p>
        </p:txBody>
      </p:sp>
      <p:sp>
        <p:nvSpPr>
          <p:cNvPr id="41987" name="Rectangle 2"/>
          <p:cNvSpPr>
            <a:spLocks noGrp="1" noChangeArrowheads="1"/>
          </p:cNvSpPr>
          <p:nvPr>
            <p:ph type="body" sz="half" idx="4294967295"/>
          </p:nvPr>
        </p:nvSpPr>
        <p:spPr>
          <a:xfrm>
            <a:off x="599476" y="1312547"/>
            <a:ext cx="8205046" cy="1200736"/>
          </a:xfrm>
        </p:spPr>
        <p:txBody>
          <a:bodyPr/>
          <a:lstStyle/>
          <a:p>
            <a:pPr marL="361950" lvl="1" indent="-361950">
              <a:lnSpc>
                <a:spcPct val="150000"/>
              </a:lnSpc>
              <a:spcBef>
                <a:spcPct val="35000"/>
              </a:spcBef>
              <a:buFont typeface="Wingdings" panose="05000000000000000000" pitchFamily="2" charset="2"/>
              <a:buNone/>
            </a:pPr>
            <a:r>
              <a:rPr lang="en-US" altLang="zh-CN" sz="2200" b="1" dirty="0">
                <a:solidFill>
                  <a:srgbClr val="FF3300"/>
                </a:solidFill>
              </a:rPr>
              <a:t>1</a:t>
            </a:r>
            <a:r>
              <a:rPr lang="zh-CN" altLang="en-US" sz="2200" b="1" dirty="0">
                <a:solidFill>
                  <a:srgbClr val="FF3300"/>
                </a:solidFill>
              </a:rPr>
              <a:t>）若复正交函数集</a:t>
            </a:r>
            <a:r>
              <a:rPr lang="en-US" altLang="zh-CN" sz="2200" b="1" i="1" dirty="0">
                <a:solidFill>
                  <a:srgbClr val="FF3300"/>
                </a:solidFill>
              </a:rPr>
              <a:t>{g</a:t>
            </a:r>
            <a:r>
              <a:rPr lang="en-US" altLang="zh-CN" sz="2200" b="1" i="1" baseline="-25000" dirty="0">
                <a:solidFill>
                  <a:srgbClr val="FF3300"/>
                </a:solidFill>
              </a:rPr>
              <a:t>1</a:t>
            </a:r>
            <a:r>
              <a:rPr lang="en-US" altLang="zh-CN" sz="2200" b="1" i="1" dirty="0">
                <a:solidFill>
                  <a:srgbClr val="FF3300"/>
                </a:solidFill>
              </a:rPr>
              <a:t>(t),g</a:t>
            </a:r>
            <a:r>
              <a:rPr lang="en-US" altLang="zh-CN" sz="2200" b="1" i="1" baseline="-25000" dirty="0">
                <a:solidFill>
                  <a:srgbClr val="FF3300"/>
                </a:solidFill>
              </a:rPr>
              <a:t>2</a:t>
            </a:r>
            <a:r>
              <a:rPr lang="en-US" altLang="zh-CN" sz="2200" b="1" i="1" dirty="0">
                <a:solidFill>
                  <a:srgbClr val="FF3300"/>
                </a:solidFill>
              </a:rPr>
              <a:t>(t),…,g</a:t>
            </a:r>
            <a:r>
              <a:rPr lang="en-US" altLang="zh-CN" sz="2200" b="1" i="1" baseline="-25000" dirty="0">
                <a:solidFill>
                  <a:srgbClr val="FF3300"/>
                </a:solidFill>
              </a:rPr>
              <a:t>r</a:t>
            </a:r>
            <a:r>
              <a:rPr lang="en-US" altLang="zh-CN" sz="2200" b="1" i="1" dirty="0">
                <a:solidFill>
                  <a:srgbClr val="FF3300"/>
                </a:solidFill>
              </a:rPr>
              <a:t>(t),…}</a:t>
            </a:r>
            <a:r>
              <a:rPr lang="zh-CN" altLang="en-US" sz="2200" b="1" dirty="0">
                <a:solidFill>
                  <a:srgbClr val="FF3300"/>
                </a:solidFill>
              </a:rPr>
              <a:t>是完备的，其正交条件为：</a:t>
            </a:r>
            <a:endParaRPr lang="en-US" altLang="zh-CN" sz="2200" b="1" dirty="0">
              <a:solidFill>
                <a:srgbClr val="FF3300"/>
              </a:solidFill>
            </a:endParaRPr>
          </a:p>
        </p:txBody>
      </p:sp>
      <p:sp>
        <p:nvSpPr>
          <p:cNvPr id="41989" name="Rectangle 5"/>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
        <p:nvSpPr>
          <p:cNvPr id="9" name="Rectangle 2"/>
          <p:cNvSpPr txBox="1">
            <a:spLocks noChangeArrowheads="1"/>
          </p:cNvSpPr>
          <p:nvPr/>
        </p:nvSpPr>
        <p:spPr bwMode="auto">
          <a:xfrm>
            <a:off x="501227" y="688754"/>
            <a:ext cx="41751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marL="381000" indent="-381000">
              <a:lnSpc>
                <a:spcPct val="90000"/>
              </a:lnSpc>
              <a:buFont typeface="Wingdings" panose="05000000000000000000" pitchFamily="2" charset="2"/>
              <a:buNone/>
            </a:pPr>
            <a:r>
              <a:rPr lang="zh-CN" altLang="en-US" sz="2600" b="1" kern="0" dirty="0"/>
              <a:t>三、</a:t>
            </a:r>
            <a:r>
              <a:rPr lang="en-US" altLang="zh-CN" sz="2600" b="1" kern="0" dirty="0"/>
              <a:t> </a:t>
            </a:r>
            <a:r>
              <a:rPr lang="zh-CN" altLang="en-US" sz="2600" b="1" kern="0" dirty="0"/>
              <a:t>复变函数的分解</a:t>
            </a:r>
            <a:endParaRPr lang="zh-CN" altLang="en-US" sz="2600" b="1" kern="0" dirty="0"/>
          </a:p>
        </p:txBody>
      </p:sp>
      <p:sp>
        <p:nvSpPr>
          <p:cNvPr id="10" name="Rectangle 3"/>
          <p:cNvSpPr>
            <a:spLocks noChangeArrowheads="1"/>
          </p:cNvSpPr>
          <p:nvPr/>
        </p:nvSpPr>
        <p:spPr bwMode="auto">
          <a:xfrm>
            <a:off x="446473" y="3925284"/>
            <a:ext cx="8544524" cy="2737058"/>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marL="714375" indent="-71437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1313180" indent="-41910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marL="361950" indent="-361950">
              <a:lnSpc>
                <a:spcPct val="125000"/>
              </a:lnSpc>
              <a:buClr>
                <a:srgbClr val="6600CC"/>
              </a:buClr>
              <a:buFont typeface="Wingdings" panose="05000000000000000000" pitchFamily="2" charset="2"/>
              <a:buChar char="l"/>
            </a:pPr>
            <a:r>
              <a:rPr lang="zh-CN" altLang="en-US" sz="2400" b="1" dirty="0"/>
              <a:t>复变函数即指函数的</a:t>
            </a:r>
            <a:r>
              <a:rPr lang="zh-CN" altLang="en-US" sz="2400" b="1" dirty="0">
                <a:solidFill>
                  <a:srgbClr val="6600CC"/>
                </a:solidFill>
              </a:rPr>
              <a:t>自变量</a:t>
            </a:r>
            <a:r>
              <a:rPr lang="zh-CN" altLang="en-US" sz="2400" b="1" dirty="0"/>
              <a:t>及</a:t>
            </a:r>
            <a:r>
              <a:rPr lang="zh-CN" altLang="en-US" sz="2400" b="1" dirty="0">
                <a:solidFill>
                  <a:srgbClr val="6600CC"/>
                </a:solidFill>
              </a:rPr>
              <a:t>函数值</a:t>
            </a:r>
            <a:r>
              <a:rPr lang="zh-CN" altLang="en-US" sz="2400" b="1" dirty="0"/>
              <a:t>都是</a:t>
            </a:r>
            <a:r>
              <a:rPr lang="zh-CN" altLang="en-US" sz="2400" b="1" dirty="0">
                <a:solidFill>
                  <a:srgbClr val="6600CC"/>
                </a:solidFill>
              </a:rPr>
              <a:t>复数</a:t>
            </a:r>
            <a:r>
              <a:rPr lang="zh-CN" altLang="en-US" sz="2400" b="1" dirty="0"/>
              <a:t>的函数。</a:t>
            </a:r>
            <a:endParaRPr lang="zh-CN" altLang="en-US" sz="2400" b="1" dirty="0"/>
          </a:p>
          <a:p>
            <a:pPr marL="361950" indent="-361950">
              <a:lnSpc>
                <a:spcPct val="125000"/>
              </a:lnSpc>
              <a:buClr>
                <a:srgbClr val="6600CC"/>
              </a:buClr>
              <a:buFont typeface="Wingdings" panose="05000000000000000000" pitchFamily="2" charset="2"/>
              <a:buChar char="l"/>
            </a:pPr>
            <a:r>
              <a:rPr lang="zh-CN" altLang="en-US" sz="2400" b="1" dirty="0"/>
              <a:t>复变函数分解与实函数分解相似，只有以下几点不同：</a:t>
            </a:r>
            <a:endParaRPr lang="zh-CN" altLang="en-US" sz="2400" b="1" dirty="0"/>
          </a:p>
          <a:p>
            <a:pPr lvl="1">
              <a:lnSpc>
                <a:spcPct val="125000"/>
              </a:lnSpc>
              <a:buClr>
                <a:schemeClr val="tx1"/>
              </a:buClr>
              <a:buFont typeface="Wingdings" panose="05000000000000000000" pitchFamily="2" charset="2"/>
              <a:buNone/>
            </a:pPr>
            <a:r>
              <a:rPr lang="en-US" altLang="zh-CN" sz="2000" b="1" i="1" dirty="0">
                <a:solidFill>
                  <a:srgbClr val="FF0000"/>
                </a:solidFill>
              </a:rPr>
              <a:t>1</a:t>
            </a:r>
            <a:r>
              <a:rPr lang="zh-CN" altLang="en-US" sz="2000" b="1" i="1" dirty="0">
                <a:solidFill>
                  <a:srgbClr val="FF0000"/>
                </a:solidFill>
              </a:rPr>
              <a:t>）被分解</a:t>
            </a:r>
            <a:r>
              <a:rPr lang="zh-CN" altLang="en-US" sz="2000" b="1" i="1" dirty="0"/>
              <a:t>函数 </a:t>
            </a:r>
            <a:r>
              <a:rPr lang="en-US" altLang="zh-CN" sz="2000" b="1" i="1" dirty="0"/>
              <a:t>f(t)</a:t>
            </a:r>
            <a:r>
              <a:rPr lang="zh-CN" altLang="en-US" sz="2000" b="1" i="1" dirty="0"/>
              <a:t>可以是实变函数也可以是复变函数</a:t>
            </a:r>
            <a:endParaRPr lang="zh-CN" altLang="en-US" sz="2000" b="1" i="1" dirty="0"/>
          </a:p>
          <a:p>
            <a:pPr lvl="1">
              <a:lnSpc>
                <a:spcPct val="125000"/>
              </a:lnSpc>
              <a:buClr>
                <a:srgbClr val="FF0000"/>
              </a:buClr>
              <a:buFont typeface="Wingdings" panose="05000000000000000000" pitchFamily="2" charset="2"/>
              <a:buAutoNum type="arabicParenR" startAt="2"/>
            </a:pPr>
            <a:r>
              <a:rPr lang="zh-CN" altLang="en-US" sz="2000" b="1" i="1" dirty="0">
                <a:solidFill>
                  <a:srgbClr val="FF0000"/>
                </a:solidFill>
              </a:rPr>
              <a:t>正交函数集 </a:t>
            </a:r>
            <a:r>
              <a:rPr lang="en-US" altLang="zh-CN" sz="2000" b="1" i="1" dirty="0"/>
              <a:t>g</a:t>
            </a:r>
            <a:r>
              <a:rPr lang="en-US" altLang="zh-CN" sz="2000" b="1" i="1" baseline="-25000" dirty="0"/>
              <a:t>1</a:t>
            </a:r>
            <a:r>
              <a:rPr lang="en-US" altLang="zh-CN" sz="2000" b="1" i="1" dirty="0"/>
              <a:t>(t)</a:t>
            </a:r>
            <a:r>
              <a:rPr lang="zh-CN" altLang="en-US" sz="2000" b="1" i="1" dirty="0"/>
              <a:t>，</a:t>
            </a:r>
            <a:r>
              <a:rPr lang="en-US" altLang="zh-CN" sz="2000" b="1" i="1" dirty="0"/>
              <a:t>…</a:t>
            </a:r>
            <a:r>
              <a:rPr lang="zh-CN" altLang="en-US" sz="2000" b="1" i="1" dirty="0"/>
              <a:t>，</a:t>
            </a:r>
            <a:r>
              <a:rPr lang="en-US" altLang="zh-CN" sz="2000" b="1" i="1" dirty="0"/>
              <a:t>g</a:t>
            </a:r>
            <a:r>
              <a:rPr lang="en-US" altLang="zh-CN" sz="2000" b="1" i="1" baseline="-25000" dirty="0"/>
              <a:t>r</a:t>
            </a:r>
            <a:r>
              <a:rPr lang="en-US" altLang="zh-CN" sz="2000" b="1" i="1" dirty="0"/>
              <a:t>(t) </a:t>
            </a:r>
            <a:r>
              <a:rPr lang="zh-CN" altLang="en-US" sz="2000" b="1" i="1" dirty="0"/>
              <a:t>，</a:t>
            </a:r>
            <a:r>
              <a:rPr lang="en-US" altLang="zh-CN" sz="2000" b="1" i="1" dirty="0"/>
              <a:t>…</a:t>
            </a:r>
            <a:r>
              <a:rPr lang="zh-CN" altLang="en-US" sz="2000" b="1" i="1" dirty="0"/>
              <a:t>都是复变函数 。 </a:t>
            </a:r>
            <a:endParaRPr lang="zh-CN" altLang="en-US" sz="2000" b="1" i="1" dirty="0"/>
          </a:p>
          <a:p>
            <a:pPr lvl="1">
              <a:lnSpc>
                <a:spcPct val="125000"/>
              </a:lnSpc>
              <a:buClr>
                <a:schemeClr val="tx1"/>
              </a:buClr>
              <a:buFont typeface="Wingdings" panose="05000000000000000000" pitchFamily="2" charset="2"/>
              <a:buNone/>
            </a:pPr>
            <a:r>
              <a:rPr lang="en-US" altLang="zh-CN" sz="2000" b="1" i="1" dirty="0">
                <a:solidFill>
                  <a:srgbClr val="FF0000"/>
                </a:solidFill>
              </a:rPr>
              <a:t>3)</a:t>
            </a:r>
            <a:r>
              <a:rPr lang="en-US" altLang="zh-CN" sz="2000" b="1" i="1" dirty="0"/>
              <a:t>  </a:t>
            </a:r>
            <a:r>
              <a:rPr lang="zh-CN" altLang="en-US" sz="2000" b="1" i="1" dirty="0">
                <a:solidFill>
                  <a:srgbClr val="FF0000"/>
                </a:solidFill>
              </a:rPr>
              <a:t>分量系数 </a:t>
            </a:r>
            <a:r>
              <a:rPr lang="en-US" altLang="zh-CN" sz="2000" b="1" i="1" dirty="0"/>
              <a:t>C</a:t>
            </a:r>
            <a:r>
              <a:rPr lang="en-US" altLang="zh-CN" sz="2000" b="1" i="1" baseline="-25000" dirty="0"/>
              <a:t>1</a:t>
            </a:r>
            <a:r>
              <a:rPr lang="zh-CN" altLang="en-US" sz="2000" b="1" i="1" dirty="0"/>
              <a:t>，</a:t>
            </a:r>
            <a:r>
              <a:rPr lang="en-US" altLang="zh-CN" sz="2000" b="1" i="1" dirty="0"/>
              <a:t>…</a:t>
            </a:r>
            <a:r>
              <a:rPr lang="zh-CN" altLang="en-US" sz="2000" b="1" i="1" dirty="0"/>
              <a:t>，</a:t>
            </a:r>
            <a:r>
              <a:rPr lang="en-US" altLang="zh-CN" sz="2000" b="1" i="1" dirty="0"/>
              <a:t>C</a:t>
            </a:r>
            <a:r>
              <a:rPr lang="en-US" altLang="zh-CN" sz="2000" b="1" i="1" baseline="-25000" dirty="0"/>
              <a:t>r</a:t>
            </a:r>
            <a:r>
              <a:rPr lang="zh-CN" altLang="en-US" sz="2000" b="1" i="1" dirty="0"/>
              <a:t>，</a:t>
            </a:r>
            <a:r>
              <a:rPr lang="en-US" altLang="zh-CN" sz="2000" b="1" i="1" dirty="0"/>
              <a:t>…</a:t>
            </a:r>
            <a:r>
              <a:rPr lang="zh-CN" altLang="en-US" sz="2000" b="1" i="1" dirty="0"/>
              <a:t>是复数。</a:t>
            </a:r>
            <a:r>
              <a:rPr lang="zh-CN" altLang="en-US" sz="2400" b="1" dirty="0"/>
              <a:t>          </a:t>
            </a:r>
            <a:endParaRPr lang="zh-CN" altLang="en-US" sz="2400" b="1" dirty="0"/>
          </a:p>
        </p:txBody>
      </p:sp>
      <p:graphicFrame>
        <p:nvGraphicFramePr>
          <p:cNvPr id="12" name="Object 5"/>
          <p:cNvGraphicFramePr>
            <a:graphicFrameLocks noChangeAspect="1"/>
          </p:cNvGraphicFramePr>
          <p:nvPr/>
        </p:nvGraphicFramePr>
        <p:xfrm>
          <a:off x="1221025" y="2321512"/>
          <a:ext cx="4507190" cy="1603772"/>
        </p:xfrm>
        <a:graphic>
          <a:graphicData uri="http://schemas.openxmlformats.org/presentationml/2006/ole">
            <mc:AlternateContent xmlns:mc="http://schemas.openxmlformats.org/markup-compatibility/2006">
              <mc:Choice xmlns:v="urn:schemas-microsoft-com:vml" Requires="v">
                <p:oleObj spid="_x0000_s255008" name="公式" r:id="rId1" imgW="2070100" imgH="736600" progId="Equation.3">
                  <p:embed/>
                </p:oleObj>
              </mc:Choice>
              <mc:Fallback>
                <p:oleObj name="公式" r:id="rId1" imgW="2070100" imgH="7366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1025" y="2321512"/>
                        <a:ext cx="4507190" cy="1603772"/>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13" name="文本框 12"/>
              <p:cNvSpPr txBox="1"/>
              <p:nvPr/>
            </p:nvSpPr>
            <p:spPr>
              <a:xfrm>
                <a:off x="5391949" y="2723210"/>
                <a:ext cx="4728050" cy="400110"/>
              </a:xfrm>
              <a:prstGeom prst="rect">
                <a:avLst/>
              </a:prstGeom>
              <a:noFill/>
            </p:spPr>
            <p:txBody>
              <a:bodyPr wrap="square">
                <a:spAutoFit/>
              </a:bodyPr>
              <a:lstStyle/>
              <a:p>
                <a:r>
                  <a:rPr lang="zh-CN" altLang="en-US" sz="2000" b="1" dirty="0">
                    <a:solidFill>
                      <a:srgbClr val="FF0000"/>
                    </a:solidFill>
                    <a:latin typeface="Cambria Math" panose="02040503050406030204" pitchFamily="18" charset="0"/>
                  </a:rPr>
                  <a:t>其中</a:t>
                </a:r>
                <a14:m>
                  <m:oMath xmlns:m="http://schemas.openxmlformats.org/officeDocument/2006/math">
                    <m:sSup>
                      <m:sSupPr>
                        <m:ctrlPr>
                          <a:rPr lang="zh-CN" altLang="en-US" sz="2000" b="1" i="1" smtClean="0">
                            <a:solidFill>
                              <a:srgbClr val="FF0000"/>
                            </a:solidFill>
                            <a:latin typeface="Cambria Math" panose="02040503050406030204" pitchFamily="18" charset="0"/>
                          </a:rPr>
                        </m:ctrlPr>
                      </m:sSupPr>
                      <m:e>
                        <m:r>
                          <a:rPr lang="en-US" altLang="zh-CN" sz="2000" b="1" i="1">
                            <a:solidFill>
                              <a:srgbClr val="FF0000"/>
                            </a:solidFill>
                            <a:latin typeface="Cambria Math" panose="02040503050406030204" pitchFamily="18" charset="0"/>
                          </a:rPr>
                          <m:t>𝒈</m:t>
                        </m:r>
                      </m:e>
                      <m:sup>
                        <m:r>
                          <a:rPr lang="en-US" altLang="zh-CN" sz="2000" b="1" i="1" smtClean="0">
                            <a:solidFill>
                              <a:srgbClr val="FF0000"/>
                            </a:solidFill>
                            <a:latin typeface="Cambria Math" panose="02040503050406030204" pitchFamily="18" charset="0"/>
                          </a:rPr>
                          <m:t>∗</m:t>
                        </m:r>
                      </m:sup>
                    </m:sSup>
                    <m:r>
                      <a:rPr lang="zh-CN" altLang="en-US" sz="2000" b="1" i="1">
                        <a:solidFill>
                          <a:srgbClr val="FF0000"/>
                        </a:solidFill>
                        <a:latin typeface="Cambria Math" panose="02040503050406030204" pitchFamily="18" charset="0"/>
                      </a:rPr>
                      <m:t>(</m:t>
                    </m:r>
                    <m:r>
                      <a:rPr lang="zh-CN" altLang="en-US" sz="2000" b="1" i="1">
                        <a:solidFill>
                          <a:srgbClr val="FF0000"/>
                        </a:solidFill>
                        <a:latin typeface="Cambria Math" panose="02040503050406030204" pitchFamily="18" charset="0"/>
                      </a:rPr>
                      <m:t>𝒕</m:t>
                    </m:r>
                    <m:r>
                      <a:rPr lang="zh-CN" altLang="en-US" sz="2000" b="1" i="1">
                        <a:solidFill>
                          <a:srgbClr val="FF0000"/>
                        </a:solidFill>
                        <a:latin typeface="Cambria Math" panose="02040503050406030204" pitchFamily="18" charset="0"/>
                      </a:rPr>
                      <m:t>)</m:t>
                    </m:r>
                  </m:oMath>
                </a14:m>
                <a:r>
                  <a:rPr lang="zh-CN" altLang="en-US" sz="2000" b="1" dirty="0">
                    <a:solidFill>
                      <a:srgbClr val="FF0000"/>
                    </a:solidFill>
                    <a:latin typeface="Cambria Math" panose="02040503050406030204" pitchFamily="18" charset="0"/>
                  </a:rPr>
                  <a:t>表示</a:t>
                </a:r>
                <a:r>
                  <a:rPr lang="en-US" altLang="zh-CN" sz="2000" b="1" dirty="0">
                    <a:solidFill>
                      <a:srgbClr val="FF0000"/>
                    </a:solidFill>
                    <a:latin typeface="Cambria Math" panose="02040503050406030204" pitchFamily="18" charset="0"/>
                  </a:rPr>
                  <a:t>g</a:t>
                </a:r>
                <a14:m>
                  <m:oMath xmlns:m="http://schemas.openxmlformats.org/officeDocument/2006/math">
                    <m:r>
                      <a:rPr lang="zh-CN" altLang="en-US" sz="2000" b="1" i="1">
                        <a:solidFill>
                          <a:srgbClr val="FF0000"/>
                        </a:solidFill>
                        <a:latin typeface="Cambria Math" panose="02040503050406030204" pitchFamily="18" charset="0"/>
                      </a:rPr>
                      <m:t>(</m:t>
                    </m:r>
                    <m:r>
                      <a:rPr lang="zh-CN" altLang="en-US" sz="2000" b="1" i="1">
                        <a:solidFill>
                          <a:srgbClr val="FF0000"/>
                        </a:solidFill>
                        <a:latin typeface="Cambria Math" panose="02040503050406030204" pitchFamily="18" charset="0"/>
                      </a:rPr>
                      <m:t>𝒕</m:t>
                    </m:r>
                    <m:r>
                      <a:rPr lang="zh-CN" altLang="en-US" sz="2000" b="1" i="1">
                        <a:solidFill>
                          <a:srgbClr val="FF0000"/>
                        </a:solidFill>
                        <a:latin typeface="Cambria Math" panose="02040503050406030204" pitchFamily="18" charset="0"/>
                      </a:rPr>
                      <m:t>)</m:t>
                    </m:r>
                    <m:r>
                      <a:rPr lang="zh-CN" altLang="en-US" sz="2000" b="1" i="1">
                        <a:solidFill>
                          <a:srgbClr val="FF0000"/>
                        </a:solidFill>
                        <a:latin typeface="Cambria Math" panose="02040503050406030204" pitchFamily="18" charset="0"/>
                      </a:rPr>
                      <m:t>的</m:t>
                    </m:r>
                  </m:oMath>
                </a14:m>
                <a:r>
                  <a:rPr lang="zh-CN" altLang="en-US" sz="2000" b="1" dirty="0">
                    <a:solidFill>
                      <a:srgbClr val="FF0000"/>
                    </a:solidFill>
                    <a:latin typeface="Cambria Math" panose="02040503050406030204" pitchFamily="18" charset="0"/>
                  </a:rPr>
                  <a:t>共轭函数</a:t>
                </a:r>
                <a:endParaRPr lang="zh-CN" altLang="en-US" sz="2000" b="1" dirty="0">
                  <a:solidFill>
                    <a:srgbClr val="FF000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5391949" y="2723210"/>
                <a:ext cx="4728050" cy="400110"/>
              </a:xfrm>
              <a:prstGeom prst="rect">
                <a:avLst/>
              </a:prstGeom>
              <a:blipFill rotWithShape="1">
                <a:blip r:embed="rId3"/>
                <a:stretch>
                  <a:fillRect l="-3" t="-82" b="97"/>
                </a:stretch>
              </a:blipFill>
            </p:spPr>
            <p:txBody>
              <a:bodyPr/>
              <a:lstStyle/>
              <a:p>
                <a:r>
                  <a:rPr lang="zh-CN" altLang="en-US">
                    <a:noFill/>
                  </a:rPr>
                  <a:t> </a:t>
                </a:r>
              </a:p>
            </p:txBody>
          </p:sp>
        </mc:Fallback>
      </mc:AlternateContent>
    </p:spTree>
  </p:cSld>
  <p:clrMapOvr>
    <a:masterClrMapping/>
  </p:clrMapOvr>
  <p:transition spd="slow" advTm="11113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strVal val="#ppt_w*0.70"/>
                                          </p:val>
                                        </p:tav>
                                        <p:tav tm="100000">
                                          <p:val>
                                            <p:strVal val="#ppt_w"/>
                                          </p:val>
                                        </p:tav>
                                      </p:tavLst>
                                    </p:anim>
                                    <p:anim calcmode="lin" valueType="num">
                                      <p:cBhvr>
                                        <p:cTn id="8" dur="1000" fill="hold"/>
                                        <p:tgtEl>
                                          <p:spTgt spid="12"/>
                                        </p:tgtEl>
                                        <p:attrNameLst>
                                          <p:attrName>ppt_h</p:attrName>
                                        </p:attrNameLst>
                                      </p:cBhvr>
                                      <p:tavLst>
                                        <p:tav tm="0">
                                          <p:val>
                                            <p:strVal val="#ppt_h"/>
                                          </p:val>
                                        </p:tav>
                                        <p:tav tm="100000">
                                          <p:val>
                                            <p:strVal val="#ppt_h"/>
                                          </p:val>
                                        </p:tav>
                                      </p:tavLst>
                                    </p:anim>
                                    <p:animEffect transition="in" filter="fade">
                                      <p:cBhvr>
                                        <p:cTn id="9" dur="10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 calcmode="lin" valueType="num">
                                      <p:cBhvr>
                                        <p:cTn id="18" dur="1000" fill="hold"/>
                                        <p:tgtEl>
                                          <p:spTgt spid="10">
                                            <p:txEl>
                                              <p:pRg st="0" end="0"/>
                                            </p:txEl>
                                          </p:spTgt>
                                        </p:tgtEl>
                                        <p:attrNameLst>
                                          <p:attrName>ppt_w</p:attrName>
                                        </p:attrNameLst>
                                      </p:cBhvr>
                                      <p:tavLst>
                                        <p:tav tm="0">
                                          <p:val>
                                            <p:strVal val="#ppt_w*0.70"/>
                                          </p:val>
                                        </p:tav>
                                        <p:tav tm="100000">
                                          <p:val>
                                            <p:strVal val="#ppt_w"/>
                                          </p:val>
                                        </p:tav>
                                      </p:tavLst>
                                    </p:anim>
                                    <p:anim calcmode="lin" valueType="num">
                                      <p:cBhvr>
                                        <p:cTn id="19" dur="1000" fill="hold"/>
                                        <p:tgtEl>
                                          <p:spTgt spid="10">
                                            <p:txEl>
                                              <p:pRg st="0" end="0"/>
                                            </p:txEl>
                                          </p:spTgt>
                                        </p:tgtEl>
                                        <p:attrNameLst>
                                          <p:attrName>ppt_h</p:attrName>
                                        </p:attrNameLst>
                                      </p:cBhvr>
                                      <p:tavLst>
                                        <p:tav tm="0">
                                          <p:val>
                                            <p:strVal val="#ppt_h"/>
                                          </p:val>
                                        </p:tav>
                                        <p:tav tm="100000">
                                          <p:val>
                                            <p:strVal val="#ppt_h"/>
                                          </p:val>
                                        </p:tav>
                                      </p:tavLst>
                                    </p:anim>
                                    <p:animEffect transition="in" filter="fade">
                                      <p:cBhvr>
                                        <p:cTn id="20" dur="1000"/>
                                        <p:tgtEl>
                                          <p:spTgt spid="10">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0">
                                            <p:txEl>
                                              <p:pRg st="1" end="1"/>
                                            </p:txEl>
                                          </p:spTgt>
                                        </p:tgtEl>
                                        <p:attrNameLst>
                                          <p:attrName>style.visibility</p:attrName>
                                        </p:attrNameLst>
                                      </p:cBhvr>
                                      <p:to>
                                        <p:strVal val="visible"/>
                                      </p:to>
                                    </p:set>
                                    <p:anim calcmode="lin" valueType="num">
                                      <p:cBhvr>
                                        <p:cTn id="25" dur="1000" fill="hold"/>
                                        <p:tgtEl>
                                          <p:spTgt spid="10">
                                            <p:txEl>
                                              <p:pRg st="1" end="1"/>
                                            </p:txEl>
                                          </p:spTgt>
                                        </p:tgtEl>
                                        <p:attrNameLst>
                                          <p:attrName>ppt_w</p:attrName>
                                        </p:attrNameLst>
                                      </p:cBhvr>
                                      <p:tavLst>
                                        <p:tav tm="0">
                                          <p:val>
                                            <p:strVal val="#ppt_w*0.70"/>
                                          </p:val>
                                        </p:tav>
                                        <p:tav tm="100000">
                                          <p:val>
                                            <p:strVal val="#ppt_w"/>
                                          </p:val>
                                        </p:tav>
                                      </p:tavLst>
                                    </p:anim>
                                    <p:anim calcmode="lin" valueType="num">
                                      <p:cBhvr>
                                        <p:cTn id="26" dur="1000" fill="hold"/>
                                        <p:tgtEl>
                                          <p:spTgt spid="10">
                                            <p:txEl>
                                              <p:pRg st="1" end="1"/>
                                            </p:txEl>
                                          </p:spTgt>
                                        </p:tgtEl>
                                        <p:attrNameLst>
                                          <p:attrName>ppt_h</p:attrName>
                                        </p:attrNameLst>
                                      </p:cBhvr>
                                      <p:tavLst>
                                        <p:tav tm="0">
                                          <p:val>
                                            <p:strVal val="#ppt_h"/>
                                          </p:val>
                                        </p:tav>
                                        <p:tav tm="100000">
                                          <p:val>
                                            <p:strVal val="#ppt_h"/>
                                          </p:val>
                                        </p:tav>
                                      </p:tavLst>
                                    </p:anim>
                                    <p:animEffect transition="in" filter="fade">
                                      <p:cBhvr>
                                        <p:cTn id="27" dur="1000"/>
                                        <p:tgtEl>
                                          <p:spTgt spid="10">
                                            <p:txEl>
                                              <p:pRg st="1" end="1"/>
                                            </p:txEl>
                                          </p:spTgt>
                                        </p:tgtEl>
                                      </p:cBhvr>
                                    </p:animEffect>
                                  </p:childTnLst>
                                </p:cTn>
                              </p:par>
                            </p:childTnLst>
                          </p:cTn>
                        </p:par>
                        <p:par>
                          <p:cTn id="28" fill="hold">
                            <p:stCondLst>
                              <p:cond delay="1000"/>
                            </p:stCondLst>
                            <p:childTnLst>
                              <p:par>
                                <p:cTn id="29" presetID="55" presetClass="entr" presetSubtype="0" fill="hold" nodeType="afterEffect">
                                  <p:stCondLst>
                                    <p:cond delay="0"/>
                                  </p:stCondLst>
                                  <p:childTnLst>
                                    <p:set>
                                      <p:cBhvr>
                                        <p:cTn id="30" dur="1" fill="hold">
                                          <p:stCondLst>
                                            <p:cond delay="0"/>
                                          </p:stCondLst>
                                        </p:cTn>
                                        <p:tgtEl>
                                          <p:spTgt spid="10">
                                            <p:txEl>
                                              <p:pRg st="2" end="2"/>
                                            </p:txEl>
                                          </p:spTgt>
                                        </p:tgtEl>
                                        <p:attrNameLst>
                                          <p:attrName>style.visibility</p:attrName>
                                        </p:attrNameLst>
                                      </p:cBhvr>
                                      <p:to>
                                        <p:strVal val="visible"/>
                                      </p:to>
                                    </p:set>
                                    <p:anim calcmode="lin" valueType="num">
                                      <p:cBhvr>
                                        <p:cTn id="31" dur="1000" fill="hold"/>
                                        <p:tgtEl>
                                          <p:spTgt spid="10">
                                            <p:txEl>
                                              <p:pRg st="2" end="2"/>
                                            </p:txEl>
                                          </p:spTgt>
                                        </p:tgtEl>
                                        <p:attrNameLst>
                                          <p:attrName>ppt_w</p:attrName>
                                        </p:attrNameLst>
                                      </p:cBhvr>
                                      <p:tavLst>
                                        <p:tav tm="0">
                                          <p:val>
                                            <p:strVal val="#ppt_w*0.70"/>
                                          </p:val>
                                        </p:tav>
                                        <p:tav tm="100000">
                                          <p:val>
                                            <p:strVal val="#ppt_w"/>
                                          </p:val>
                                        </p:tav>
                                      </p:tavLst>
                                    </p:anim>
                                    <p:anim calcmode="lin" valueType="num">
                                      <p:cBhvr>
                                        <p:cTn id="32" dur="1000" fill="hold"/>
                                        <p:tgtEl>
                                          <p:spTgt spid="10">
                                            <p:txEl>
                                              <p:pRg st="2" end="2"/>
                                            </p:txEl>
                                          </p:spTgt>
                                        </p:tgtEl>
                                        <p:attrNameLst>
                                          <p:attrName>ppt_h</p:attrName>
                                        </p:attrNameLst>
                                      </p:cBhvr>
                                      <p:tavLst>
                                        <p:tav tm="0">
                                          <p:val>
                                            <p:strVal val="#ppt_h"/>
                                          </p:val>
                                        </p:tav>
                                        <p:tav tm="100000">
                                          <p:val>
                                            <p:strVal val="#ppt_h"/>
                                          </p:val>
                                        </p:tav>
                                      </p:tavLst>
                                    </p:anim>
                                    <p:animEffect transition="in" filter="fade">
                                      <p:cBhvr>
                                        <p:cTn id="33" dur="1000"/>
                                        <p:tgtEl>
                                          <p:spTgt spid="10">
                                            <p:txEl>
                                              <p:pRg st="2" end="2"/>
                                            </p:txEl>
                                          </p:spTgt>
                                        </p:tgtEl>
                                      </p:cBhvr>
                                    </p:animEffect>
                                  </p:childTnLst>
                                </p:cTn>
                              </p:par>
                            </p:childTnLst>
                          </p:cTn>
                        </p:par>
                        <p:par>
                          <p:cTn id="34" fill="hold">
                            <p:stCondLst>
                              <p:cond delay="2000"/>
                            </p:stCondLst>
                            <p:childTnLst>
                              <p:par>
                                <p:cTn id="35" presetID="55" presetClass="entr" presetSubtype="0" fill="hold" nodeType="afterEffect">
                                  <p:stCondLst>
                                    <p:cond delay="0"/>
                                  </p:stCondLst>
                                  <p:childTnLst>
                                    <p:set>
                                      <p:cBhvr>
                                        <p:cTn id="36" dur="1" fill="hold">
                                          <p:stCondLst>
                                            <p:cond delay="0"/>
                                          </p:stCondLst>
                                        </p:cTn>
                                        <p:tgtEl>
                                          <p:spTgt spid="10">
                                            <p:txEl>
                                              <p:pRg st="3" end="3"/>
                                            </p:txEl>
                                          </p:spTgt>
                                        </p:tgtEl>
                                        <p:attrNameLst>
                                          <p:attrName>style.visibility</p:attrName>
                                        </p:attrNameLst>
                                      </p:cBhvr>
                                      <p:to>
                                        <p:strVal val="visible"/>
                                      </p:to>
                                    </p:set>
                                    <p:anim calcmode="lin" valueType="num">
                                      <p:cBhvr>
                                        <p:cTn id="37" dur="1000" fill="hold"/>
                                        <p:tgtEl>
                                          <p:spTgt spid="10">
                                            <p:txEl>
                                              <p:pRg st="3" end="3"/>
                                            </p:txEl>
                                          </p:spTgt>
                                        </p:tgtEl>
                                        <p:attrNameLst>
                                          <p:attrName>ppt_w</p:attrName>
                                        </p:attrNameLst>
                                      </p:cBhvr>
                                      <p:tavLst>
                                        <p:tav tm="0">
                                          <p:val>
                                            <p:strVal val="#ppt_w*0.70"/>
                                          </p:val>
                                        </p:tav>
                                        <p:tav tm="100000">
                                          <p:val>
                                            <p:strVal val="#ppt_w"/>
                                          </p:val>
                                        </p:tav>
                                      </p:tavLst>
                                    </p:anim>
                                    <p:anim calcmode="lin" valueType="num">
                                      <p:cBhvr>
                                        <p:cTn id="38" dur="1000" fill="hold"/>
                                        <p:tgtEl>
                                          <p:spTgt spid="10">
                                            <p:txEl>
                                              <p:pRg st="3" end="3"/>
                                            </p:txEl>
                                          </p:spTgt>
                                        </p:tgtEl>
                                        <p:attrNameLst>
                                          <p:attrName>ppt_h</p:attrName>
                                        </p:attrNameLst>
                                      </p:cBhvr>
                                      <p:tavLst>
                                        <p:tav tm="0">
                                          <p:val>
                                            <p:strVal val="#ppt_h"/>
                                          </p:val>
                                        </p:tav>
                                        <p:tav tm="100000">
                                          <p:val>
                                            <p:strVal val="#ppt_h"/>
                                          </p:val>
                                        </p:tav>
                                      </p:tavLst>
                                    </p:anim>
                                    <p:animEffect transition="in" filter="fade">
                                      <p:cBhvr>
                                        <p:cTn id="39" dur="1000"/>
                                        <p:tgtEl>
                                          <p:spTgt spid="10">
                                            <p:txEl>
                                              <p:pRg st="3" end="3"/>
                                            </p:txEl>
                                          </p:spTgt>
                                        </p:tgtEl>
                                      </p:cBhvr>
                                    </p:animEffect>
                                  </p:childTnLst>
                                </p:cTn>
                              </p:par>
                            </p:childTnLst>
                          </p:cTn>
                        </p:par>
                        <p:par>
                          <p:cTn id="40" fill="hold">
                            <p:stCondLst>
                              <p:cond delay="3000"/>
                            </p:stCondLst>
                            <p:childTnLst>
                              <p:par>
                                <p:cTn id="41" presetID="55" presetClass="entr" presetSubtype="0" fill="hold" nodeType="afterEffect">
                                  <p:stCondLst>
                                    <p:cond delay="0"/>
                                  </p:stCondLst>
                                  <p:childTnLst>
                                    <p:set>
                                      <p:cBhvr>
                                        <p:cTn id="42" dur="1" fill="hold">
                                          <p:stCondLst>
                                            <p:cond delay="0"/>
                                          </p:stCondLst>
                                        </p:cTn>
                                        <p:tgtEl>
                                          <p:spTgt spid="10">
                                            <p:txEl>
                                              <p:pRg st="4" end="4"/>
                                            </p:txEl>
                                          </p:spTgt>
                                        </p:tgtEl>
                                        <p:attrNameLst>
                                          <p:attrName>style.visibility</p:attrName>
                                        </p:attrNameLst>
                                      </p:cBhvr>
                                      <p:to>
                                        <p:strVal val="visible"/>
                                      </p:to>
                                    </p:set>
                                    <p:anim calcmode="lin" valueType="num">
                                      <p:cBhvr>
                                        <p:cTn id="43" dur="1000" fill="hold"/>
                                        <p:tgtEl>
                                          <p:spTgt spid="10">
                                            <p:txEl>
                                              <p:pRg st="4" end="4"/>
                                            </p:txEl>
                                          </p:spTgt>
                                        </p:tgtEl>
                                        <p:attrNameLst>
                                          <p:attrName>ppt_w</p:attrName>
                                        </p:attrNameLst>
                                      </p:cBhvr>
                                      <p:tavLst>
                                        <p:tav tm="0">
                                          <p:val>
                                            <p:strVal val="#ppt_w*0.70"/>
                                          </p:val>
                                        </p:tav>
                                        <p:tav tm="100000">
                                          <p:val>
                                            <p:strVal val="#ppt_w"/>
                                          </p:val>
                                        </p:tav>
                                      </p:tavLst>
                                    </p:anim>
                                    <p:anim calcmode="lin" valueType="num">
                                      <p:cBhvr>
                                        <p:cTn id="44" dur="1000" fill="hold"/>
                                        <p:tgtEl>
                                          <p:spTgt spid="10">
                                            <p:txEl>
                                              <p:pRg st="4" end="4"/>
                                            </p:txEl>
                                          </p:spTgt>
                                        </p:tgtEl>
                                        <p:attrNameLst>
                                          <p:attrName>ppt_h</p:attrName>
                                        </p:attrNameLst>
                                      </p:cBhvr>
                                      <p:tavLst>
                                        <p:tav tm="0">
                                          <p:val>
                                            <p:strVal val="#ppt_h"/>
                                          </p:val>
                                        </p:tav>
                                        <p:tav tm="100000">
                                          <p:val>
                                            <p:strVal val="#ppt_h"/>
                                          </p:val>
                                        </p:tav>
                                      </p:tavLst>
                                    </p:anim>
                                    <p:animEffect transition="in" filter="fade">
                                      <p:cBhvr>
                                        <p:cTn id="45" dur="10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9CDB6EF8-2326-4F51-9C0B-9FF2825F6256}" type="datetime1">
              <a:rPr lang="zh-CN" altLang="en-US"/>
            </a:fld>
            <a:endParaRPr lang="zh-CN" altLang="en-US"/>
          </a:p>
        </p:txBody>
      </p:sp>
      <p:sp>
        <p:nvSpPr>
          <p:cNvPr id="41987" name="Rectangle 2"/>
          <p:cNvSpPr>
            <a:spLocks noGrp="1" noChangeArrowheads="1"/>
          </p:cNvSpPr>
          <p:nvPr>
            <p:ph type="body" sz="half" idx="4294967295"/>
          </p:nvPr>
        </p:nvSpPr>
        <p:spPr>
          <a:xfrm>
            <a:off x="594000" y="897005"/>
            <a:ext cx="8550000" cy="1200736"/>
          </a:xfrm>
        </p:spPr>
        <p:txBody>
          <a:bodyPr/>
          <a:lstStyle/>
          <a:p>
            <a:pPr marL="449580" lvl="1" indent="-449580">
              <a:lnSpc>
                <a:spcPct val="150000"/>
              </a:lnSpc>
              <a:spcBef>
                <a:spcPct val="35000"/>
              </a:spcBef>
              <a:buFont typeface="Wingdings" panose="05000000000000000000" pitchFamily="2" charset="2"/>
              <a:buNone/>
            </a:pPr>
            <a:r>
              <a:rPr lang="en-US" altLang="zh-CN" sz="2200" b="1" dirty="0">
                <a:solidFill>
                  <a:srgbClr val="FF3300"/>
                </a:solidFill>
              </a:rPr>
              <a:t>2</a:t>
            </a:r>
            <a:r>
              <a:rPr lang="zh-CN" altLang="en-US" sz="2200" b="1" dirty="0">
                <a:solidFill>
                  <a:srgbClr val="FF3300"/>
                </a:solidFill>
              </a:rPr>
              <a:t>）</a:t>
            </a:r>
            <a:r>
              <a:rPr lang="zh-CN" altLang="en-US" sz="2000" b="1" dirty="0">
                <a:solidFill>
                  <a:srgbClr val="FF3300"/>
                </a:solidFill>
              </a:rPr>
              <a:t>若复正交函数集</a:t>
            </a:r>
            <a:r>
              <a:rPr lang="en-US" altLang="zh-CN" sz="2000" b="1" i="1" dirty="0">
                <a:solidFill>
                  <a:srgbClr val="FF3300"/>
                </a:solidFill>
              </a:rPr>
              <a:t>{g</a:t>
            </a:r>
            <a:r>
              <a:rPr lang="en-US" altLang="zh-CN" sz="2000" b="1" i="1" baseline="-25000" dirty="0">
                <a:solidFill>
                  <a:srgbClr val="FF3300"/>
                </a:solidFill>
              </a:rPr>
              <a:t>1</a:t>
            </a:r>
            <a:r>
              <a:rPr lang="en-US" altLang="zh-CN" sz="2000" b="1" i="1" dirty="0">
                <a:solidFill>
                  <a:srgbClr val="FF3300"/>
                </a:solidFill>
              </a:rPr>
              <a:t>(t),g</a:t>
            </a:r>
            <a:r>
              <a:rPr lang="en-US" altLang="zh-CN" sz="2000" b="1" i="1" baseline="-25000" dirty="0">
                <a:solidFill>
                  <a:srgbClr val="FF3300"/>
                </a:solidFill>
              </a:rPr>
              <a:t>2</a:t>
            </a:r>
            <a:r>
              <a:rPr lang="en-US" altLang="zh-CN" sz="2000" b="1" i="1" dirty="0">
                <a:solidFill>
                  <a:srgbClr val="FF3300"/>
                </a:solidFill>
              </a:rPr>
              <a:t>(t),…,g</a:t>
            </a:r>
            <a:r>
              <a:rPr lang="en-US" altLang="zh-CN" sz="2000" b="1" i="1" baseline="-25000" dirty="0">
                <a:solidFill>
                  <a:srgbClr val="FF3300"/>
                </a:solidFill>
              </a:rPr>
              <a:t>r</a:t>
            </a:r>
            <a:r>
              <a:rPr lang="en-US" altLang="zh-CN" sz="2000" b="1" i="1" dirty="0">
                <a:solidFill>
                  <a:srgbClr val="FF3300"/>
                </a:solidFill>
              </a:rPr>
              <a:t>(t),…}</a:t>
            </a:r>
            <a:r>
              <a:rPr lang="zh-CN" altLang="en-US" sz="2000" b="1" dirty="0">
                <a:solidFill>
                  <a:srgbClr val="FF3300"/>
                </a:solidFill>
              </a:rPr>
              <a:t>是完备的，则任意函数</a:t>
            </a:r>
            <a:r>
              <a:rPr lang="en-US" altLang="zh-CN" sz="2000" b="1" dirty="0">
                <a:solidFill>
                  <a:srgbClr val="FF3300"/>
                </a:solidFill>
              </a:rPr>
              <a:t>f(t)(</a:t>
            </a:r>
            <a:r>
              <a:rPr lang="zh-CN" altLang="en-US" sz="2000" b="1" dirty="0">
                <a:solidFill>
                  <a:srgbClr val="FF3300"/>
                </a:solidFill>
              </a:rPr>
              <a:t>实或复</a:t>
            </a:r>
            <a:r>
              <a:rPr lang="en-US" altLang="zh-CN" sz="2000" b="1" dirty="0">
                <a:solidFill>
                  <a:srgbClr val="FF3300"/>
                </a:solidFill>
              </a:rPr>
              <a:t>)</a:t>
            </a:r>
            <a:r>
              <a:rPr lang="zh-CN" altLang="en-US" sz="2000" b="1" dirty="0">
                <a:solidFill>
                  <a:srgbClr val="FF3300"/>
                </a:solidFill>
              </a:rPr>
              <a:t>可以分解为</a:t>
            </a:r>
            <a:r>
              <a:rPr lang="en-US" altLang="zh-CN" sz="2000" b="1" dirty="0">
                <a:solidFill>
                  <a:srgbClr val="FF3300"/>
                </a:solidFill>
              </a:rPr>
              <a:t>:</a:t>
            </a:r>
            <a:endParaRPr lang="en-US" altLang="zh-CN" sz="2200" b="1" dirty="0">
              <a:solidFill>
                <a:srgbClr val="FF3300"/>
              </a:solidFill>
            </a:endParaRPr>
          </a:p>
        </p:txBody>
      </p:sp>
      <p:sp>
        <p:nvSpPr>
          <p:cNvPr id="41989" name="Rectangle 5"/>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mc:AlternateContent xmlns:mc="http://schemas.openxmlformats.org/markup-compatibility/2006">
        <mc:Choice xmlns:a14="http://schemas.microsoft.com/office/drawing/2010/main" Requires="a14">
          <p:sp>
            <p:nvSpPr>
              <p:cNvPr id="8" name="Object 5"/>
              <p:cNvSpPr txBox="1"/>
              <p:nvPr/>
            </p:nvSpPr>
            <p:spPr bwMode="auto">
              <a:xfrm>
                <a:off x="616346" y="1867266"/>
                <a:ext cx="8273205" cy="1045759"/>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buFont typeface="Wingdings" panose="05000000000000000000" pitchFamily="2" charset="2"/>
                  <a:buNone/>
                </a:pPr>
                <a14:m>
                  <m:oMathPara xmlns:m="http://schemas.openxmlformats.org/officeDocument/2006/math">
                    <m:oMathParaPr>
                      <m:jc m:val="left"/>
                    </m:oMathParaPr>
                    <m:oMath xmlns:m="http://schemas.openxmlformats.org/officeDocument/2006/math">
                      <m:r>
                        <a:rPr lang="zh-CN" altLang="en-US" sz="2400" i="1" kern="0" smtClean="0">
                          <a:solidFill>
                            <a:srgbClr val="000000"/>
                          </a:solidFill>
                          <a:latin typeface="Cambria Math" panose="02040503050406030204" pitchFamily="18" charset="0"/>
                        </a:rPr>
                        <m:t>𝑓</m:t>
                      </m:r>
                      <m:d>
                        <m:dPr>
                          <m:ctrlPr>
                            <a:rPr lang="zh-CN" altLang="en-US" sz="2400" i="1" kern="0">
                              <a:solidFill>
                                <a:srgbClr val="000000"/>
                              </a:solidFill>
                              <a:latin typeface="Cambria Math" panose="02040503050406030204" pitchFamily="18" charset="0"/>
                            </a:rPr>
                          </m:ctrlPr>
                        </m:dPr>
                        <m:e>
                          <m:r>
                            <a:rPr lang="zh-CN" altLang="en-US" sz="2400" i="1" kern="0">
                              <a:solidFill>
                                <a:srgbClr val="000000"/>
                              </a:solidFill>
                              <a:latin typeface="Cambria Math" panose="02040503050406030204" pitchFamily="18" charset="0"/>
                            </a:rPr>
                            <m:t>𝑡</m:t>
                          </m:r>
                        </m:e>
                      </m:d>
                      <m:r>
                        <a:rPr lang="en-US" altLang="zh-CN" sz="2400" i="1" kern="0" smtClean="0">
                          <a:solidFill>
                            <a:srgbClr val="000000"/>
                          </a:solidFill>
                          <a:latin typeface="Cambria Math" panose="02040503050406030204" pitchFamily="18" charset="0"/>
                        </a:rPr>
                        <m:t>=</m:t>
                      </m:r>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𝑐</m:t>
                          </m:r>
                        </m:e>
                        <m:sub>
                          <m:r>
                            <a:rPr lang="zh-CN" altLang="en-US" sz="2400" i="1" kern="0">
                              <a:solidFill>
                                <a:srgbClr val="000000"/>
                              </a:solidFill>
                              <a:latin typeface="Cambria Math" panose="02040503050406030204" pitchFamily="18" charset="0"/>
                            </a:rPr>
                            <m:t>1</m:t>
                          </m:r>
                        </m:sub>
                      </m:sSub>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𝑔</m:t>
                          </m:r>
                        </m:e>
                        <m:sub>
                          <m:r>
                            <a:rPr lang="zh-CN" altLang="en-US" sz="2400" i="1" kern="0">
                              <a:solidFill>
                                <a:srgbClr val="000000"/>
                              </a:solidFill>
                              <a:latin typeface="Cambria Math" panose="02040503050406030204" pitchFamily="18" charset="0"/>
                            </a:rPr>
                            <m:t>1</m:t>
                          </m:r>
                        </m:sub>
                      </m:sSub>
                      <m:r>
                        <a:rPr lang="zh-CN" altLang="en-US" sz="2400" i="1" kern="0">
                          <a:solidFill>
                            <a:srgbClr val="000000"/>
                          </a:solidFill>
                          <a:latin typeface="Cambria Math" panose="02040503050406030204" pitchFamily="18" charset="0"/>
                        </a:rPr>
                        <m:t>(</m:t>
                      </m:r>
                      <m:r>
                        <a:rPr lang="zh-CN" altLang="en-US" sz="2400" i="1" kern="0">
                          <a:solidFill>
                            <a:srgbClr val="000000"/>
                          </a:solidFill>
                          <a:latin typeface="Cambria Math" panose="02040503050406030204" pitchFamily="18" charset="0"/>
                        </a:rPr>
                        <m:t>𝑡</m:t>
                      </m:r>
                      <m:r>
                        <a:rPr lang="zh-CN" altLang="en-US" sz="2400" i="1" kern="0">
                          <a:solidFill>
                            <a:srgbClr val="000000"/>
                          </a:solidFill>
                          <a:latin typeface="Cambria Math" panose="02040503050406030204" pitchFamily="18" charset="0"/>
                        </a:rPr>
                        <m:t>)+</m:t>
                      </m:r>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𝑐</m:t>
                          </m:r>
                        </m:e>
                        <m:sub>
                          <m:r>
                            <a:rPr lang="zh-CN" altLang="en-US" sz="2400" i="1" kern="0">
                              <a:solidFill>
                                <a:srgbClr val="000000"/>
                              </a:solidFill>
                              <a:latin typeface="Cambria Math" panose="02040503050406030204" pitchFamily="18" charset="0"/>
                            </a:rPr>
                            <m:t>2</m:t>
                          </m:r>
                        </m:sub>
                      </m:sSub>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𝑔</m:t>
                          </m:r>
                        </m:e>
                        <m:sub>
                          <m:r>
                            <a:rPr lang="zh-CN" altLang="en-US" sz="2400" i="1" kern="0">
                              <a:solidFill>
                                <a:srgbClr val="000000"/>
                              </a:solidFill>
                              <a:latin typeface="Cambria Math" panose="02040503050406030204" pitchFamily="18" charset="0"/>
                            </a:rPr>
                            <m:t>2</m:t>
                          </m:r>
                        </m:sub>
                      </m:sSub>
                      <m:r>
                        <a:rPr lang="zh-CN" altLang="en-US" sz="2400" i="1" kern="0">
                          <a:solidFill>
                            <a:srgbClr val="000000"/>
                          </a:solidFill>
                          <a:latin typeface="Cambria Math" panose="02040503050406030204" pitchFamily="18" charset="0"/>
                        </a:rPr>
                        <m:t>(</m:t>
                      </m:r>
                      <m:r>
                        <a:rPr lang="zh-CN" altLang="en-US" sz="2400" i="1" kern="0">
                          <a:solidFill>
                            <a:srgbClr val="000000"/>
                          </a:solidFill>
                          <a:latin typeface="Cambria Math" panose="02040503050406030204" pitchFamily="18" charset="0"/>
                        </a:rPr>
                        <m:t>𝑡</m:t>
                      </m:r>
                      <m:r>
                        <a:rPr lang="zh-CN" altLang="en-US" sz="2400" i="1" kern="0">
                          <a:solidFill>
                            <a:srgbClr val="000000"/>
                          </a:solidFill>
                          <a:latin typeface="Cambria Math" panose="02040503050406030204" pitchFamily="18" charset="0"/>
                        </a:rPr>
                        <m:t>)+...+</m:t>
                      </m:r>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𝑐</m:t>
                          </m:r>
                        </m:e>
                        <m:sub>
                          <m:r>
                            <a:rPr lang="zh-CN" altLang="en-US" sz="2400" i="1" kern="0">
                              <a:solidFill>
                                <a:srgbClr val="000000"/>
                              </a:solidFill>
                              <a:latin typeface="Cambria Math" panose="02040503050406030204" pitchFamily="18" charset="0"/>
                            </a:rPr>
                            <m:t>𝑟</m:t>
                          </m:r>
                        </m:sub>
                      </m:sSub>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𝑔</m:t>
                          </m:r>
                        </m:e>
                        <m:sub>
                          <m:r>
                            <a:rPr lang="zh-CN" altLang="en-US" sz="2400" i="1" kern="0">
                              <a:solidFill>
                                <a:srgbClr val="000000"/>
                              </a:solidFill>
                              <a:latin typeface="Cambria Math" panose="02040503050406030204" pitchFamily="18" charset="0"/>
                            </a:rPr>
                            <m:t>𝑟</m:t>
                          </m:r>
                        </m:sub>
                      </m:sSub>
                      <m:r>
                        <a:rPr lang="zh-CN" altLang="en-US" sz="2400" i="1" kern="0">
                          <a:solidFill>
                            <a:srgbClr val="000000"/>
                          </a:solidFill>
                          <a:latin typeface="Cambria Math" panose="02040503050406030204" pitchFamily="18" charset="0"/>
                        </a:rPr>
                        <m:t>(</m:t>
                      </m:r>
                      <m:r>
                        <a:rPr lang="zh-CN" altLang="en-US" sz="2400" i="1" kern="0">
                          <a:solidFill>
                            <a:srgbClr val="000000"/>
                          </a:solidFill>
                          <a:latin typeface="Cambria Math" panose="02040503050406030204" pitchFamily="18" charset="0"/>
                        </a:rPr>
                        <m:t>𝑡</m:t>
                      </m:r>
                      <m:r>
                        <a:rPr lang="zh-CN" altLang="en-US" sz="2400" i="1" kern="0">
                          <a:solidFill>
                            <a:srgbClr val="000000"/>
                          </a:solidFill>
                          <a:latin typeface="Cambria Math" panose="02040503050406030204" pitchFamily="18" charset="0"/>
                        </a:rPr>
                        <m:t>)+...+</m:t>
                      </m:r>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𝑐</m:t>
                          </m:r>
                        </m:e>
                        <m:sub>
                          <m:r>
                            <a:rPr lang="zh-CN" altLang="en-US" sz="2400" i="1" kern="0">
                              <a:solidFill>
                                <a:srgbClr val="000000"/>
                              </a:solidFill>
                              <a:latin typeface="Cambria Math" panose="02040503050406030204" pitchFamily="18" charset="0"/>
                            </a:rPr>
                            <m:t>𝑛</m:t>
                          </m:r>
                        </m:sub>
                      </m:sSub>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𝑔</m:t>
                          </m:r>
                        </m:e>
                        <m:sub>
                          <m:r>
                            <a:rPr lang="zh-CN" altLang="en-US" sz="2400" i="1" kern="0">
                              <a:solidFill>
                                <a:srgbClr val="000000"/>
                              </a:solidFill>
                              <a:latin typeface="Cambria Math" panose="02040503050406030204" pitchFamily="18" charset="0"/>
                            </a:rPr>
                            <m:t>𝑛</m:t>
                          </m:r>
                        </m:sub>
                      </m:sSub>
                      <m:r>
                        <a:rPr lang="zh-CN" altLang="en-US" sz="2400" i="1" kern="0">
                          <a:solidFill>
                            <a:srgbClr val="000000"/>
                          </a:solidFill>
                          <a:latin typeface="Cambria Math" panose="02040503050406030204" pitchFamily="18" charset="0"/>
                        </a:rPr>
                        <m:t>(</m:t>
                      </m:r>
                      <m:r>
                        <a:rPr lang="zh-CN" altLang="en-US" sz="2400" i="1" kern="0">
                          <a:solidFill>
                            <a:srgbClr val="000000"/>
                          </a:solidFill>
                          <a:latin typeface="Cambria Math" panose="02040503050406030204" pitchFamily="18" charset="0"/>
                        </a:rPr>
                        <m:t>𝑡</m:t>
                      </m:r>
                      <m:r>
                        <a:rPr lang="zh-CN" altLang="en-US" sz="2400" i="1" kern="0">
                          <a:solidFill>
                            <a:srgbClr val="000000"/>
                          </a:solidFill>
                          <a:latin typeface="Cambria Math" panose="02040503050406030204" pitchFamily="18" charset="0"/>
                        </a:rPr>
                        <m:t>))+…</m:t>
                      </m:r>
                    </m:oMath>
                  </m:oMathPara>
                </a14:m>
                <a:endParaRPr lang="en-US" altLang="zh-CN" sz="2400" kern="0" dirty="0">
                  <a:solidFill>
                    <a:srgbClr val="000000"/>
                  </a:solidFill>
                </a:endParaRPr>
              </a:p>
              <a:p>
                <a:pPr>
                  <a:buFont typeface="Wingdings" panose="05000000000000000000" pitchFamily="2" charset="2"/>
                  <a:buNone/>
                </a:pPr>
                <a:r>
                  <a:rPr lang="zh-CN" altLang="en-US" sz="2400" kern="0" dirty="0"/>
                  <a:t>      </a:t>
                </a:r>
                <a:r>
                  <a:rPr lang="en-US" altLang="zh-CN" sz="2400" kern="0" dirty="0"/>
                  <a:t>=</a:t>
                </a:r>
                <a14:m>
                  <m:oMath xmlns:m="http://schemas.openxmlformats.org/officeDocument/2006/math">
                    <m:nary>
                      <m:naryPr>
                        <m:chr m:val="∑"/>
                        <m:ctrlPr>
                          <a:rPr lang="en-US" altLang="zh-CN" sz="2400" i="1" kern="0" smtClean="0">
                            <a:latin typeface="Cambria Math" panose="02040503050406030204" pitchFamily="18" charset="0"/>
                          </a:rPr>
                        </m:ctrlPr>
                      </m:naryPr>
                      <m:sub>
                        <m:r>
                          <m:rPr>
                            <m:brk m:alnAt="23"/>
                          </m:rPr>
                          <a:rPr lang="en-US" altLang="zh-CN" sz="2400" i="1" kern="0" smtClean="0">
                            <a:latin typeface="Cambria Math" panose="02040503050406030204" pitchFamily="18" charset="0"/>
                          </a:rPr>
                          <m:t>𝑟</m:t>
                        </m:r>
                        <m:r>
                          <a:rPr lang="en-US" altLang="zh-CN" sz="2400" i="1" kern="0" smtClean="0">
                            <a:latin typeface="Cambria Math" panose="02040503050406030204" pitchFamily="18" charset="0"/>
                          </a:rPr>
                          <m:t>=</m:t>
                        </m:r>
                        <m:r>
                          <a:rPr lang="en-US" altLang="zh-CN" sz="2400" i="1" kern="0" smtClean="0">
                            <a:latin typeface="Cambria Math" panose="02040503050406030204" pitchFamily="18" charset="0"/>
                          </a:rPr>
                          <m:t>1</m:t>
                        </m:r>
                      </m:sub>
                      <m:sup>
                        <m:r>
                          <a:rPr lang="en-US" altLang="zh-CN" sz="2400" i="1" kern="0" smtClean="0">
                            <a:latin typeface="Cambria Math" panose="02040503050406030204" pitchFamily="18" charset="0"/>
                          </a:rPr>
                          <m:t>+</m:t>
                        </m:r>
                        <m:r>
                          <a:rPr lang="zh-CN" altLang="en-US" sz="2400" i="1" kern="0">
                            <a:latin typeface="Cambria Math" panose="02040503050406030204" pitchFamily="18" charset="0"/>
                          </a:rPr>
                          <m:t>∞</m:t>
                        </m:r>
                      </m:sup>
                      <m:e>
                        <m:sSub>
                          <m:sSubPr>
                            <m:ctrlPr>
                              <a:rPr lang="en-US" altLang="zh-CN" sz="2400" i="1" kern="0" smtClean="0">
                                <a:latin typeface="Cambria Math" panose="02040503050406030204" pitchFamily="18" charset="0"/>
                              </a:rPr>
                            </m:ctrlPr>
                          </m:sSubPr>
                          <m:e>
                            <m:r>
                              <a:rPr lang="en-US" altLang="zh-CN" sz="2400" i="1" kern="0">
                                <a:latin typeface="Cambria Math" panose="02040503050406030204" pitchFamily="18" charset="0"/>
                              </a:rPr>
                              <m:t>𝐶</m:t>
                            </m:r>
                          </m:e>
                          <m:sub>
                            <m:r>
                              <a:rPr lang="en-US" altLang="zh-CN" sz="2400" i="1" kern="0">
                                <a:latin typeface="Cambria Math" panose="02040503050406030204" pitchFamily="18" charset="0"/>
                              </a:rPr>
                              <m:t>𝑟</m:t>
                            </m:r>
                          </m:sub>
                        </m:sSub>
                      </m:e>
                    </m:nary>
                  </m:oMath>
                </a14:m>
                <a:r>
                  <a:rPr lang="zh-CN" altLang="en-US" sz="2400" i="1" kern="0" dirty="0">
                    <a:solidFill>
                      <a:srgbClr val="000000"/>
                    </a:solidFill>
                  </a:rPr>
                  <a:t> </a:t>
                </a:r>
                <a14:m>
                  <m:oMath xmlns:m="http://schemas.openxmlformats.org/officeDocument/2006/math">
                    <m:sSub>
                      <m:sSubPr>
                        <m:ctrlPr>
                          <a:rPr lang="zh-CN" altLang="en-US" sz="2400" i="1" kern="0">
                            <a:solidFill>
                              <a:srgbClr val="000000"/>
                            </a:solidFill>
                            <a:latin typeface="Cambria Math" panose="02040503050406030204" pitchFamily="18" charset="0"/>
                          </a:rPr>
                        </m:ctrlPr>
                      </m:sSubPr>
                      <m:e>
                        <m:r>
                          <a:rPr lang="zh-CN" altLang="en-US" sz="2400" i="1" kern="0">
                            <a:solidFill>
                              <a:srgbClr val="000000"/>
                            </a:solidFill>
                            <a:latin typeface="Cambria Math" panose="02040503050406030204" pitchFamily="18" charset="0"/>
                          </a:rPr>
                          <m:t>𝑔</m:t>
                        </m:r>
                      </m:e>
                      <m:sub>
                        <m:r>
                          <m:rPr>
                            <m:sty m:val="p"/>
                          </m:rPr>
                          <a:rPr lang="en-US" altLang="zh-CN" sz="2400" i="1" kern="0">
                            <a:solidFill>
                              <a:srgbClr val="000000"/>
                            </a:solidFill>
                            <a:latin typeface="Cambria Math" panose="02040503050406030204" pitchFamily="18" charset="0"/>
                          </a:rPr>
                          <m:t>r</m:t>
                        </m:r>
                      </m:sub>
                    </m:sSub>
                    <m:r>
                      <a:rPr lang="zh-CN" altLang="en-US" sz="2400" i="1" kern="0">
                        <a:solidFill>
                          <a:srgbClr val="000000"/>
                        </a:solidFill>
                        <a:latin typeface="Cambria Math" panose="02040503050406030204" pitchFamily="18" charset="0"/>
                      </a:rPr>
                      <m:t>(</m:t>
                    </m:r>
                    <m:r>
                      <a:rPr lang="zh-CN" altLang="en-US" sz="2400" i="1" kern="0">
                        <a:solidFill>
                          <a:srgbClr val="000000"/>
                        </a:solidFill>
                        <a:latin typeface="Cambria Math" panose="02040503050406030204" pitchFamily="18" charset="0"/>
                      </a:rPr>
                      <m:t>𝑡</m:t>
                    </m:r>
                    <m:r>
                      <a:rPr lang="zh-CN" altLang="en-US" sz="2400" i="1" kern="0">
                        <a:solidFill>
                          <a:srgbClr val="000000"/>
                        </a:solidFill>
                        <a:latin typeface="Cambria Math" panose="02040503050406030204" pitchFamily="18" charset="0"/>
                      </a:rPr>
                      <m:t>)</m:t>
                    </m:r>
                  </m:oMath>
                </a14:m>
                <a:endParaRPr lang="zh-CN" altLang="en-US" sz="2400" kern="0" dirty="0"/>
              </a:p>
            </p:txBody>
          </p:sp>
        </mc:Choice>
        <mc:Fallback>
          <p:sp>
            <p:nvSpPr>
              <p:cNvPr id="8" name="Object 5"/>
              <p:cNvSpPr txBox="1">
                <a:spLocks noRot="1" noChangeAspect="1" noMove="1" noResize="1" noEditPoints="1" noAdjustHandles="1" noChangeArrowheads="1" noChangeShapeType="1" noTextEdit="1"/>
              </p:cNvSpPr>
              <p:nvPr/>
            </p:nvSpPr>
            <p:spPr bwMode="auto">
              <a:xfrm>
                <a:off x="616346" y="1867266"/>
                <a:ext cx="8273205" cy="1045759"/>
              </a:xfrm>
              <a:prstGeom prst="rect">
                <a:avLst/>
              </a:prstGeom>
              <a:blipFill rotWithShape="1">
                <a:blip r:embed="rId1"/>
                <a:stretch>
                  <a:fillRect l="-5" t="-35" r="-305" b="-2402"/>
                </a:stretch>
              </a:blip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9" name="Rectangle 2"/>
          <p:cNvSpPr txBox="1">
            <a:spLocks noChangeArrowheads="1"/>
          </p:cNvSpPr>
          <p:nvPr/>
        </p:nvSpPr>
        <p:spPr bwMode="auto">
          <a:xfrm>
            <a:off x="501227" y="560772"/>
            <a:ext cx="41751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marL="381000" indent="-381000">
              <a:lnSpc>
                <a:spcPct val="90000"/>
              </a:lnSpc>
              <a:buFont typeface="Wingdings" panose="05000000000000000000" pitchFamily="2" charset="2"/>
              <a:buNone/>
            </a:pPr>
            <a:r>
              <a:rPr lang="zh-CN" altLang="en-US" sz="2600" b="1" kern="0" dirty="0"/>
              <a:t>三、</a:t>
            </a:r>
            <a:r>
              <a:rPr lang="en-US" altLang="zh-CN" sz="2600" b="1" kern="0" dirty="0"/>
              <a:t> </a:t>
            </a:r>
            <a:r>
              <a:rPr lang="zh-CN" altLang="en-US" sz="2600" b="1" kern="0" dirty="0"/>
              <a:t>复变函数的分解</a:t>
            </a:r>
            <a:endParaRPr lang="zh-CN" altLang="en-US" sz="2600" b="1" kern="0" dirty="0"/>
          </a:p>
        </p:txBody>
      </p:sp>
      <p:sp>
        <p:nvSpPr>
          <p:cNvPr id="11" name="Rectangle 2"/>
          <p:cNvSpPr txBox="1">
            <a:spLocks noChangeArrowheads="1"/>
          </p:cNvSpPr>
          <p:nvPr/>
        </p:nvSpPr>
        <p:spPr bwMode="auto">
          <a:xfrm>
            <a:off x="527050" y="2857377"/>
            <a:ext cx="3960812" cy="396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buFont typeface="Wingdings" panose="05000000000000000000" pitchFamily="2" charset="2"/>
              <a:buNone/>
            </a:pPr>
            <a:r>
              <a:rPr lang="en-US" altLang="zh-CN" sz="2000" b="1" kern="0" dirty="0">
                <a:solidFill>
                  <a:srgbClr val="FF0000"/>
                </a:solidFill>
              </a:rPr>
              <a:t>3</a:t>
            </a:r>
            <a:r>
              <a:rPr lang="zh-CN" altLang="en-US" sz="2000" b="1" kern="0" dirty="0">
                <a:solidFill>
                  <a:srgbClr val="FF0000"/>
                </a:solidFill>
              </a:rPr>
              <a:t>）方均误差式变为：</a:t>
            </a:r>
            <a:endParaRPr lang="zh-CN" altLang="en-US" sz="2000" b="1" kern="0" dirty="0">
              <a:solidFill>
                <a:srgbClr val="FF0000"/>
              </a:solidFill>
            </a:endParaRPr>
          </a:p>
        </p:txBody>
      </p:sp>
      <mc:AlternateContent xmlns:mc="http://schemas.openxmlformats.org/markup-compatibility/2006">
        <mc:Choice xmlns:a14="http://schemas.microsoft.com/office/drawing/2010/main" Requires="a14">
          <p:sp>
            <p:nvSpPr>
              <p:cNvPr id="12" name="Object 5"/>
              <p:cNvSpPr txBox="1"/>
              <p:nvPr/>
            </p:nvSpPr>
            <p:spPr bwMode="auto">
              <a:xfrm>
                <a:off x="721993" y="3282918"/>
                <a:ext cx="8422007" cy="3526090"/>
              </a:xfrm>
              <a:prstGeom prst="rect">
                <a:avLst/>
              </a:prstGeom>
              <a:solidFill>
                <a:schemeClr val="bg1"/>
              </a:solidFill>
              <a:ln w="38100">
                <a:solidFill>
                  <a:schemeClr val="accent2"/>
                </a:solidFill>
                <a:miter lim="800000"/>
              </a:ln>
              <a:effectLst>
                <a:outerShdw dist="35921" dir="2700000" algn="ctr" rotWithShape="0">
                  <a:schemeClr val="bg2"/>
                </a:outerShdw>
              </a:effectLst>
            </p:spPr>
            <p:txBody>
              <a:bodyPr>
                <a:normAutofit fontScale="47500" lnSpcReduction="20000"/>
              </a:bodyPr>
              <a:lstStyle/>
              <a:p>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𝜀</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𝑡</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𝑓</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𝑡</m:t>
                      </m:r>
                      <m:r>
                        <a:rPr lang="zh-CN" altLang="en-US" i="1" smtClean="0">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𝑟</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𝑟</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1</m:t>
                          </m:r>
                        </m:sub>
                      </m:sSub>
                      <m:r>
                        <m:rPr>
                          <m:nor/>
                        </m:rPr>
                        <a:rPr lang="zh-CN" altLang="en-US" i="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nor/>
                            </m:rPr>
                            <a:rPr lang="zh-CN" altLang="en-US" i="0">
                              <a:solidFill>
                                <a:srgbClr val="000000"/>
                              </a:solidFill>
                              <a:latin typeface="Cambria Math" panose="02040503050406030204" pitchFamily="18" charset="0"/>
                            </a:rPr>
                            <m:t>t</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oMath>
                  </m:oMathPara>
                </a14:m>
                <a:br>
                  <a:rPr lang="zh-CN" altLang="en-US" i="1" dirty="0">
                    <a:solidFill>
                      <a:srgbClr val="000000"/>
                    </a:solidFill>
                    <a:latin typeface="Cambria Math" panose="02040503050406030204" pitchFamily="18" charset="0"/>
                  </a:rPr>
                </a:br>
                <a:br>
                  <a:rPr lang="zh-CN" altLang="en-US" i="0"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bar>
                        <m:barPr>
                          <m:pos m:val="top"/>
                          <m:ctrlPr>
                            <a:rPr lang="zh-CN" altLang="en-US" i="1">
                              <a:solidFill>
                                <a:srgbClr val="000000"/>
                              </a:solidFill>
                              <a:latin typeface="Cambria Math" panose="02040503050406030204" pitchFamily="18" charset="0"/>
                            </a:rPr>
                          </m:ctrlPr>
                        </m:bar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𝜀</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ba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den>
                      </m:f>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𝜀</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e>
                      </m:nary>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den>
                      </m:f>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2</m:t>
                              </m:r>
                            </m:sub>
                          </m:sSub>
                        </m:sup>
                        <m:e>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𝑟</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𝑟</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𝑑𝑡</m:t>
                          </m:r>
                        </m:e>
                      </m:nary>
                    </m:oMath>
                  </m:oMathPara>
                </a14:m>
                <a:endParaRPr lang="en-US" altLang="zh-CN" i="1" dirty="0">
                  <a:solidFill>
                    <a:srgbClr val="000000"/>
                  </a:solidFill>
                  <a:latin typeface="Cambria Math" panose="02040503050406030204" pitchFamily="18" charset="0"/>
                </a:endParaRPr>
              </a:p>
              <a:p>
                <a:r>
                  <a:rPr lang="zh-CN" altLang="en-US" i="1" dirty="0">
                    <a:solidFill>
                      <a:srgbClr val="000000"/>
                    </a:solidFill>
                    <a:latin typeface="Cambria Math" panose="02040503050406030204" pitchFamily="18" charset="0"/>
                  </a:rPr>
                  <a:t>            </a:t>
                </a:r>
                <a:r>
                  <a:rPr lang="en-US" altLang="zh-CN" sz="3800" dirty="0">
                    <a:solidFill>
                      <a:srgbClr val="000000"/>
                    </a:solidFill>
                    <a:latin typeface="Cambria Math" panose="02040503050406030204" pitchFamily="18" charset="0"/>
                  </a:rPr>
                  <a:t>=</a:t>
                </a:r>
                <a:r>
                  <a:rPr lang="zh-CN" altLang="en-US" sz="3800" dirty="0">
                    <a:solidFill>
                      <a:srgbClr val="000000"/>
                    </a:solidFill>
                  </a:rPr>
                  <a:t> </a:t>
                </a:r>
                <a14:m>
                  <m:oMath xmlns:m="http://schemas.openxmlformats.org/officeDocument/2006/math">
                    <m:f>
                      <m:fPr>
                        <m:ctrlPr>
                          <a:rPr lang="zh-CN" altLang="en-US" sz="3800" i="1">
                            <a:solidFill>
                              <a:srgbClr val="000000"/>
                            </a:solidFill>
                            <a:latin typeface="Cambria Math" panose="02040503050406030204" pitchFamily="18" charset="0"/>
                          </a:rPr>
                        </m:ctrlPr>
                      </m:fPr>
                      <m:num>
                        <m:r>
                          <a:rPr lang="zh-CN" altLang="en-US" sz="3800" i="1">
                            <a:solidFill>
                              <a:srgbClr val="000000"/>
                            </a:solidFill>
                            <a:latin typeface="Cambria Math" panose="02040503050406030204" pitchFamily="18" charset="0"/>
                          </a:rPr>
                          <m:t>1</m:t>
                        </m:r>
                      </m:num>
                      <m:den>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𝑡</m:t>
                            </m:r>
                          </m:e>
                          <m:sub>
                            <m:r>
                              <a:rPr lang="zh-CN" altLang="en-US" sz="3800" i="1">
                                <a:solidFill>
                                  <a:srgbClr val="000000"/>
                                </a:solidFill>
                                <a:latin typeface="Cambria Math" panose="02040503050406030204" pitchFamily="18" charset="0"/>
                              </a:rPr>
                              <m:t>2</m:t>
                            </m:r>
                          </m:sub>
                        </m:sSub>
                        <m:r>
                          <a:rPr lang="zh-CN" altLang="en-US" sz="3800" i="1">
                            <a:solidFill>
                              <a:srgbClr val="000000"/>
                            </a:solidFill>
                            <a:latin typeface="Cambria Math" panose="02040503050406030204" pitchFamily="18" charset="0"/>
                          </a:rPr>
                          <m:t>−</m:t>
                        </m:r>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𝑡</m:t>
                            </m:r>
                          </m:e>
                          <m:sub>
                            <m:r>
                              <a:rPr lang="zh-CN" altLang="en-US" sz="3800" i="1">
                                <a:solidFill>
                                  <a:srgbClr val="000000"/>
                                </a:solidFill>
                                <a:latin typeface="Cambria Math" panose="02040503050406030204" pitchFamily="18" charset="0"/>
                              </a:rPr>
                              <m:t>1</m:t>
                            </m:r>
                          </m:sub>
                        </m:sSub>
                      </m:den>
                    </m:f>
                    <m:nary>
                      <m:naryPr>
                        <m:ctrlPr>
                          <a:rPr lang="zh-CN" altLang="en-US" sz="3800" i="1">
                            <a:solidFill>
                              <a:srgbClr val="000000"/>
                            </a:solidFill>
                            <a:latin typeface="Cambria Math" panose="02040503050406030204" pitchFamily="18" charset="0"/>
                          </a:rPr>
                        </m:ctrlPr>
                      </m:naryPr>
                      <m:sub>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𝑡</m:t>
                            </m:r>
                          </m:e>
                          <m:sub>
                            <m:r>
                              <a:rPr lang="zh-CN" altLang="en-US" sz="3800" i="1">
                                <a:solidFill>
                                  <a:srgbClr val="000000"/>
                                </a:solidFill>
                                <a:latin typeface="Cambria Math" panose="02040503050406030204" pitchFamily="18" charset="0"/>
                              </a:rPr>
                              <m:t>1</m:t>
                            </m:r>
                          </m:sub>
                        </m:sSub>
                      </m:sub>
                      <m:sup>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𝑡</m:t>
                            </m:r>
                          </m:e>
                          <m:sub>
                            <m:r>
                              <a:rPr lang="zh-CN" altLang="en-US" sz="3800" i="1">
                                <a:solidFill>
                                  <a:srgbClr val="000000"/>
                                </a:solidFill>
                                <a:latin typeface="Cambria Math" panose="02040503050406030204" pitchFamily="18" charset="0"/>
                              </a:rPr>
                              <m:t>2</m:t>
                            </m:r>
                          </m:sub>
                        </m:sSub>
                      </m:sup>
                      <m:e>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𝑓</m:t>
                        </m:r>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𝑡</m:t>
                        </m:r>
                        <m:r>
                          <a:rPr lang="zh-CN" altLang="en-US" sz="3800" i="1">
                            <a:solidFill>
                              <a:srgbClr val="000000"/>
                            </a:solidFill>
                            <a:latin typeface="Cambria Math" panose="02040503050406030204" pitchFamily="18" charset="0"/>
                          </a:rPr>
                          <m:t>)−</m:t>
                        </m:r>
                        <m:nary>
                          <m:naryPr>
                            <m:chr m:val="∑"/>
                            <m:ctrlPr>
                              <a:rPr lang="zh-CN" altLang="en-US" sz="3800" i="1">
                                <a:solidFill>
                                  <a:srgbClr val="000000"/>
                                </a:solidFill>
                                <a:latin typeface="Cambria Math" panose="02040503050406030204" pitchFamily="18" charset="0"/>
                              </a:rPr>
                            </m:ctrlPr>
                          </m:naryPr>
                          <m:sub>
                            <m:r>
                              <a:rPr lang="zh-CN" altLang="en-US" sz="3800" i="1">
                                <a:solidFill>
                                  <a:srgbClr val="000000"/>
                                </a:solidFill>
                                <a:latin typeface="Cambria Math" panose="02040503050406030204" pitchFamily="18" charset="0"/>
                              </a:rPr>
                              <m:t>𝑟</m:t>
                            </m:r>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1</m:t>
                            </m:r>
                          </m:sub>
                          <m:sup>
                            <m:r>
                              <a:rPr lang="zh-CN" altLang="en-US" sz="3800" i="1">
                                <a:solidFill>
                                  <a:srgbClr val="000000"/>
                                </a:solidFill>
                                <a:latin typeface="Cambria Math" panose="02040503050406030204" pitchFamily="18" charset="0"/>
                              </a:rPr>
                              <m:t>∞</m:t>
                            </m:r>
                          </m:sup>
                          <m:e>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𝐶</m:t>
                                </m:r>
                              </m:e>
                              <m:sub>
                                <m:r>
                                  <a:rPr lang="zh-CN" altLang="en-US" sz="3800" i="1">
                                    <a:solidFill>
                                      <a:srgbClr val="000000"/>
                                    </a:solidFill>
                                    <a:latin typeface="Cambria Math" panose="02040503050406030204" pitchFamily="18" charset="0"/>
                                  </a:rPr>
                                  <m:t>𝑟</m:t>
                                </m:r>
                              </m:sub>
                            </m:sSub>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𝑔</m:t>
                                </m:r>
                              </m:e>
                              <m:sub>
                                <m:r>
                                  <a:rPr lang="zh-CN" altLang="en-US" sz="3800" i="1">
                                    <a:solidFill>
                                      <a:srgbClr val="000000"/>
                                    </a:solidFill>
                                    <a:latin typeface="Cambria Math" panose="02040503050406030204" pitchFamily="18" charset="0"/>
                                  </a:rPr>
                                  <m:t>𝑟</m:t>
                                </m:r>
                              </m:sub>
                            </m:sSub>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𝑡</m:t>
                            </m:r>
                            <m:r>
                              <a:rPr lang="zh-CN" altLang="en-US" sz="3800" i="1">
                                <a:solidFill>
                                  <a:srgbClr val="000000"/>
                                </a:solidFill>
                                <a:latin typeface="Cambria Math" panose="02040503050406030204" pitchFamily="18" charset="0"/>
                              </a:rPr>
                              <m:t>)</m:t>
                            </m:r>
                          </m:e>
                        </m:nary>
                        <m:sSup>
                          <m:sSupPr>
                            <m:ctrlPr>
                              <a:rPr lang="zh-CN" altLang="en-US" sz="3800" i="1">
                                <a:solidFill>
                                  <a:srgbClr val="000000"/>
                                </a:solidFill>
                                <a:latin typeface="Cambria Math" panose="02040503050406030204" pitchFamily="18" charset="0"/>
                              </a:rPr>
                            </m:ctrlPr>
                          </m:sSupPr>
                          <m:e>
                            <m:r>
                              <a:rPr lang="zh-CN" altLang="en-US" sz="3800" i="1">
                                <a:solidFill>
                                  <a:srgbClr val="000000"/>
                                </a:solidFill>
                                <a:latin typeface="Cambria Math" panose="02040503050406030204" pitchFamily="18" charset="0"/>
                              </a:rPr>
                              <m:t>]</m:t>
                            </m:r>
                          </m:e>
                          <m:sup/>
                        </m:sSup>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𝑓</m:t>
                        </m:r>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𝑡</m:t>
                        </m:r>
                        <m:r>
                          <a:rPr lang="zh-CN" altLang="en-US" sz="3800" i="1">
                            <a:solidFill>
                              <a:srgbClr val="000000"/>
                            </a:solidFill>
                            <a:latin typeface="Cambria Math" panose="02040503050406030204" pitchFamily="18" charset="0"/>
                          </a:rPr>
                          <m:t>)−</m:t>
                        </m:r>
                        <m:nary>
                          <m:naryPr>
                            <m:chr m:val="∑"/>
                            <m:ctrlPr>
                              <a:rPr lang="zh-CN" altLang="en-US" sz="3800" i="1">
                                <a:solidFill>
                                  <a:srgbClr val="000000"/>
                                </a:solidFill>
                                <a:latin typeface="Cambria Math" panose="02040503050406030204" pitchFamily="18" charset="0"/>
                              </a:rPr>
                            </m:ctrlPr>
                          </m:naryPr>
                          <m:sub>
                            <m:r>
                              <a:rPr lang="zh-CN" altLang="en-US" sz="3800" i="1">
                                <a:solidFill>
                                  <a:srgbClr val="000000"/>
                                </a:solidFill>
                                <a:latin typeface="Cambria Math" panose="02040503050406030204" pitchFamily="18" charset="0"/>
                              </a:rPr>
                              <m:t>𝑟</m:t>
                            </m:r>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1</m:t>
                            </m:r>
                          </m:sub>
                          <m:sup>
                            <m:r>
                              <a:rPr lang="zh-CN" altLang="en-US" sz="3800" i="1">
                                <a:solidFill>
                                  <a:srgbClr val="000000"/>
                                </a:solidFill>
                                <a:latin typeface="Cambria Math" panose="02040503050406030204" pitchFamily="18" charset="0"/>
                              </a:rPr>
                              <m:t>∞</m:t>
                            </m:r>
                          </m:sup>
                          <m:e>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𝐶</m:t>
                                </m:r>
                              </m:e>
                              <m:sub>
                                <m:r>
                                  <a:rPr lang="zh-CN" altLang="en-US" sz="3800" i="1">
                                    <a:solidFill>
                                      <a:srgbClr val="000000"/>
                                    </a:solidFill>
                                    <a:latin typeface="Cambria Math" panose="02040503050406030204" pitchFamily="18" charset="0"/>
                                  </a:rPr>
                                  <m:t>𝑟</m:t>
                                </m:r>
                              </m:sub>
                            </m:sSub>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𝑔</m:t>
                                </m:r>
                              </m:e>
                              <m:sub>
                                <m:r>
                                  <a:rPr lang="zh-CN" altLang="en-US" sz="3800" i="1">
                                    <a:solidFill>
                                      <a:srgbClr val="000000"/>
                                    </a:solidFill>
                                    <a:latin typeface="Cambria Math" panose="02040503050406030204" pitchFamily="18" charset="0"/>
                                  </a:rPr>
                                  <m:t>𝑟</m:t>
                                </m:r>
                              </m:sub>
                            </m:sSub>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𝑡</m:t>
                            </m:r>
                            <m:r>
                              <a:rPr lang="zh-CN" altLang="en-US" sz="3800" i="1">
                                <a:solidFill>
                                  <a:srgbClr val="000000"/>
                                </a:solidFill>
                                <a:latin typeface="Cambria Math" panose="02040503050406030204" pitchFamily="18" charset="0"/>
                              </a:rPr>
                              <m:t>)</m:t>
                            </m:r>
                          </m:e>
                        </m:nary>
                        <m:sSup>
                          <m:sSupPr>
                            <m:ctrlPr>
                              <a:rPr lang="zh-CN" altLang="en-US" sz="3800" i="1" smtClean="0">
                                <a:solidFill>
                                  <a:srgbClr val="000000"/>
                                </a:solidFill>
                                <a:latin typeface="Cambria Math" panose="02040503050406030204" pitchFamily="18" charset="0"/>
                              </a:rPr>
                            </m:ctrlPr>
                          </m:sSupPr>
                          <m:e>
                            <m:r>
                              <a:rPr lang="zh-CN" altLang="en-US" sz="3800" i="1">
                                <a:solidFill>
                                  <a:srgbClr val="000000"/>
                                </a:solidFill>
                                <a:latin typeface="Cambria Math" panose="02040503050406030204" pitchFamily="18" charset="0"/>
                              </a:rPr>
                              <m:t>]</m:t>
                            </m:r>
                          </m:e>
                          <m:sup>
                            <m:r>
                              <a:rPr lang="en-US" altLang="zh-CN" sz="3800" b="0" i="1" smtClean="0">
                                <a:solidFill>
                                  <a:srgbClr val="000000"/>
                                </a:solidFill>
                                <a:latin typeface="Cambria Math" panose="02040503050406030204" pitchFamily="18" charset="0"/>
                              </a:rPr>
                              <m:t>∗</m:t>
                            </m:r>
                          </m:sup>
                        </m:sSup>
                        <m:r>
                          <a:rPr lang="zh-CN" altLang="en-US" sz="3800" i="1">
                            <a:solidFill>
                              <a:srgbClr val="000000"/>
                            </a:solidFill>
                            <a:latin typeface="Cambria Math" panose="02040503050406030204" pitchFamily="18" charset="0"/>
                          </a:rPr>
                          <m:t>𝑑𝑡</m:t>
                        </m:r>
                      </m:e>
                    </m:nary>
                  </m:oMath>
                </a14:m>
                <a:br>
                  <a:rPr lang="zh-CN" altLang="en-US" i="1" dirty="0">
                    <a:solidFill>
                      <a:srgbClr val="000000"/>
                    </a:solidFill>
                    <a:latin typeface="Cambria Math" panose="02040503050406030204" pitchFamily="18" charset="0"/>
                  </a:rPr>
                </a:br>
                <a:endParaRPr lang="en-US" altLang="zh-CN" sz="2900" i="1" dirty="0">
                  <a:solidFill>
                    <a:srgbClr val="000000"/>
                  </a:solidFill>
                  <a:latin typeface="Cambria Math" panose="02040503050406030204" pitchFamily="18" charset="0"/>
                </a:endParaRPr>
              </a:p>
              <a:p>
                <a:r>
                  <a:rPr lang="en-US" altLang="zh-CN" sz="2900" i="1" dirty="0">
                    <a:solidFill>
                      <a:srgbClr val="000000"/>
                    </a:solidFill>
                    <a:latin typeface="Cambria Math" panose="02040503050406030204" pitchFamily="18" charset="0"/>
                  </a:rPr>
                  <a:t>             </a:t>
                </a:r>
                <a:r>
                  <a:rPr lang="en-US" altLang="zh-CN" sz="4200" dirty="0">
                    <a:solidFill>
                      <a:srgbClr val="000000"/>
                    </a:solidFill>
                    <a:latin typeface="Cambria Math" panose="02040503050406030204" pitchFamily="18" charset="0"/>
                  </a:rPr>
                  <a:t>=</a:t>
                </a:r>
                <a:r>
                  <a:rPr lang="zh-CN" altLang="en-US" sz="4200" dirty="0">
                    <a:solidFill>
                      <a:srgbClr val="000000"/>
                    </a:solidFill>
                  </a:rPr>
                  <a:t> </a:t>
                </a:r>
                <a14:m>
                  <m:oMath xmlns:m="http://schemas.openxmlformats.org/officeDocument/2006/math">
                    <m:f>
                      <m:fPr>
                        <m:ctrlPr>
                          <a:rPr lang="zh-CN" altLang="en-US" sz="4200" i="1">
                            <a:solidFill>
                              <a:srgbClr val="000000"/>
                            </a:solidFill>
                            <a:latin typeface="Cambria Math" panose="02040503050406030204" pitchFamily="18" charset="0"/>
                          </a:rPr>
                        </m:ctrlPr>
                      </m:fPr>
                      <m:num>
                        <m:r>
                          <a:rPr lang="zh-CN" altLang="en-US" sz="4200" i="1">
                            <a:solidFill>
                              <a:srgbClr val="000000"/>
                            </a:solidFill>
                            <a:latin typeface="Cambria Math" panose="02040503050406030204" pitchFamily="18" charset="0"/>
                          </a:rPr>
                          <m:t>1</m:t>
                        </m:r>
                      </m:num>
                      <m:den>
                        <m:sSub>
                          <m:sSubPr>
                            <m:ctrlPr>
                              <a:rPr lang="zh-CN" altLang="en-US" sz="4200" i="1">
                                <a:solidFill>
                                  <a:srgbClr val="000000"/>
                                </a:solidFill>
                                <a:latin typeface="Cambria Math" panose="02040503050406030204" pitchFamily="18" charset="0"/>
                              </a:rPr>
                            </m:ctrlPr>
                          </m:sSubPr>
                          <m:e>
                            <m:r>
                              <a:rPr lang="zh-CN" altLang="en-US" sz="4200" i="1">
                                <a:solidFill>
                                  <a:srgbClr val="000000"/>
                                </a:solidFill>
                                <a:latin typeface="Cambria Math" panose="02040503050406030204" pitchFamily="18" charset="0"/>
                              </a:rPr>
                              <m:t>𝑡</m:t>
                            </m:r>
                          </m:e>
                          <m:sub>
                            <m:r>
                              <a:rPr lang="zh-CN" altLang="en-US" sz="4200" i="1">
                                <a:solidFill>
                                  <a:srgbClr val="000000"/>
                                </a:solidFill>
                                <a:latin typeface="Cambria Math" panose="02040503050406030204" pitchFamily="18" charset="0"/>
                              </a:rPr>
                              <m:t>2</m:t>
                            </m:r>
                          </m:sub>
                        </m:sSub>
                        <m:r>
                          <a:rPr lang="zh-CN" altLang="en-US" sz="4200" i="1">
                            <a:solidFill>
                              <a:srgbClr val="000000"/>
                            </a:solidFill>
                            <a:latin typeface="Cambria Math" panose="02040503050406030204" pitchFamily="18" charset="0"/>
                          </a:rPr>
                          <m:t>−</m:t>
                        </m:r>
                        <m:sSub>
                          <m:sSubPr>
                            <m:ctrlPr>
                              <a:rPr lang="zh-CN" altLang="en-US" sz="4200" i="1">
                                <a:solidFill>
                                  <a:srgbClr val="000000"/>
                                </a:solidFill>
                                <a:latin typeface="Cambria Math" panose="02040503050406030204" pitchFamily="18" charset="0"/>
                              </a:rPr>
                            </m:ctrlPr>
                          </m:sSubPr>
                          <m:e>
                            <m:r>
                              <a:rPr lang="zh-CN" altLang="en-US" sz="4200" i="1">
                                <a:solidFill>
                                  <a:srgbClr val="000000"/>
                                </a:solidFill>
                                <a:latin typeface="Cambria Math" panose="02040503050406030204" pitchFamily="18" charset="0"/>
                              </a:rPr>
                              <m:t>𝑡</m:t>
                            </m:r>
                          </m:e>
                          <m:sub>
                            <m:r>
                              <a:rPr lang="zh-CN" altLang="en-US" sz="4200" i="1">
                                <a:solidFill>
                                  <a:srgbClr val="000000"/>
                                </a:solidFill>
                                <a:latin typeface="Cambria Math" panose="02040503050406030204" pitchFamily="18" charset="0"/>
                              </a:rPr>
                              <m:t>1</m:t>
                            </m:r>
                          </m:sub>
                        </m:sSub>
                      </m:den>
                    </m:f>
                    <m:nary>
                      <m:naryPr>
                        <m:ctrlPr>
                          <a:rPr lang="zh-CN" altLang="en-US" sz="4200" i="1">
                            <a:solidFill>
                              <a:srgbClr val="000000"/>
                            </a:solidFill>
                            <a:latin typeface="Cambria Math" panose="02040503050406030204" pitchFamily="18" charset="0"/>
                          </a:rPr>
                        </m:ctrlPr>
                      </m:naryPr>
                      <m:sub>
                        <m:sSub>
                          <m:sSubPr>
                            <m:ctrlPr>
                              <a:rPr lang="zh-CN" altLang="en-US" sz="4200" i="1">
                                <a:solidFill>
                                  <a:srgbClr val="000000"/>
                                </a:solidFill>
                                <a:latin typeface="Cambria Math" panose="02040503050406030204" pitchFamily="18" charset="0"/>
                              </a:rPr>
                            </m:ctrlPr>
                          </m:sSubPr>
                          <m:e>
                            <m:r>
                              <a:rPr lang="zh-CN" altLang="en-US" sz="4200" i="1">
                                <a:solidFill>
                                  <a:srgbClr val="000000"/>
                                </a:solidFill>
                                <a:latin typeface="Cambria Math" panose="02040503050406030204" pitchFamily="18" charset="0"/>
                              </a:rPr>
                              <m:t>𝑡</m:t>
                            </m:r>
                          </m:e>
                          <m:sub>
                            <m:r>
                              <a:rPr lang="zh-CN" altLang="en-US" sz="4200" i="1">
                                <a:solidFill>
                                  <a:srgbClr val="000000"/>
                                </a:solidFill>
                                <a:latin typeface="Cambria Math" panose="02040503050406030204" pitchFamily="18" charset="0"/>
                              </a:rPr>
                              <m:t>1</m:t>
                            </m:r>
                          </m:sub>
                        </m:sSub>
                      </m:sub>
                      <m:sup>
                        <m:sSub>
                          <m:sSubPr>
                            <m:ctrlPr>
                              <a:rPr lang="zh-CN" altLang="en-US" sz="4200" i="1">
                                <a:solidFill>
                                  <a:srgbClr val="000000"/>
                                </a:solidFill>
                                <a:latin typeface="Cambria Math" panose="02040503050406030204" pitchFamily="18" charset="0"/>
                              </a:rPr>
                            </m:ctrlPr>
                          </m:sSubPr>
                          <m:e>
                            <m:r>
                              <a:rPr lang="zh-CN" altLang="en-US" sz="4200" i="1">
                                <a:solidFill>
                                  <a:srgbClr val="000000"/>
                                </a:solidFill>
                                <a:latin typeface="Cambria Math" panose="02040503050406030204" pitchFamily="18" charset="0"/>
                              </a:rPr>
                              <m:t>𝑡</m:t>
                            </m:r>
                          </m:e>
                          <m:sub>
                            <m:r>
                              <a:rPr lang="zh-CN" altLang="en-US" sz="4200" i="1">
                                <a:solidFill>
                                  <a:srgbClr val="000000"/>
                                </a:solidFill>
                                <a:latin typeface="Cambria Math" panose="02040503050406030204" pitchFamily="18" charset="0"/>
                              </a:rPr>
                              <m:t>2</m:t>
                            </m:r>
                          </m:sub>
                        </m:sSub>
                      </m:sup>
                      <m:e>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𝑓</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𝑡</m:t>
                        </m:r>
                        <m:r>
                          <a:rPr lang="zh-CN" altLang="en-US" sz="4200" i="1">
                            <a:solidFill>
                              <a:srgbClr val="000000"/>
                            </a:solidFill>
                            <a:latin typeface="Cambria Math" panose="02040503050406030204" pitchFamily="18" charset="0"/>
                          </a:rPr>
                          <m:t>)−</m:t>
                        </m:r>
                        <m:nary>
                          <m:naryPr>
                            <m:chr m:val="∑"/>
                            <m:ctrlPr>
                              <a:rPr lang="zh-CN" altLang="en-US" sz="4200" i="1">
                                <a:solidFill>
                                  <a:srgbClr val="000000"/>
                                </a:solidFill>
                                <a:latin typeface="Cambria Math" panose="02040503050406030204" pitchFamily="18" charset="0"/>
                              </a:rPr>
                            </m:ctrlPr>
                          </m:naryPr>
                          <m:sub>
                            <m:r>
                              <a:rPr lang="zh-CN" altLang="en-US" sz="4200" i="1">
                                <a:solidFill>
                                  <a:srgbClr val="000000"/>
                                </a:solidFill>
                                <a:latin typeface="Cambria Math" panose="02040503050406030204" pitchFamily="18" charset="0"/>
                              </a:rPr>
                              <m:t>𝑟</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1</m:t>
                            </m:r>
                          </m:sub>
                          <m:sup>
                            <m:r>
                              <a:rPr lang="zh-CN" altLang="en-US" sz="4200" i="1">
                                <a:solidFill>
                                  <a:srgbClr val="000000"/>
                                </a:solidFill>
                                <a:latin typeface="Cambria Math" panose="02040503050406030204" pitchFamily="18" charset="0"/>
                              </a:rPr>
                              <m:t>∞</m:t>
                            </m:r>
                          </m:sup>
                          <m:e>
                            <m:sSub>
                              <m:sSubPr>
                                <m:ctrlPr>
                                  <a:rPr lang="zh-CN" altLang="en-US" sz="4200" i="1">
                                    <a:solidFill>
                                      <a:srgbClr val="000000"/>
                                    </a:solidFill>
                                    <a:latin typeface="Cambria Math" panose="02040503050406030204" pitchFamily="18" charset="0"/>
                                  </a:rPr>
                                </m:ctrlPr>
                              </m:sSubPr>
                              <m:e>
                                <m:r>
                                  <a:rPr lang="zh-CN" altLang="en-US" sz="4200" i="1">
                                    <a:solidFill>
                                      <a:srgbClr val="000000"/>
                                    </a:solidFill>
                                    <a:latin typeface="Cambria Math" panose="02040503050406030204" pitchFamily="18" charset="0"/>
                                  </a:rPr>
                                  <m:t>𝐶</m:t>
                                </m:r>
                              </m:e>
                              <m:sub>
                                <m:r>
                                  <a:rPr lang="zh-CN" altLang="en-US" sz="4200" i="1">
                                    <a:solidFill>
                                      <a:srgbClr val="000000"/>
                                    </a:solidFill>
                                    <a:latin typeface="Cambria Math" panose="02040503050406030204" pitchFamily="18" charset="0"/>
                                  </a:rPr>
                                  <m:t>𝑟</m:t>
                                </m:r>
                              </m:sub>
                            </m:sSub>
                            <m:sSub>
                              <m:sSubPr>
                                <m:ctrlPr>
                                  <a:rPr lang="zh-CN" altLang="en-US" sz="4200" i="1">
                                    <a:solidFill>
                                      <a:srgbClr val="000000"/>
                                    </a:solidFill>
                                    <a:latin typeface="Cambria Math" panose="02040503050406030204" pitchFamily="18" charset="0"/>
                                  </a:rPr>
                                </m:ctrlPr>
                              </m:sSubPr>
                              <m:e>
                                <m:r>
                                  <a:rPr lang="zh-CN" altLang="en-US" sz="4200" i="1">
                                    <a:solidFill>
                                      <a:srgbClr val="000000"/>
                                    </a:solidFill>
                                    <a:latin typeface="Cambria Math" panose="02040503050406030204" pitchFamily="18" charset="0"/>
                                  </a:rPr>
                                  <m:t>𝑔</m:t>
                                </m:r>
                              </m:e>
                              <m:sub>
                                <m:r>
                                  <a:rPr lang="zh-CN" altLang="en-US" sz="4200" i="1">
                                    <a:solidFill>
                                      <a:srgbClr val="000000"/>
                                    </a:solidFill>
                                    <a:latin typeface="Cambria Math" panose="02040503050406030204" pitchFamily="18" charset="0"/>
                                  </a:rPr>
                                  <m:t>𝑟</m:t>
                                </m:r>
                              </m:sub>
                            </m:sSub>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𝑡</m:t>
                            </m:r>
                            <m:r>
                              <a:rPr lang="zh-CN" altLang="en-US" sz="4200" i="1">
                                <a:solidFill>
                                  <a:srgbClr val="000000"/>
                                </a:solidFill>
                                <a:latin typeface="Cambria Math" panose="02040503050406030204" pitchFamily="18" charset="0"/>
                              </a:rPr>
                              <m:t>)</m:t>
                            </m:r>
                          </m:e>
                        </m:nary>
                        <m:sSup>
                          <m:sSupPr>
                            <m:ctrlPr>
                              <a:rPr lang="zh-CN" altLang="en-US" sz="4200" i="1">
                                <a:solidFill>
                                  <a:srgbClr val="000000"/>
                                </a:solidFill>
                                <a:latin typeface="Cambria Math" panose="02040503050406030204" pitchFamily="18" charset="0"/>
                              </a:rPr>
                            </m:ctrlPr>
                          </m:sSupPr>
                          <m:e>
                            <m:r>
                              <a:rPr lang="zh-CN" altLang="en-US" sz="4200" i="1">
                                <a:solidFill>
                                  <a:srgbClr val="000000"/>
                                </a:solidFill>
                                <a:latin typeface="Cambria Math" panose="02040503050406030204" pitchFamily="18" charset="0"/>
                              </a:rPr>
                              <m:t>]</m:t>
                            </m:r>
                          </m:e>
                          <m:sup/>
                        </m:sSup>
                        <m:r>
                          <a:rPr lang="zh-CN" altLang="en-US" sz="4200" i="1">
                            <a:solidFill>
                              <a:srgbClr val="000000"/>
                            </a:solidFill>
                            <a:latin typeface="Cambria Math" panose="02040503050406030204" pitchFamily="18" charset="0"/>
                          </a:rPr>
                          <m:t>[</m:t>
                        </m:r>
                        <m:sSup>
                          <m:sSupPr>
                            <m:ctrlPr>
                              <a:rPr lang="zh-CN" altLang="en-US" sz="4200" i="1" smtClean="0">
                                <a:solidFill>
                                  <a:srgbClr val="000000"/>
                                </a:solidFill>
                                <a:latin typeface="Cambria Math" panose="02040503050406030204" pitchFamily="18" charset="0"/>
                              </a:rPr>
                            </m:ctrlPr>
                          </m:sSupPr>
                          <m:e>
                            <m:r>
                              <a:rPr lang="en-US" altLang="zh-CN" sz="4200" b="0" i="1" smtClean="0">
                                <a:solidFill>
                                  <a:srgbClr val="000000"/>
                                </a:solidFill>
                                <a:latin typeface="Cambria Math" panose="02040503050406030204" pitchFamily="18" charset="0"/>
                              </a:rPr>
                              <m:t>𝑓</m:t>
                            </m:r>
                          </m:e>
                          <m:sup>
                            <m:r>
                              <a:rPr lang="en-US" altLang="zh-CN" sz="4200" b="0" i="1" smtClean="0">
                                <a:solidFill>
                                  <a:srgbClr val="000000"/>
                                </a:solidFill>
                                <a:latin typeface="Cambria Math" panose="02040503050406030204" pitchFamily="18" charset="0"/>
                              </a:rPr>
                              <m:t>∗</m:t>
                            </m:r>
                          </m:sup>
                        </m:sSup>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𝑡</m:t>
                        </m:r>
                        <m:r>
                          <a:rPr lang="zh-CN" altLang="en-US" sz="4200" i="1">
                            <a:solidFill>
                              <a:srgbClr val="000000"/>
                            </a:solidFill>
                            <a:latin typeface="Cambria Math" panose="02040503050406030204" pitchFamily="18" charset="0"/>
                          </a:rPr>
                          <m:t>)−</m:t>
                        </m:r>
                        <m:nary>
                          <m:naryPr>
                            <m:chr m:val="∑"/>
                            <m:ctrlPr>
                              <a:rPr lang="zh-CN" altLang="en-US" sz="4200" i="1">
                                <a:solidFill>
                                  <a:srgbClr val="000000"/>
                                </a:solidFill>
                                <a:latin typeface="Cambria Math" panose="02040503050406030204" pitchFamily="18" charset="0"/>
                              </a:rPr>
                            </m:ctrlPr>
                          </m:naryPr>
                          <m:sub>
                            <m:r>
                              <a:rPr lang="zh-CN" altLang="en-US" sz="4200" i="1">
                                <a:solidFill>
                                  <a:srgbClr val="000000"/>
                                </a:solidFill>
                                <a:latin typeface="Cambria Math" panose="02040503050406030204" pitchFamily="18" charset="0"/>
                              </a:rPr>
                              <m:t>𝑟</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1</m:t>
                            </m:r>
                          </m:sub>
                          <m:sup>
                            <m:r>
                              <a:rPr lang="zh-CN" altLang="en-US" sz="4200" i="1">
                                <a:solidFill>
                                  <a:srgbClr val="000000"/>
                                </a:solidFill>
                                <a:latin typeface="Cambria Math" panose="02040503050406030204" pitchFamily="18" charset="0"/>
                              </a:rPr>
                              <m:t>∞</m:t>
                            </m:r>
                          </m:sup>
                          <m:e>
                            <m:sSub>
                              <m:sSubPr>
                                <m:ctrlPr>
                                  <a:rPr lang="zh-CN" altLang="en-US" sz="4200" i="1" smtClean="0">
                                    <a:solidFill>
                                      <a:srgbClr val="000000"/>
                                    </a:solidFill>
                                    <a:latin typeface="Cambria Math" panose="02040503050406030204" pitchFamily="18" charset="0"/>
                                  </a:rPr>
                                </m:ctrlPr>
                              </m:sSubPr>
                              <m:e>
                                <m:sSup>
                                  <m:sSupPr>
                                    <m:ctrlPr>
                                      <a:rPr lang="zh-CN" altLang="en-US" sz="4200" i="1">
                                        <a:solidFill>
                                          <a:srgbClr val="000000"/>
                                        </a:solidFill>
                                        <a:latin typeface="Cambria Math" panose="02040503050406030204" pitchFamily="18" charset="0"/>
                                      </a:rPr>
                                    </m:ctrlPr>
                                  </m:sSupPr>
                                  <m:e>
                                    <m:r>
                                      <a:rPr lang="en-US" altLang="zh-CN" sz="4200" b="0" i="1" smtClean="0">
                                        <a:solidFill>
                                          <a:srgbClr val="000000"/>
                                        </a:solidFill>
                                        <a:latin typeface="Cambria Math" panose="02040503050406030204" pitchFamily="18" charset="0"/>
                                      </a:rPr>
                                      <m:t>𝐶</m:t>
                                    </m:r>
                                  </m:e>
                                  <m:sup>
                                    <m:r>
                                      <a:rPr lang="en-US" altLang="zh-CN" sz="4200" i="1">
                                        <a:solidFill>
                                          <a:srgbClr val="000000"/>
                                        </a:solidFill>
                                        <a:latin typeface="Cambria Math" panose="02040503050406030204" pitchFamily="18" charset="0"/>
                                      </a:rPr>
                                      <m:t>∗</m:t>
                                    </m:r>
                                  </m:sup>
                                </m:sSup>
                              </m:e>
                              <m:sub>
                                <m:r>
                                  <a:rPr lang="zh-CN" altLang="en-US" sz="4200" i="1">
                                    <a:solidFill>
                                      <a:srgbClr val="000000"/>
                                    </a:solidFill>
                                    <a:latin typeface="Cambria Math" panose="02040503050406030204" pitchFamily="18" charset="0"/>
                                  </a:rPr>
                                  <m:t>𝑟</m:t>
                                </m:r>
                              </m:sub>
                            </m:sSub>
                            <m:sSub>
                              <m:sSubPr>
                                <m:ctrlPr>
                                  <a:rPr lang="zh-CN" altLang="en-US" sz="4200" i="1">
                                    <a:solidFill>
                                      <a:srgbClr val="000000"/>
                                    </a:solidFill>
                                    <a:latin typeface="Cambria Math" panose="02040503050406030204" pitchFamily="18" charset="0"/>
                                  </a:rPr>
                                </m:ctrlPr>
                              </m:sSubPr>
                              <m:e>
                                <m:sSup>
                                  <m:sSupPr>
                                    <m:ctrlPr>
                                      <a:rPr lang="zh-CN" altLang="en-US" sz="4200" i="1">
                                        <a:solidFill>
                                          <a:srgbClr val="000000"/>
                                        </a:solidFill>
                                        <a:latin typeface="Cambria Math" panose="02040503050406030204" pitchFamily="18" charset="0"/>
                                      </a:rPr>
                                    </m:ctrlPr>
                                  </m:sSupPr>
                                  <m:e>
                                    <m:r>
                                      <a:rPr lang="en-US" altLang="zh-CN" sz="4200" b="0" i="1" smtClean="0">
                                        <a:solidFill>
                                          <a:srgbClr val="000000"/>
                                        </a:solidFill>
                                        <a:latin typeface="Cambria Math" panose="02040503050406030204" pitchFamily="18" charset="0"/>
                                      </a:rPr>
                                      <m:t>𝑔</m:t>
                                    </m:r>
                                  </m:e>
                                  <m:sup>
                                    <m:r>
                                      <a:rPr lang="en-US" altLang="zh-CN" sz="4200" i="1">
                                        <a:solidFill>
                                          <a:srgbClr val="000000"/>
                                        </a:solidFill>
                                        <a:latin typeface="Cambria Math" panose="02040503050406030204" pitchFamily="18" charset="0"/>
                                      </a:rPr>
                                      <m:t>∗</m:t>
                                    </m:r>
                                  </m:sup>
                                </m:sSup>
                              </m:e>
                              <m:sub>
                                <m:r>
                                  <a:rPr lang="zh-CN" altLang="en-US" sz="4200" i="1">
                                    <a:solidFill>
                                      <a:srgbClr val="000000"/>
                                    </a:solidFill>
                                    <a:latin typeface="Cambria Math" panose="02040503050406030204" pitchFamily="18" charset="0"/>
                                  </a:rPr>
                                  <m:t>𝑟</m:t>
                                </m:r>
                              </m:sub>
                            </m:sSub>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𝑡</m:t>
                            </m:r>
                            <m:r>
                              <a:rPr lang="zh-CN" altLang="en-US" sz="4200" i="1">
                                <a:solidFill>
                                  <a:srgbClr val="000000"/>
                                </a:solidFill>
                                <a:latin typeface="Cambria Math" panose="02040503050406030204" pitchFamily="18" charset="0"/>
                              </a:rPr>
                              <m:t>)</m:t>
                            </m:r>
                          </m:e>
                        </m:nary>
                        <m:sSup>
                          <m:sSupPr>
                            <m:ctrlPr>
                              <a:rPr lang="zh-CN" altLang="en-US" sz="4200" i="1" smtClean="0">
                                <a:solidFill>
                                  <a:srgbClr val="000000"/>
                                </a:solidFill>
                                <a:latin typeface="Cambria Math" panose="02040503050406030204" pitchFamily="18" charset="0"/>
                              </a:rPr>
                            </m:ctrlPr>
                          </m:sSupPr>
                          <m:e>
                            <m:r>
                              <a:rPr lang="en-US" altLang="zh-CN" sz="4200" b="0" i="1" smtClean="0">
                                <a:solidFill>
                                  <a:srgbClr val="000000"/>
                                </a:solidFill>
                                <a:latin typeface="Cambria Math" panose="02040503050406030204" pitchFamily="18" charset="0"/>
                              </a:rPr>
                              <m:t>]</m:t>
                            </m:r>
                          </m:e>
                          <m:sup/>
                        </m:sSup>
                        <m:r>
                          <a:rPr lang="zh-CN" altLang="en-US" sz="4200" i="1">
                            <a:solidFill>
                              <a:srgbClr val="000000"/>
                            </a:solidFill>
                            <a:latin typeface="Cambria Math" panose="02040503050406030204" pitchFamily="18" charset="0"/>
                          </a:rPr>
                          <m:t>𝑑𝑡</m:t>
                        </m:r>
                      </m:e>
                    </m:nary>
                  </m:oMath>
                </a14:m>
                <a:endParaRPr lang="en-US" altLang="zh-CN" dirty="0">
                  <a:solidFill>
                    <a:srgbClr val="000000"/>
                  </a:solidFill>
                  <a:latin typeface="Cambria Math" panose="02040503050406030204" pitchFamily="18" charset="0"/>
                </a:endParaRPr>
              </a:p>
              <a:p>
                <a:endParaRPr lang="en-US" altLang="zh-CN" sz="3600" dirty="0">
                  <a:solidFill>
                    <a:srgbClr val="000000"/>
                  </a:solidFill>
                  <a:latin typeface="Cambria Math" panose="02040503050406030204" pitchFamily="18" charset="0"/>
                </a:endParaRPr>
              </a:p>
              <a:p>
                <a:r>
                  <a:rPr lang="zh-CN" altLang="en-US" sz="3600" dirty="0">
                    <a:solidFill>
                      <a:srgbClr val="FF0000"/>
                    </a:solidFill>
                  </a:rPr>
                  <a:t>令</a:t>
                </a:r>
                <a14:m>
                  <m:oMath xmlns:m="http://schemas.openxmlformats.org/officeDocument/2006/math">
                    <m:bar>
                      <m:barPr>
                        <m:pos m:val="top"/>
                        <m:ctrlPr>
                          <a:rPr lang="zh-CN" altLang="en-US" sz="3600" i="1">
                            <a:solidFill>
                              <a:srgbClr val="FF0000"/>
                            </a:solidFill>
                            <a:latin typeface="Cambria Math" panose="02040503050406030204" pitchFamily="18" charset="0"/>
                          </a:rPr>
                        </m:ctrlPr>
                      </m:barPr>
                      <m:e>
                        <m:sSup>
                          <m:sSupPr>
                            <m:ctrlPr>
                              <a:rPr lang="zh-CN" altLang="en-US" sz="3600" i="1">
                                <a:solidFill>
                                  <a:srgbClr val="FF0000"/>
                                </a:solidFill>
                                <a:latin typeface="Cambria Math" panose="02040503050406030204" pitchFamily="18" charset="0"/>
                              </a:rPr>
                            </m:ctrlPr>
                          </m:sSupPr>
                          <m:e>
                            <m:r>
                              <a:rPr lang="zh-CN" altLang="en-US" sz="3600" i="1">
                                <a:solidFill>
                                  <a:srgbClr val="FF0000"/>
                                </a:solidFill>
                                <a:latin typeface="Cambria Math" panose="02040503050406030204" pitchFamily="18" charset="0"/>
                              </a:rPr>
                              <m:t>𝜀</m:t>
                            </m:r>
                          </m:e>
                          <m:sup>
                            <m:r>
                              <a:rPr lang="zh-CN" altLang="en-US" sz="3600" i="1">
                                <a:solidFill>
                                  <a:srgbClr val="FF0000"/>
                                </a:solidFill>
                                <a:latin typeface="Cambria Math" panose="02040503050406030204" pitchFamily="18" charset="0"/>
                              </a:rPr>
                              <m:t>2</m:t>
                            </m:r>
                          </m:sup>
                        </m:sSup>
                        <m:r>
                          <a:rPr lang="zh-CN" altLang="en-US" sz="3600" i="1">
                            <a:solidFill>
                              <a:srgbClr val="FF0000"/>
                            </a:solidFill>
                            <a:latin typeface="Cambria Math" panose="02040503050406030204" pitchFamily="18" charset="0"/>
                          </a:rPr>
                          <m:t>(</m:t>
                        </m:r>
                        <m:r>
                          <a:rPr lang="zh-CN" altLang="en-US" sz="3600" i="1">
                            <a:solidFill>
                              <a:srgbClr val="FF0000"/>
                            </a:solidFill>
                            <a:latin typeface="Cambria Math" panose="02040503050406030204" pitchFamily="18" charset="0"/>
                          </a:rPr>
                          <m:t>𝑡</m:t>
                        </m:r>
                        <m:r>
                          <a:rPr lang="zh-CN" altLang="en-US" sz="3600" i="1">
                            <a:solidFill>
                              <a:srgbClr val="FF0000"/>
                            </a:solidFill>
                            <a:latin typeface="Cambria Math" panose="02040503050406030204" pitchFamily="18" charset="0"/>
                          </a:rPr>
                          <m:t>)</m:t>
                        </m:r>
                      </m:e>
                    </m:bar>
                    <m:r>
                      <a:rPr lang="zh-CN" altLang="en-US" sz="3600" i="1">
                        <a:solidFill>
                          <a:srgbClr val="FF0000"/>
                        </a:solidFill>
                        <a:latin typeface="Cambria Math" panose="02040503050406030204" pitchFamily="18" charset="0"/>
                      </a:rPr>
                      <m:t>→</m:t>
                    </m:r>
                    <m:r>
                      <m:rPr>
                        <m:sty m:val="p"/>
                      </m:rPr>
                      <a:rPr lang="zh-CN" altLang="en-US" sz="3600">
                        <a:solidFill>
                          <a:srgbClr val="FF0000"/>
                        </a:solidFill>
                        <a:latin typeface="Cambria Math" panose="02040503050406030204" pitchFamily="18" charset="0"/>
                      </a:rPr>
                      <m:t>min</m:t>
                    </m:r>
                    <m:r>
                      <a:rPr lang="zh-CN" altLang="en-US" sz="3600" i="1">
                        <a:solidFill>
                          <a:srgbClr val="FF0000"/>
                        </a:solidFill>
                        <a:latin typeface="Cambria Math" panose="02040503050406030204" pitchFamily="18" charset="0"/>
                      </a:rPr>
                      <m:t>，</m:t>
                    </m:r>
                  </m:oMath>
                </a14:m>
                <a:r>
                  <a:rPr lang="zh-CN" altLang="en-US" sz="3600" dirty="0">
                    <a:solidFill>
                      <a:srgbClr val="FF0000"/>
                    </a:solidFill>
                    <a:latin typeface="Cambria Math" panose="02040503050406030204" pitchFamily="18" charset="0"/>
                  </a:rPr>
                  <a:t>则</a:t>
                </a:r>
                <a:endParaRPr lang="en-US" altLang="zh-CN" sz="3600" dirty="0">
                  <a:solidFill>
                    <a:srgbClr val="FF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endParaRPr lang="en-US" altLang="zh-CN" i="1" dirty="0">
                  <a:solidFill>
                    <a:srgbClr val="000000"/>
                  </a:solidFill>
                  <a:latin typeface="Cambria Math" panose="02040503050406030204" pitchFamily="18" charset="0"/>
                </a:endParaRPr>
              </a:p>
              <a:p>
                <a:r>
                  <a:rPr lang="zh-CN" altLang="en-US" dirty="0">
                    <a:solidFill>
                      <a:srgbClr val="000000"/>
                    </a:solidFill>
                  </a:rPr>
                  <a:t>         </a:t>
                </a:r>
                <a14:m>
                  <m:oMath xmlns:m="http://schemas.openxmlformats.org/officeDocument/2006/math">
                    <m:f>
                      <m:fPr>
                        <m:ctrlPr>
                          <a:rPr lang="zh-CN" altLang="en-US" sz="3800" i="1">
                            <a:solidFill>
                              <a:srgbClr val="000000"/>
                            </a:solidFill>
                            <a:latin typeface="Cambria Math" panose="02040503050406030204" pitchFamily="18" charset="0"/>
                          </a:rPr>
                        </m:ctrlPr>
                      </m:fPr>
                      <m:num>
                        <m:r>
                          <a:rPr lang="zh-CN" altLang="en-US" sz="3800" i="1">
                            <a:solidFill>
                              <a:srgbClr val="000000"/>
                            </a:solidFill>
                            <a:latin typeface="Cambria Math" panose="02040503050406030204" pitchFamily="18" charset="0"/>
                          </a:rPr>
                          <m:t>𝜕</m:t>
                        </m:r>
                      </m:num>
                      <m:den>
                        <m:r>
                          <a:rPr lang="zh-CN" altLang="en-US" sz="3800" i="1">
                            <a:solidFill>
                              <a:srgbClr val="000000"/>
                            </a:solidFill>
                            <a:latin typeface="Cambria Math" panose="02040503050406030204" pitchFamily="18" charset="0"/>
                          </a:rPr>
                          <m:t>𝜕</m:t>
                        </m:r>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𝐶</m:t>
                            </m:r>
                          </m:e>
                          <m:sub>
                            <m:r>
                              <a:rPr lang="zh-CN" altLang="en-US" sz="3800" i="1">
                                <a:solidFill>
                                  <a:srgbClr val="000000"/>
                                </a:solidFill>
                                <a:latin typeface="Cambria Math" panose="02040503050406030204" pitchFamily="18" charset="0"/>
                              </a:rPr>
                              <m:t>𝑟</m:t>
                            </m:r>
                          </m:sub>
                        </m:sSub>
                      </m:den>
                    </m:f>
                    <m:bar>
                      <m:barPr>
                        <m:pos m:val="top"/>
                        <m:ctrlPr>
                          <a:rPr lang="zh-CN" altLang="en-US" sz="3800" i="1">
                            <a:solidFill>
                              <a:srgbClr val="000000"/>
                            </a:solidFill>
                            <a:latin typeface="Cambria Math" panose="02040503050406030204" pitchFamily="18" charset="0"/>
                          </a:rPr>
                        </m:ctrlPr>
                      </m:barPr>
                      <m:e>
                        <m:sSup>
                          <m:sSupPr>
                            <m:ctrlPr>
                              <a:rPr lang="zh-CN" altLang="en-US" sz="3800" i="1">
                                <a:solidFill>
                                  <a:srgbClr val="000000"/>
                                </a:solidFill>
                                <a:latin typeface="Cambria Math" panose="02040503050406030204" pitchFamily="18" charset="0"/>
                              </a:rPr>
                            </m:ctrlPr>
                          </m:sSupPr>
                          <m:e>
                            <m:r>
                              <a:rPr lang="zh-CN" altLang="en-US" sz="3800" i="1">
                                <a:solidFill>
                                  <a:srgbClr val="000000"/>
                                </a:solidFill>
                                <a:latin typeface="Cambria Math" panose="02040503050406030204" pitchFamily="18" charset="0"/>
                              </a:rPr>
                              <m:t>𝜀</m:t>
                            </m:r>
                          </m:e>
                          <m:sup>
                            <m:r>
                              <a:rPr lang="zh-CN" altLang="en-US" sz="3800" i="1">
                                <a:solidFill>
                                  <a:srgbClr val="000000"/>
                                </a:solidFill>
                                <a:latin typeface="Cambria Math" panose="02040503050406030204" pitchFamily="18" charset="0"/>
                              </a:rPr>
                              <m:t>2</m:t>
                            </m:r>
                          </m:sup>
                        </m:sSup>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𝑡</m:t>
                        </m:r>
                        <m:r>
                          <a:rPr lang="zh-CN" altLang="en-US" sz="3800" i="1">
                            <a:solidFill>
                              <a:srgbClr val="000000"/>
                            </a:solidFill>
                            <a:latin typeface="Cambria Math" panose="02040503050406030204" pitchFamily="18" charset="0"/>
                          </a:rPr>
                          <m:t>)</m:t>
                        </m:r>
                      </m:e>
                    </m:bar>
                    <m:r>
                      <a:rPr lang="zh-CN" altLang="en-US" sz="3800" i="1">
                        <a:solidFill>
                          <a:srgbClr val="000000"/>
                        </a:solidFill>
                        <a:latin typeface="Cambria Math" panose="02040503050406030204" pitchFamily="18" charset="0"/>
                      </a:rPr>
                      <m:t>=</m:t>
                    </m:r>
                    <m:f>
                      <m:fPr>
                        <m:ctrlPr>
                          <a:rPr lang="zh-CN" altLang="en-US" sz="3800" i="1">
                            <a:solidFill>
                              <a:srgbClr val="000000"/>
                            </a:solidFill>
                            <a:latin typeface="Cambria Math" panose="02040503050406030204" pitchFamily="18" charset="0"/>
                          </a:rPr>
                        </m:ctrlPr>
                      </m:fPr>
                      <m:num>
                        <m:r>
                          <a:rPr lang="zh-CN" altLang="en-US" sz="3800" i="1">
                            <a:solidFill>
                              <a:srgbClr val="000000"/>
                            </a:solidFill>
                            <a:latin typeface="Cambria Math" panose="02040503050406030204" pitchFamily="18" charset="0"/>
                          </a:rPr>
                          <m:t>𝜕</m:t>
                        </m:r>
                      </m:num>
                      <m:den>
                        <m:r>
                          <a:rPr lang="zh-CN" altLang="en-US" sz="3800" i="1">
                            <a:solidFill>
                              <a:srgbClr val="000000"/>
                            </a:solidFill>
                            <a:latin typeface="Cambria Math" panose="02040503050406030204" pitchFamily="18" charset="0"/>
                          </a:rPr>
                          <m:t>𝜕</m:t>
                        </m:r>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𝐶</m:t>
                            </m:r>
                          </m:e>
                          <m:sub>
                            <m:r>
                              <a:rPr lang="zh-CN" altLang="en-US" sz="3800" i="1">
                                <a:solidFill>
                                  <a:srgbClr val="000000"/>
                                </a:solidFill>
                                <a:latin typeface="Cambria Math" panose="02040503050406030204" pitchFamily="18" charset="0"/>
                              </a:rPr>
                              <m:t>𝑟</m:t>
                            </m:r>
                          </m:sub>
                        </m:sSub>
                      </m:den>
                    </m:f>
                    <m:nary>
                      <m:naryPr>
                        <m:ctrlPr>
                          <a:rPr lang="zh-CN" altLang="en-US" sz="3800" i="1">
                            <a:solidFill>
                              <a:srgbClr val="000000"/>
                            </a:solidFill>
                            <a:latin typeface="Cambria Math" panose="02040503050406030204" pitchFamily="18" charset="0"/>
                          </a:rPr>
                        </m:ctrlPr>
                      </m:naryPr>
                      <m:sub>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𝑡</m:t>
                            </m:r>
                          </m:e>
                          <m:sub>
                            <m:r>
                              <a:rPr lang="zh-CN" altLang="en-US" sz="3800" i="1">
                                <a:solidFill>
                                  <a:srgbClr val="000000"/>
                                </a:solidFill>
                                <a:latin typeface="Cambria Math" panose="02040503050406030204" pitchFamily="18" charset="0"/>
                              </a:rPr>
                              <m:t>1</m:t>
                            </m:r>
                          </m:sub>
                        </m:sSub>
                      </m:sub>
                      <m:sup>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𝑡</m:t>
                            </m:r>
                          </m:e>
                          <m:sub>
                            <m:r>
                              <a:rPr lang="zh-CN" altLang="en-US" sz="3800" i="1">
                                <a:solidFill>
                                  <a:srgbClr val="000000"/>
                                </a:solidFill>
                                <a:latin typeface="Cambria Math" panose="02040503050406030204" pitchFamily="18" charset="0"/>
                              </a:rPr>
                              <m:t>2</m:t>
                            </m:r>
                          </m:sub>
                        </m:sSub>
                      </m:sup>
                      <m:e>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𝑓</m:t>
                        </m:r>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𝑡</m:t>
                        </m:r>
                        <m:r>
                          <a:rPr lang="zh-CN" altLang="en-US" sz="3800" i="1">
                            <a:solidFill>
                              <a:srgbClr val="000000"/>
                            </a:solidFill>
                            <a:latin typeface="Cambria Math" panose="02040503050406030204" pitchFamily="18" charset="0"/>
                          </a:rPr>
                          <m:t>)−</m:t>
                        </m:r>
                        <m:nary>
                          <m:naryPr>
                            <m:chr m:val="∑"/>
                            <m:ctrlPr>
                              <a:rPr lang="zh-CN" altLang="en-US" sz="3800" i="1">
                                <a:solidFill>
                                  <a:srgbClr val="000000"/>
                                </a:solidFill>
                                <a:latin typeface="Cambria Math" panose="02040503050406030204" pitchFamily="18" charset="0"/>
                              </a:rPr>
                            </m:ctrlPr>
                          </m:naryPr>
                          <m:sub>
                            <m:r>
                              <a:rPr lang="zh-CN" altLang="en-US" sz="3800" i="1">
                                <a:solidFill>
                                  <a:srgbClr val="000000"/>
                                </a:solidFill>
                                <a:latin typeface="Cambria Math" panose="02040503050406030204" pitchFamily="18" charset="0"/>
                              </a:rPr>
                              <m:t>𝑟</m:t>
                            </m:r>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1</m:t>
                            </m:r>
                          </m:sub>
                          <m:sup>
                            <m:r>
                              <a:rPr lang="zh-CN" altLang="en-US" sz="3800" i="1">
                                <a:solidFill>
                                  <a:srgbClr val="000000"/>
                                </a:solidFill>
                                <a:latin typeface="Cambria Math" panose="02040503050406030204" pitchFamily="18" charset="0"/>
                              </a:rPr>
                              <m:t>∞</m:t>
                            </m:r>
                          </m:sup>
                          <m:e>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𝐶</m:t>
                                </m:r>
                              </m:e>
                              <m:sub>
                                <m:r>
                                  <a:rPr lang="zh-CN" altLang="en-US" sz="3800" i="1">
                                    <a:solidFill>
                                      <a:srgbClr val="000000"/>
                                    </a:solidFill>
                                    <a:latin typeface="Cambria Math" panose="02040503050406030204" pitchFamily="18" charset="0"/>
                                  </a:rPr>
                                  <m:t>𝑟</m:t>
                                </m:r>
                              </m:sub>
                            </m:sSub>
                            <m:sSub>
                              <m:sSubPr>
                                <m:ctrlPr>
                                  <a:rPr lang="zh-CN" altLang="en-US" sz="3800" i="1">
                                    <a:solidFill>
                                      <a:srgbClr val="000000"/>
                                    </a:solidFill>
                                    <a:latin typeface="Cambria Math" panose="02040503050406030204" pitchFamily="18" charset="0"/>
                                  </a:rPr>
                                </m:ctrlPr>
                              </m:sSubPr>
                              <m:e>
                                <m:r>
                                  <a:rPr lang="zh-CN" altLang="en-US" sz="3800" i="1">
                                    <a:solidFill>
                                      <a:srgbClr val="000000"/>
                                    </a:solidFill>
                                    <a:latin typeface="Cambria Math" panose="02040503050406030204" pitchFamily="18" charset="0"/>
                                  </a:rPr>
                                  <m:t>𝑔</m:t>
                                </m:r>
                              </m:e>
                              <m:sub>
                                <m:r>
                                  <a:rPr lang="zh-CN" altLang="en-US" sz="3800" i="1">
                                    <a:solidFill>
                                      <a:srgbClr val="000000"/>
                                    </a:solidFill>
                                    <a:latin typeface="Cambria Math" panose="02040503050406030204" pitchFamily="18" charset="0"/>
                                  </a:rPr>
                                  <m:t>𝑟</m:t>
                                </m:r>
                              </m:sub>
                            </m:sSub>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𝑡</m:t>
                            </m:r>
                            <m:r>
                              <a:rPr lang="zh-CN" altLang="en-US" sz="3800" i="1">
                                <a:solidFill>
                                  <a:srgbClr val="000000"/>
                                </a:solidFill>
                                <a:latin typeface="Cambria Math" panose="02040503050406030204" pitchFamily="18" charset="0"/>
                              </a:rPr>
                              <m:t>)</m:t>
                            </m:r>
                          </m:e>
                        </m:nary>
                        <m:sSup>
                          <m:sSupPr>
                            <m:ctrlPr>
                              <a:rPr lang="zh-CN" altLang="en-US" sz="3800" i="1">
                                <a:solidFill>
                                  <a:srgbClr val="000000"/>
                                </a:solidFill>
                                <a:latin typeface="Cambria Math" panose="02040503050406030204" pitchFamily="18" charset="0"/>
                              </a:rPr>
                            </m:ctrlPr>
                          </m:sSupPr>
                          <m:e>
                            <m:r>
                              <a:rPr lang="zh-CN" altLang="en-US" sz="3800" i="1">
                                <a:solidFill>
                                  <a:srgbClr val="000000"/>
                                </a:solidFill>
                                <a:latin typeface="Cambria Math" panose="02040503050406030204" pitchFamily="18" charset="0"/>
                              </a:rPr>
                              <m:t>]</m:t>
                            </m:r>
                          </m:e>
                          <m:sup>
                            <m:r>
                              <a:rPr lang="zh-CN" altLang="en-US" sz="3800" i="1">
                                <a:solidFill>
                                  <a:srgbClr val="000000"/>
                                </a:solidFill>
                                <a:latin typeface="Cambria Math" panose="02040503050406030204" pitchFamily="18" charset="0"/>
                              </a:rPr>
                              <m:t>2</m:t>
                            </m:r>
                          </m:sup>
                        </m:sSup>
                        <m:r>
                          <a:rPr lang="zh-CN" altLang="en-US" sz="3800" i="1">
                            <a:solidFill>
                              <a:srgbClr val="000000"/>
                            </a:solidFill>
                            <a:latin typeface="Cambria Math" panose="02040503050406030204" pitchFamily="18" charset="0"/>
                          </a:rPr>
                          <m:t>𝑑𝑡</m:t>
                        </m:r>
                      </m:e>
                    </m:nary>
                    <m:r>
                      <a:rPr lang="zh-CN" altLang="en-US" sz="3800" i="1">
                        <a:solidFill>
                          <a:srgbClr val="000000"/>
                        </a:solidFill>
                        <a:latin typeface="Cambria Math" panose="02040503050406030204" pitchFamily="18" charset="0"/>
                      </a:rPr>
                      <m:t>=</m:t>
                    </m:r>
                    <m:r>
                      <a:rPr lang="zh-CN" altLang="en-US" sz="3800" i="1">
                        <a:solidFill>
                          <a:srgbClr val="000000"/>
                        </a:solidFill>
                        <a:latin typeface="Cambria Math" panose="02040503050406030204" pitchFamily="18" charset="0"/>
                      </a:rPr>
                      <m:t>0</m:t>
                    </m:r>
                  </m:oMath>
                </a14:m>
                <a:endParaRPr lang="zh-CN" altLang="en-US" dirty="0"/>
              </a:p>
            </p:txBody>
          </p:sp>
        </mc:Choice>
        <mc:Fallback>
          <p:sp>
            <p:nvSpPr>
              <p:cNvPr id="12" name="Object 5"/>
              <p:cNvSpPr txBox="1">
                <a:spLocks noRot="1" noChangeAspect="1" noMove="1" noResize="1" noEditPoints="1" noAdjustHandles="1" noChangeArrowheads="1" noChangeShapeType="1" noTextEdit="1"/>
              </p:cNvSpPr>
              <p:nvPr/>
            </p:nvSpPr>
            <p:spPr bwMode="auto">
              <a:xfrm>
                <a:off x="721993" y="3282918"/>
                <a:ext cx="8422007" cy="3526090"/>
              </a:xfrm>
              <a:prstGeom prst="rect">
                <a:avLst/>
              </a:prstGeom>
              <a:blipFill rotWithShape="1">
                <a:blip r:embed="rId2"/>
                <a:stretch>
                  <a:fillRect l="-234" t="-557" r="-520" b="-1245"/>
                </a:stretch>
              </a:blipFill>
              <a:ln w="38100">
                <a:solidFill>
                  <a:schemeClr val="accent2"/>
                </a:solidFill>
                <a:miter lim="800000"/>
              </a:ln>
              <a:effectLst>
                <a:outerShdw dist="35921" dir="2700000" algn="ctr" rotWithShape="0">
                  <a:schemeClr val="bg2"/>
                </a:outerShdw>
              </a:effectLst>
            </p:spPr>
            <p:txBody>
              <a:bodyPr/>
              <a:lstStyle/>
              <a:p>
                <a:r>
                  <a:rPr lang="zh-CN" altLang="en-US">
                    <a:noFill/>
                  </a:rPr>
                  <a:t> </a:t>
                </a:r>
              </a:p>
            </p:txBody>
          </p:sp>
        </mc:Fallback>
      </mc:AlternateContent>
    </p:spTree>
  </p:cSld>
  <p:clrMapOvr>
    <a:masterClrMapping/>
  </p:clrMapOvr>
  <p:transition spd="slow" advTm="11113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 calcmode="lin" valueType="num">
                                      <p:cBhvr additive="base">
                                        <p:cTn id="3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2">
                                            <p:txEl>
                                              <p:pRg st="7" end="7"/>
                                            </p:txEl>
                                          </p:spTgt>
                                        </p:tgtEl>
                                        <p:attrNameLst>
                                          <p:attrName>style.visibility</p:attrName>
                                        </p:attrNameLst>
                                      </p:cBhvr>
                                      <p:to>
                                        <p:strVal val="visible"/>
                                      </p:to>
                                    </p:set>
                                    <p:animEffect transition="in" filter="fade">
                                      <p:cBhvr>
                                        <p:cTn id="41" dur="1000"/>
                                        <p:tgtEl>
                                          <p:spTgt spid="12">
                                            <p:txEl>
                                              <p:pRg st="7" end="7"/>
                                            </p:txEl>
                                          </p:spTgt>
                                        </p:tgtEl>
                                      </p:cBhvr>
                                    </p:animEffect>
                                    <p:anim calcmode="lin" valueType="num">
                                      <p:cBhvr>
                                        <p:cTn id="42"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43" dur="1000" fill="hold"/>
                                        <p:tgtEl>
                                          <p:spTgt spid="1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uiExpand="1" build="p"/>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AE943039-FBBB-4B31-8E32-EEB900DD814B}" type="datetime1">
              <a:rPr lang="zh-CN" altLang="en-US"/>
            </a:fld>
            <a:endParaRPr lang="zh-CN" altLang="en-US"/>
          </a:p>
        </p:txBody>
      </p:sp>
      <p:sp>
        <p:nvSpPr>
          <p:cNvPr id="40967" name="Rectangle 7"/>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
        <p:nvSpPr>
          <p:cNvPr id="9" name="Rectangle 2"/>
          <p:cNvSpPr txBox="1">
            <a:spLocks noChangeArrowheads="1"/>
          </p:cNvSpPr>
          <p:nvPr/>
        </p:nvSpPr>
        <p:spPr bwMode="auto">
          <a:xfrm>
            <a:off x="632604" y="3992563"/>
            <a:ext cx="8407879" cy="1425575"/>
          </a:xfrm>
          <a:prstGeom prst="rect">
            <a:avLst/>
          </a:prstGeom>
          <a:noFill/>
          <a:ln w="38100">
            <a:solidFill>
              <a:srgbClr val="FF0000"/>
            </a:solidFill>
            <a:miter lim="800000"/>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marL="265430" lvl="1" indent="-85725">
              <a:lnSpc>
                <a:spcPct val="160000"/>
              </a:lnSpc>
              <a:buFont typeface="Wingdings" panose="05000000000000000000" pitchFamily="2" charset="2"/>
              <a:buNone/>
              <a:defRPr/>
            </a:pPr>
            <a:r>
              <a:rPr lang="zh-CN" altLang="en-US" sz="2800" b="1" kern="0" dirty="0"/>
              <a:t>    广义地讲，实变函数是复变函数的复数虚部为</a:t>
            </a:r>
            <a:r>
              <a:rPr lang="en-US" altLang="zh-CN" sz="2800" b="1" kern="0" dirty="0"/>
              <a:t>0</a:t>
            </a:r>
            <a:r>
              <a:rPr lang="zh-CN" altLang="en-US" sz="2800" b="1" kern="0" dirty="0"/>
              <a:t>的特殊情况，因此讨论复变函数的分析更有意义。</a:t>
            </a:r>
            <a:r>
              <a:rPr lang="zh-CN" altLang="en-US" sz="2800" b="1" kern="0" dirty="0">
                <a:solidFill>
                  <a:srgbClr val="FF9900"/>
                </a:solidFill>
              </a:rPr>
              <a:t> </a:t>
            </a:r>
            <a:endParaRPr lang="zh-CN" altLang="en-US" sz="2000" b="1" kern="0" dirty="0">
              <a:solidFill>
                <a:srgbClr val="9900FF"/>
              </a:solidFill>
            </a:endParaRPr>
          </a:p>
        </p:txBody>
      </p:sp>
      <p:grpSp>
        <p:nvGrpSpPr>
          <p:cNvPr id="4" name="组合 3"/>
          <p:cNvGrpSpPr/>
          <p:nvPr/>
        </p:nvGrpSpPr>
        <p:grpSpPr>
          <a:xfrm>
            <a:off x="572374" y="578186"/>
            <a:ext cx="8193820" cy="3011430"/>
            <a:chOff x="2879769" y="834915"/>
            <a:chExt cx="8740597" cy="3011430"/>
          </a:xfrm>
        </p:grpSpPr>
        <p:graphicFrame>
          <p:nvGraphicFramePr>
            <p:cNvPr id="11" name="Object 3"/>
            <p:cNvGraphicFramePr>
              <a:graphicFrameLocks noChangeAspect="1"/>
            </p:cNvGraphicFramePr>
            <p:nvPr/>
          </p:nvGraphicFramePr>
          <p:xfrm>
            <a:off x="2879769" y="961858"/>
            <a:ext cx="8348662" cy="2884487"/>
          </p:xfrm>
          <a:graphic>
            <a:graphicData uri="http://schemas.openxmlformats.org/presentationml/2006/ole">
              <mc:AlternateContent xmlns:mc="http://schemas.openxmlformats.org/markup-compatibility/2006">
                <mc:Choice xmlns:v="urn:schemas-microsoft-com:vml" Requires="v">
                  <p:oleObj spid="_x0000_s41076" name="公式" r:id="rId1" imgW="2603500" imgH="1155700" progId="Equation.3">
                    <p:embed/>
                  </p:oleObj>
                </mc:Choice>
                <mc:Fallback>
                  <p:oleObj name="公式" r:id="rId1" imgW="2603500" imgH="11557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9769" y="961858"/>
                          <a:ext cx="8348662" cy="2884487"/>
                        </a:xfrm>
                        <a:prstGeom prst="rect">
                          <a:avLst/>
                        </a:prstGeom>
                        <a:noFill/>
                        <a:ln>
                          <a:noFill/>
                        </a:ln>
                      </p:spPr>
                    </p:pic>
                  </p:oleObj>
                </mc:Fallback>
              </mc:AlternateContent>
            </a:graphicData>
          </a:graphic>
        </p:graphicFrame>
        <p:sp>
          <p:nvSpPr>
            <p:cNvPr id="3" name="矩形 2"/>
            <p:cNvSpPr/>
            <p:nvPr/>
          </p:nvSpPr>
          <p:spPr bwMode="auto">
            <a:xfrm>
              <a:off x="3003416" y="834915"/>
              <a:ext cx="8616950" cy="1352436"/>
            </a:xfrm>
            <a:prstGeom prst="rect">
              <a:avLst/>
            </a:prstGeom>
            <a:solidFill>
              <a:schemeClr val="bg1"/>
            </a:solidFill>
            <a:ln w="19050" cap="flat" cmpd="sng" algn="ctr">
              <a:solidFill>
                <a:schemeClr val="bg1"/>
              </a:solidFill>
              <a:prstDash val="solid"/>
              <a:round/>
              <a:headEnd type="none" w="med" len="med"/>
              <a:tailEnd type="triangle" w="sm" len="sm"/>
            </a:ln>
            <a:effectLst/>
          </p:spPr>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p:txBody>
        </p:sp>
      </p:grpSp>
      <p:sp>
        <p:nvSpPr>
          <p:cNvPr id="40963" name="Rectangle 2"/>
          <p:cNvSpPr>
            <a:spLocks noGrp="1" noChangeArrowheads="1"/>
          </p:cNvSpPr>
          <p:nvPr>
            <p:ph type="body" sz="half" idx="4294967295"/>
          </p:nvPr>
        </p:nvSpPr>
        <p:spPr>
          <a:xfrm>
            <a:off x="797736" y="761207"/>
            <a:ext cx="3311525" cy="536575"/>
          </a:xfrm>
        </p:spPr>
        <p:txBody>
          <a:bodyPr/>
          <a:lstStyle/>
          <a:p>
            <a:pPr>
              <a:buFont typeface="Wingdings" panose="05000000000000000000" pitchFamily="2" charset="2"/>
              <a:buNone/>
            </a:pPr>
            <a:r>
              <a:rPr lang="en-US" altLang="zh-CN" sz="2600" b="1" dirty="0">
                <a:solidFill>
                  <a:srgbClr val="FF0000"/>
                </a:solidFill>
              </a:rPr>
              <a:t>4</a:t>
            </a:r>
            <a:r>
              <a:rPr lang="zh-CN" altLang="en-US" sz="2600" b="1" dirty="0">
                <a:solidFill>
                  <a:srgbClr val="FF0000"/>
                </a:solidFill>
              </a:rPr>
              <a:t>）分量系数变为：</a:t>
            </a:r>
            <a:endParaRPr lang="zh-CN" altLang="en-US" sz="2600" b="1" dirty="0">
              <a:solidFill>
                <a:srgbClr val="FF0000"/>
              </a:solidFill>
            </a:endParaRPr>
          </a:p>
        </p:txBody>
      </p:sp>
    </p:spTree>
    <p:custDataLst>
      <p:tags r:id="rId3"/>
    </p:custDataLst>
  </p:cSld>
  <p:clrMapOvr>
    <a:masterClrMapping/>
  </p:clrMapOvr>
  <p:transition spd="slow" advTm="16841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p:cTn id="7" dur="1000" fill="hold"/>
                                        <p:tgtEl>
                                          <p:spTgt spid="9">
                                            <p:bg/>
                                          </p:spTgt>
                                        </p:tgtEl>
                                        <p:attrNameLst>
                                          <p:attrName>ppt_w</p:attrName>
                                        </p:attrNameLst>
                                      </p:cBhvr>
                                      <p:tavLst>
                                        <p:tav tm="0">
                                          <p:val>
                                            <p:strVal val="#ppt_w*0.70"/>
                                          </p:val>
                                        </p:tav>
                                        <p:tav tm="100000">
                                          <p:val>
                                            <p:strVal val="#ppt_w"/>
                                          </p:val>
                                        </p:tav>
                                      </p:tavLst>
                                    </p:anim>
                                    <p:anim calcmode="lin" valueType="num">
                                      <p:cBhvr>
                                        <p:cTn id="8" dur="1000" fill="hold"/>
                                        <p:tgtEl>
                                          <p:spTgt spid="9">
                                            <p:bg/>
                                          </p:spTgt>
                                        </p:tgtEl>
                                        <p:attrNameLst>
                                          <p:attrName>ppt_h</p:attrName>
                                        </p:attrNameLst>
                                      </p:cBhvr>
                                      <p:tavLst>
                                        <p:tav tm="0">
                                          <p:val>
                                            <p:strVal val="#ppt_h"/>
                                          </p:val>
                                        </p:tav>
                                        <p:tav tm="100000">
                                          <p:val>
                                            <p:strVal val="#ppt_h"/>
                                          </p:val>
                                        </p:tav>
                                      </p:tavLst>
                                    </p:anim>
                                    <p:animEffect transition="in" filter="fade">
                                      <p:cBhvr>
                                        <p:cTn id="9" dur="1000"/>
                                        <p:tgtEl>
                                          <p:spTgt spid="9">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p:cTn id="13" dur="1000" fill="hold"/>
                                        <p:tgtEl>
                                          <p:spTgt spid="9">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9">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9CDB6EF8-2326-4F51-9C0B-9FF2825F6256}" type="datetime1">
              <a:rPr lang="zh-CN" altLang="en-US"/>
            </a:fld>
            <a:endParaRPr lang="zh-CN" altLang="en-US"/>
          </a:p>
        </p:txBody>
      </p:sp>
      <p:sp>
        <p:nvSpPr>
          <p:cNvPr id="41987" name="Rectangle 2"/>
          <p:cNvSpPr>
            <a:spLocks noGrp="1" noChangeArrowheads="1"/>
          </p:cNvSpPr>
          <p:nvPr>
            <p:ph type="body" sz="half" idx="4294967295"/>
          </p:nvPr>
        </p:nvSpPr>
        <p:spPr>
          <a:xfrm>
            <a:off x="621378" y="738310"/>
            <a:ext cx="7561262" cy="1807773"/>
          </a:xfrm>
        </p:spPr>
        <p:txBody>
          <a:bodyPr/>
          <a:lstStyle/>
          <a:p>
            <a:pPr marL="179705" lvl="1" indent="0">
              <a:lnSpc>
                <a:spcPct val="150000"/>
              </a:lnSpc>
              <a:spcBef>
                <a:spcPct val="35000"/>
              </a:spcBef>
              <a:buFont typeface="Wingdings" panose="05000000000000000000" pitchFamily="2" charset="2"/>
              <a:buNone/>
            </a:pPr>
            <a:r>
              <a:rPr lang="zh-CN" altLang="en-US" sz="2200" b="1" dirty="0">
                <a:solidFill>
                  <a:srgbClr val="FF3300"/>
                </a:solidFill>
              </a:rPr>
              <a:t>总结：</a:t>
            </a:r>
            <a:endParaRPr lang="en-US" altLang="zh-CN" sz="2200" b="1" dirty="0">
              <a:solidFill>
                <a:srgbClr val="FF3300"/>
              </a:solidFill>
            </a:endParaRPr>
          </a:p>
          <a:p>
            <a:pPr marL="179705" lvl="1" indent="0">
              <a:lnSpc>
                <a:spcPct val="150000"/>
              </a:lnSpc>
              <a:spcBef>
                <a:spcPct val="35000"/>
              </a:spcBef>
              <a:buFont typeface="Wingdings" panose="05000000000000000000" pitchFamily="2" charset="2"/>
              <a:buNone/>
            </a:pPr>
            <a:r>
              <a:rPr lang="zh-CN" altLang="en-US" sz="2200" b="1" dirty="0">
                <a:solidFill>
                  <a:srgbClr val="FF3300"/>
                </a:solidFill>
              </a:rPr>
              <a:t>     复正交函数集</a:t>
            </a:r>
            <a:r>
              <a:rPr lang="en-US" altLang="zh-CN" sz="2200" b="1" dirty="0">
                <a:solidFill>
                  <a:srgbClr val="FF3300"/>
                </a:solidFill>
              </a:rPr>
              <a:t>{g</a:t>
            </a:r>
            <a:r>
              <a:rPr lang="en-US" altLang="zh-CN" sz="2200" b="1" baseline="-25000" dirty="0">
                <a:solidFill>
                  <a:srgbClr val="FF3300"/>
                </a:solidFill>
              </a:rPr>
              <a:t>1</a:t>
            </a:r>
            <a:r>
              <a:rPr lang="en-US" altLang="zh-CN" sz="2200" b="1" dirty="0">
                <a:solidFill>
                  <a:srgbClr val="FF3300"/>
                </a:solidFill>
              </a:rPr>
              <a:t>(t),g</a:t>
            </a:r>
            <a:r>
              <a:rPr lang="en-US" altLang="zh-CN" sz="2200" b="1" baseline="-25000" dirty="0">
                <a:solidFill>
                  <a:srgbClr val="FF3300"/>
                </a:solidFill>
              </a:rPr>
              <a:t>2</a:t>
            </a:r>
            <a:r>
              <a:rPr lang="en-US" altLang="zh-CN" sz="2200" b="1" dirty="0">
                <a:solidFill>
                  <a:srgbClr val="FF3300"/>
                </a:solidFill>
              </a:rPr>
              <a:t>(t),…,g</a:t>
            </a:r>
            <a:r>
              <a:rPr lang="en-US" altLang="zh-CN" sz="2200" b="1" baseline="-25000" dirty="0">
                <a:solidFill>
                  <a:srgbClr val="FF3300"/>
                </a:solidFill>
              </a:rPr>
              <a:t>r</a:t>
            </a:r>
            <a:r>
              <a:rPr lang="en-US" altLang="zh-CN" sz="2200" b="1" dirty="0">
                <a:solidFill>
                  <a:srgbClr val="FF3300"/>
                </a:solidFill>
              </a:rPr>
              <a:t>(t),…}</a:t>
            </a:r>
            <a:r>
              <a:rPr lang="zh-CN" altLang="en-US" sz="2200" b="1" dirty="0">
                <a:solidFill>
                  <a:srgbClr val="FF3300"/>
                </a:solidFill>
              </a:rPr>
              <a:t>是完备的，则任意函数</a:t>
            </a:r>
            <a:r>
              <a:rPr lang="en-US" altLang="zh-CN" sz="2200" b="1" dirty="0">
                <a:solidFill>
                  <a:srgbClr val="FF3300"/>
                </a:solidFill>
              </a:rPr>
              <a:t>f(t)(</a:t>
            </a:r>
            <a:r>
              <a:rPr lang="zh-CN" altLang="en-US" sz="2200" b="1" dirty="0">
                <a:solidFill>
                  <a:srgbClr val="FF3300"/>
                </a:solidFill>
              </a:rPr>
              <a:t>实或复</a:t>
            </a:r>
            <a:r>
              <a:rPr lang="en-US" altLang="zh-CN" sz="2200" b="1" dirty="0">
                <a:solidFill>
                  <a:srgbClr val="FF3300"/>
                </a:solidFill>
              </a:rPr>
              <a:t>)</a:t>
            </a:r>
            <a:r>
              <a:rPr lang="zh-CN" altLang="en-US" sz="2200" b="1" dirty="0">
                <a:solidFill>
                  <a:srgbClr val="FF3300"/>
                </a:solidFill>
              </a:rPr>
              <a:t>可以分解为</a:t>
            </a:r>
            <a:r>
              <a:rPr lang="en-US" altLang="zh-CN" sz="2200" b="1" dirty="0">
                <a:solidFill>
                  <a:srgbClr val="FF3300"/>
                </a:solidFill>
              </a:rPr>
              <a:t>:</a:t>
            </a:r>
            <a:endParaRPr lang="en-US" altLang="zh-CN" sz="2200" b="1" dirty="0">
              <a:solidFill>
                <a:srgbClr val="FF3300"/>
              </a:solidFill>
            </a:endParaRPr>
          </a:p>
        </p:txBody>
      </p:sp>
      <p:graphicFrame>
        <p:nvGraphicFramePr>
          <p:cNvPr id="183299" name="Object 3"/>
          <p:cNvGraphicFramePr>
            <a:graphicFrameLocks noGrp="1" noChangeAspect="1"/>
          </p:cNvGraphicFramePr>
          <p:nvPr>
            <p:ph sz="quarter" idx="4294967295"/>
          </p:nvPr>
        </p:nvGraphicFramePr>
        <p:xfrm>
          <a:off x="1039813" y="2951163"/>
          <a:ext cx="7064375" cy="2884487"/>
        </p:xfrm>
        <a:graphic>
          <a:graphicData uri="http://schemas.openxmlformats.org/presentationml/2006/ole">
            <mc:AlternateContent xmlns:mc="http://schemas.openxmlformats.org/markup-compatibility/2006">
              <mc:Choice xmlns:v="urn:schemas-microsoft-com:vml" Requires="v">
                <p:oleObj spid="_x0000_s42060" name="公式" r:id="rId1" imgW="2603500" imgH="1155700" progId="Equation.3">
                  <p:embed/>
                </p:oleObj>
              </mc:Choice>
              <mc:Fallback>
                <p:oleObj name="公式" r:id="rId1" imgW="2603500" imgH="11557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813" y="2951163"/>
                        <a:ext cx="7064375" cy="288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9" name="Rectangle 5"/>
          <p:cNvSpPr>
            <a:spLocks noGrp="1" noChangeArrowheads="1"/>
          </p:cNvSpPr>
          <p:nvPr>
            <p:ph type="title" idx="4294967295"/>
          </p:nvPr>
        </p:nvSpPr>
        <p:spPr>
          <a:xfrm>
            <a:off x="527050" y="0"/>
            <a:ext cx="7507288" cy="549275"/>
          </a:xfrm>
          <a:solidFill>
            <a:schemeClr val="bg1"/>
          </a:solidFill>
          <a:effectLst>
            <a:outerShdw dist="35921" dir="2700000" algn="ctr" rotWithShape="0">
              <a:srgbClr val="808080"/>
            </a:outerShdw>
          </a:effectLst>
        </p:spPr>
        <p:txBody>
          <a:bodyPr/>
          <a:lstStyle/>
          <a:p>
            <a:r>
              <a:rPr lang="en-US" altLang="zh-CN" b="1">
                <a:solidFill>
                  <a:srgbClr val="0000FF"/>
                </a:solidFill>
              </a:rPr>
              <a:t>§3.2 </a:t>
            </a:r>
            <a:r>
              <a:rPr lang="zh-CN" altLang="en-US" b="1">
                <a:solidFill>
                  <a:srgbClr val="0000FF"/>
                </a:solidFill>
              </a:rPr>
              <a:t>正交函数集与信号分解</a:t>
            </a:r>
            <a:endParaRPr lang="zh-CN" altLang="en-US" b="1">
              <a:solidFill>
                <a:srgbClr val="0000FF"/>
              </a:solidFill>
            </a:endParaRPr>
          </a:p>
        </p:txBody>
      </p:sp>
    </p:spTree>
  </p:cSld>
  <p:clrMapOvr>
    <a:masterClrMapping/>
  </p:clrMapOvr>
  <p:transition spd="slow" advTm="11113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83299"/>
                                        </p:tgtEl>
                                        <p:attrNameLst>
                                          <p:attrName>style.visibility</p:attrName>
                                        </p:attrNameLst>
                                      </p:cBhvr>
                                      <p:to>
                                        <p:strVal val="visible"/>
                                      </p:to>
                                    </p:set>
                                    <p:anim calcmode="lin" valueType="num">
                                      <p:cBhvr>
                                        <p:cTn id="7" dur="1000" fill="hold"/>
                                        <p:tgtEl>
                                          <p:spTgt spid="183299"/>
                                        </p:tgtEl>
                                        <p:attrNameLst>
                                          <p:attrName>ppt_w</p:attrName>
                                        </p:attrNameLst>
                                      </p:cBhvr>
                                      <p:tavLst>
                                        <p:tav tm="0">
                                          <p:val>
                                            <p:strVal val="#ppt_w*0.70"/>
                                          </p:val>
                                        </p:tav>
                                        <p:tav tm="100000">
                                          <p:val>
                                            <p:strVal val="#ppt_w"/>
                                          </p:val>
                                        </p:tav>
                                      </p:tavLst>
                                    </p:anim>
                                    <p:anim calcmode="lin" valueType="num">
                                      <p:cBhvr>
                                        <p:cTn id="8" dur="1000" fill="hold"/>
                                        <p:tgtEl>
                                          <p:spTgt spid="183299"/>
                                        </p:tgtEl>
                                        <p:attrNameLst>
                                          <p:attrName>ppt_h</p:attrName>
                                        </p:attrNameLst>
                                      </p:cBhvr>
                                      <p:tavLst>
                                        <p:tav tm="0">
                                          <p:val>
                                            <p:strVal val="#ppt_h"/>
                                          </p:val>
                                        </p:tav>
                                        <p:tav tm="100000">
                                          <p:val>
                                            <p:strVal val="#ppt_h"/>
                                          </p:val>
                                        </p:tav>
                                      </p:tavLst>
                                    </p:anim>
                                    <p:animEffect transition="in" filter="fade">
                                      <p:cBhvr>
                                        <p:cTn id="9" dur="1000"/>
                                        <p:tgtEl>
                                          <p:spTgt spid="183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日期占位符 3"/>
          <p:cNvSpPr>
            <a:spLocks noGrp="1"/>
          </p:cNvSpPr>
          <p:nvPr>
            <p:ph type="dt" sz="quarter" idx="10"/>
          </p:nvPr>
        </p:nvSpPr>
        <p:spPr/>
        <p:txBody>
          <a:bodyPr/>
          <a:lstStyle/>
          <a:p>
            <a:pPr>
              <a:defRPr/>
            </a:pPr>
            <a:fld id="{021A7220-88E8-4116-A4BD-E497C6482773}" type="datetime1">
              <a:rPr lang="zh-CN" altLang="en-US"/>
            </a:fld>
            <a:endParaRPr lang="zh-CN" altLang="en-US"/>
          </a:p>
        </p:txBody>
      </p:sp>
      <p:sp>
        <p:nvSpPr>
          <p:cNvPr id="43011" name="Text Box 2"/>
          <p:cNvSpPr txBox="1">
            <a:spLocks noChangeArrowheads="1"/>
          </p:cNvSpPr>
          <p:nvPr/>
        </p:nvSpPr>
        <p:spPr bwMode="auto">
          <a:xfrm>
            <a:off x="609600" y="1422400"/>
            <a:ext cx="32766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ts val="1400"/>
              </a:spcBef>
              <a:spcAft>
                <a:spcPts val="1500"/>
              </a:spcAft>
              <a:buClrTx/>
              <a:buFontTx/>
              <a:buNone/>
            </a:pPr>
            <a:r>
              <a:rPr kumimoji="1" lang="en-US" altLang="zh-CN" sz="2800" b="1" i="1" dirty="0">
                <a:solidFill>
                  <a:srgbClr val="FF0000"/>
                </a:solidFill>
                <a:latin typeface="Arial" panose="020B0604020202020204" pitchFamily="34" charset="0"/>
              </a:rPr>
              <a:t>1</a:t>
            </a:r>
            <a:r>
              <a:rPr kumimoji="1" lang="zh-CN" altLang="en-US" sz="2800" b="1" i="1" dirty="0">
                <a:solidFill>
                  <a:srgbClr val="FF0000"/>
                </a:solidFill>
                <a:latin typeface="Arial" panose="020B0604020202020204" pitchFamily="34" charset="0"/>
              </a:rPr>
              <a:t>、</a:t>
            </a:r>
            <a:r>
              <a:rPr kumimoji="1" lang="zh-CN" altLang="en-US" sz="2400" b="1" dirty="0">
                <a:solidFill>
                  <a:srgbClr val="003300"/>
                </a:solidFill>
                <a:latin typeface="Tahoma" panose="020B0604030504040204" pitchFamily="34" charset="0"/>
                <a:ea typeface="宋体" panose="02010600030101010101" pitchFamily="2" charset="-122"/>
              </a:rPr>
              <a:t>三角正交函数集</a:t>
            </a:r>
            <a:endParaRPr kumimoji="1" lang="zh-CN" altLang="en-US" sz="2800" b="1" dirty="0">
              <a:solidFill>
                <a:srgbClr val="003300"/>
              </a:solidFill>
              <a:latin typeface="Arial" panose="020B0604020202020204" pitchFamily="34" charset="0"/>
            </a:endParaRPr>
          </a:p>
        </p:txBody>
      </p:sp>
      <p:sp>
        <p:nvSpPr>
          <p:cNvPr id="43012" name="Rectangle 3"/>
          <p:cNvSpPr>
            <a:spLocks noGrp="1" noChangeArrowheads="1"/>
          </p:cNvSpPr>
          <p:nvPr>
            <p:ph type="title" idx="4294967295"/>
          </p:nvPr>
        </p:nvSpPr>
        <p:spPr>
          <a:xfrm>
            <a:off x="457200" y="735013"/>
            <a:ext cx="5486400" cy="457200"/>
          </a:xfrm>
        </p:spPr>
        <p:txBody>
          <a:bodyPr/>
          <a:lstStyle/>
          <a:p>
            <a:r>
              <a:rPr lang="zh-CN" altLang="en-US" sz="2500" b="1" dirty="0">
                <a:solidFill>
                  <a:srgbClr val="FF3300"/>
                </a:solidFill>
                <a:latin typeface="华文中宋" panose="02010600040101010101" pitchFamily="2" charset="-122"/>
                <a:ea typeface="华文中宋" panose="02010600040101010101" pitchFamily="2" charset="-122"/>
              </a:rPr>
              <a:t>四、常用完备正交函数集</a:t>
            </a:r>
            <a:endParaRPr lang="zh-CN" altLang="en-US" sz="2500" b="1" dirty="0">
              <a:solidFill>
                <a:srgbClr val="FF3300"/>
              </a:solidFill>
              <a:latin typeface="华文中宋" panose="02010600040101010101" pitchFamily="2" charset="-122"/>
              <a:ea typeface="华文中宋" panose="02010600040101010101" pitchFamily="2" charset="-122"/>
            </a:endParaRPr>
          </a:p>
        </p:txBody>
      </p:sp>
      <p:graphicFrame>
        <p:nvGraphicFramePr>
          <p:cNvPr id="43013" name="Object 4"/>
          <p:cNvGraphicFramePr>
            <a:graphicFrameLocks noChangeAspect="1"/>
          </p:cNvGraphicFramePr>
          <p:nvPr/>
        </p:nvGraphicFramePr>
        <p:xfrm>
          <a:off x="3468688" y="1489075"/>
          <a:ext cx="4549775" cy="646113"/>
        </p:xfrm>
        <a:graphic>
          <a:graphicData uri="http://schemas.openxmlformats.org/presentationml/2006/ole">
            <mc:AlternateContent xmlns:mc="http://schemas.openxmlformats.org/markup-compatibility/2006">
              <mc:Choice xmlns:v="urn:schemas-microsoft-com:vml" Requires="v">
                <p:oleObj spid="_x0000_s43538" name="Equation" r:id="rId1" imgW="2133600" imgH="292100" progId="Equation.DSMT4">
                  <p:embed/>
                </p:oleObj>
              </mc:Choice>
              <mc:Fallback>
                <p:oleObj name="Equation" r:id="rId1" imgW="2133600" imgH="2921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8688" y="1489075"/>
                        <a:ext cx="45497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4" name="Text Box 5"/>
          <p:cNvSpPr txBox="1">
            <a:spLocks noChangeArrowheads="1"/>
          </p:cNvSpPr>
          <p:nvPr/>
        </p:nvSpPr>
        <p:spPr bwMode="auto">
          <a:xfrm>
            <a:off x="5867400" y="21082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solidFill>
                  <a:srgbClr val="003300"/>
                </a:solidFill>
                <a:latin typeface="Tahoma" panose="020B0604030504040204" pitchFamily="34" charset="0"/>
                <a:ea typeface="宋体" panose="02010600030101010101" pitchFamily="2" charset="-122"/>
              </a:rPr>
              <a:t>( t</a:t>
            </a:r>
            <a:r>
              <a:rPr kumimoji="1" lang="en-US" altLang="zh-CN" sz="2400" b="1" baseline="-25000">
                <a:solidFill>
                  <a:srgbClr val="003300"/>
                </a:solidFill>
                <a:latin typeface="Tahoma" panose="020B0604030504040204" pitchFamily="34" charset="0"/>
                <a:ea typeface="宋体" panose="02010600030101010101" pitchFamily="2" charset="-122"/>
              </a:rPr>
              <a:t>0</a:t>
            </a:r>
            <a:r>
              <a:rPr kumimoji="1" lang="zh-CN" altLang="en-US" sz="2400" b="1">
                <a:solidFill>
                  <a:srgbClr val="003300"/>
                </a:solidFill>
                <a:latin typeface="Tahoma" panose="020B0604030504040204" pitchFamily="34" charset="0"/>
                <a:ea typeface="宋体" panose="02010600030101010101" pitchFamily="2" charset="-122"/>
              </a:rPr>
              <a:t>，</a:t>
            </a:r>
            <a:r>
              <a:rPr kumimoji="1" lang="en-US" altLang="zh-CN" sz="2400" b="1">
                <a:solidFill>
                  <a:srgbClr val="003300"/>
                </a:solidFill>
                <a:latin typeface="Tahoma" panose="020B0604030504040204" pitchFamily="34" charset="0"/>
                <a:ea typeface="宋体" panose="02010600030101010101" pitchFamily="2" charset="-122"/>
              </a:rPr>
              <a:t>t</a:t>
            </a:r>
            <a:r>
              <a:rPr kumimoji="1" lang="en-US" altLang="zh-CN" sz="2400" b="1" baseline="-25000">
                <a:solidFill>
                  <a:srgbClr val="003300"/>
                </a:solidFill>
                <a:latin typeface="Tahoma" panose="020B0604030504040204" pitchFamily="34" charset="0"/>
                <a:ea typeface="宋体" panose="02010600030101010101" pitchFamily="2" charset="-122"/>
              </a:rPr>
              <a:t>0 </a:t>
            </a:r>
            <a:r>
              <a:rPr kumimoji="1" lang="en-US" altLang="zh-CN" sz="2400" b="1">
                <a:solidFill>
                  <a:srgbClr val="003300"/>
                </a:solidFill>
                <a:latin typeface="Tahoma" panose="020B0604030504040204" pitchFamily="34" charset="0"/>
                <a:ea typeface="宋体" panose="02010600030101010101" pitchFamily="2" charset="-122"/>
              </a:rPr>
              <a:t>+T )</a:t>
            </a:r>
            <a:r>
              <a:rPr kumimoji="1" lang="en-US" altLang="zh-CN" sz="2400" b="1">
                <a:solidFill>
                  <a:srgbClr val="800000"/>
                </a:solidFill>
                <a:latin typeface="Tahoma" panose="020B0604030504040204" pitchFamily="34" charset="0"/>
                <a:ea typeface="宋体" panose="02010600030101010101" pitchFamily="2" charset="-122"/>
              </a:rPr>
              <a:t> </a:t>
            </a:r>
            <a:endParaRPr kumimoji="1" lang="en-US" altLang="zh-CN" sz="2400" b="1">
              <a:solidFill>
                <a:srgbClr val="800000"/>
              </a:solidFill>
              <a:latin typeface="Tahoma" panose="020B0604030504040204" pitchFamily="34" charset="0"/>
              <a:ea typeface="宋体" panose="02010600030101010101" pitchFamily="2" charset="-122"/>
            </a:endParaRPr>
          </a:p>
        </p:txBody>
      </p:sp>
      <p:graphicFrame>
        <p:nvGraphicFramePr>
          <p:cNvPr id="43015" name="Object 6"/>
          <p:cNvGraphicFramePr>
            <a:graphicFrameLocks noChangeAspect="1"/>
          </p:cNvGraphicFramePr>
          <p:nvPr/>
        </p:nvGraphicFramePr>
        <p:xfrm>
          <a:off x="3013075" y="2151063"/>
          <a:ext cx="2751138" cy="485775"/>
        </p:xfrm>
        <a:graphic>
          <a:graphicData uri="http://schemas.openxmlformats.org/presentationml/2006/ole">
            <mc:AlternateContent xmlns:mc="http://schemas.openxmlformats.org/markup-compatibility/2006">
              <mc:Choice xmlns:v="urn:schemas-microsoft-com:vml" Requires="v">
                <p:oleObj spid="_x0000_s43539" name="Equation" r:id="rId3" imgW="1079500" imgH="203200" progId="Equation.DSMT4">
                  <p:embed/>
                </p:oleObj>
              </mc:Choice>
              <mc:Fallback>
                <p:oleObj name="Equation" r:id="rId3" imgW="1079500" imgH="2032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3075" y="2151063"/>
                        <a:ext cx="2751138"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6" name="Text Box 7"/>
          <p:cNvSpPr txBox="1">
            <a:spLocks noChangeArrowheads="1"/>
          </p:cNvSpPr>
          <p:nvPr/>
        </p:nvSpPr>
        <p:spPr bwMode="auto">
          <a:xfrm>
            <a:off x="609600" y="2544763"/>
            <a:ext cx="32766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ts val="1400"/>
              </a:spcBef>
              <a:spcAft>
                <a:spcPts val="1500"/>
              </a:spcAft>
              <a:buClrTx/>
              <a:buFontTx/>
              <a:buNone/>
            </a:pPr>
            <a:r>
              <a:rPr kumimoji="1" lang="en-US" altLang="zh-CN" sz="2800" b="1" i="1" dirty="0">
                <a:solidFill>
                  <a:srgbClr val="FF0000"/>
                </a:solidFill>
                <a:latin typeface="Arial" panose="020B0604020202020204" pitchFamily="34" charset="0"/>
              </a:rPr>
              <a:t>2</a:t>
            </a:r>
            <a:r>
              <a:rPr kumimoji="1" lang="zh-CN" altLang="en-US" sz="2800" b="1" i="1" dirty="0">
                <a:solidFill>
                  <a:srgbClr val="FF0000"/>
                </a:solidFill>
                <a:latin typeface="Arial" panose="020B0604020202020204" pitchFamily="34" charset="0"/>
              </a:rPr>
              <a:t>、</a:t>
            </a:r>
            <a:r>
              <a:rPr kumimoji="1" lang="zh-CN" altLang="en-US" sz="2400" b="1" dirty="0">
                <a:solidFill>
                  <a:srgbClr val="003300"/>
                </a:solidFill>
                <a:latin typeface="Tahoma" panose="020B0604030504040204" pitchFamily="34" charset="0"/>
                <a:ea typeface="宋体" panose="02010600030101010101" pitchFamily="2" charset="-122"/>
              </a:rPr>
              <a:t>指数函数集</a:t>
            </a:r>
            <a:endParaRPr kumimoji="1" lang="zh-CN" altLang="en-US" sz="2800" b="1" dirty="0">
              <a:solidFill>
                <a:srgbClr val="003300"/>
              </a:solidFill>
              <a:latin typeface="Arial" panose="020B0604020202020204" pitchFamily="34" charset="0"/>
            </a:endParaRPr>
          </a:p>
        </p:txBody>
      </p:sp>
      <p:graphicFrame>
        <p:nvGraphicFramePr>
          <p:cNvPr id="43017" name="Object 8"/>
          <p:cNvGraphicFramePr>
            <a:graphicFrameLocks noChangeAspect="1"/>
          </p:cNvGraphicFramePr>
          <p:nvPr/>
        </p:nvGraphicFramePr>
        <p:xfrm>
          <a:off x="3200400" y="2717800"/>
          <a:ext cx="1163638" cy="582613"/>
        </p:xfrm>
        <a:graphic>
          <a:graphicData uri="http://schemas.openxmlformats.org/presentationml/2006/ole">
            <mc:AlternateContent xmlns:mc="http://schemas.openxmlformats.org/markup-compatibility/2006">
              <mc:Choice xmlns:v="urn:schemas-microsoft-com:vml" Requires="v">
                <p:oleObj spid="_x0000_s43540" name="Equation" r:id="rId5" imgW="508000" imgH="254000" progId="Equation.3">
                  <p:embed/>
                </p:oleObj>
              </mc:Choice>
              <mc:Fallback>
                <p:oleObj name="Equation" r:id="rId5" imgW="508000" imgH="2540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2717800"/>
                        <a:ext cx="1163638"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8" name="Object 9"/>
          <p:cNvGraphicFramePr>
            <a:graphicFrameLocks noChangeAspect="1"/>
          </p:cNvGraphicFramePr>
          <p:nvPr/>
        </p:nvGraphicFramePr>
        <p:xfrm>
          <a:off x="4876800" y="2773363"/>
          <a:ext cx="3352800" cy="517525"/>
        </p:xfrm>
        <a:graphic>
          <a:graphicData uri="http://schemas.openxmlformats.org/presentationml/2006/ole">
            <mc:AlternateContent xmlns:mc="http://schemas.openxmlformats.org/markup-compatibility/2006">
              <mc:Choice xmlns:v="urn:schemas-microsoft-com:vml" Requires="v">
                <p:oleObj spid="_x0000_s43541" name="Equation" r:id="rId7" imgW="1562100" imgH="215900" progId="Equation.3">
                  <p:embed/>
                </p:oleObj>
              </mc:Choice>
              <mc:Fallback>
                <p:oleObj name="Equation" r:id="rId7" imgW="1562100" imgH="2159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2773363"/>
                        <a:ext cx="3352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9" name="Text Box 10"/>
          <p:cNvSpPr txBox="1">
            <a:spLocks noChangeArrowheads="1"/>
          </p:cNvSpPr>
          <p:nvPr/>
        </p:nvSpPr>
        <p:spPr bwMode="auto">
          <a:xfrm>
            <a:off x="5943600" y="3382963"/>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solidFill>
                  <a:srgbClr val="003300"/>
                </a:solidFill>
                <a:latin typeface="Tahoma" panose="020B0604030504040204" pitchFamily="34" charset="0"/>
                <a:ea typeface="宋体" panose="02010600030101010101" pitchFamily="2" charset="-122"/>
              </a:rPr>
              <a:t>( t</a:t>
            </a:r>
            <a:r>
              <a:rPr kumimoji="1" lang="en-US" altLang="zh-CN" sz="2400" b="1" baseline="-25000">
                <a:solidFill>
                  <a:srgbClr val="003300"/>
                </a:solidFill>
                <a:latin typeface="Tahoma" panose="020B0604030504040204" pitchFamily="34" charset="0"/>
                <a:ea typeface="宋体" panose="02010600030101010101" pitchFamily="2" charset="-122"/>
              </a:rPr>
              <a:t>0</a:t>
            </a:r>
            <a:r>
              <a:rPr kumimoji="1" lang="zh-CN" altLang="en-US" sz="2400" b="1">
                <a:solidFill>
                  <a:srgbClr val="003300"/>
                </a:solidFill>
                <a:latin typeface="Tahoma" panose="020B0604030504040204" pitchFamily="34" charset="0"/>
                <a:ea typeface="宋体" panose="02010600030101010101" pitchFamily="2" charset="-122"/>
              </a:rPr>
              <a:t>，</a:t>
            </a:r>
            <a:r>
              <a:rPr kumimoji="1" lang="en-US" altLang="zh-CN" sz="2400" b="1">
                <a:solidFill>
                  <a:srgbClr val="003300"/>
                </a:solidFill>
                <a:latin typeface="Tahoma" panose="020B0604030504040204" pitchFamily="34" charset="0"/>
                <a:ea typeface="宋体" panose="02010600030101010101" pitchFamily="2" charset="-122"/>
              </a:rPr>
              <a:t>t</a:t>
            </a:r>
            <a:r>
              <a:rPr kumimoji="1" lang="en-US" altLang="zh-CN" sz="2400" b="1" baseline="-25000">
                <a:solidFill>
                  <a:srgbClr val="003300"/>
                </a:solidFill>
                <a:latin typeface="Tahoma" panose="020B0604030504040204" pitchFamily="34" charset="0"/>
                <a:ea typeface="宋体" panose="02010600030101010101" pitchFamily="2" charset="-122"/>
              </a:rPr>
              <a:t>0 </a:t>
            </a:r>
            <a:r>
              <a:rPr kumimoji="1" lang="en-US" altLang="zh-CN" sz="2400" b="1">
                <a:solidFill>
                  <a:srgbClr val="003300"/>
                </a:solidFill>
                <a:latin typeface="Tahoma" panose="020B0604030504040204" pitchFamily="34" charset="0"/>
                <a:ea typeface="宋体" panose="02010600030101010101" pitchFamily="2" charset="-122"/>
              </a:rPr>
              <a:t>+T )</a:t>
            </a:r>
            <a:r>
              <a:rPr kumimoji="1" lang="en-US" altLang="zh-CN" sz="2400" b="1">
                <a:solidFill>
                  <a:srgbClr val="800000"/>
                </a:solidFill>
                <a:latin typeface="Tahoma" panose="020B0604030504040204" pitchFamily="34" charset="0"/>
                <a:ea typeface="宋体" panose="02010600030101010101" pitchFamily="2" charset="-122"/>
              </a:rPr>
              <a:t> </a:t>
            </a:r>
            <a:endParaRPr kumimoji="1" lang="en-US" altLang="zh-CN" sz="2400" b="1">
              <a:solidFill>
                <a:srgbClr val="800000"/>
              </a:solidFill>
              <a:latin typeface="Tahoma" panose="020B0604030504040204" pitchFamily="34" charset="0"/>
              <a:ea typeface="宋体" panose="02010600030101010101" pitchFamily="2" charset="-122"/>
            </a:endParaRPr>
          </a:p>
        </p:txBody>
      </p:sp>
      <p:sp>
        <p:nvSpPr>
          <p:cNvPr id="43020" name="Text Box 11"/>
          <p:cNvSpPr txBox="1">
            <a:spLocks noChangeArrowheads="1"/>
          </p:cNvSpPr>
          <p:nvPr/>
        </p:nvSpPr>
        <p:spPr bwMode="auto">
          <a:xfrm>
            <a:off x="609600" y="4013200"/>
            <a:ext cx="32766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ts val="1400"/>
              </a:spcBef>
              <a:spcAft>
                <a:spcPts val="1500"/>
              </a:spcAft>
              <a:buClrTx/>
              <a:buFontTx/>
              <a:buNone/>
            </a:pPr>
            <a:r>
              <a:rPr kumimoji="1" lang="en-US" altLang="zh-CN" sz="2800" b="1" i="1">
                <a:solidFill>
                  <a:srgbClr val="FF0000"/>
                </a:solidFill>
                <a:latin typeface="Arial" panose="020B0604020202020204" pitchFamily="34" charset="0"/>
              </a:rPr>
              <a:t>3</a:t>
            </a:r>
            <a:r>
              <a:rPr kumimoji="1" lang="zh-CN" altLang="en-US" sz="2800" b="1" i="1">
                <a:solidFill>
                  <a:srgbClr val="FF0000"/>
                </a:solidFill>
                <a:latin typeface="Arial" panose="020B0604020202020204" pitchFamily="34" charset="0"/>
              </a:rPr>
              <a:t>、</a:t>
            </a:r>
            <a:r>
              <a:rPr kumimoji="1" lang="zh-CN" altLang="en-US" sz="2400" b="1">
                <a:solidFill>
                  <a:srgbClr val="003300"/>
                </a:solidFill>
                <a:latin typeface="Tahoma" panose="020B0604030504040204" pitchFamily="34" charset="0"/>
                <a:ea typeface="宋体" panose="02010600030101010101" pitchFamily="2" charset="-122"/>
              </a:rPr>
              <a:t>抽样函数集</a:t>
            </a:r>
            <a:endParaRPr kumimoji="1" lang="zh-CN" altLang="en-US" sz="2800" b="1">
              <a:solidFill>
                <a:srgbClr val="003300"/>
              </a:solidFill>
              <a:latin typeface="Arial" panose="020B0604020202020204" pitchFamily="34" charset="0"/>
            </a:endParaRPr>
          </a:p>
        </p:txBody>
      </p:sp>
      <p:sp>
        <p:nvSpPr>
          <p:cNvPr id="43021" name="Text Box 12"/>
          <p:cNvSpPr txBox="1">
            <a:spLocks noChangeArrowheads="1"/>
          </p:cNvSpPr>
          <p:nvPr/>
        </p:nvSpPr>
        <p:spPr bwMode="auto">
          <a:xfrm>
            <a:off x="609600" y="5384800"/>
            <a:ext cx="32766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ts val="1400"/>
              </a:spcBef>
              <a:spcAft>
                <a:spcPts val="1500"/>
              </a:spcAft>
              <a:buClrTx/>
              <a:buFontTx/>
              <a:buNone/>
            </a:pPr>
            <a:r>
              <a:rPr kumimoji="1" lang="en-US" altLang="zh-CN" sz="2800" b="1" i="1">
                <a:solidFill>
                  <a:srgbClr val="FF0000"/>
                </a:solidFill>
                <a:latin typeface="Arial" panose="020B0604020202020204" pitchFamily="34" charset="0"/>
              </a:rPr>
              <a:t>4</a:t>
            </a:r>
            <a:r>
              <a:rPr kumimoji="1" lang="zh-CN" altLang="en-US" sz="2800" b="1" i="1">
                <a:solidFill>
                  <a:srgbClr val="FF0000"/>
                </a:solidFill>
                <a:latin typeface="Arial" panose="020B0604020202020204" pitchFamily="34" charset="0"/>
              </a:rPr>
              <a:t>、</a:t>
            </a:r>
            <a:r>
              <a:rPr kumimoji="1" lang="en-US" altLang="zh-CN" sz="2400" b="1">
                <a:solidFill>
                  <a:srgbClr val="003300"/>
                </a:solidFill>
                <a:latin typeface="Tahoma" panose="020B0604030504040204" pitchFamily="34" charset="0"/>
                <a:ea typeface="宋体" panose="02010600030101010101" pitchFamily="2" charset="-122"/>
              </a:rPr>
              <a:t>Walsh</a:t>
            </a:r>
            <a:r>
              <a:rPr kumimoji="1" lang="zh-CN" altLang="en-US" sz="2400" b="1">
                <a:solidFill>
                  <a:srgbClr val="003300"/>
                </a:solidFill>
                <a:latin typeface="Tahoma" panose="020B0604030504040204" pitchFamily="34" charset="0"/>
                <a:ea typeface="宋体" panose="02010600030101010101" pitchFamily="2" charset="-122"/>
              </a:rPr>
              <a:t>函数集</a:t>
            </a:r>
            <a:endParaRPr kumimoji="1" lang="zh-CN" altLang="en-US" sz="2800" b="1">
              <a:solidFill>
                <a:srgbClr val="003300"/>
              </a:solidFill>
              <a:latin typeface="Arial" panose="020B0604020202020204" pitchFamily="34" charset="0"/>
            </a:endParaRPr>
          </a:p>
        </p:txBody>
      </p:sp>
      <p:graphicFrame>
        <p:nvGraphicFramePr>
          <p:cNvPr id="43022" name="Object 13"/>
          <p:cNvGraphicFramePr>
            <a:graphicFrameLocks noChangeAspect="1"/>
          </p:cNvGraphicFramePr>
          <p:nvPr/>
        </p:nvGraphicFramePr>
        <p:xfrm>
          <a:off x="2971800" y="3937000"/>
          <a:ext cx="2714625" cy="1100138"/>
        </p:xfrm>
        <a:graphic>
          <a:graphicData uri="http://schemas.openxmlformats.org/presentationml/2006/ole">
            <mc:AlternateContent xmlns:mc="http://schemas.openxmlformats.org/markup-compatibility/2006">
              <mc:Choice xmlns:v="urn:schemas-microsoft-com:vml" Requires="v">
                <p:oleObj spid="_x0000_s43542" name="Equation" r:id="rId9" imgW="1257300" imgH="520700" progId="Equation.3">
                  <p:embed/>
                </p:oleObj>
              </mc:Choice>
              <mc:Fallback>
                <p:oleObj name="Equation" r:id="rId9" imgW="1257300" imgH="5207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3937000"/>
                        <a:ext cx="2714625" cy="110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23" name="Text Box 14"/>
          <p:cNvSpPr txBox="1">
            <a:spLocks noChangeArrowheads="1"/>
          </p:cNvSpPr>
          <p:nvPr/>
        </p:nvSpPr>
        <p:spPr bwMode="auto">
          <a:xfrm>
            <a:off x="6096000" y="48514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solidFill>
                  <a:srgbClr val="003300"/>
                </a:solidFill>
                <a:latin typeface="Tahoma" panose="020B0604030504040204" pitchFamily="34" charset="0"/>
                <a:ea typeface="宋体" panose="02010600030101010101" pitchFamily="2" charset="-122"/>
              </a:rPr>
              <a:t>( -</a:t>
            </a:r>
            <a:r>
              <a:rPr kumimoji="1" lang="en-US" altLang="zh-CN" sz="2400" b="1">
                <a:solidFill>
                  <a:srgbClr val="003300"/>
                </a:solidFill>
                <a:latin typeface="Tahoma" panose="020B0604030504040204" pitchFamily="34" charset="0"/>
                <a:ea typeface="宋体" panose="02010600030101010101" pitchFamily="2" charset="-122"/>
                <a:sym typeface="Symbol" panose="05050102010706020507" pitchFamily="18" charset="2"/>
              </a:rPr>
              <a:t> </a:t>
            </a:r>
            <a:r>
              <a:rPr kumimoji="1" lang="zh-CN" altLang="en-US" sz="2400" b="1">
                <a:solidFill>
                  <a:srgbClr val="003300"/>
                </a:solidFill>
                <a:latin typeface="Tahoma" panose="020B0604030504040204" pitchFamily="34" charset="0"/>
                <a:ea typeface="宋体" panose="02010600030101010101" pitchFamily="2" charset="-122"/>
              </a:rPr>
              <a:t>，</a:t>
            </a:r>
            <a:r>
              <a:rPr kumimoji="1" lang="zh-CN" altLang="en-US" sz="2400" b="1">
                <a:solidFill>
                  <a:srgbClr val="003300"/>
                </a:solidFill>
                <a:latin typeface="Tahoma" panose="020B0604030504040204" pitchFamily="34" charset="0"/>
                <a:ea typeface="宋体" panose="02010600030101010101" pitchFamily="2" charset="-122"/>
                <a:sym typeface="Symbol" panose="05050102010706020507" pitchFamily="18" charset="2"/>
              </a:rPr>
              <a:t> </a:t>
            </a:r>
            <a:r>
              <a:rPr kumimoji="1" lang="zh-CN" altLang="en-US" sz="2400" b="1">
                <a:solidFill>
                  <a:srgbClr val="003300"/>
                </a:solidFill>
                <a:latin typeface="Tahoma" panose="020B0604030504040204" pitchFamily="34" charset="0"/>
                <a:ea typeface="宋体" panose="02010600030101010101" pitchFamily="2" charset="-122"/>
              </a:rPr>
              <a:t> </a:t>
            </a:r>
            <a:r>
              <a:rPr kumimoji="1" lang="en-US" altLang="zh-CN" sz="2400" b="1">
                <a:solidFill>
                  <a:srgbClr val="003300"/>
                </a:solidFill>
                <a:latin typeface="Tahoma" panose="020B0604030504040204" pitchFamily="34" charset="0"/>
                <a:ea typeface="宋体" panose="02010600030101010101" pitchFamily="2" charset="-122"/>
              </a:rPr>
              <a:t>)</a:t>
            </a:r>
            <a:r>
              <a:rPr kumimoji="1" lang="en-US" altLang="zh-CN" sz="2400" b="1">
                <a:solidFill>
                  <a:srgbClr val="800000"/>
                </a:solidFill>
                <a:latin typeface="Tahoma" panose="020B0604030504040204" pitchFamily="34" charset="0"/>
                <a:ea typeface="宋体" panose="02010600030101010101" pitchFamily="2" charset="-122"/>
              </a:rPr>
              <a:t> </a:t>
            </a:r>
            <a:endParaRPr kumimoji="1" lang="en-US" altLang="zh-CN" sz="2400" b="1">
              <a:solidFill>
                <a:srgbClr val="800000"/>
              </a:solidFill>
              <a:latin typeface="Tahoma" panose="020B0604030504040204" pitchFamily="34" charset="0"/>
              <a:ea typeface="宋体" panose="02010600030101010101" pitchFamily="2" charset="-122"/>
            </a:endParaRPr>
          </a:p>
        </p:txBody>
      </p:sp>
      <p:sp>
        <p:nvSpPr>
          <p:cNvPr id="43024" name="Text Box 15"/>
          <p:cNvSpPr txBox="1">
            <a:spLocks noChangeArrowheads="1"/>
          </p:cNvSpPr>
          <p:nvPr/>
        </p:nvSpPr>
        <p:spPr bwMode="auto">
          <a:xfrm>
            <a:off x="6248400" y="60706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solidFill>
                  <a:srgbClr val="003300"/>
                </a:solidFill>
                <a:latin typeface="Tahoma" panose="020B0604030504040204" pitchFamily="34" charset="0"/>
                <a:ea typeface="宋体" panose="02010600030101010101" pitchFamily="2" charset="-122"/>
              </a:rPr>
              <a:t>( 0</a:t>
            </a:r>
            <a:r>
              <a:rPr kumimoji="1" lang="zh-CN" altLang="en-US" sz="2400" b="1">
                <a:solidFill>
                  <a:srgbClr val="003300"/>
                </a:solidFill>
                <a:latin typeface="Tahoma" panose="020B0604030504040204" pitchFamily="34" charset="0"/>
                <a:ea typeface="宋体" panose="02010600030101010101" pitchFamily="2" charset="-122"/>
              </a:rPr>
              <a:t>，</a:t>
            </a:r>
            <a:r>
              <a:rPr kumimoji="1" lang="en-US" altLang="zh-CN" sz="2400" b="1">
                <a:solidFill>
                  <a:srgbClr val="003300"/>
                </a:solidFill>
                <a:latin typeface="Tahoma" panose="020B0604030504040204" pitchFamily="34" charset="0"/>
                <a:ea typeface="宋体" panose="02010600030101010101" pitchFamily="2" charset="-122"/>
              </a:rPr>
              <a:t>1 )</a:t>
            </a:r>
            <a:r>
              <a:rPr kumimoji="1" lang="en-US" altLang="zh-CN" sz="2400" b="1">
                <a:solidFill>
                  <a:srgbClr val="800000"/>
                </a:solidFill>
                <a:latin typeface="Tahoma" panose="020B0604030504040204" pitchFamily="34" charset="0"/>
                <a:ea typeface="宋体" panose="02010600030101010101" pitchFamily="2" charset="-122"/>
              </a:rPr>
              <a:t> </a:t>
            </a:r>
            <a:endParaRPr kumimoji="1" lang="en-US" altLang="zh-CN" sz="2400" b="1">
              <a:solidFill>
                <a:srgbClr val="800000"/>
              </a:solidFill>
              <a:latin typeface="Tahoma" panose="020B0604030504040204" pitchFamily="34" charset="0"/>
              <a:ea typeface="宋体" panose="02010600030101010101" pitchFamily="2" charset="-122"/>
            </a:endParaRPr>
          </a:p>
        </p:txBody>
      </p:sp>
      <p:graphicFrame>
        <p:nvGraphicFramePr>
          <p:cNvPr id="43025" name="Object 16"/>
          <p:cNvGraphicFramePr>
            <a:graphicFrameLocks noChangeAspect="1"/>
          </p:cNvGraphicFramePr>
          <p:nvPr/>
        </p:nvGraphicFramePr>
        <p:xfrm>
          <a:off x="6019800" y="5537200"/>
          <a:ext cx="2752725" cy="517525"/>
        </p:xfrm>
        <a:graphic>
          <a:graphicData uri="http://schemas.openxmlformats.org/presentationml/2006/ole">
            <mc:AlternateContent xmlns:mc="http://schemas.openxmlformats.org/markup-compatibility/2006">
              <mc:Choice xmlns:v="urn:schemas-microsoft-com:vml" Requires="v">
                <p:oleObj spid="_x0000_s43543" name="Equation" r:id="rId11" imgW="1270000" imgH="215900" progId="Equation.3">
                  <p:embed/>
                </p:oleObj>
              </mc:Choice>
              <mc:Fallback>
                <p:oleObj name="Equation" r:id="rId11" imgW="1270000" imgH="2159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9800" y="5537200"/>
                        <a:ext cx="275272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26" name="Object 17"/>
          <p:cNvGraphicFramePr>
            <a:graphicFrameLocks noChangeAspect="1"/>
          </p:cNvGraphicFramePr>
          <p:nvPr/>
        </p:nvGraphicFramePr>
        <p:xfrm>
          <a:off x="5791200" y="4241800"/>
          <a:ext cx="3352800" cy="517525"/>
        </p:xfrm>
        <a:graphic>
          <a:graphicData uri="http://schemas.openxmlformats.org/presentationml/2006/ole">
            <mc:AlternateContent xmlns:mc="http://schemas.openxmlformats.org/markup-compatibility/2006">
              <mc:Choice xmlns:v="urn:schemas-microsoft-com:vml" Requires="v">
                <p:oleObj spid="_x0000_s43544" name="Equation" r:id="rId13" imgW="1562100" imgH="215900" progId="Equation.3">
                  <p:embed/>
                </p:oleObj>
              </mc:Choice>
              <mc:Fallback>
                <p:oleObj name="Equation" r:id="rId13" imgW="1562100" imgH="21590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91200" y="4241800"/>
                        <a:ext cx="3352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27" name="Object 18"/>
          <p:cNvGraphicFramePr>
            <a:graphicFrameLocks noChangeAspect="1"/>
          </p:cNvGraphicFramePr>
          <p:nvPr/>
        </p:nvGraphicFramePr>
        <p:xfrm>
          <a:off x="3200400" y="5537200"/>
          <a:ext cx="1974850" cy="550863"/>
        </p:xfrm>
        <a:graphic>
          <a:graphicData uri="http://schemas.openxmlformats.org/presentationml/2006/ole">
            <mc:AlternateContent xmlns:mc="http://schemas.openxmlformats.org/markup-compatibility/2006">
              <mc:Choice xmlns:v="urn:schemas-microsoft-com:vml" Requires="v">
                <p:oleObj spid="_x0000_s43545" name="Equation" r:id="rId15" imgW="901700" imgH="241300" progId="Equation.3">
                  <p:embed/>
                </p:oleObj>
              </mc:Choice>
              <mc:Fallback>
                <p:oleObj name="Equation" r:id="rId15" imgW="901700" imgH="24130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0400" y="5537200"/>
                        <a:ext cx="1974850" cy="55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5"/>
          <p:cNvSpPr txBox="1">
            <a:spLocks noChangeArrowheads="1"/>
          </p:cNvSpPr>
          <p:nvPr/>
        </p:nvSpPr>
        <p:spPr bwMode="auto">
          <a:xfrm>
            <a:off x="434181" y="0"/>
            <a:ext cx="7507288" cy="54927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b="1" kern="0">
                <a:solidFill>
                  <a:srgbClr val="0000FF"/>
                </a:solidFill>
              </a:rPr>
              <a:t>§3.2 </a:t>
            </a:r>
            <a:r>
              <a:rPr lang="zh-CN" altLang="en-US" b="1" kern="0">
                <a:solidFill>
                  <a:srgbClr val="0000FF"/>
                </a:solidFill>
              </a:rPr>
              <a:t>正交函数集与信号分解</a:t>
            </a:r>
            <a:endParaRPr lang="zh-CN" altLang="en-US" b="1" kern="0">
              <a:solidFill>
                <a:srgbClr val="0000FF"/>
              </a:solidFill>
            </a:endParaRPr>
          </a:p>
        </p:txBody>
      </p:sp>
    </p:spTree>
  </p:cSld>
  <p:clrMapOvr>
    <a:masterClrMapping/>
  </p:clrMapOvr>
  <p:transition spd="slow" advTm="36134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0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0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0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0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0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0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0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0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0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0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0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3025"/>
                                        </p:tgtEl>
                                        <p:attrNameLst>
                                          <p:attrName>style.visibility</p:attrName>
                                        </p:attrNameLst>
                                      </p:cBhvr>
                                      <p:to>
                                        <p:strVal val="visible"/>
                                      </p:to>
                                    </p:set>
                                    <p:anim calcmode="lin" valueType="num">
                                      <p:cBhvr additive="base">
                                        <p:cTn id="49" dur="500" fill="hold"/>
                                        <p:tgtEl>
                                          <p:spTgt spid="43025"/>
                                        </p:tgtEl>
                                        <p:attrNameLst>
                                          <p:attrName>ppt_x</p:attrName>
                                        </p:attrNameLst>
                                      </p:cBhvr>
                                      <p:tavLst>
                                        <p:tav tm="0">
                                          <p:val>
                                            <p:strVal val="#ppt_x"/>
                                          </p:val>
                                        </p:tav>
                                        <p:tav tm="100000">
                                          <p:val>
                                            <p:strVal val="#ppt_x"/>
                                          </p:val>
                                        </p:tav>
                                      </p:tavLst>
                                    </p:anim>
                                    <p:anim calcmode="lin" valueType="num">
                                      <p:cBhvr additive="base">
                                        <p:cTn id="50" dur="500" fill="hold"/>
                                        <p:tgtEl>
                                          <p:spTgt spid="4302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3024"/>
                                        </p:tgtEl>
                                        <p:attrNameLst>
                                          <p:attrName>style.visibility</p:attrName>
                                        </p:attrNameLst>
                                      </p:cBhvr>
                                      <p:to>
                                        <p:strVal val="visible"/>
                                      </p:to>
                                    </p:set>
                                    <p:anim calcmode="lin" valueType="num">
                                      <p:cBhvr additive="base">
                                        <p:cTn id="53" dur="500" fill="hold"/>
                                        <p:tgtEl>
                                          <p:spTgt spid="43024"/>
                                        </p:tgtEl>
                                        <p:attrNameLst>
                                          <p:attrName>ppt_x</p:attrName>
                                        </p:attrNameLst>
                                      </p:cBhvr>
                                      <p:tavLst>
                                        <p:tav tm="0">
                                          <p:val>
                                            <p:strVal val="#ppt_x"/>
                                          </p:val>
                                        </p:tav>
                                        <p:tav tm="100000">
                                          <p:val>
                                            <p:strVal val="#ppt_x"/>
                                          </p:val>
                                        </p:tav>
                                      </p:tavLst>
                                    </p:anim>
                                    <p:anim calcmode="lin" valueType="num">
                                      <p:cBhvr additive="base">
                                        <p:cTn id="54" dur="500" fill="hold"/>
                                        <p:tgtEl>
                                          <p:spTgt spid="430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P spid="43014" grpId="0"/>
      <p:bldP spid="43016" grpId="0"/>
      <p:bldP spid="43019" grpId="0"/>
      <p:bldP spid="43020" grpId="0"/>
      <p:bldP spid="43021" grpId="0"/>
      <p:bldP spid="43023" grpId="0"/>
      <p:bldP spid="430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BC35D72D-550E-4D2A-BA8C-002BB6644E3A}" type="datetime1">
              <a:rPr lang="zh-CN" altLang="en-US"/>
            </a:fld>
            <a:endParaRPr lang="zh-CN" altLang="en-US"/>
          </a:p>
        </p:txBody>
      </p:sp>
      <p:sp>
        <p:nvSpPr>
          <p:cNvPr id="45059" name="Rectangle 2"/>
          <p:cNvSpPr>
            <a:spLocks noGrp="1" noChangeArrowheads="1"/>
          </p:cNvSpPr>
          <p:nvPr>
            <p:ph type="title" idx="4294967295"/>
          </p:nvPr>
        </p:nvSpPr>
        <p:spPr>
          <a:xfrm>
            <a:off x="1619250" y="188913"/>
            <a:ext cx="5386388" cy="504825"/>
          </a:xfrm>
        </p:spPr>
        <p:txBody>
          <a:bodyPr/>
          <a:lstStyle/>
          <a:p>
            <a:r>
              <a:rPr lang="zh-CN" altLang="en-US" sz="3400" b="1">
                <a:solidFill>
                  <a:srgbClr val="FF0000"/>
                </a:solidFill>
              </a:rPr>
              <a:t>傅里叶生平</a:t>
            </a:r>
            <a:endParaRPr lang="zh-CN" altLang="en-US" sz="3400">
              <a:solidFill>
                <a:srgbClr val="FF0000"/>
              </a:solidFill>
            </a:endParaRPr>
          </a:p>
        </p:txBody>
      </p:sp>
      <p:sp>
        <p:nvSpPr>
          <p:cNvPr id="187395" name="Rectangle 3"/>
          <p:cNvSpPr>
            <a:spLocks noGrp="1" noChangeArrowheads="1"/>
          </p:cNvSpPr>
          <p:nvPr>
            <p:ph type="body" sz="half" idx="4294967295"/>
          </p:nvPr>
        </p:nvSpPr>
        <p:spPr>
          <a:xfrm>
            <a:off x="622300" y="1258888"/>
            <a:ext cx="3962400" cy="4800600"/>
          </a:xfrm>
          <a:ln w="57150">
            <a:solidFill>
              <a:srgbClr val="9900FF"/>
            </a:solidFill>
            <a:miter lim="800000"/>
          </a:ln>
        </p:spPr>
        <p:txBody>
          <a:bodyPr/>
          <a:lstStyle/>
          <a:p>
            <a:pPr>
              <a:lnSpc>
                <a:spcPct val="125000"/>
              </a:lnSpc>
            </a:pPr>
            <a:r>
              <a:rPr lang="en-US" altLang="zh-CN" sz="2200" b="1" dirty="0"/>
              <a:t>1768</a:t>
            </a:r>
            <a:r>
              <a:rPr lang="zh-CN" altLang="en-US" sz="2200" b="1" dirty="0"/>
              <a:t>年生于法国</a:t>
            </a:r>
            <a:endParaRPr lang="zh-CN" altLang="en-US" sz="2200" b="1" dirty="0"/>
          </a:p>
          <a:p>
            <a:pPr>
              <a:lnSpc>
                <a:spcPct val="125000"/>
              </a:lnSpc>
            </a:pPr>
            <a:r>
              <a:rPr lang="en-US" altLang="zh-CN" sz="2200" b="1" dirty="0"/>
              <a:t>1807</a:t>
            </a:r>
            <a:r>
              <a:rPr lang="zh-CN" altLang="en-US" sz="2200" b="1" dirty="0"/>
              <a:t>年提出“任何周期信号都可用正弦函数级数表示”</a:t>
            </a:r>
            <a:endParaRPr lang="zh-CN" altLang="en-US" sz="2200" b="1" dirty="0"/>
          </a:p>
          <a:p>
            <a:pPr>
              <a:lnSpc>
                <a:spcPct val="125000"/>
              </a:lnSpc>
            </a:pPr>
            <a:r>
              <a:rPr lang="en-US" altLang="zh-CN" sz="2200" b="1" dirty="0"/>
              <a:t>1829</a:t>
            </a:r>
            <a:r>
              <a:rPr lang="zh-CN" altLang="en-US" sz="2200" b="1" dirty="0"/>
              <a:t>年狄里赫利第一个给出收敛条件</a:t>
            </a:r>
            <a:endParaRPr lang="zh-CN" altLang="en-US" sz="2200" b="1" dirty="0"/>
          </a:p>
          <a:p>
            <a:pPr>
              <a:lnSpc>
                <a:spcPct val="125000"/>
              </a:lnSpc>
            </a:pPr>
            <a:r>
              <a:rPr lang="zh-CN" altLang="en-US" sz="2200" b="1" dirty="0"/>
              <a:t>拉格朗日反对发表</a:t>
            </a:r>
            <a:endParaRPr lang="zh-CN" altLang="en-US" sz="2200" b="1" dirty="0"/>
          </a:p>
          <a:p>
            <a:pPr>
              <a:lnSpc>
                <a:spcPct val="125000"/>
              </a:lnSpc>
            </a:pPr>
            <a:r>
              <a:rPr lang="en-US" altLang="zh-CN" sz="2200" b="1" dirty="0"/>
              <a:t>1822</a:t>
            </a:r>
            <a:r>
              <a:rPr lang="zh-CN" altLang="en-US" sz="2200" b="1" dirty="0"/>
              <a:t>年首次发表在“热的分析理论” 一书中</a:t>
            </a:r>
            <a:endParaRPr lang="zh-CN" altLang="en-US" sz="2200" b="1" dirty="0"/>
          </a:p>
          <a:p>
            <a:pPr>
              <a:lnSpc>
                <a:spcPct val="125000"/>
              </a:lnSpc>
            </a:pPr>
            <a:endParaRPr lang="zh-CN" altLang="en-US" sz="2200" dirty="0"/>
          </a:p>
        </p:txBody>
      </p:sp>
      <p:pic>
        <p:nvPicPr>
          <p:cNvPr id="45061" name="Picture 4"/>
          <p:cNvPicPr>
            <a:picLocks noGrp="1" noChangeAspect="1" noChangeArrowheads="1"/>
          </p:cNvPicPr>
          <p:nvPr>
            <p:ph type="clipArt" sz="half" idx="4294967295"/>
          </p:nvPr>
        </p:nvPicPr>
        <p:blipFill>
          <a:blip r:embed="rId1">
            <a:extLst>
              <a:ext uri="{28A0092B-C50C-407E-A947-70E740481C1C}">
                <a14:useLocalDpi xmlns:a14="http://schemas.microsoft.com/office/drawing/2010/main" val="0"/>
              </a:ext>
            </a:extLst>
          </a:blip>
          <a:srcRect/>
          <a:stretch>
            <a:fillRect/>
          </a:stretch>
        </p:blipFill>
        <p:spPr>
          <a:xfrm>
            <a:off x="4692650" y="1563688"/>
            <a:ext cx="3919538" cy="3476625"/>
          </a:xfrm>
        </p:spPr>
      </p:pic>
    </p:spTree>
  </p:cSld>
  <p:clrMapOvr>
    <a:masterClrMapping/>
  </p:clrMapOvr>
  <p:transition advTm="4653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187395">
                                            <p:bg/>
                                          </p:spTgt>
                                        </p:tgtEl>
                                        <p:attrNameLst>
                                          <p:attrName>style.visibility</p:attrName>
                                        </p:attrNameLst>
                                      </p:cBhvr>
                                      <p:to>
                                        <p:strVal val="visible"/>
                                      </p:to>
                                    </p:set>
                                    <p:anim calcmode="lin" valueType="num">
                                      <p:cBhvr>
                                        <p:cTn id="7" dur="1000" fill="hold"/>
                                        <p:tgtEl>
                                          <p:spTgt spid="187395">
                                            <p:bg/>
                                          </p:spTgt>
                                        </p:tgtEl>
                                        <p:attrNameLst>
                                          <p:attrName>ppt_w</p:attrName>
                                        </p:attrNameLst>
                                      </p:cBhvr>
                                      <p:tavLst>
                                        <p:tav tm="0">
                                          <p:val>
                                            <p:strVal val="#ppt_w*0.70"/>
                                          </p:val>
                                        </p:tav>
                                        <p:tav tm="100000">
                                          <p:val>
                                            <p:strVal val="#ppt_w"/>
                                          </p:val>
                                        </p:tav>
                                      </p:tavLst>
                                    </p:anim>
                                    <p:anim calcmode="lin" valueType="num">
                                      <p:cBhvr>
                                        <p:cTn id="8" dur="1000" fill="hold"/>
                                        <p:tgtEl>
                                          <p:spTgt spid="187395">
                                            <p:bg/>
                                          </p:spTgt>
                                        </p:tgtEl>
                                        <p:attrNameLst>
                                          <p:attrName>ppt_h</p:attrName>
                                        </p:attrNameLst>
                                      </p:cBhvr>
                                      <p:tavLst>
                                        <p:tav tm="0">
                                          <p:val>
                                            <p:strVal val="#ppt_h"/>
                                          </p:val>
                                        </p:tav>
                                        <p:tav tm="100000">
                                          <p:val>
                                            <p:strVal val="#ppt_h"/>
                                          </p:val>
                                        </p:tav>
                                      </p:tavLst>
                                    </p:anim>
                                    <p:animEffect transition="in" filter="fade">
                                      <p:cBhvr>
                                        <p:cTn id="9" dur="1000"/>
                                        <p:tgtEl>
                                          <p:spTgt spid="187395">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187395">
                                            <p:txEl>
                                              <p:pRg st="0" end="0"/>
                                            </p:txEl>
                                          </p:spTgt>
                                        </p:tgtEl>
                                        <p:attrNameLst>
                                          <p:attrName>style.visibility</p:attrName>
                                        </p:attrNameLst>
                                      </p:cBhvr>
                                      <p:to>
                                        <p:strVal val="visible"/>
                                      </p:to>
                                    </p:set>
                                    <p:anim calcmode="lin" valueType="num">
                                      <p:cBhvr>
                                        <p:cTn id="12" dur="1000" fill="hold"/>
                                        <p:tgtEl>
                                          <p:spTgt spid="187395">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187395">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187395">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87395">
                                            <p:txEl>
                                              <p:pRg st="1" end="1"/>
                                            </p:txEl>
                                          </p:spTgt>
                                        </p:tgtEl>
                                        <p:attrNameLst>
                                          <p:attrName>style.visibility</p:attrName>
                                        </p:attrNameLst>
                                      </p:cBhvr>
                                      <p:to>
                                        <p:strVal val="visible"/>
                                      </p:to>
                                    </p:set>
                                    <p:anim calcmode="lin" valueType="num">
                                      <p:cBhvr>
                                        <p:cTn id="17" dur="1000" fill="hold"/>
                                        <p:tgtEl>
                                          <p:spTgt spid="187395">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187395">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18739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187395">
                                            <p:txEl>
                                              <p:pRg st="2" end="2"/>
                                            </p:txEl>
                                          </p:spTgt>
                                        </p:tgtEl>
                                        <p:attrNameLst>
                                          <p:attrName>style.visibility</p:attrName>
                                        </p:attrNameLst>
                                      </p:cBhvr>
                                      <p:to>
                                        <p:strVal val="visible"/>
                                      </p:to>
                                    </p:set>
                                    <p:anim calcmode="lin" valueType="num">
                                      <p:cBhvr>
                                        <p:cTn id="24" dur="1000" fill="hold"/>
                                        <p:tgtEl>
                                          <p:spTgt spid="187395">
                                            <p:txEl>
                                              <p:pRg st="2" end="2"/>
                                            </p:txEl>
                                          </p:spTgt>
                                        </p:tgtEl>
                                        <p:attrNameLst>
                                          <p:attrName>ppt_w</p:attrName>
                                        </p:attrNameLst>
                                      </p:cBhvr>
                                      <p:tavLst>
                                        <p:tav tm="0">
                                          <p:val>
                                            <p:strVal val="#ppt_w*0.70"/>
                                          </p:val>
                                        </p:tav>
                                        <p:tav tm="100000">
                                          <p:val>
                                            <p:strVal val="#ppt_w"/>
                                          </p:val>
                                        </p:tav>
                                      </p:tavLst>
                                    </p:anim>
                                    <p:anim calcmode="lin" valueType="num">
                                      <p:cBhvr>
                                        <p:cTn id="25" dur="1000" fill="hold"/>
                                        <p:tgtEl>
                                          <p:spTgt spid="187395">
                                            <p:txEl>
                                              <p:pRg st="2" end="2"/>
                                            </p:txEl>
                                          </p:spTgt>
                                        </p:tgtEl>
                                        <p:attrNameLst>
                                          <p:attrName>ppt_h</p:attrName>
                                        </p:attrNameLst>
                                      </p:cBhvr>
                                      <p:tavLst>
                                        <p:tav tm="0">
                                          <p:val>
                                            <p:strVal val="#ppt_h"/>
                                          </p:val>
                                        </p:tav>
                                        <p:tav tm="100000">
                                          <p:val>
                                            <p:strVal val="#ppt_h"/>
                                          </p:val>
                                        </p:tav>
                                      </p:tavLst>
                                    </p:anim>
                                    <p:animEffect transition="in" filter="fade">
                                      <p:cBhvr>
                                        <p:cTn id="26" dur="1000"/>
                                        <p:tgtEl>
                                          <p:spTgt spid="187395">
                                            <p:txEl>
                                              <p:pRg st="2" end="2"/>
                                            </p:txEl>
                                          </p:spTgt>
                                        </p:tgtEl>
                                      </p:cBhvr>
                                    </p:animEffect>
                                  </p:childTnLst>
                                </p:cTn>
                              </p:par>
                              <p:par>
                                <p:cTn id="27" presetID="55" presetClass="entr" presetSubtype="0" fill="hold" grpId="0" nodeType="withEffect">
                                  <p:stCondLst>
                                    <p:cond delay="0"/>
                                  </p:stCondLst>
                                  <p:childTnLst>
                                    <p:set>
                                      <p:cBhvr>
                                        <p:cTn id="28" dur="1" fill="hold">
                                          <p:stCondLst>
                                            <p:cond delay="0"/>
                                          </p:stCondLst>
                                        </p:cTn>
                                        <p:tgtEl>
                                          <p:spTgt spid="187395">
                                            <p:txEl>
                                              <p:pRg st="3" end="3"/>
                                            </p:txEl>
                                          </p:spTgt>
                                        </p:tgtEl>
                                        <p:attrNameLst>
                                          <p:attrName>style.visibility</p:attrName>
                                        </p:attrNameLst>
                                      </p:cBhvr>
                                      <p:to>
                                        <p:strVal val="visible"/>
                                      </p:to>
                                    </p:set>
                                    <p:anim calcmode="lin" valueType="num">
                                      <p:cBhvr>
                                        <p:cTn id="29" dur="1000" fill="hold"/>
                                        <p:tgtEl>
                                          <p:spTgt spid="187395">
                                            <p:txEl>
                                              <p:pRg st="3" end="3"/>
                                            </p:txEl>
                                          </p:spTgt>
                                        </p:tgtEl>
                                        <p:attrNameLst>
                                          <p:attrName>ppt_w</p:attrName>
                                        </p:attrNameLst>
                                      </p:cBhvr>
                                      <p:tavLst>
                                        <p:tav tm="0">
                                          <p:val>
                                            <p:strVal val="#ppt_w*0.70"/>
                                          </p:val>
                                        </p:tav>
                                        <p:tav tm="100000">
                                          <p:val>
                                            <p:strVal val="#ppt_w"/>
                                          </p:val>
                                        </p:tav>
                                      </p:tavLst>
                                    </p:anim>
                                    <p:anim calcmode="lin" valueType="num">
                                      <p:cBhvr>
                                        <p:cTn id="30" dur="1000" fill="hold"/>
                                        <p:tgtEl>
                                          <p:spTgt spid="187395">
                                            <p:txEl>
                                              <p:pRg st="3" end="3"/>
                                            </p:txEl>
                                          </p:spTgt>
                                        </p:tgtEl>
                                        <p:attrNameLst>
                                          <p:attrName>ppt_h</p:attrName>
                                        </p:attrNameLst>
                                      </p:cBhvr>
                                      <p:tavLst>
                                        <p:tav tm="0">
                                          <p:val>
                                            <p:strVal val="#ppt_h"/>
                                          </p:val>
                                        </p:tav>
                                        <p:tav tm="100000">
                                          <p:val>
                                            <p:strVal val="#ppt_h"/>
                                          </p:val>
                                        </p:tav>
                                      </p:tavLst>
                                    </p:anim>
                                    <p:animEffect transition="in" filter="fade">
                                      <p:cBhvr>
                                        <p:cTn id="31" dur="1000"/>
                                        <p:tgtEl>
                                          <p:spTgt spid="187395">
                                            <p:txEl>
                                              <p:pRg st="3" end="3"/>
                                            </p:txEl>
                                          </p:spTgt>
                                        </p:tgtEl>
                                      </p:cBhvr>
                                    </p:animEffect>
                                  </p:childTnLst>
                                </p:cTn>
                              </p:par>
                              <p:par>
                                <p:cTn id="32" presetID="55" presetClass="entr" presetSubtype="0" fill="hold" grpId="0" nodeType="withEffect">
                                  <p:stCondLst>
                                    <p:cond delay="0"/>
                                  </p:stCondLst>
                                  <p:childTnLst>
                                    <p:set>
                                      <p:cBhvr>
                                        <p:cTn id="33" dur="1" fill="hold">
                                          <p:stCondLst>
                                            <p:cond delay="0"/>
                                          </p:stCondLst>
                                        </p:cTn>
                                        <p:tgtEl>
                                          <p:spTgt spid="187395">
                                            <p:txEl>
                                              <p:pRg st="4" end="4"/>
                                            </p:txEl>
                                          </p:spTgt>
                                        </p:tgtEl>
                                        <p:attrNameLst>
                                          <p:attrName>style.visibility</p:attrName>
                                        </p:attrNameLst>
                                      </p:cBhvr>
                                      <p:to>
                                        <p:strVal val="visible"/>
                                      </p:to>
                                    </p:set>
                                    <p:anim calcmode="lin" valueType="num">
                                      <p:cBhvr>
                                        <p:cTn id="34" dur="1000" fill="hold"/>
                                        <p:tgtEl>
                                          <p:spTgt spid="187395">
                                            <p:txEl>
                                              <p:pRg st="4" end="4"/>
                                            </p:txEl>
                                          </p:spTgt>
                                        </p:tgtEl>
                                        <p:attrNameLst>
                                          <p:attrName>ppt_w</p:attrName>
                                        </p:attrNameLst>
                                      </p:cBhvr>
                                      <p:tavLst>
                                        <p:tav tm="0">
                                          <p:val>
                                            <p:strVal val="#ppt_w*0.70"/>
                                          </p:val>
                                        </p:tav>
                                        <p:tav tm="100000">
                                          <p:val>
                                            <p:strVal val="#ppt_w"/>
                                          </p:val>
                                        </p:tav>
                                      </p:tavLst>
                                    </p:anim>
                                    <p:anim calcmode="lin" valueType="num">
                                      <p:cBhvr>
                                        <p:cTn id="35" dur="1000" fill="hold"/>
                                        <p:tgtEl>
                                          <p:spTgt spid="187395">
                                            <p:txEl>
                                              <p:pRg st="4" end="4"/>
                                            </p:txEl>
                                          </p:spTgt>
                                        </p:tgtEl>
                                        <p:attrNameLst>
                                          <p:attrName>ppt_h</p:attrName>
                                        </p:attrNameLst>
                                      </p:cBhvr>
                                      <p:tavLst>
                                        <p:tav tm="0">
                                          <p:val>
                                            <p:strVal val="#ppt_h"/>
                                          </p:val>
                                        </p:tav>
                                        <p:tav tm="100000">
                                          <p:val>
                                            <p:strVal val="#ppt_h"/>
                                          </p:val>
                                        </p:tav>
                                      </p:tavLst>
                                    </p:anim>
                                    <p:animEffect transition="in" filter="fade">
                                      <p:cBhvr>
                                        <p:cTn id="36" dur="1000"/>
                                        <p:tgtEl>
                                          <p:spTgt spid="1873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animBg="1"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BFF83C1-5A0C-45FF-80E4-6F2181E0F7B3}" type="datetime1">
              <a:rPr lang="zh-CN" altLang="en-US"/>
            </a:fld>
            <a:endParaRPr lang="zh-CN" altLang="en-US"/>
          </a:p>
        </p:txBody>
      </p:sp>
      <p:sp>
        <p:nvSpPr>
          <p:cNvPr id="47107" name="Rectangle 2"/>
          <p:cNvSpPr>
            <a:spLocks noGrp="1" noChangeArrowheads="1"/>
          </p:cNvSpPr>
          <p:nvPr>
            <p:ph type="title" idx="4294967295"/>
          </p:nvPr>
        </p:nvSpPr>
        <p:spPr>
          <a:xfrm>
            <a:off x="1042988" y="188913"/>
            <a:ext cx="7415212" cy="647700"/>
          </a:xfrm>
          <a:solidFill>
            <a:schemeClr val="bg1"/>
          </a:solidFill>
          <a:effectLst>
            <a:outerShdw dist="35921" dir="2700000" algn="ctr" rotWithShape="0">
              <a:srgbClr val="808080"/>
            </a:outerShdw>
          </a:effectLst>
        </p:spPr>
        <p:txBody>
          <a:bodyPr/>
          <a:lstStyle/>
          <a:p>
            <a:r>
              <a:rPr lang="zh-CN" altLang="en-US" sz="2500" b="1">
                <a:solidFill>
                  <a:schemeClr val="tx1"/>
                </a:solidFill>
              </a:rPr>
              <a:t>傅立叶的两个最主要的贡献</a:t>
            </a:r>
            <a:r>
              <a:rPr lang="en-US" altLang="zh-CN" sz="2500" b="1">
                <a:solidFill>
                  <a:schemeClr val="tx1"/>
                </a:solidFill>
                <a:latin typeface="宋体" panose="02010600030101010101" pitchFamily="2" charset="-122"/>
              </a:rPr>
              <a:t>——</a:t>
            </a:r>
            <a:endParaRPr lang="en-US" altLang="zh-CN" sz="2500" b="1">
              <a:solidFill>
                <a:schemeClr val="tx1"/>
              </a:solidFill>
            </a:endParaRPr>
          </a:p>
        </p:txBody>
      </p:sp>
      <p:sp>
        <p:nvSpPr>
          <p:cNvPr id="189443" name="Rectangle 3"/>
          <p:cNvSpPr>
            <a:spLocks noGrp="1" noChangeArrowheads="1"/>
          </p:cNvSpPr>
          <p:nvPr>
            <p:ph type="body" idx="4294967295"/>
          </p:nvPr>
        </p:nvSpPr>
        <p:spPr>
          <a:xfrm>
            <a:off x="1908175" y="1412875"/>
            <a:ext cx="5813425" cy="3816350"/>
          </a:xfrm>
          <a:solidFill>
            <a:schemeClr val="bg1"/>
          </a:solidFill>
          <a:ln w="38100">
            <a:solidFill>
              <a:srgbClr val="9900FF"/>
            </a:solidFill>
            <a:miter lim="800000"/>
          </a:ln>
          <a:effectLst>
            <a:outerShdw dist="35921" dir="2700000" algn="ctr" rotWithShape="0">
              <a:srgbClr val="808080"/>
            </a:outerShdw>
          </a:effectLst>
        </p:spPr>
        <p:txBody>
          <a:bodyPr/>
          <a:lstStyle/>
          <a:p>
            <a:pPr marL="630555" indent="-630555">
              <a:lnSpc>
                <a:spcPct val="130000"/>
              </a:lnSpc>
            </a:pPr>
            <a:r>
              <a:rPr lang="zh-CN" altLang="en-US" sz="2600" b="1"/>
              <a:t>“周期信号都可表示为谐波关系的正弦信号的加权和”</a:t>
            </a:r>
            <a:r>
              <a:rPr lang="en-US" altLang="zh-CN" sz="2600" b="1">
                <a:latin typeface="宋体" panose="02010600030101010101" pitchFamily="2" charset="-122"/>
              </a:rPr>
              <a:t>——</a:t>
            </a:r>
            <a:r>
              <a:rPr lang="zh-CN" altLang="en-US" sz="2600" b="1"/>
              <a:t>傅里叶的第一个主要论点</a:t>
            </a:r>
            <a:endParaRPr lang="zh-CN" altLang="en-US" sz="2600" b="1"/>
          </a:p>
          <a:p>
            <a:pPr marL="630555" indent="-630555">
              <a:lnSpc>
                <a:spcPct val="130000"/>
              </a:lnSpc>
            </a:pPr>
            <a:r>
              <a:rPr lang="zh-CN" altLang="en-US" sz="2600" b="1"/>
              <a:t>“非周期信号都可用正弦信号的加权积分表示”</a:t>
            </a:r>
            <a:br>
              <a:rPr lang="zh-CN" altLang="en-US" sz="2600" b="1"/>
            </a:br>
            <a:r>
              <a:rPr lang="en-US" altLang="zh-CN" sz="2600" b="1">
                <a:latin typeface="宋体" panose="02010600030101010101" pitchFamily="2" charset="-122"/>
              </a:rPr>
              <a:t>——</a:t>
            </a:r>
            <a:r>
              <a:rPr lang="zh-CN" altLang="en-US" sz="2600" b="1"/>
              <a:t>傅里叶的第二个主要论点</a:t>
            </a:r>
            <a:endParaRPr lang="zh-CN" altLang="en-US" sz="2600" b="1"/>
          </a:p>
        </p:txBody>
      </p:sp>
    </p:spTree>
  </p:cSld>
  <p:clrMapOvr>
    <a:masterClrMapping/>
  </p:clrMapOvr>
  <p:transition advTm="420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89443">
                                            <p:bg/>
                                          </p:spTgt>
                                        </p:tgtEl>
                                        <p:attrNameLst>
                                          <p:attrName>style.visibility</p:attrName>
                                        </p:attrNameLst>
                                      </p:cBhvr>
                                      <p:to>
                                        <p:strVal val="visible"/>
                                      </p:to>
                                    </p:set>
                                    <p:anim calcmode="lin" valueType="num">
                                      <p:cBhvr>
                                        <p:cTn id="7" dur="1000" fill="hold"/>
                                        <p:tgtEl>
                                          <p:spTgt spid="189443">
                                            <p:bg/>
                                          </p:spTgt>
                                        </p:tgtEl>
                                        <p:attrNameLst>
                                          <p:attrName>ppt_w</p:attrName>
                                        </p:attrNameLst>
                                      </p:cBhvr>
                                      <p:tavLst>
                                        <p:tav tm="0">
                                          <p:val>
                                            <p:strVal val="#ppt_w*0.70"/>
                                          </p:val>
                                        </p:tav>
                                        <p:tav tm="100000">
                                          <p:val>
                                            <p:strVal val="#ppt_w"/>
                                          </p:val>
                                        </p:tav>
                                      </p:tavLst>
                                    </p:anim>
                                    <p:anim calcmode="lin" valueType="num">
                                      <p:cBhvr>
                                        <p:cTn id="8" dur="1000" fill="hold"/>
                                        <p:tgtEl>
                                          <p:spTgt spid="189443">
                                            <p:bg/>
                                          </p:spTgt>
                                        </p:tgtEl>
                                        <p:attrNameLst>
                                          <p:attrName>ppt_h</p:attrName>
                                        </p:attrNameLst>
                                      </p:cBhvr>
                                      <p:tavLst>
                                        <p:tav tm="0">
                                          <p:val>
                                            <p:strVal val="#ppt_h"/>
                                          </p:val>
                                        </p:tav>
                                        <p:tav tm="100000">
                                          <p:val>
                                            <p:strVal val="#ppt_h"/>
                                          </p:val>
                                        </p:tav>
                                      </p:tavLst>
                                    </p:anim>
                                    <p:animEffect transition="in" filter="fade">
                                      <p:cBhvr>
                                        <p:cTn id="9" dur="1000"/>
                                        <p:tgtEl>
                                          <p:spTgt spid="189443">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189443">
                                            <p:txEl>
                                              <p:pRg st="0" end="0"/>
                                            </p:txEl>
                                          </p:spTgt>
                                        </p:tgtEl>
                                        <p:attrNameLst>
                                          <p:attrName>style.visibility</p:attrName>
                                        </p:attrNameLst>
                                      </p:cBhvr>
                                      <p:to>
                                        <p:strVal val="visible"/>
                                      </p:to>
                                    </p:set>
                                    <p:anim calcmode="lin" valueType="num">
                                      <p:cBhvr>
                                        <p:cTn id="13" dur="1000" fill="hold"/>
                                        <p:tgtEl>
                                          <p:spTgt spid="189443">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189443">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18944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189443">
                                            <p:txEl>
                                              <p:pRg st="1" end="1"/>
                                            </p:txEl>
                                          </p:spTgt>
                                        </p:tgtEl>
                                        <p:attrNameLst>
                                          <p:attrName>style.visibility</p:attrName>
                                        </p:attrNameLst>
                                      </p:cBhvr>
                                      <p:to>
                                        <p:strVal val="visible"/>
                                      </p:to>
                                    </p:set>
                                    <p:anim calcmode="lin" valueType="num">
                                      <p:cBhvr>
                                        <p:cTn id="20" dur="1000" fill="hold"/>
                                        <p:tgtEl>
                                          <p:spTgt spid="189443">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189443">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1894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animBg="1"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8CA95D4E-7316-4EE4-A39B-80AEBB12A98B}" type="datetime1">
              <a:rPr lang="zh-CN" altLang="en-US"/>
            </a:fld>
            <a:endParaRPr lang="zh-CN" altLang="en-US"/>
          </a:p>
        </p:txBody>
      </p:sp>
      <p:sp>
        <p:nvSpPr>
          <p:cNvPr id="48131" name="Rectangle 2"/>
          <p:cNvSpPr>
            <a:spLocks noGrp="1" noChangeArrowheads="1"/>
          </p:cNvSpPr>
          <p:nvPr>
            <p:ph type="title" idx="4294967295"/>
          </p:nvPr>
        </p:nvSpPr>
        <p:spPr>
          <a:xfrm>
            <a:off x="755650" y="0"/>
            <a:ext cx="5629275" cy="476250"/>
          </a:xfrm>
          <a:solidFill>
            <a:schemeClr val="bg1"/>
          </a:solidFill>
          <a:effectLst>
            <a:outerShdw dist="35921" dir="2700000" algn="ctr" rotWithShape="0">
              <a:schemeClr val="bg2"/>
            </a:outerShdw>
          </a:effectLst>
        </p:spPr>
        <p:txBody>
          <a:bodyPr anchor="ctr"/>
          <a:lstStyle/>
          <a:p>
            <a:r>
              <a:rPr lang="en-US" altLang="zh-CN" sz="3200" b="1">
                <a:solidFill>
                  <a:srgbClr val="0000FF"/>
                </a:solidFill>
              </a:rPr>
              <a:t>§3.3 </a:t>
            </a:r>
            <a:r>
              <a:rPr lang="zh-CN" altLang="en-US" sz="3200" b="1">
                <a:solidFill>
                  <a:srgbClr val="0000FF"/>
                </a:solidFill>
              </a:rPr>
              <a:t>信号表示为傅立叶级数</a:t>
            </a:r>
            <a:endParaRPr lang="zh-CN" altLang="en-US" sz="3200" b="1">
              <a:solidFill>
                <a:srgbClr val="0000FF"/>
              </a:solidFill>
            </a:endParaRPr>
          </a:p>
        </p:txBody>
      </p:sp>
      <p:sp>
        <p:nvSpPr>
          <p:cNvPr id="48132" name="Rectangle 3"/>
          <p:cNvSpPr>
            <a:spLocks noGrp="1" noChangeArrowheads="1"/>
          </p:cNvSpPr>
          <p:nvPr>
            <p:ph type="body" sz="half" idx="4294967295"/>
          </p:nvPr>
        </p:nvSpPr>
        <p:spPr>
          <a:xfrm>
            <a:off x="971550" y="620713"/>
            <a:ext cx="2952750" cy="536575"/>
          </a:xfrm>
        </p:spPr>
        <p:txBody>
          <a:bodyPr/>
          <a:lstStyle/>
          <a:p>
            <a:pPr>
              <a:lnSpc>
                <a:spcPct val="120000"/>
              </a:lnSpc>
              <a:buFont typeface="Wingdings" panose="05000000000000000000" pitchFamily="2" charset="2"/>
              <a:buNone/>
            </a:pPr>
            <a:r>
              <a:rPr lang="en-US" altLang="zh-CN" sz="2200" b="1"/>
              <a:t>1</a:t>
            </a:r>
            <a:r>
              <a:rPr lang="zh-CN" altLang="en-US" sz="2200" b="1"/>
              <a:t>、三角傅立叶级数</a:t>
            </a:r>
            <a:endParaRPr lang="zh-CN" altLang="en-US" sz="2200" b="1"/>
          </a:p>
        </p:txBody>
      </p:sp>
      <p:graphicFrame>
        <p:nvGraphicFramePr>
          <p:cNvPr id="190468" name="Object 4"/>
          <p:cNvGraphicFramePr>
            <a:graphicFrameLocks noGrp="1" noChangeAspect="1"/>
          </p:cNvGraphicFramePr>
          <p:nvPr>
            <p:ph sz="quarter" idx="4294967295"/>
          </p:nvPr>
        </p:nvGraphicFramePr>
        <p:xfrm>
          <a:off x="869152" y="4886507"/>
          <a:ext cx="5905500" cy="752475"/>
        </p:xfrm>
        <a:graphic>
          <a:graphicData uri="http://schemas.openxmlformats.org/presentationml/2006/ole">
            <mc:AlternateContent xmlns:mc="http://schemas.openxmlformats.org/markup-compatibility/2006">
              <mc:Choice xmlns:v="urn:schemas-microsoft-com:vml" Requires="v">
                <p:oleObj spid="_x0000_s48463" name="公式" r:id="rId1" imgW="2794000" imgH="355600" progId="Equation.3">
                  <p:embed/>
                </p:oleObj>
              </mc:Choice>
              <mc:Fallback>
                <p:oleObj name="公式" r:id="rId1" imgW="2794000" imgH="3556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152" y="4886507"/>
                        <a:ext cx="5905500" cy="75247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0469" name="Object 5"/>
          <p:cNvGraphicFramePr>
            <a:graphicFrameLocks noGrp="1" noChangeAspect="1"/>
          </p:cNvGraphicFramePr>
          <p:nvPr>
            <p:ph sz="quarter" idx="4294967295"/>
          </p:nvPr>
        </p:nvGraphicFramePr>
        <p:xfrm>
          <a:off x="887575" y="3077824"/>
          <a:ext cx="6192837" cy="979487"/>
        </p:xfrm>
        <a:graphic>
          <a:graphicData uri="http://schemas.openxmlformats.org/presentationml/2006/ole">
            <mc:AlternateContent xmlns:mc="http://schemas.openxmlformats.org/markup-compatibility/2006">
              <mc:Choice xmlns:v="urn:schemas-microsoft-com:vml" Requires="v">
                <p:oleObj spid="_x0000_s48464" name="公式" r:id="rId3" imgW="2489200" imgH="393700" progId="Equation.3">
                  <p:embed/>
                </p:oleObj>
              </mc:Choice>
              <mc:Fallback>
                <p:oleObj name="公式" r:id="rId3" imgW="2489200" imgH="3937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575" y="3077824"/>
                        <a:ext cx="6192837" cy="979487"/>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48135" name="Object 6"/>
              <p:cNvSpPr txBox="1"/>
              <p:nvPr/>
            </p:nvSpPr>
            <p:spPr bwMode="auto">
              <a:xfrm>
                <a:off x="755650" y="2317642"/>
                <a:ext cx="5086654" cy="563562"/>
              </a:xfrm>
              <a:prstGeom prst="rect">
                <a:avLst/>
              </a:prstGeom>
              <a:noFill/>
              <a:ln>
                <a:noFill/>
              </a:ln>
              <a:effectLst/>
            </p:spPr>
            <p:txBody>
              <a:bodyPr>
                <a:noAutofit/>
              </a:bodyPr>
              <a:lstStyle/>
              <a:p>
                <a:r>
                  <a:rPr lang="zh-CN" altLang="en-US" sz="3200" b="1" dirty="0">
                    <a:solidFill>
                      <a:srgbClr val="FF0000"/>
                    </a:solidFill>
                  </a:rPr>
                  <a:t>正交</a:t>
                </a:r>
                <a14:m>
                  <m:oMath xmlns:m="http://schemas.openxmlformats.org/officeDocument/2006/math">
                    <m:r>
                      <a:rPr lang="zh-CN" altLang="en-US" sz="3200" b="1" i="1" dirty="0" smtClean="0">
                        <a:solidFill>
                          <a:srgbClr val="FF0000"/>
                        </a:solidFill>
                        <a:latin typeface="Cambria Math" panose="02040503050406030204" pitchFamily="18" charset="0"/>
                      </a:rPr>
                      <m:t>条件</m:t>
                    </m:r>
                    <m:r>
                      <a:rPr lang="zh-CN" altLang="en-US" sz="3200" b="1" i="1">
                        <a:solidFill>
                          <a:srgbClr val="FF0000"/>
                        </a:solidFill>
                        <a:latin typeface="Cambria Math" panose="02040503050406030204" pitchFamily="18" charset="0"/>
                      </a:rPr>
                      <m:t>：</m:t>
                    </m:r>
                  </m:oMath>
                </a14:m>
                <a:endParaRPr lang="zh-CN" altLang="en-US" sz="2000" b="1" dirty="0">
                  <a:solidFill>
                    <a:srgbClr val="FF0000"/>
                  </a:solidFill>
                </a:endParaRPr>
              </a:p>
            </p:txBody>
          </p:sp>
        </mc:Choice>
        <mc:Fallback>
          <p:sp>
            <p:nvSpPr>
              <p:cNvPr id="48135" name="Object 6"/>
              <p:cNvSpPr txBox="1">
                <a:spLocks noRot="1" noChangeAspect="1" noMove="1" noResize="1" noEditPoints="1" noAdjustHandles="1" noChangeArrowheads="1" noChangeShapeType="1" noTextEdit="1"/>
              </p:cNvSpPr>
              <p:nvPr/>
            </p:nvSpPr>
            <p:spPr bwMode="auto">
              <a:xfrm>
                <a:off x="755650" y="2317642"/>
                <a:ext cx="5086654" cy="563562"/>
              </a:xfrm>
              <a:prstGeom prst="rect">
                <a:avLst/>
              </a:prstGeom>
              <a:blipFill rotWithShape="1">
                <a:blip r:embed="rId5"/>
                <a:stretch>
                  <a:fillRect t="-94" r="6" b="3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0471" name="Object 7"/>
              <p:cNvSpPr txBox="1"/>
              <p:nvPr/>
            </p:nvSpPr>
            <p:spPr bwMode="auto">
              <a:xfrm>
                <a:off x="726246" y="5707062"/>
                <a:ext cx="8209791" cy="1060450"/>
              </a:xfrm>
              <a:prstGeom prst="rect">
                <a:avLst/>
              </a:prstGeom>
              <a:solidFill>
                <a:srgbClr val="FFFF00"/>
              </a:solidFill>
              <a:ln>
                <a:noFill/>
              </a:ln>
              <a:effectLst>
                <a:outerShdw dist="35921" dir="2700000" algn="ctr" rotWithShape="0">
                  <a:srgbClr val="808080"/>
                </a:outerShdw>
              </a:effectLst>
            </p:spPr>
            <p:txBody>
              <a:bodyPr>
                <a:noAutofit/>
              </a:bodyPr>
              <a:lstStyle/>
              <a:p>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其中，</m:t>
                      </m:r>
                      <m:r>
                        <m:rPr>
                          <m:sty m:val="p"/>
                        </m:rPr>
                        <a:rPr lang="zh-CN" altLang="en-US" sz="2400" i="0">
                          <a:solidFill>
                            <a:srgbClr val="000000"/>
                          </a:solidFill>
                          <a:latin typeface="Cambria Math" panose="02040503050406030204" pitchFamily="18" charset="0"/>
                        </a:rPr>
                        <m:t>T</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0">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𝜋</m:t>
                          </m:r>
                        </m:num>
                        <m:den>
                          <m:r>
                            <m:rPr>
                              <m:sty m:val="p"/>
                            </m:rPr>
                            <a:rPr lang="zh-CN" altLang="en-US" sz="2400" i="1">
                              <a:solidFill>
                                <a:srgbClr val="000000"/>
                              </a:solidFill>
                              <a:latin typeface="Cambria Math" panose="02040503050406030204" pitchFamily="18" charset="0"/>
                            </a:rPr>
                            <m:t>Ω</m:t>
                          </m:r>
                        </m:den>
                      </m:f>
                      <m:r>
                        <a:rPr lang="zh-CN" altLang="en-US" sz="2400" i="1">
                          <a:solidFill>
                            <a:srgbClr val="000000"/>
                          </a:solidFill>
                          <a:latin typeface="Cambria Math" panose="02040503050406030204" pitchFamily="18" charset="0"/>
                        </a:rPr>
                        <m:t>为上述三角函数在</m:t>
                      </m:r>
                      <m:r>
                        <m:rPr>
                          <m:sty m:val="p"/>
                        </m:rPr>
                        <a:rPr lang="zh-CN" altLang="en-US" sz="2400" i="0">
                          <a:solidFill>
                            <a:srgbClr val="000000"/>
                          </a:solidFill>
                          <a:latin typeface="Cambria Math" panose="02040503050406030204" pitchFamily="18" charset="0"/>
                        </a:rPr>
                        <m:t>m</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n</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时的周期，</m:t>
                      </m:r>
                    </m:oMath>
                    <m:oMath xmlns:m="http://schemas.openxmlformats.org/officeDocument/2006/math">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均为正整数。</m:t>
                      </m:r>
                    </m:oMath>
                  </m:oMathPara>
                </a14:m>
                <a:endParaRPr lang="zh-CN" altLang="en-US" sz="2400" dirty="0"/>
              </a:p>
            </p:txBody>
          </p:sp>
        </mc:Choice>
        <mc:Fallback>
          <p:sp>
            <p:nvSpPr>
              <p:cNvPr id="190471" name="Object 7"/>
              <p:cNvSpPr txBox="1">
                <a:spLocks noRot="1" noChangeAspect="1" noMove="1" noResize="1" noEditPoints="1" noAdjustHandles="1" noChangeArrowheads="1" noChangeShapeType="1" noTextEdit="1"/>
              </p:cNvSpPr>
              <p:nvPr/>
            </p:nvSpPr>
            <p:spPr bwMode="auto">
              <a:xfrm>
                <a:off x="726246" y="5707062"/>
                <a:ext cx="8209791" cy="1060450"/>
              </a:xfrm>
              <a:prstGeom prst="rect">
                <a:avLst/>
              </a:prstGeom>
              <a:blipFill rotWithShape="1">
                <a:blip r:embed="rId6"/>
                <a:stretch>
                  <a:fillRect l="-5" t="-30" r="-306" b="-4581"/>
                </a:stretch>
              </a:blipFill>
              <a:ln>
                <a:noFill/>
              </a:ln>
              <a:effectLst>
                <a:outerShdw dist="35921" dir="2700000" algn="ctr" rotWithShape="0">
                  <a:srgbClr val="808080"/>
                </a:outerShdw>
              </a:effectLst>
            </p:spPr>
            <p:txBody>
              <a:bodyPr/>
              <a:lstStyle/>
              <a:p>
                <a:r>
                  <a:rPr lang="zh-CN" altLang="en-US">
                    <a:noFill/>
                  </a:rPr>
                  <a:t> </a:t>
                </a:r>
              </a:p>
            </p:txBody>
          </p:sp>
        </mc:Fallback>
      </mc:AlternateContent>
      <p:graphicFrame>
        <p:nvGraphicFramePr>
          <p:cNvPr id="190472" name="Object 8"/>
          <p:cNvGraphicFramePr>
            <a:graphicFrameLocks noChangeAspect="1"/>
          </p:cNvGraphicFramePr>
          <p:nvPr/>
        </p:nvGraphicFramePr>
        <p:xfrm>
          <a:off x="852487" y="4116753"/>
          <a:ext cx="7439025" cy="685800"/>
        </p:xfrm>
        <a:graphic>
          <a:graphicData uri="http://schemas.openxmlformats.org/presentationml/2006/ole">
            <mc:AlternateContent xmlns:mc="http://schemas.openxmlformats.org/markup-compatibility/2006">
              <mc:Choice xmlns:v="urn:schemas-microsoft-com:vml" Requires="v">
                <p:oleObj spid="_x0000_s48465" name="公式" r:id="rId7" imgW="3860800" imgH="355600" progId="Equation.3">
                  <p:embed/>
                </p:oleObj>
              </mc:Choice>
              <mc:Fallback>
                <p:oleObj name="公式" r:id="rId7" imgW="3860800" imgH="355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2487" y="4116753"/>
                        <a:ext cx="7439025" cy="6858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2" name="Text Box 2"/>
          <p:cNvSpPr txBox="1">
            <a:spLocks noChangeArrowheads="1"/>
          </p:cNvSpPr>
          <p:nvPr/>
        </p:nvSpPr>
        <p:spPr bwMode="auto">
          <a:xfrm>
            <a:off x="793978" y="962088"/>
            <a:ext cx="3276600" cy="658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ts val="1400"/>
              </a:spcBef>
              <a:spcAft>
                <a:spcPts val="1500"/>
              </a:spcAft>
              <a:buClrTx/>
              <a:buFontTx/>
              <a:buNone/>
            </a:pPr>
            <a:r>
              <a:rPr kumimoji="1" lang="en-US" altLang="zh-CN" sz="2800" b="1" i="1" dirty="0">
                <a:solidFill>
                  <a:srgbClr val="FF0000"/>
                </a:solidFill>
                <a:latin typeface="Arial" panose="020B0604020202020204" pitchFamily="34" charset="0"/>
              </a:rPr>
              <a:t>1)</a:t>
            </a:r>
            <a:r>
              <a:rPr kumimoji="1" lang="zh-CN" altLang="en-US" sz="2400" b="1" dirty="0">
                <a:solidFill>
                  <a:srgbClr val="003300"/>
                </a:solidFill>
                <a:latin typeface="Tahoma" panose="020B0604030504040204" pitchFamily="34" charset="0"/>
                <a:ea typeface="宋体" panose="02010600030101010101" pitchFamily="2" charset="-122"/>
              </a:rPr>
              <a:t>三角正交函数集</a:t>
            </a:r>
            <a:endParaRPr kumimoji="1" lang="zh-CN" altLang="en-US" sz="2800" b="1" dirty="0">
              <a:solidFill>
                <a:srgbClr val="003300"/>
              </a:solidFill>
              <a:latin typeface="Arial" panose="020B0604020202020204" pitchFamily="34" charset="0"/>
            </a:endParaRPr>
          </a:p>
        </p:txBody>
      </p:sp>
      <p:graphicFrame>
        <p:nvGraphicFramePr>
          <p:cNvPr id="13" name="Object 4"/>
          <p:cNvGraphicFramePr>
            <a:graphicFrameLocks noChangeAspect="1"/>
          </p:cNvGraphicFramePr>
          <p:nvPr/>
        </p:nvGraphicFramePr>
        <p:xfrm>
          <a:off x="3614738" y="1107449"/>
          <a:ext cx="4549775" cy="646113"/>
        </p:xfrm>
        <a:graphic>
          <a:graphicData uri="http://schemas.openxmlformats.org/presentationml/2006/ole">
            <mc:AlternateContent xmlns:mc="http://schemas.openxmlformats.org/markup-compatibility/2006">
              <mc:Choice xmlns:v="urn:schemas-microsoft-com:vml" Requires="v">
                <p:oleObj spid="_x0000_s48466" name="Equation" r:id="rId9" imgW="2133600" imgH="292100" progId="Equation.DSMT4">
                  <p:embed/>
                </p:oleObj>
              </mc:Choice>
              <mc:Fallback>
                <p:oleObj name="Equation" r:id="rId9" imgW="2133600" imgH="2921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14738" y="1107449"/>
                        <a:ext cx="45497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5"/>
          <p:cNvSpPr txBox="1">
            <a:spLocks noChangeArrowheads="1"/>
          </p:cNvSpPr>
          <p:nvPr/>
        </p:nvSpPr>
        <p:spPr bwMode="auto">
          <a:xfrm>
            <a:off x="6095821" y="1813004"/>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dirty="0">
                <a:solidFill>
                  <a:srgbClr val="003300"/>
                </a:solidFill>
                <a:latin typeface="Tahoma" panose="020B0604030504040204" pitchFamily="34" charset="0"/>
                <a:ea typeface="宋体" panose="02010600030101010101" pitchFamily="2" charset="-122"/>
              </a:rPr>
              <a:t>( t</a:t>
            </a:r>
            <a:r>
              <a:rPr kumimoji="1" lang="en-US" altLang="zh-CN" sz="2400" b="1" baseline="-25000" dirty="0">
                <a:solidFill>
                  <a:srgbClr val="003300"/>
                </a:solidFill>
                <a:latin typeface="Tahoma" panose="020B0604030504040204" pitchFamily="34" charset="0"/>
                <a:ea typeface="宋体" panose="02010600030101010101" pitchFamily="2" charset="-122"/>
              </a:rPr>
              <a:t>0</a:t>
            </a:r>
            <a:r>
              <a:rPr kumimoji="1" lang="zh-CN" altLang="en-US" sz="2400" b="1" dirty="0">
                <a:solidFill>
                  <a:srgbClr val="003300"/>
                </a:solidFill>
                <a:latin typeface="Tahoma" panose="020B0604030504040204" pitchFamily="34" charset="0"/>
                <a:ea typeface="宋体" panose="02010600030101010101" pitchFamily="2" charset="-122"/>
              </a:rPr>
              <a:t>，</a:t>
            </a:r>
            <a:r>
              <a:rPr kumimoji="1" lang="en-US" altLang="zh-CN" sz="2400" b="1" dirty="0">
                <a:solidFill>
                  <a:srgbClr val="003300"/>
                </a:solidFill>
                <a:latin typeface="Tahoma" panose="020B0604030504040204" pitchFamily="34" charset="0"/>
                <a:ea typeface="宋体" panose="02010600030101010101" pitchFamily="2" charset="-122"/>
              </a:rPr>
              <a:t>t</a:t>
            </a:r>
            <a:r>
              <a:rPr kumimoji="1" lang="en-US" altLang="zh-CN" sz="2400" b="1" baseline="-25000" dirty="0">
                <a:solidFill>
                  <a:srgbClr val="003300"/>
                </a:solidFill>
                <a:latin typeface="Tahoma" panose="020B0604030504040204" pitchFamily="34" charset="0"/>
                <a:ea typeface="宋体" panose="02010600030101010101" pitchFamily="2" charset="-122"/>
              </a:rPr>
              <a:t>0 </a:t>
            </a:r>
            <a:r>
              <a:rPr kumimoji="1" lang="en-US" altLang="zh-CN" sz="2400" b="1" dirty="0">
                <a:solidFill>
                  <a:srgbClr val="003300"/>
                </a:solidFill>
                <a:latin typeface="Tahoma" panose="020B0604030504040204" pitchFamily="34" charset="0"/>
                <a:ea typeface="宋体" panose="02010600030101010101" pitchFamily="2" charset="-122"/>
              </a:rPr>
              <a:t>+T )</a:t>
            </a:r>
            <a:r>
              <a:rPr kumimoji="1" lang="en-US" altLang="zh-CN" sz="2400" b="1" dirty="0">
                <a:solidFill>
                  <a:srgbClr val="800000"/>
                </a:solidFill>
                <a:latin typeface="Tahoma" panose="020B0604030504040204" pitchFamily="34" charset="0"/>
                <a:ea typeface="宋体" panose="02010600030101010101" pitchFamily="2" charset="-122"/>
              </a:rPr>
              <a:t> </a:t>
            </a:r>
            <a:endParaRPr kumimoji="1" lang="en-US" altLang="zh-CN" sz="2400" b="1" dirty="0">
              <a:solidFill>
                <a:srgbClr val="800000"/>
              </a:solidFill>
              <a:latin typeface="Tahoma" panose="020B0604030504040204" pitchFamily="34" charset="0"/>
              <a:ea typeface="宋体" panose="02010600030101010101" pitchFamily="2" charset="-122"/>
            </a:endParaRPr>
          </a:p>
        </p:txBody>
      </p:sp>
      <p:graphicFrame>
        <p:nvGraphicFramePr>
          <p:cNvPr id="15" name="Object 6"/>
          <p:cNvGraphicFramePr>
            <a:graphicFrameLocks noChangeAspect="1"/>
          </p:cNvGraphicFramePr>
          <p:nvPr/>
        </p:nvGraphicFramePr>
        <p:xfrm>
          <a:off x="2941638" y="1736981"/>
          <a:ext cx="2751138" cy="485775"/>
        </p:xfrm>
        <a:graphic>
          <a:graphicData uri="http://schemas.openxmlformats.org/presentationml/2006/ole">
            <mc:AlternateContent xmlns:mc="http://schemas.openxmlformats.org/markup-compatibility/2006">
              <mc:Choice xmlns:v="urn:schemas-microsoft-com:vml" Requires="v">
                <p:oleObj spid="_x0000_s48467" name="Equation" r:id="rId11" imgW="1079500" imgH="203200" progId="Equation.DSMT4">
                  <p:embed/>
                </p:oleObj>
              </mc:Choice>
              <mc:Fallback>
                <p:oleObj name="Equation" r:id="rId11" imgW="1079500" imgH="203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41638" y="1736981"/>
                        <a:ext cx="2751138"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13"/>
    </p:custDataLst>
  </p:cSld>
  <p:clrMapOvr>
    <a:masterClrMapping/>
  </p:clrMapOvr>
  <p:transition spd="slow" advTm="38418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35"/>
                                        </p:tgtEl>
                                        <p:attrNameLst>
                                          <p:attrName>style.visibility</p:attrName>
                                        </p:attrNameLst>
                                      </p:cBhvr>
                                      <p:to>
                                        <p:strVal val="visible"/>
                                      </p:to>
                                    </p:set>
                                  </p:childTnLst>
                                </p:cTn>
                              </p:par>
                            </p:childTnLst>
                          </p:cTn>
                        </p:par>
                        <p:par>
                          <p:cTn id="15" fill="hold">
                            <p:stCondLst>
                              <p:cond delay="0"/>
                            </p:stCondLst>
                            <p:childTnLst>
                              <p:par>
                                <p:cTn id="16" presetID="8" presetClass="entr" presetSubtype="16" fill="hold" nodeType="afterEffect">
                                  <p:stCondLst>
                                    <p:cond delay="0"/>
                                  </p:stCondLst>
                                  <p:childTnLst>
                                    <p:set>
                                      <p:cBhvr>
                                        <p:cTn id="17" dur="1" fill="hold">
                                          <p:stCondLst>
                                            <p:cond delay="0"/>
                                          </p:stCondLst>
                                        </p:cTn>
                                        <p:tgtEl>
                                          <p:spTgt spid="190469"/>
                                        </p:tgtEl>
                                        <p:attrNameLst>
                                          <p:attrName>style.visibility</p:attrName>
                                        </p:attrNameLst>
                                      </p:cBhvr>
                                      <p:to>
                                        <p:strVal val="visible"/>
                                      </p:to>
                                    </p:set>
                                    <p:animEffect transition="in" filter="diamond(in)">
                                      <p:cBhvr>
                                        <p:cTn id="18" dur="1000"/>
                                        <p:tgtEl>
                                          <p:spTgt spid="190469"/>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90472"/>
                                        </p:tgtEl>
                                        <p:attrNameLst>
                                          <p:attrName>style.visibility</p:attrName>
                                        </p:attrNameLst>
                                      </p:cBhvr>
                                      <p:to>
                                        <p:strVal val="visible"/>
                                      </p:to>
                                    </p:set>
                                    <p:animEffect transition="in" filter="checkerboard(across)">
                                      <p:cBhvr>
                                        <p:cTn id="23" dur="500"/>
                                        <p:tgtEl>
                                          <p:spTgt spid="190472"/>
                                        </p:tgtEl>
                                      </p:cBhvr>
                                    </p:animEffect>
                                  </p:childTnLst>
                                </p:cTn>
                              </p:par>
                            </p:childTnLst>
                          </p:cTn>
                        </p:par>
                        <p:par>
                          <p:cTn id="24" fill="hold">
                            <p:stCondLst>
                              <p:cond delay="500"/>
                            </p:stCondLst>
                            <p:childTnLst>
                              <p:par>
                                <p:cTn id="25" presetID="4" presetClass="entr" presetSubtype="16" fill="hold" nodeType="afterEffect">
                                  <p:stCondLst>
                                    <p:cond delay="0"/>
                                  </p:stCondLst>
                                  <p:childTnLst>
                                    <p:set>
                                      <p:cBhvr>
                                        <p:cTn id="26" dur="1" fill="hold">
                                          <p:stCondLst>
                                            <p:cond delay="0"/>
                                          </p:stCondLst>
                                        </p:cTn>
                                        <p:tgtEl>
                                          <p:spTgt spid="190468"/>
                                        </p:tgtEl>
                                        <p:attrNameLst>
                                          <p:attrName>style.visibility</p:attrName>
                                        </p:attrNameLst>
                                      </p:cBhvr>
                                      <p:to>
                                        <p:strVal val="visible"/>
                                      </p:to>
                                    </p:set>
                                    <p:animEffect transition="in" filter="box(in)">
                                      <p:cBhvr>
                                        <p:cTn id="27" dur="500"/>
                                        <p:tgtEl>
                                          <p:spTgt spid="190468"/>
                                        </p:tgtEl>
                                      </p:cBhvr>
                                    </p:animEffect>
                                  </p:childTnLst>
                                </p:cTn>
                              </p:par>
                            </p:childTnLst>
                          </p:cTn>
                        </p:par>
                        <p:par>
                          <p:cTn id="28" fill="hold">
                            <p:stCondLst>
                              <p:cond delay="1000"/>
                            </p:stCondLst>
                            <p:childTnLst>
                              <p:par>
                                <p:cTn id="29" presetID="1" presetClass="entr" presetSubtype="0" fill="hold" grpId="0" nodeType="afterEffect">
                                  <p:stCondLst>
                                    <p:cond delay="0"/>
                                  </p:stCondLst>
                                  <p:childTnLst>
                                    <p:set>
                                      <p:cBhvr>
                                        <p:cTn id="30" dur="1" fill="hold">
                                          <p:stCondLst>
                                            <p:cond delay="0"/>
                                          </p:stCondLst>
                                        </p:cTn>
                                        <p:tgtEl>
                                          <p:spTgt spid="190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p:bldP spid="190471" grpId="0" animBg="1"/>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92DDCCA3-701F-4F84-829C-AA08911A5CF6}" type="datetime1">
              <a:rPr lang="zh-CN" altLang="en-US"/>
            </a:fld>
            <a:endParaRPr lang="zh-CN" altLang="en-US"/>
          </a:p>
        </p:txBody>
      </p:sp>
      <p:sp>
        <p:nvSpPr>
          <p:cNvPr id="58371" name="Rectangle 2"/>
          <p:cNvSpPr>
            <a:spLocks noGrp="1" noChangeArrowheads="1"/>
          </p:cNvSpPr>
          <p:nvPr>
            <p:ph type="body" sz="half" idx="4294967295"/>
          </p:nvPr>
        </p:nvSpPr>
        <p:spPr bwMode="blackGray">
          <a:xfrm>
            <a:off x="971550" y="260350"/>
            <a:ext cx="1297305" cy="441960"/>
          </a:xfrm>
          <a:solidFill>
            <a:schemeClr val="bg1"/>
          </a:solidFill>
          <a:effectLst>
            <a:outerShdw dist="35921" dir="2700000" algn="ctr" rotWithShape="0">
              <a:srgbClr val="808080"/>
            </a:outerShdw>
          </a:effectLst>
        </p:spPr>
        <p:txBody>
          <a:bodyPr/>
          <a:lstStyle/>
          <a:p>
            <a:pPr marL="363855" lvl="1" indent="-184150">
              <a:buFont typeface="Wingdings" panose="05000000000000000000" pitchFamily="2" charset="2"/>
              <a:buNone/>
            </a:pPr>
            <a:r>
              <a:rPr lang="zh-CN" altLang="en-US" sz="2200" b="1" dirty="0">
                <a:solidFill>
                  <a:srgbClr val="FF0000"/>
                </a:solidFill>
              </a:rPr>
              <a:t>回顾</a:t>
            </a:r>
            <a:endParaRPr lang="zh-CN" altLang="en-US" sz="2200" b="1" dirty="0">
              <a:solidFill>
                <a:srgbClr val="FF0000"/>
              </a:solidFill>
            </a:endParaRPr>
          </a:p>
        </p:txBody>
      </p:sp>
      <p:sp>
        <p:nvSpPr>
          <p:cNvPr id="58372" name="Rectangle 3"/>
          <p:cNvSpPr>
            <a:spLocks noChangeArrowheads="1"/>
          </p:cNvSpPr>
          <p:nvPr/>
        </p:nvSpPr>
        <p:spPr bwMode="blackGray">
          <a:xfrm>
            <a:off x="3671570" y="277495"/>
            <a:ext cx="3424555" cy="485775"/>
          </a:xfrm>
          <a:prstGeom prst="rect">
            <a:avLst/>
          </a:prstGeom>
          <a:solidFill>
            <a:schemeClr val="bg1"/>
          </a:solidFill>
          <a:ln w="9525">
            <a:solidFill>
              <a:srgbClr val="9900FF"/>
            </a:solidFill>
            <a:miter lim="800000"/>
          </a:ln>
          <a:effectLst>
            <a:outerShdw dist="35921" dir="2700000" algn="ctr" rotWithShape="0">
              <a:schemeClr val="bg2"/>
            </a:outerShdw>
          </a:effec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dirty="0">
                <a:solidFill>
                  <a:srgbClr val="FF0000"/>
                </a:solidFill>
              </a:rPr>
              <a:t>函数的正交条件</a:t>
            </a:r>
            <a:endParaRPr lang="zh-CN" altLang="en-US" sz="2200" b="1" dirty="0">
              <a:solidFill>
                <a:srgbClr val="FF0000"/>
              </a:solidFill>
            </a:endParaRPr>
          </a:p>
        </p:txBody>
      </p:sp>
      <mc:AlternateContent xmlns:mc="http://schemas.openxmlformats.org/markup-compatibility/2006">
        <mc:Choice xmlns:a14="http://schemas.microsoft.com/office/drawing/2010/main" Requires="a14">
          <p:sp>
            <p:nvSpPr>
              <p:cNvPr id="58376" name="Object 5"/>
              <p:cNvSpPr txBox="1"/>
              <p:nvPr/>
            </p:nvSpPr>
            <p:spPr bwMode="auto">
              <a:xfrm>
                <a:off x="447040" y="1047115"/>
                <a:ext cx="8832215" cy="913130"/>
              </a:xfrm>
              <a:prstGeom prst="rect">
                <a:avLst/>
              </a:prstGeom>
              <a:solidFill>
                <a:schemeClr val="bg1"/>
              </a:solidFill>
              <a:ln>
                <a:noFill/>
              </a:ln>
              <a:effectLst>
                <a:outerShdw dist="35921" dir="2700000" algn="ctr" rotWithShape="0">
                  <a:schemeClr val="bg2"/>
                </a:outerShdw>
              </a:effectLst>
            </p:spPr>
            <p:txBody>
              <a:bodyPr>
                <a:noAutofit/>
              </a:bodyPr>
              <a:lstStyle/>
              <a:p>
                <a14:m>
                  <m:oMathPara xmlns:m="http://schemas.openxmlformats.org/officeDocument/2006/math">
                    <m:oMathParaPr>
                      <m:jc m:val="left"/>
                    </m:oMathParaPr>
                    <m:oMath xmlns:m="http://schemas.openxmlformats.org/officeDocument/2006/math">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在区间（</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内，一个函数集</m:t>
                      </m:r>
                      <m:d>
                        <m:dPr>
                          <m:begChr m:val="{"/>
                          <m:endChr m:val="}"/>
                          <m:ctrlPr>
                            <a:rPr lang="zh-CN" altLang="en-US" sz="2400" i="1">
                              <a:solidFill>
                                <a:srgbClr val="000000"/>
                              </a:solidFill>
                              <a:latin typeface="Cambria Math" panose="02040503050406030204" pitchFamily="18" charset="0"/>
                            </a:rPr>
                          </m:ctrlPr>
                        </m:dP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𝑔</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𝑔</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𝑔</m:t>
                              </m:r>
                            </m:e>
                            <m:sub>
                              <m:r>
                                <a:rPr lang="zh-CN" altLang="en-US" sz="2400" i="1">
                                  <a:solidFill>
                                    <a:srgbClr val="000000"/>
                                  </a:solidFill>
                                  <a:latin typeface="Cambria Math" panose="02040503050406030204" pitchFamily="18" charset="0"/>
                                </a:rPr>
                                <m:t>𝑛</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e>
                      </m:d>
                    </m:oMath>
                    <m:oMath xmlns:m="http://schemas.openxmlformats.org/officeDocument/2006/math">
                      <m:r>
                        <a:rPr lang="zh-CN" altLang="en-US" sz="2400" i="1">
                          <a:solidFill>
                            <a:srgbClr val="000000"/>
                          </a:solidFill>
                          <a:latin typeface="Cambria Math" panose="02040503050406030204" pitchFamily="18" charset="0"/>
                          <a:ea typeface="MS Mincho" panose="02020609040205080304" charset="-128"/>
                          <a:cs typeface="Cambria Math" panose="02040503050406030204" pitchFamily="18" charset="0"/>
                        </a:rPr>
                        <m:t>组成一个正交信号空间，其正交条件位：</m:t>
                      </m:r>
                    </m:oMath>
                  </m:oMathPara>
                </a14:m>
                <a:endParaRPr lang="zh-CN" altLang="en-US" sz="2400" i="1" dirty="0">
                  <a:solidFill>
                    <a:srgbClr val="000000"/>
                  </a:solidFill>
                  <a:latin typeface="Cambria Math" panose="02040503050406030204" pitchFamily="18" charset="0"/>
                  <a:ea typeface="MS Mincho" panose="02020609040205080304" charset="-128"/>
                  <a:cs typeface="Cambria Math" panose="02040503050406030204" pitchFamily="18" charset="0"/>
                </a:endParaRPr>
              </a:p>
            </p:txBody>
          </p:sp>
        </mc:Choice>
        <mc:Fallback>
          <p:sp>
            <p:nvSpPr>
              <p:cNvPr id="58376" name="Object 5"/>
              <p:cNvSpPr txBox="1">
                <a:spLocks noRot="1" noChangeAspect="1" noMove="1" noResize="1" noEditPoints="1" noAdjustHandles="1" noChangeArrowheads="1" noChangeShapeType="1" noTextEdit="1"/>
              </p:cNvSpPr>
              <p:nvPr/>
            </p:nvSpPr>
            <p:spPr bwMode="auto">
              <a:xfrm>
                <a:off x="447040" y="1047115"/>
                <a:ext cx="8832215" cy="913130"/>
              </a:xfrm>
              <a:prstGeom prst="rect">
                <a:avLst/>
              </a:prstGeom>
              <a:blipFill rotWithShape="1">
                <a:blip r:embed="rId1"/>
                <a:stretch>
                  <a:fillRect r="-280" b="-2712"/>
                </a:stretch>
              </a:blipFill>
              <a:ln>
                <a:noFill/>
              </a:ln>
              <a:effectLst>
                <a:outerShdw dist="35921" dir="2700000" algn="ctr" rotWithShape="0">
                  <a:schemeClr val="bg2"/>
                </a:outerShdw>
              </a:effectLst>
            </p:spPr>
            <p:txBody>
              <a:bodyPr/>
              <a:lstStyle/>
              <a:p>
                <a:r>
                  <a:rPr lang="zh-CN" altLang="en-US">
                    <a:noFill/>
                  </a:rPr>
                  <a:t> </a:t>
                </a:r>
              </a:p>
            </p:txBody>
          </p:sp>
        </mc:Fallback>
      </mc:AlternateContent>
      <p:graphicFrame>
        <p:nvGraphicFramePr>
          <p:cNvPr id="199687" name="Object 7"/>
          <p:cNvGraphicFramePr>
            <a:graphicFrameLocks noChangeAspect="1"/>
          </p:cNvGraphicFramePr>
          <p:nvPr/>
        </p:nvGraphicFramePr>
        <p:xfrm>
          <a:off x="917575" y="2244090"/>
          <a:ext cx="6938010" cy="1891030"/>
        </p:xfrm>
        <a:graphic>
          <a:graphicData uri="http://schemas.openxmlformats.org/presentationml/2006/ole">
            <mc:AlternateContent xmlns:mc="http://schemas.openxmlformats.org/markup-compatibility/2006">
              <mc:Choice xmlns:v="urn:schemas-microsoft-com:vml" Requires="v">
                <p:oleObj spid="_x0000_s260153" name="公式" r:id="rId2" imgW="2590800" imgH="685800" progId="Equation.3">
                  <p:embed/>
                </p:oleObj>
              </mc:Choice>
              <mc:Fallback>
                <p:oleObj name="公式" r:id="rId2" imgW="2590800" imgH="685800" progId="Equation.3">
                  <p:embed/>
                  <p:pic>
                    <p:nvPicPr>
                      <p:cNvPr id="0" name="Object 7"/>
                      <p:cNvPicPr>
                        <a:picLocks noChangeAspect="1" noChangeArrowheads="1"/>
                      </p:cNvPicPr>
                      <p:nvPr/>
                    </p:nvPicPr>
                    <p:blipFill>
                      <a:blip r:embed="rId3"/>
                      <a:srcRect/>
                      <a:stretch>
                        <a:fillRect/>
                      </a:stretch>
                    </p:blipFill>
                    <p:spPr bwMode="auto">
                      <a:xfrm>
                        <a:off x="917575" y="2244090"/>
                        <a:ext cx="6938010" cy="189103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9688" name="Object 8"/>
          <p:cNvGraphicFramePr>
            <a:graphicFrameLocks noGrp="1" noChangeAspect="1"/>
          </p:cNvGraphicFramePr>
          <p:nvPr>
            <p:ph sz="quarter" idx="4294967295"/>
          </p:nvPr>
        </p:nvGraphicFramePr>
        <p:xfrm>
          <a:off x="917877" y="4387690"/>
          <a:ext cx="8097520" cy="1999615"/>
        </p:xfrm>
        <a:graphic>
          <a:graphicData uri="http://schemas.openxmlformats.org/presentationml/2006/ole">
            <mc:AlternateContent xmlns:mc="http://schemas.openxmlformats.org/markup-compatibility/2006">
              <mc:Choice xmlns:v="urn:schemas-microsoft-com:vml" Requires="v">
                <p:oleObj spid="_x0000_s260154" name="公式" r:id="rId4" imgW="2984500" imgH="736600" progId="Equation.3">
                  <p:embed/>
                </p:oleObj>
              </mc:Choice>
              <mc:Fallback>
                <p:oleObj name="公式" r:id="rId4" imgW="2984500" imgH="736600" progId="Equation.3">
                  <p:embed/>
                  <p:pic>
                    <p:nvPicPr>
                      <p:cNvPr id="0" name="Object 8"/>
                      <p:cNvPicPr>
                        <a:picLocks noGrp="1" noChangeAspect="1" noChangeArrowheads="1"/>
                      </p:cNvPicPr>
                      <p:nvPr/>
                    </p:nvPicPr>
                    <p:blipFill>
                      <a:blip r:embed="rId5"/>
                      <a:srcRect/>
                      <a:stretch>
                        <a:fillRect/>
                      </a:stretch>
                    </p:blipFill>
                    <p:spPr bwMode="auto">
                      <a:xfrm>
                        <a:off x="917877" y="4387690"/>
                        <a:ext cx="8097520" cy="1999615"/>
                      </a:xfrm>
                      <a:prstGeom prst="rect">
                        <a:avLst/>
                      </a:prstGeom>
                      <a:solidFill>
                        <a:srgbClr val="FFFF00"/>
                      </a:solidFill>
                      <a:ln>
                        <a:noFill/>
                      </a:ln>
                      <a:effectLst/>
                    </p:spPr>
                  </p:pic>
                </p:oleObj>
              </mc:Fallback>
            </mc:AlternateContent>
          </a:graphicData>
        </a:graphic>
      </p:graphicFrame>
    </p:spTree>
    <p:custDataLst>
      <p:tags r:id="rId6"/>
    </p:custDataLst>
  </p:cSld>
  <p:clrMapOvr>
    <a:masterClrMapping/>
  </p:clrMapOvr>
  <p:transition spd="slow" advTm="4834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99687"/>
                                        </p:tgtEl>
                                        <p:attrNameLst>
                                          <p:attrName>style.visibility</p:attrName>
                                        </p:attrNameLst>
                                      </p:cBhvr>
                                      <p:to>
                                        <p:strVal val="visible"/>
                                      </p:to>
                                    </p:set>
                                    <p:anim calcmode="lin" valueType="num">
                                      <p:cBhvr>
                                        <p:cTn id="7" dur="1000" fill="hold"/>
                                        <p:tgtEl>
                                          <p:spTgt spid="199687"/>
                                        </p:tgtEl>
                                        <p:attrNameLst>
                                          <p:attrName>ppt_w</p:attrName>
                                        </p:attrNameLst>
                                      </p:cBhvr>
                                      <p:tavLst>
                                        <p:tav tm="0">
                                          <p:val>
                                            <p:strVal val="#ppt_w*0.70"/>
                                          </p:val>
                                        </p:tav>
                                        <p:tav tm="100000">
                                          <p:val>
                                            <p:strVal val="#ppt_w"/>
                                          </p:val>
                                        </p:tav>
                                      </p:tavLst>
                                    </p:anim>
                                    <p:anim calcmode="lin" valueType="num">
                                      <p:cBhvr>
                                        <p:cTn id="8" dur="1000" fill="hold"/>
                                        <p:tgtEl>
                                          <p:spTgt spid="199687"/>
                                        </p:tgtEl>
                                        <p:attrNameLst>
                                          <p:attrName>ppt_h</p:attrName>
                                        </p:attrNameLst>
                                      </p:cBhvr>
                                      <p:tavLst>
                                        <p:tav tm="0">
                                          <p:val>
                                            <p:strVal val="#ppt_h"/>
                                          </p:val>
                                        </p:tav>
                                        <p:tav tm="100000">
                                          <p:val>
                                            <p:strVal val="#ppt_h"/>
                                          </p:val>
                                        </p:tav>
                                      </p:tavLst>
                                    </p:anim>
                                    <p:animEffect transition="in" filter="fade">
                                      <p:cBhvr>
                                        <p:cTn id="9" dur="1000"/>
                                        <p:tgtEl>
                                          <p:spTgt spid="19968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99688"/>
                                        </p:tgtEl>
                                        <p:attrNameLst>
                                          <p:attrName>style.visibility</p:attrName>
                                        </p:attrNameLst>
                                      </p:cBhvr>
                                      <p:to>
                                        <p:strVal val="visible"/>
                                      </p:to>
                                    </p:set>
                                    <p:anim calcmode="lin" valueType="num">
                                      <p:cBhvr>
                                        <p:cTn id="14" dur="1000" fill="hold"/>
                                        <p:tgtEl>
                                          <p:spTgt spid="199688"/>
                                        </p:tgtEl>
                                        <p:attrNameLst>
                                          <p:attrName>ppt_w</p:attrName>
                                        </p:attrNameLst>
                                      </p:cBhvr>
                                      <p:tavLst>
                                        <p:tav tm="0">
                                          <p:val>
                                            <p:strVal val="#ppt_w*0.70"/>
                                          </p:val>
                                        </p:tav>
                                        <p:tav tm="100000">
                                          <p:val>
                                            <p:strVal val="#ppt_w"/>
                                          </p:val>
                                        </p:tav>
                                      </p:tavLst>
                                    </p:anim>
                                    <p:anim calcmode="lin" valueType="num">
                                      <p:cBhvr>
                                        <p:cTn id="15" dur="1000" fill="hold"/>
                                        <p:tgtEl>
                                          <p:spTgt spid="199688"/>
                                        </p:tgtEl>
                                        <p:attrNameLst>
                                          <p:attrName>ppt_h</p:attrName>
                                        </p:attrNameLst>
                                      </p:cBhvr>
                                      <p:tavLst>
                                        <p:tav tm="0">
                                          <p:val>
                                            <p:strVal val="#ppt_h"/>
                                          </p:val>
                                        </p:tav>
                                        <p:tav tm="100000">
                                          <p:val>
                                            <p:strVal val="#ppt_h"/>
                                          </p:val>
                                        </p:tav>
                                      </p:tavLst>
                                    </p:anim>
                                    <p:animEffect transition="in" filter="fade">
                                      <p:cBhvr>
                                        <p:cTn id="16" dur="1000"/>
                                        <p:tgtEl>
                                          <p:spTgt spid="199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81F6A371-9579-4443-BB91-0B9A46CD47D0}" type="datetime1">
              <a:rPr lang="zh-CN" altLang="en-US"/>
            </a:fld>
            <a:endParaRPr lang="zh-CN" altLang="en-US"/>
          </a:p>
        </p:txBody>
      </p:sp>
      <p:graphicFrame>
        <p:nvGraphicFramePr>
          <p:cNvPr id="200706" name="Object 2"/>
          <p:cNvGraphicFramePr>
            <a:graphicFrameLocks noGrp="1" noChangeAspect="1"/>
          </p:cNvGraphicFramePr>
          <p:nvPr>
            <p:ph sz="half" idx="4294967295"/>
          </p:nvPr>
        </p:nvGraphicFramePr>
        <p:xfrm>
          <a:off x="1306636" y="1858962"/>
          <a:ext cx="1223963" cy="576263"/>
        </p:xfrm>
        <a:graphic>
          <a:graphicData uri="http://schemas.openxmlformats.org/presentationml/2006/ole">
            <mc:AlternateContent xmlns:mc="http://schemas.openxmlformats.org/markup-compatibility/2006">
              <mc:Choice xmlns:v="urn:schemas-microsoft-com:vml" Requires="v">
                <p:oleObj spid="_x0000_s266338" name="公式" r:id="rId1" imgW="431800" imgH="203200" progId="Equation.3">
                  <p:embed/>
                </p:oleObj>
              </mc:Choice>
              <mc:Fallback>
                <p:oleObj name="公式" r:id="rId1" imgW="431800" imgH="2032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636" y="1858962"/>
                        <a:ext cx="1223963" cy="576263"/>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59401" name="Object 4"/>
              <p:cNvSpPr txBox="1"/>
              <p:nvPr/>
            </p:nvSpPr>
            <p:spPr bwMode="auto">
              <a:xfrm>
                <a:off x="684432" y="911094"/>
                <a:ext cx="8246026" cy="922974"/>
              </a:xfrm>
              <a:prstGeom prst="rect">
                <a:avLst/>
              </a:prstGeom>
              <a:noFill/>
              <a:ln>
                <a:noFill/>
              </a:ln>
              <a:effectLst/>
            </p:spPr>
            <p:txBody>
              <a:bodyPr>
                <a:normAutofit fontScale="92500"/>
              </a:bodyPr>
              <a:lstStyle/>
              <a:p>
                <a:r>
                  <a:rPr lang="zh-CN" altLang="en-US" dirty="0">
                    <a:solidFill>
                      <a:srgbClr val="000000"/>
                    </a:solidFill>
                  </a:rPr>
                  <a:t>若</a:t>
                </a:r>
                <a14:m>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e>
                    </m:d>
                    <m:r>
                      <a:rPr lang="zh-CN" altLang="en-US" i="1">
                        <a:solidFill>
                          <a:srgbClr val="000000"/>
                        </a:solidFill>
                        <a:latin typeface="Cambria Math" panose="02040503050406030204" pitchFamily="18" charset="0"/>
                      </a:rPr>
                      <m:t>为完备正交函数集，</m:t>
                    </m:r>
                  </m:oMath>
                </a14:m>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包含无限多个相互正交的函数时：</m:t>
                      </m:r>
                    </m:oMath>
                  </m:oMathPara>
                </a14:m>
                <a:endParaRPr lang="zh-CN" altLang="en-US" dirty="0"/>
              </a:p>
            </p:txBody>
          </p:sp>
        </mc:Choice>
        <mc:Fallback>
          <p:sp>
            <p:nvSpPr>
              <p:cNvPr id="59401" name="Object 4"/>
              <p:cNvSpPr txBox="1">
                <a:spLocks noRot="1" noChangeAspect="1" noMove="1" noResize="1" noEditPoints="1" noAdjustHandles="1" noChangeArrowheads="1" noChangeShapeType="1" noTextEdit="1"/>
              </p:cNvSpPr>
              <p:nvPr/>
            </p:nvSpPr>
            <p:spPr bwMode="auto">
              <a:xfrm>
                <a:off x="684432" y="911094"/>
                <a:ext cx="8246026" cy="922974"/>
              </a:xfrm>
              <a:prstGeom prst="rect">
                <a:avLst/>
              </a:prstGeom>
              <a:blipFill rotWithShape="1">
                <a:blip r:embed="rId3"/>
                <a:stretch>
                  <a:fillRect l="-7" t="-55" r="5" b="20"/>
                </a:stretch>
              </a:blipFill>
              <a:ln>
                <a:noFill/>
              </a:ln>
              <a:effectLst/>
            </p:spPr>
            <p:txBody>
              <a:bodyPr/>
              <a:lstStyle/>
              <a:p>
                <a:r>
                  <a:rPr lang="zh-CN" altLang="en-US">
                    <a:noFill/>
                  </a:rPr>
                  <a:t> </a:t>
                </a:r>
              </a:p>
            </p:txBody>
          </p:sp>
        </mc:Fallback>
      </mc:AlternateContent>
      <p:sp>
        <p:nvSpPr>
          <p:cNvPr id="59397" name="Rectangle 6"/>
          <p:cNvSpPr>
            <a:spLocks noChangeArrowheads="1"/>
          </p:cNvSpPr>
          <p:nvPr/>
        </p:nvSpPr>
        <p:spPr bwMode="blackGray">
          <a:xfrm>
            <a:off x="971550" y="260350"/>
            <a:ext cx="1296988" cy="50323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a:solidFill>
                  <a:srgbClr val="FF0000"/>
                </a:solidFill>
              </a:rPr>
              <a:t>回顾</a:t>
            </a:r>
            <a:endParaRPr lang="zh-CN" altLang="en-US" sz="2200" b="1">
              <a:solidFill>
                <a:srgbClr val="FF0000"/>
              </a:solidFill>
            </a:endParaRPr>
          </a:p>
        </p:txBody>
      </p:sp>
      <p:graphicFrame>
        <p:nvGraphicFramePr>
          <p:cNvPr id="200711" name="Object 7"/>
          <p:cNvGraphicFramePr>
            <a:graphicFrameLocks noChangeAspect="1"/>
          </p:cNvGraphicFramePr>
          <p:nvPr/>
        </p:nvGraphicFramePr>
        <p:xfrm>
          <a:off x="2196305" y="4390606"/>
          <a:ext cx="3595688" cy="1814513"/>
        </p:xfrm>
        <a:graphic>
          <a:graphicData uri="http://schemas.openxmlformats.org/presentationml/2006/ole">
            <mc:AlternateContent xmlns:mc="http://schemas.openxmlformats.org/markup-compatibility/2006">
              <mc:Choice xmlns:v="urn:schemas-microsoft-com:vml" Requires="v">
                <p:oleObj spid="_x0000_s266339" name="Equation" r:id="rId4" imgW="1358900" imgH="685800" progId="Equation.DSMT4">
                  <p:embed/>
                </p:oleObj>
              </mc:Choice>
              <mc:Fallback>
                <p:oleObj name="Equation" r:id="rId4" imgW="1358900" imgH="6858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6305" y="4390606"/>
                        <a:ext cx="3595688" cy="181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12" name="Object 8"/>
          <p:cNvGraphicFramePr>
            <a:graphicFrameLocks noChangeAspect="1"/>
          </p:cNvGraphicFramePr>
          <p:nvPr/>
        </p:nvGraphicFramePr>
        <p:xfrm>
          <a:off x="2196305" y="2625724"/>
          <a:ext cx="3563938" cy="1809750"/>
        </p:xfrm>
        <a:graphic>
          <a:graphicData uri="http://schemas.openxmlformats.org/presentationml/2006/ole">
            <mc:AlternateContent xmlns:mc="http://schemas.openxmlformats.org/markup-compatibility/2006">
              <mc:Choice xmlns:v="urn:schemas-microsoft-com:vml" Requires="v">
                <p:oleObj spid="_x0000_s266340" name="Equation" r:id="rId6" imgW="1282700" imgH="685800" progId="Equation.DSMT4">
                  <p:embed/>
                </p:oleObj>
              </mc:Choice>
              <mc:Fallback>
                <p:oleObj name="Equation" r:id="rId6" imgW="1282700" imgH="6858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6305" y="2625724"/>
                        <a:ext cx="3563938"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13" name="Object 9"/>
          <p:cNvGraphicFramePr>
            <a:graphicFrameLocks noChangeAspect="1"/>
          </p:cNvGraphicFramePr>
          <p:nvPr/>
        </p:nvGraphicFramePr>
        <p:xfrm>
          <a:off x="2601118" y="1858963"/>
          <a:ext cx="5832475" cy="576263"/>
        </p:xfrm>
        <a:graphic>
          <a:graphicData uri="http://schemas.openxmlformats.org/presentationml/2006/ole">
            <mc:AlternateContent xmlns:mc="http://schemas.openxmlformats.org/markup-compatibility/2006">
              <mc:Choice xmlns:v="urn:schemas-microsoft-com:vml" Requires="v">
                <p:oleObj spid="_x0000_s266341" name="公式" r:id="rId8" imgW="2019300" imgH="215900" progId="Equation.3">
                  <p:embed/>
                </p:oleObj>
              </mc:Choice>
              <mc:Fallback>
                <p:oleObj name="公式" r:id="rId8" imgW="2019300" imgH="2159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1118" y="1858963"/>
                        <a:ext cx="5832475" cy="576263"/>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 name="Rectangle 3"/>
          <p:cNvSpPr>
            <a:spLocks noChangeArrowheads="1"/>
          </p:cNvSpPr>
          <p:nvPr/>
        </p:nvSpPr>
        <p:spPr bwMode="blackGray">
          <a:xfrm>
            <a:off x="3671886" y="277812"/>
            <a:ext cx="3424295" cy="503237"/>
          </a:xfrm>
          <a:prstGeom prst="rect">
            <a:avLst/>
          </a:prstGeom>
          <a:solidFill>
            <a:schemeClr val="bg1"/>
          </a:solidFill>
          <a:ln w="9525">
            <a:solidFill>
              <a:srgbClr val="9900FF"/>
            </a:solidFill>
            <a:miter lim="800000"/>
          </a:ln>
          <a:effectLst>
            <a:outerShdw dist="35921" dir="2700000" algn="ctr" rotWithShape="0">
              <a:schemeClr val="bg2"/>
            </a:outerShdw>
          </a:effec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dirty="0">
                <a:solidFill>
                  <a:srgbClr val="FF0000"/>
                </a:solidFill>
              </a:rPr>
              <a:t>函数的正交分解</a:t>
            </a:r>
            <a:endParaRPr lang="zh-CN" altLang="en-US" sz="2200" b="1" dirty="0">
              <a:solidFill>
                <a:srgbClr val="FF0000"/>
              </a:solidFill>
            </a:endParaRPr>
          </a:p>
        </p:txBody>
      </p:sp>
    </p:spTree>
    <p:custDataLst>
      <p:tags r:id="rId10"/>
    </p:custDataLst>
  </p:cSld>
  <p:clrMapOvr>
    <a:masterClrMapping/>
  </p:clrMapOvr>
  <p:transition spd="slow" advTm="7617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00706"/>
                                        </p:tgtEl>
                                        <p:attrNameLst>
                                          <p:attrName>style.visibility</p:attrName>
                                        </p:attrNameLst>
                                      </p:cBhvr>
                                      <p:to>
                                        <p:strVal val="visible"/>
                                      </p:to>
                                    </p:set>
                                    <p:anim calcmode="lin" valueType="num">
                                      <p:cBhvr>
                                        <p:cTn id="7" dur="1000" fill="hold"/>
                                        <p:tgtEl>
                                          <p:spTgt spid="200706"/>
                                        </p:tgtEl>
                                        <p:attrNameLst>
                                          <p:attrName>ppt_w</p:attrName>
                                        </p:attrNameLst>
                                      </p:cBhvr>
                                      <p:tavLst>
                                        <p:tav tm="0">
                                          <p:val>
                                            <p:strVal val="#ppt_w*0.70"/>
                                          </p:val>
                                        </p:tav>
                                        <p:tav tm="100000">
                                          <p:val>
                                            <p:strVal val="#ppt_w"/>
                                          </p:val>
                                        </p:tav>
                                      </p:tavLst>
                                    </p:anim>
                                    <p:anim calcmode="lin" valueType="num">
                                      <p:cBhvr>
                                        <p:cTn id="8" dur="1000" fill="hold"/>
                                        <p:tgtEl>
                                          <p:spTgt spid="200706"/>
                                        </p:tgtEl>
                                        <p:attrNameLst>
                                          <p:attrName>ppt_h</p:attrName>
                                        </p:attrNameLst>
                                      </p:cBhvr>
                                      <p:tavLst>
                                        <p:tav tm="0">
                                          <p:val>
                                            <p:strVal val="#ppt_h"/>
                                          </p:val>
                                        </p:tav>
                                        <p:tav tm="100000">
                                          <p:val>
                                            <p:strVal val="#ppt_h"/>
                                          </p:val>
                                        </p:tav>
                                      </p:tavLst>
                                    </p:anim>
                                    <p:animEffect transition="in" filter="fade">
                                      <p:cBhvr>
                                        <p:cTn id="9" dur="1000"/>
                                        <p:tgtEl>
                                          <p:spTgt spid="20070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00713"/>
                                        </p:tgtEl>
                                        <p:attrNameLst>
                                          <p:attrName>style.visibility</p:attrName>
                                        </p:attrNameLst>
                                      </p:cBhvr>
                                      <p:to>
                                        <p:strVal val="visible"/>
                                      </p:to>
                                    </p:set>
                                    <p:anim calcmode="lin" valueType="num">
                                      <p:cBhvr>
                                        <p:cTn id="14" dur="1000" fill="hold"/>
                                        <p:tgtEl>
                                          <p:spTgt spid="200713"/>
                                        </p:tgtEl>
                                        <p:attrNameLst>
                                          <p:attrName>ppt_w</p:attrName>
                                        </p:attrNameLst>
                                      </p:cBhvr>
                                      <p:tavLst>
                                        <p:tav tm="0">
                                          <p:val>
                                            <p:strVal val="#ppt_w*0.70"/>
                                          </p:val>
                                        </p:tav>
                                        <p:tav tm="100000">
                                          <p:val>
                                            <p:strVal val="#ppt_w"/>
                                          </p:val>
                                        </p:tav>
                                      </p:tavLst>
                                    </p:anim>
                                    <p:anim calcmode="lin" valueType="num">
                                      <p:cBhvr>
                                        <p:cTn id="15" dur="1000" fill="hold"/>
                                        <p:tgtEl>
                                          <p:spTgt spid="200713"/>
                                        </p:tgtEl>
                                        <p:attrNameLst>
                                          <p:attrName>ppt_h</p:attrName>
                                        </p:attrNameLst>
                                      </p:cBhvr>
                                      <p:tavLst>
                                        <p:tav tm="0">
                                          <p:val>
                                            <p:strVal val="#ppt_h"/>
                                          </p:val>
                                        </p:tav>
                                        <p:tav tm="100000">
                                          <p:val>
                                            <p:strVal val="#ppt_h"/>
                                          </p:val>
                                        </p:tav>
                                      </p:tavLst>
                                    </p:anim>
                                    <p:animEffect transition="in" filter="fade">
                                      <p:cBhvr>
                                        <p:cTn id="16" dur="1000"/>
                                        <p:tgtEl>
                                          <p:spTgt spid="200713"/>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00712"/>
                                        </p:tgtEl>
                                        <p:attrNameLst>
                                          <p:attrName>style.visibility</p:attrName>
                                        </p:attrNameLst>
                                      </p:cBhvr>
                                      <p:to>
                                        <p:strVal val="visible"/>
                                      </p:to>
                                    </p:set>
                                    <p:anim calcmode="lin" valueType="num">
                                      <p:cBhvr>
                                        <p:cTn id="21" dur="1000" fill="hold"/>
                                        <p:tgtEl>
                                          <p:spTgt spid="200712"/>
                                        </p:tgtEl>
                                        <p:attrNameLst>
                                          <p:attrName>ppt_w</p:attrName>
                                        </p:attrNameLst>
                                      </p:cBhvr>
                                      <p:tavLst>
                                        <p:tav tm="0">
                                          <p:val>
                                            <p:strVal val="#ppt_w*0.70"/>
                                          </p:val>
                                        </p:tav>
                                        <p:tav tm="100000">
                                          <p:val>
                                            <p:strVal val="#ppt_w"/>
                                          </p:val>
                                        </p:tav>
                                      </p:tavLst>
                                    </p:anim>
                                    <p:anim calcmode="lin" valueType="num">
                                      <p:cBhvr>
                                        <p:cTn id="22" dur="1000" fill="hold"/>
                                        <p:tgtEl>
                                          <p:spTgt spid="200712"/>
                                        </p:tgtEl>
                                        <p:attrNameLst>
                                          <p:attrName>ppt_h</p:attrName>
                                        </p:attrNameLst>
                                      </p:cBhvr>
                                      <p:tavLst>
                                        <p:tav tm="0">
                                          <p:val>
                                            <p:strVal val="#ppt_h"/>
                                          </p:val>
                                        </p:tav>
                                        <p:tav tm="100000">
                                          <p:val>
                                            <p:strVal val="#ppt_h"/>
                                          </p:val>
                                        </p:tav>
                                      </p:tavLst>
                                    </p:anim>
                                    <p:animEffect transition="in" filter="fade">
                                      <p:cBhvr>
                                        <p:cTn id="23" dur="1000"/>
                                        <p:tgtEl>
                                          <p:spTgt spid="200712"/>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200711"/>
                                        </p:tgtEl>
                                        <p:attrNameLst>
                                          <p:attrName>style.visibility</p:attrName>
                                        </p:attrNameLst>
                                      </p:cBhvr>
                                      <p:to>
                                        <p:strVal val="visible"/>
                                      </p:to>
                                    </p:set>
                                    <p:anim calcmode="lin" valueType="num">
                                      <p:cBhvr>
                                        <p:cTn id="27" dur="1000" fill="hold"/>
                                        <p:tgtEl>
                                          <p:spTgt spid="200711"/>
                                        </p:tgtEl>
                                        <p:attrNameLst>
                                          <p:attrName>ppt_w</p:attrName>
                                        </p:attrNameLst>
                                      </p:cBhvr>
                                      <p:tavLst>
                                        <p:tav tm="0">
                                          <p:val>
                                            <p:strVal val="#ppt_w*0.70"/>
                                          </p:val>
                                        </p:tav>
                                        <p:tav tm="100000">
                                          <p:val>
                                            <p:strVal val="#ppt_w"/>
                                          </p:val>
                                        </p:tav>
                                      </p:tavLst>
                                    </p:anim>
                                    <p:anim calcmode="lin" valueType="num">
                                      <p:cBhvr>
                                        <p:cTn id="28" dur="1000" fill="hold"/>
                                        <p:tgtEl>
                                          <p:spTgt spid="200711"/>
                                        </p:tgtEl>
                                        <p:attrNameLst>
                                          <p:attrName>ppt_h</p:attrName>
                                        </p:attrNameLst>
                                      </p:cBhvr>
                                      <p:tavLst>
                                        <p:tav tm="0">
                                          <p:val>
                                            <p:strVal val="#ppt_h"/>
                                          </p:val>
                                        </p:tav>
                                        <p:tav tm="100000">
                                          <p:val>
                                            <p:strVal val="#ppt_h"/>
                                          </p:val>
                                        </p:tav>
                                      </p:tavLst>
                                    </p:anim>
                                    <p:animEffect transition="in" filter="fade">
                                      <p:cBhvr>
                                        <p:cTn id="29" dur="1000"/>
                                        <p:tgtEl>
                                          <p:spTgt spid="200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8C88B806-50F9-43AD-A57F-188907610847}" type="datetime1">
              <a:rPr lang="zh-CN" altLang="en-US"/>
            </a:fld>
            <a:endParaRPr lang="zh-CN" altLang="en-US"/>
          </a:p>
        </p:txBody>
      </p:sp>
      <p:sp>
        <p:nvSpPr>
          <p:cNvPr id="191490" name="Rectangle 2"/>
          <p:cNvSpPr>
            <a:spLocks noGrp="1" noChangeArrowheads="1"/>
          </p:cNvSpPr>
          <p:nvPr>
            <p:ph type="body" idx="4294967295"/>
          </p:nvPr>
        </p:nvSpPr>
        <p:spPr>
          <a:xfrm>
            <a:off x="1187450" y="3141663"/>
            <a:ext cx="7164388" cy="1728787"/>
          </a:xfrm>
        </p:spPr>
        <p:txBody>
          <a:bodyPr/>
          <a:lstStyle/>
          <a:p>
            <a:r>
              <a:rPr lang="zh-CN" altLang="en-US" b="1"/>
              <a:t>是一个正交函数集</a:t>
            </a:r>
            <a:endParaRPr lang="zh-CN" altLang="en-US" b="1"/>
          </a:p>
          <a:p>
            <a:r>
              <a:rPr lang="zh-CN" altLang="en-US" b="1"/>
              <a:t>当</a:t>
            </a:r>
            <a:r>
              <a:rPr lang="en-US" altLang="zh-CN" b="1"/>
              <a:t>n=∞</a:t>
            </a:r>
            <a:r>
              <a:rPr lang="zh-CN" altLang="en-US" b="1"/>
              <a:t>时，是一</a:t>
            </a:r>
            <a:r>
              <a:rPr lang="zh-CN" altLang="en-US" sz="3400" b="1">
                <a:solidFill>
                  <a:srgbClr val="FF0000"/>
                </a:solidFill>
              </a:rPr>
              <a:t>完备的</a:t>
            </a:r>
            <a:r>
              <a:rPr lang="zh-CN" altLang="en-US" b="1"/>
              <a:t>正交函数集</a:t>
            </a:r>
            <a:endParaRPr lang="zh-CN" altLang="en-US" b="1"/>
          </a:p>
        </p:txBody>
      </p:sp>
      <p:graphicFrame>
        <p:nvGraphicFramePr>
          <p:cNvPr id="49156" name="Object 3"/>
          <p:cNvGraphicFramePr>
            <a:graphicFrameLocks noGrp="1" noChangeAspect="1"/>
          </p:cNvGraphicFramePr>
          <p:nvPr>
            <p:ph idx="4294967295"/>
          </p:nvPr>
        </p:nvGraphicFramePr>
        <p:xfrm>
          <a:off x="1071563" y="1003300"/>
          <a:ext cx="7046912" cy="1865313"/>
        </p:xfrm>
        <a:graphic>
          <a:graphicData uri="http://schemas.openxmlformats.org/presentationml/2006/ole">
            <mc:AlternateContent xmlns:mc="http://schemas.openxmlformats.org/markup-compatibility/2006">
              <mc:Choice xmlns:v="urn:schemas-microsoft-com:vml" Requires="v">
                <p:oleObj spid="_x0000_s49227" name="公式" r:id="rId1" imgW="2108200" imgH="685800" progId="Equation.3">
                  <p:embed/>
                </p:oleObj>
              </mc:Choice>
              <mc:Fallback>
                <p:oleObj name="公式" r:id="rId1" imgW="2108200" imgH="6858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63" y="1003300"/>
                        <a:ext cx="7046912"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492" name="Rectangle 4"/>
          <p:cNvSpPr>
            <a:spLocks noChangeArrowheads="1"/>
          </p:cNvSpPr>
          <p:nvPr/>
        </p:nvSpPr>
        <p:spPr bwMode="auto">
          <a:xfrm>
            <a:off x="1440404" y="5143500"/>
            <a:ext cx="6551613" cy="576263"/>
          </a:xfrm>
          <a:prstGeom prst="rect">
            <a:avLst/>
          </a:prstGeom>
          <a:noFill/>
          <a:ln w="571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zh-CN" altLang="en-US" sz="2600" b="1">
                <a:solidFill>
                  <a:srgbClr val="FF0000"/>
                </a:solidFill>
                <a:latin typeface="华文楷体" panose="02010600040101010101" pitchFamily="2" charset="-122"/>
                <a:ea typeface="华文楷体" panose="02010600040101010101" pitchFamily="2" charset="-122"/>
              </a:rPr>
              <a:t>注意：</a:t>
            </a:r>
            <a:r>
              <a:rPr lang="en-US" altLang="zh-CN" sz="2600" b="1">
                <a:latin typeface="华文楷体" panose="02010600040101010101" pitchFamily="2" charset="-122"/>
                <a:ea typeface="华文楷体" panose="02010600040101010101" pitchFamily="2" charset="-122"/>
              </a:rPr>
              <a:t>n=0</a:t>
            </a:r>
            <a:r>
              <a:rPr lang="zh-CN" altLang="en-US" sz="2600" b="1">
                <a:latin typeface="华文楷体" panose="02010600040101010101" pitchFamily="2" charset="-122"/>
                <a:ea typeface="华文楷体" panose="02010600040101010101" pitchFamily="2" charset="-122"/>
              </a:rPr>
              <a:t>，</a:t>
            </a:r>
            <a:r>
              <a:rPr lang="en-US" altLang="zh-CN" sz="2600" b="1">
                <a:latin typeface="华文楷体" panose="02010600040101010101" pitchFamily="2" charset="-122"/>
                <a:ea typeface="华文楷体" panose="02010600040101010101" pitchFamily="2" charset="-122"/>
              </a:rPr>
              <a:t>sin0=0</a:t>
            </a:r>
            <a:r>
              <a:rPr lang="zh-CN" altLang="en-US" sz="2600" b="1">
                <a:latin typeface="华文楷体" panose="02010600040101010101" pitchFamily="2" charset="-122"/>
                <a:ea typeface="华文楷体" panose="02010600040101010101" pitchFamily="2" charset="-122"/>
              </a:rPr>
              <a:t>不属于正交函数集。</a:t>
            </a:r>
            <a:endParaRPr lang="zh-CN" altLang="en-US" sz="2600" b="1">
              <a:latin typeface="华文楷体" panose="02010600040101010101" pitchFamily="2" charset="-122"/>
              <a:ea typeface="华文楷体" panose="02010600040101010101" pitchFamily="2" charset="-122"/>
            </a:endParaRPr>
          </a:p>
        </p:txBody>
      </p:sp>
      <p:sp>
        <p:nvSpPr>
          <p:cNvPr id="49158" name="Rectangle 5"/>
          <p:cNvSpPr>
            <a:spLocks noChangeArrowheads="1"/>
          </p:cNvSpPr>
          <p:nvPr/>
        </p:nvSpPr>
        <p:spPr bwMode="auto">
          <a:xfrm>
            <a:off x="455613" y="0"/>
            <a:ext cx="6197600" cy="70961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spTree>
    <p:custDataLst>
      <p:tags r:id="rId3"/>
    </p:custDataLst>
  </p:cSld>
  <p:clrMapOvr>
    <a:masterClrMapping/>
  </p:clrMapOvr>
  <p:transition spd="slow" advTm="10620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mph" presetSubtype="0" fill="hold" nodeType="clickEffect">
                                  <p:stCondLst>
                                    <p:cond delay="0"/>
                                  </p:stCondLst>
                                  <p:iterate type="lt">
                                    <p:tmPct val="10000"/>
                                  </p:iterate>
                                  <p:childTnLst>
                                    <p:set>
                                      <p:cBhvr override="childStyle">
                                        <p:cTn id="6" dur="500" autoRev="1" fill="hold"/>
                                        <p:tgtEl>
                                          <p:spTgt spid="191490">
                                            <p:txEl>
                                              <p:pRg st="0" end="0"/>
                                            </p:txEl>
                                          </p:spTgt>
                                        </p:tgtEl>
                                        <p:attrNameLst>
                                          <p:attrName>style.color</p:attrName>
                                        </p:attrNameLst>
                                      </p:cBhvr>
                                      <p:to>
                                        <p:clrVal>
                                          <a:schemeClr val="accent2"/>
                                        </p:clrVal>
                                      </p:to>
                                    </p:set>
                                    <p:set>
                                      <p:cBhvr>
                                        <p:cTn id="7" dur="500" autoRev="1" fill="hold"/>
                                        <p:tgtEl>
                                          <p:spTgt spid="191490">
                                            <p:txEl>
                                              <p:pRg st="0" end="0"/>
                                            </p:txEl>
                                          </p:spTgt>
                                        </p:tgtEl>
                                        <p:attrNameLst>
                                          <p:attrName>fillcolor</p:attrName>
                                        </p:attrNameLst>
                                      </p:cBhvr>
                                      <p:to>
                                        <p:clrVal>
                                          <a:schemeClr val="accent2"/>
                                        </p:clrVal>
                                      </p:to>
                                    </p:set>
                                    <p:set>
                                      <p:cBhvr>
                                        <p:cTn id="8" dur="500" autoRev="1" fill="hold"/>
                                        <p:tgtEl>
                                          <p:spTgt spid="191490">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20" presetClass="emph" presetSubtype="0" fill="hold" nodeType="clickEffect">
                                  <p:stCondLst>
                                    <p:cond delay="0"/>
                                  </p:stCondLst>
                                  <p:iterate type="lt">
                                    <p:tmPct val="10000"/>
                                  </p:iterate>
                                  <p:childTnLst>
                                    <p:set>
                                      <p:cBhvr override="childStyle">
                                        <p:cTn id="12" dur="500" autoRev="1" fill="hold"/>
                                        <p:tgtEl>
                                          <p:spTgt spid="191490">
                                            <p:txEl>
                                              <p:pRg st="1" end="1"/>
                                            </p:txEl>
                                          </p:spTgt>
                                        </p:tgtEl>
                                        <p:attrNameLst>
                                          <p:attrName>style.color</p:attrName>
                                        </p:attrNameLst>
                                      </p:cBhvr>
                                      <p:to>
                                        <p:clrVal>
                                          <a:schemeClr val="accent2"/>
                                        </p:clrVal>
                                      </p:to>
                                    </p:set>
                                    <p:set>
                                      <p:cBhvr>
                                        <p:cTn id="13" dur="500" autoRev="1" fill="hold"/>
                                        <p:tgtEl>
                                          <p:spTgt spid="191490">
                                            <p:txEl>
                                              <p:pRg st="1" end="1"/>
                                            </p:txEl>
                                          </p:spTgt>
                                        </p:tgtEl>
                                        <p:attrNameLst>
                                          <p:attrName>fillcolor</p:attrName>
                                        </p:attrNameLst>
                                      </p:cBhvr>
                                      <p:to>
                                        <p:clrVal>
                                          <a:schemeClr val="accent2"/>
                                        </p:clrVal>
                                      </p:to>
                                    </p:set>
                                    <p:set>
                                      <p:cBhvr>
                                        <p:cTn id="14" dur="500" autoRev="1" fill="hold"/>
                                        <p:tgtEl>
                                          <p:spTgt spid="191490">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iterate type="lt">
                                    <p:tmPct val="0"/>
                                  </p:iterate>
                                  <p:childTnLst>
                                    <p:set>
                                      <p:cBhvr>
                                        <p:cTn id="18" dur="1" fill="hold">
                                          <p:stCondLst>
                                            <p:cond delay="0"/>
                                          </p:stCondLst>
                                        </p:cTn>
                                        <p:tgtEl>
                                          <p:spTgt spid="191492">
                                            <p:bg/>
                                          </p:spTgt>
                                        </p:tgtEl>
                                        <p:attrNameLst>
                                          <p:attrName>style.visibility</p:attrName>
                                        </p:attrNameLst>
                                      </p:cBhvr>
                                      <p:to>
                                        <p:strVal val="visible"/>
                                      </p:to>
                                    </p:set>
                                    <p:anim calcmode="lin" valueType="num">
                                      <p:cBhvr additive="base">
                                        <p:cTn id="19" dur="500" fill="hold"/>
                                        <p:tgtEl>
                                          <p:spTgt spid="191492">
                                            <p:bg/>
                                          </p:spTgt>
                                        </p:tgtEl>
                                        <p:attrNameLst>
                                          <p:attrName>ppt_x</p:attrName>
                                        </p:attrNameLst>
                                      </p:cBhvr>
                                      <p:tavLst>
                                        <p:tav tm="0">
                                          <p:val>
                                            <p:strVal val="#ppt_x"/>
                                          </p:val>
                                        </p:tav>
                                        <p:tav tm="100000">
                                          <p:val>
                                            <p:strVal val="#ppt_x"/>
                                          </p:val>
                                        </p:tav>
                                      </p:tavLst>
                                    </p:anim>
                                    <p:anim calcmode="lin" valueType="num">
                                      <p:cBhvr additive="base">
                                        <p:cTn id="20" dur="500" fill="hold"/>
                                        <p:tgtEl>
                                          <p:spTgt spid="191492">
                                            <p:bg/>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iterate type="lt">
                                    <p:tmPct val="0"/>
                                  </p:iterate>
                                  <p:childTnLst>
                                    <p:set>
                                      <p:cBhvr>
                                        <p:cTn id="22" dur="1" fill="hold">
                                          <p:stCondLst>
                                            <p:cond delay="0"/>
                                          </p:stCondLst>
                                        </p:cTn>
                                        <p:tgtEl>
                                          <p:spTgt spid="191492">
                                            <p:txEl>
                                              <p:pRg st="0" end="0"/>
                                            </p:txEl>
                                          </p:spTgt>
                                        </p:tgtEl>
                                        <p:attrNameLst>
                                          <p:attrName>style.visibility</p:attrName>
                                        </p:attrNameLst>
                                      </p:cBhvr>
                                      <p:to>
                                        <p:strVal val="visible"/>
                                      </p:to>
                                    </p:set>
                                    <p:anim calcmode="lin" valueType="num">
                                      <p:cBhvr additive="base">
                                        <p:cTn id="23" dur="500" fill="hold"/>
                                        <p:tgtEl>
                                          <p:spTgt spid="191492">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1492">
                                            <p:txEl>
                                              <p:pRg st="0" end="0"/>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0" presetClass="emph" presetSubtype="0" fill="hold" nodeType="afterEffect">
                                  <p:stCondLst>
                                    <p:cond delay="0"/>
                                  </p:stCondLst>
                                  <p:iterate type="lt">
                                    <p:tmPct val="10000"/>
                                  </p:iterate>
                                  <p:childTnLst>
                                    <p:set>
                                      <p:cBhvr override="childStyle">
                                        <p:cTn id="27" dur="500" autoRev="1" fill="hold"/>
                                        <p:tgtEl>
                                          <p:spTgt spid="191492">
                                            <p:txEl>
                                              <p:pRg st="0" end="0"/>
                                            </p:txEl>
                                          </p:spTgt>
                                        </p:tgtEl>
                                        <p:attrNameLst>
                                          <p:attrName>style.color</p:attrName>
                                        </p:attrNameLst>
                                      </p:cBhvr>
                                      <p:to>
                                        <p:clrVal>
                                          <a:schemeClr val="accent2"/>
                                        </p:clrVal>
                                      </p:to>
                                    </p:set>
                                    <p:set>
                                      <p:cBhvr>
                                        <p:cTn id="28" dur="500" autoRev="1" fill="hold"/>
                                        <p:tgtEl>
                                          <p:spTgt spid="191492">
                                            <p:txEl>
                                              <p:pRg st="0" end="0"/>
                                            </p:txEl>
                                          </p:spTgt>
                                        </p:tgtEl>
                                        <p:attrNameLst>
                                          <p:attrName>fillcolor</p:attrName>
                                        </p:attrNameLst>
                                      </p:cBhvr>
                                      <p:to>
                                        <p:clrVal>
                                          <a:schemeClr val="accent2"/>
                                        </p:clrVal>
                                      </p:to>
                                    </p:set>
                                    <p:set>
                                      <p:cBhvr>
                                        <p:cTn id="29" dur="500" autoRev="1" fill="hold"/>
                                        <p:tgtEl>
                                          <p:spTgt spid="191492">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animBg="1"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D2678AE0-0C55-42B7-B0C0-5664732F7A82}" type="datetime1">
              <a:rPr lang="zh-CN" altLang="en-US"/>
            </a:fld>
            <a:endParaRPr lang="zh-CN" altLang="en-US"/>
          </a:p>
        </p:txBody>
      </p:sp>
      <mc:AlternateContent xmlns:mc="http://schemas.openxmlformats.org/markup-compatibility/2006">
        <mc:Choice xmlns:a14="http://schemas.microsoft.com/office/drawing/2010/main" Requires="a14">
          <p:sp>
            <p:nvSpPr>
              <p:cNvPr id="192514" name="Object 2"/>
              <p:cNvSpPr txBox="1"/>
              <p:nvPr/>
            </p:nvSpPr>
            <p:spPr bwMode="auto">
              <a:xfrm>
                <a:off x="755650" y="1125538"/>
                <a:ext cx="8289792" cy="4313237"/>
              </a:xfrm>
              <a:prstGeom prst="rect">
                <a:avLst/>
              </a:prstGeom>
              <a:noFill/>
              <a:ln w="57150">
                <a:solidFill>
                  <a:srgbClr val="9900FF"/>
                </a:solidFill>
                <a:miter lim="800000"/>
              </a:ln>
            </p:spPr>
            <p:txBody>
              <a:bodyPr>
                <a:normAutofit fontScale="92500"/>
              </a:bodyPr>
              <a:lstStyle/>
              <a:p>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在</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e>
                      </m:d>
                      <m:r>
                        <a:rPr lang="zh-CN" altLang="en-US" i="1">
                          <a:solidFill>
                            <a:srgbClr val="000000"/>
                          </a:solidFill>
                          <a:latin typeface="Cambria Math" panose="02040503050406030204" pitchFamily="18" charset="0"/>
                        </a:rPr>
                        <m:t>区间内的三角傅立叶级数表示式：</m:t>
                      </m:r>
                    </m:oMath>
                  </m:oMathPara>
                </a14:m>
                <a:endParaRPr lang="en-US" altLang="zh-CN" i="1" dirty="0">
                  <a:solidFill>
                    <a:srgbClr val="000000"/>
                  </a:solidFill>
                  <a:latin typeface="Cambria Math" panose="02040503050406030204" pitchFamily="18" charset="0"/>
                </a:endParaRPr>
              </a:p>
              <a:p>
                <a:br>
                  <a:rPr lang="zh-CN" altLang="en-US" i="1" dirty="0">
                    <a:solidFill>
                      <a:srgbClr val="000000"/>
                    </a:solidFill>
                    <a:latin typeface="Cambria Math" panose="02040503050406030204" pitchFamily="18" charset="0"/>
                  </a:rPr>
                </a:br>
                <a:endParaRPr lang="en-US" altLang="zh-CN" i="1" dirty="0">
                  <a:solidFill>
                    <a:srgbClr val="000000"/>
                  </a:solidFill>
                  <a:latin typeface="Cambria Math" panose="02040503050406030204" pitchFamily="18" charset="0"/>
                </a:endParaRPr>
              </a:p>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2</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 +⋅⋅⋅</m:t>
                      </m:r>
                    </m:oMath>
                    <m:oMath xmlns:m="http://schemas.openxmlformats.org/officeDocument/2006/math">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1</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2</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2</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 +⋅⋅⋅</m:t>
                      </m:r>
                    </m:oMath>
                    <m:oMath xmlns:m="http://schemas.openxmlformats.org/officeDocument/2006/math">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192514" name="Object 2"/>
              <p:cNvSpPr txBox="1">
                <a:spLocks noRot="1" noChangeAspect="1" noMove="1" noResize="1" noEditPoints="1" noAdjustHandles="1" noChangeArrowheads="1" noChangeShapeType="1" noTextEdit="1"/>
              </p:cNvSpPr>
              <p:nvPr/>
            </p:nvSpPr>
            <p:spPr bwMode="auto">
              <a:xfrm>
                <a:off x="755650" y="1125538"/>
                <a:ext cx="8289792" cy="4313237"/>
              </a:xfrm>
              <a:prstGeom prst="rect">
                <a:avLst/>
              </a:prstGeom>
              <a:blipFill rotWithShape="1">
                <a:blip r:embed="rId1"/>
                <a:stretch>
                  <a:fillRect l="-345" t="-670" r="-339" b="-662"/>
                </a:stretch>
              </a:blipFill>
              <a:ln w="57150">
                <a:solidFill>
                  <a:srgbClr val="9900FF"/>
                </a:solidFill>
                <a:miter lim="800000"/>
              </a:ln>
            </p:spPr>
            <p:txBody>
              <a:bodyPr/>
              <a:lstStyle/>
              <a:p>
                <a:r>
                  <a:rPr lang="zh-CN" altLang="en-US">
                    <a:noFill/>
                  </a:rPr>
                  <a:t> </a:t>
                </a:r>
              </a:p>
            </p:txBody>
          </p:sp>
        </mc:Fallback>
      </mc:AlternateContent>
      <p:sp>
        <p:nvSpPr>
          <p:cNvPr id="50180" name="Rectangle 3"/>
          <p:cNvSpPr>
            <a:spLocks noChangeArrowheads="1"/>
          </p:cNvSpPr>
          <p:nvPr/>
        </p:nvSpPr>
        <p:spPr bwMode="auto">
          <a:xfrm>
            <a:off x="755650" y="0"/>
            <a:ext cx="4462463"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a:solidFill>
                  <a:schemeClr val="tx2"/>
                </a:solidFill>
                <a:ea typeface="宋体" panose="02010600030101010101" pitchFamily="2" charset="-122"/>
              </a:rPr>
              <a:t>§3.3 </a:t>
            </a:r>
            <a:r>
              <a:rPr lang="zh-CN" altLang="en-US" sz="1900">
                <a:solidFill>
                  <a:schemeClr val="tx2"/>
                </a:solidFill>
                <a:ea typeface="宋体" panose="02010600030101010101" pitchFamily="2" charset="-122"/>
              </a:rPr>
              <a:t>信号表示为傅立叶级数</a:t>
            </a:r>
            <a:endParaRPr lang="zh-CN" altLang="en-US" sz="1900">
              <a:solidFill>
                <a:schemeClr val="tx2"/>
              </a:solidFill>
              <a:ea typeface="宋体" panose="02010600030101010101" pitchFamily="2" charset="-122"/>
            </a:endParaRPr>
          </a:p>
        </p:txBody>
      </p:sp>
      <p:sp>
        <p:nvSpPr>
          <p:cNvPr id="50181" name="Rectangle 4"/>
          <p:cNvSpPr>
            <a:spLocks noChangeArrowheads="1"/>
          </p:cNvSpPr>
          <p:nvPr/>
        </p:nvSpPr>
        <p:spPr bwMode="auto">
          <a:xfrm>
            <a:off x="492125" y="0"/>
            <a:ext cx="6197600"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3214440" y="3424320"/>
              <a:ext cx="3811680" cy="1204200"/>
            </p14:xfrm>
          </p:contentPart>
        </mc:Choice>
        <mc:Fallback xmlns="">
          <p:pic>
            <p:nvPicPr>
              <p:cNvPr id="4" name="墨迹 3"/>
            </p:nvPicPr>
            <p:blipFill>
              <a:blip r:embed="rId3"/>
            </p:blipFill>
            <p:spPr>
              <a:xfrm>
                <a:off x="3214440" y="3424320"/>
                <a:ext cx="3811680" cy="1204200"/>
              </a:xfrm>
              <a:prstGeom prst="rect"/>
            </p:spPr>
          </p:pic>
        </mc:Fallback>
      </mc:AlternateContent>
    </p:spTree>
  </p:cSld>
  <p:clrMapOvr>
    <a:masterClrMapping/>
  </p:clrMapOvr>
  <p:transition spd="slow" advTm="29771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2514">
                                            <p:txEl>
                                              <p:pRg st="2" end="2"/>
                                            </p:txEl>
                                          </p:spTgt>
                                        </p:tgtEl>
                                        <p:attrNameLst>
                                          <p:attrName>style.visibility</p:attrName>
                                        </p:attrNameLst>
                                      </p:cBhvr>
                                      <p:to>
                                        <p:strVal val="visible"/>
                                      </p:to>
                                    </p:set>
                                    <p:anim calcmode="lin" valueType="num">
                                      <p:cBhvr additive="base">
                                        <p:cTn id="7" dur="500" fill="hold"/>
                                        <p:tgtEl>
                                          <p:spTgt spid="19251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25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77EE16DB-CB73-411E-AB1D-81B626A8B441}" type="datetime1">
              <a:rPr lang="zh-CN" altLang="en-US"/>
            </a:fld>
            <a:endParaRPr lang="zh-CN" altLang="en-US"/>
          </a:p>
        </p:txBody>
      </p:sp>
      <p:sp>
        <p:nvSpPr>
          <p:cNvPr id="193538" name="Rectangle 2"/>
          <p:cNvSpPr>
            <a:spLocks noGrp="1" noChangeArrowheads="1"/>
          </p:cNvSpPr>
          <p:nvPr>
            <p:ph type="body" sz="half" idx="4294967295"/>
          </p:nvPr>
        </p:nvSpPr>
        <p:spPr>
          <a:xfrm>
            <a:off x="1403350" y="1773238"/>
            <a:ext cx="6840538" cy="4465637"/>
          </a:xfrm>
          <a:solidFill>
            <a:schemeClr val="bg1"/>
          </a:solidFill>
          <a:ln w="28575">
            <a:solidFill>
              <a:schemeClr val="hlink"/>
            </a:solidFill>
            <a:miter lim="800000"/>
          </a:ln>
          <a:effectLst>
            <a:outerShdw dist="35921" dir="2700000" algn="ctr" rotWithShape="0">
              <a:srgbClr val="808080"/>
            </a:outerShdw>
          </a:effectLst>
        </p:spPr>
        <p:txBody>
          <a:bodyPr/>
          <a:lstStyle/>
          <a:p>
            <a:pPr>
              <a:lnSpc>
                <a:spcPct val="120000"/>
              </a:lnSpc>
              <a:spcBef>
                <a:spcPct val="35000"/>
              </a:spcBef>
            </a:pPr>
            <a:r>
              <a:rPr lang="en-US" altLang="zh-CN" sz="2200" b="1" dirty="0">
                <a:latin typeface="楷体_GB2312" pitchFamily="49" charset="-122"/>
                <a:ea typeface="楷体_GB2312" pitchFamily="49" charset="-122"/>
              </a:rPr>
              <a:t>a</a:t>
            </a:r>
            <a:r>
              <a:rPr lang="en-US" altLang="zh-CN" sz="2200" b="1" baseline="-25000" dirty="0">
                <a:latin typeface="楷体_GB2312" pitchFamily="49" charset="-122"/>
                <a:ea typeface="楷体_GB2312" pitchFamily="49" charset="-122"/>
              </a:rPr>
              <a:t>0</a:t>
            </a:r>
            <a:r>
              <a:rPr lang="en-US" altLang="zh-CN" sz="2200" b="1" dirty="0">
                <a:latin typeface="楷体_GB2312" pitchFamily="49" charset="-122"/>
                <a:ea typeface="楷体_GB2312" pitchFamily="49" charset="-122"/>
              </a:rPr>
              <a:t>/2,a</a:t>
            </a:r>
            <a:r>
              <a:rPr lang="en-US" altLang="zh-CN" sz="2200" b="1" baseline="-25000" dirty="0">
                <a:latin typeface="楷体_GB2312" pitchFamily="49" charset="-122"/>
                <a:ea typeface="楷体_GB2312" pitchFamily="49" charset="-122"/>
              </a:rPr>
              <a:t>n</a:t>
            </a:r>
            <a:r>
              <a:rPr lang="en-US" altLang="zh-CN" sz="2200" b="1" dirty="0">
                <a:latin typeface="楷体_GB2312" pitchFamily="49" charset="-122"/>
                <a:ea typeface="楷体_GB2312" pitchFamily="49" charset="-122"/>
              </a:rPr>
              <a:t>,b</a:t>
            </a:r>
            <a:r>
              <a:rPr lang="en-US" altLang="zh-CN" sz="2200" b="1" baseline="-25000" dirty="0">
                <a:latin typeface="楷体_GB2312" pitchFamily="49" charset="-122"/>
                <a:ea typeface="楷体_GB2312" pitchFamily="49" charset="-122"/>
              </a:rPr>
              <a:t>n</a:t>
            </a:r>
            <a:r>
              <a:rPr lang="zh-CN" altLang="en-US" sz="2200" b="1" dirty="0">
                <a:latin typeface="楷体_GB2312" pitchFamily="49" charset="-122"/>
                <a:ea typeface="楷体_GB2312" pitchFamily="49" charset="-122"/>
              </a:rPr>
              <a:t>都是</a:t>
            </a:r>
            <a:r>
              <a:rPr lang="zh-CN" altLang="en-US" sz="2200" b="1" dirty="0">
                <a:solidFill>
                  <a:srgbClr val="6600CC"/>
                </a:solidFill>
                <a:latin typeface="楷体_GB2312" pitchFamily="49" charset="-122"/>
                <a:ea typeface="楷体_GB2312" pitchFamily="49" charset="-122"/>
              </a:rPr>
              <a:t>分量系数</a:t>
            </a:r>
            <a:endParaRPr lang="zh-CN" altLang="en-US" sz="2200" b="1" dirty="0">
              <a:solidFill>
                <a:srgbClr val="6600CC"/>
              </a:solidFill>
              <a:latin typeface="楷体_GB2312" pitchFamily="49" charset="-122"/>
              <a:ea typeface="楷体_GB2312" pitchFamily="49" charset="-122"/>
            </a:endParaRPr>
          </a:p>
          <a:p>
            <a:pPr>
              <a:lnSpc>
                <a:spcPct val="120000"/>
              </a:lnSpc>
              <a:spcBef>
                <a:spcPct val="35000"/>
              </a:spcBef>
            </a:pPr>
            <a:r>
              <a:rPr lang="en-US" altLang="zh-CN" sz="2200" b="1" dirty="0">
                <a:latin typeface="楷体_GB2312" pitchFamily="49" charset="-122"/>
                <a:ea typeface="楷体_GB2312" pitchFamily="49" charset="-122"/>
              </a:rPr>
              <a:t>a</a:t>
            </a:r>
            <a:r>
              <a:rPr lang="en-US" altLang="zh-CN" sz="2200" b="1" baseline="-25000" dirty="0">
                <a:latin typeface="楷体_GB2312" pitchFamily="49" charset="-122"/>
                <a:ea typeface="楷体_GB2312" pitchFamily="49" charset="-122"/>
              </a:rPr>
              <a:t>0</a:t>
            </a:r>
            <a:r>
              <a:rPr lang="en-US" altLang="zh-CN" sz="2200" b="1" dirty="0">
                <a:latin typeface="楷体_GB2312" pitchFamily="49" charset="-122"/>
                <a:ea typeface="楷体_GB2312" pitchFamily="49" charset="-122"/>
              </a:rPr>
              <a:t>/2</a:t>
            </a:r>
            <a:r>
              <a:rPr lang="zh-CN" altLang="en-US" sz="2200" b="1" dirty="0">
                <a:latin typeface="楷体_GB2312" pitchFamily="49" charset="-122"/>
                <a:ea typeface="楷体_GB2312" pitchFamily="49" charset="-122"/>
              </a:rPr>
              <a:t>是函数                                                                                                                                                                                                                                                                                                                                                                                                                                                                                                                                                                                                                                                                                                                                                                                                                                                                                                                                                                                                                                                                                                                                                                                                                                                                                                                                                                                                                                                                                                                                                                                                                                                                                                                                                                                                                                                                                                                                                                                                                                                                                                                                                                                                                                                                                                                                                                                                                                                                                                                                                                                                                                                                                                                                                                                                                                                                                                                                                                                                                                                                                                                                                                                                                                                                                                                                                                                                                                                                                                                                                                                                                                                                                                                                                                                                                                                                                                                                                                                                                                                                                                                                                                                                                                                                                                                                                                                                                                                                                                                                                                                                                                                                                                                                                                                                                                                                                                                                                                                                                                                                                                                                                                                                                                                                                                                                                                                                                                                                                                                                                                                                                                                                                                                                </a:t>
            </a:r>
            <a:r>
              <a:rPr lang="en-US" altLang="zh-CN" sz="2200" b="1" dirty="0">
                <a:latin typeface="楷体_GB2312" pitchFamily="49" charset="-122"/>
                <a:ea typeface="楷体_GB2312" pitchFamily="49" charset="-122"/>
              </a:rPr>
              <a:t>f(t)</a:t>
            </a:r>
            <a:r>
              <a:rPr lang="zh-CN" altLang="en-US" sz="2200" b="1" dirty="0">
                <a:latin typeface="楷体_GB2312" pitchFamily="49" charset="-122"/>
                <a:ea typeface="楷体_GB2312" pitchFamily="49" charset="-122"/>
              </a:rPr>
              <a:t>在该区间内的平均值</a:t>
            </a:r>
            <a:r>
              <a:rPr lang="en-US" altLang="zh-CN" sz="2200" b="1" dirty="0">
                <a:latin typeface="楷体_GB2312" pitchFamily="49" charset="-122"/>
                <a:ea typeface="楷体_GB2312" pitchFamily="49" charset="-122"/>
              </a:rPr>
              <a:t>,</a:t>
            </a:r>
            <a:r>
              <a:rPr lang="zh-CN" altLang="en-US" sz="2200" b="1" dirty="0">
                <a:latin typeface="楷体_GB2312" pitchFamily="49" charset="-122"/>
                <a:ea typeface="楷体_GB2312" pitchFamily="49" charset="-122"/>
              </a:rPr>
              <a:t>称为</a:t>
            </a:r>
            <a:r>
              <a:rPr lang="zh-CN" altLang="en-US" sz="2200" b="1" dirty="0">
                <a:solidFill>
                  <a:srgbClr val="6600CC"/>
                </a:solidFill>
                <a:latin typeface="楷体_GB2312" pitchFamily="49" charset="-122"/>
                <a:ea typeface="楷体_GB2312" pitchFamily="49" charset="-122"/>
              </a:rPr>
              <a:t>直流分量</a:t>
            </a:r>
            <a:r>
              <a:rPr lang="zh-CN" altLang="en-US" sz="2200" b="1" dirty="0">
                <a:latin typeface="楷体_GB2312" pitchFamily="49" charset="-122"/>
                <a:ea typeface="楷体_GB2312" pitchFamily="49" charset="-122"/>
              </a:rPr>
              <a:t>。</a:t>
            </a:r>
            <a:endParaRPr lang="zh-CN" altLang="en-US" sz="2200" b="1" dirty="0">
              <a:latin typeface="楷体_GB2312" pitchFamily="49" charset="-122"/>
              <a:ea typeface="楷体_GB2312" pitchFamily="49" charset="-122"/>
            </a:endParaRPr>
          </a:p>
          <a:p>
            <a:pPr>
              <a:lnSpc>
                <a:spcPct val="120000"/>
              </a:lnSpc>
              <a:spcBef>
                <a:spcPct val="35000"/>
              </a:spcBef>
            </a:pPr>
            <a:r>
              <a:rPr lang="en-US" altLang="zh-CN" sz="2200" b="1" dirty="0">
                <a:latin typeface="楷体_GB2312" pitchFamily="49" charset="-122"/>
                <a:ea typeface="楷体_GB2312" pitchFamily="49" charset="-122"/>
              </a:rPr>
              <a:t>n=1</a:t>
            </a:r>
            <a:r>
              <a:rPr lang="zh-CN" altLang="en-US" sz="2200" b="1" dirty="0">
                <a:latin typeface="楷体_GB2312" pitchFamily="49" charset="-122"/>
                <a:ea typeface="楷体_GB2312" pitchFamily="49" charset="-122"/>
              </a:rPr>
              <a:t>时，即</a:t>
            </a:r>
            <a:r>
              <a:rPr lang="en-US" altLang="zh-CN" sz="2200" b="1" dirty="0">
                <a:latin typeface="楷体_GB2312" pitchFamily="49" charset="-122"/>
                <a:ea typeface="楷体_GB2312" pitchFamily="49" charset="-122"/>
              </a:rPr>
              <a:t>a</a:t>
            </a:r>
            <a:r>
              <a:rPr lang="en-US" altLang="zh-CN" sz="2200" b="1" baseline="-25000" dirty="0">
                <a:latin typeface="楷体_GB2312" pitchFamily="49" charset="-122"/>
                <a:ea typeface="楷体_GB2312" pitchFamily="49" charset="-122"/>
              </a:rPr>
              <a:t>1</a:t>
            </a:r>
            <a:r>
              <a:rPr lang="en-US" altLang="zh-CN" sz="2200" b="1" dirty="0">
                <a:latin typeface="楷体_GB2312" pitchFamily="49" charset="-122"/>
                <a:ea typeface="楷体_GB2312" pitchFamily="49" charset="-122"/>
              </a:rPr>
              <a:t>cosΩt+b</a:t>
            </a:r>
            <a:r>
              <a:rPr lang="en-US" altLang="zh-CN" sz="2200" b="1" baseline="-25000" dirty="0">
                <a:latin typeface="楷体_GB2312" pitchFamily="49" charset="-122"/>
                <a:ea typeface="楷体_GB2312" pitchFamily="49" charset="-122"/>
              </a:rPr>
              <a:t>1</a:t>
            </a:r>
            <a:r>
              <a:rPr lang="en-US" altLang="zh-CN" sz="2200" b="1" dirty="0">
                <a:latin typeface="楷体_GB2312" pitchFamily="49" charset="-122"/>
                <a:ea typeface="楷体_GB2312" pitchFamily="49" charset="-122"/>
              </a:rPr>
              <a:t>sinΩt</a:t>
            </a:r>
            <a:r>
              <a:rPr lang="zh-CN" altLang="en-US" sz="2200" b="1" dirty="0">
                <a:latin typeface="楷体_GB2312" pitchFamily="49" charset="-122"/>
                <a:ea typeface="楷体_GB2312" pitchFamily="49" charset="-122"/>
              </a:rPr>
              <a:t>合成一个</a:t>
            </a:r>
            <a:r>
              <a:rPr lang="zh-CN" altLang="en-US" sz="2200" b="1" dirty="0">
                <a:solidFill>
                  <a:srgbClr val="6600CC"/>
                </a:solidFill>
                <a:latin typeface="楷体_GB2312" pitchFamily="49" charset="-122"/>
                <a:ea typeface="楷体_GB2312" pitchFamily="49" charset="-122"/>
              </a:rPr>
              <a:t>角频率</a:t>
            </a:r>
            <a:r>
              <a:rPr lang="zh-CN" altLang="en-US" sz="2200" b="1" dirty="0">
                <a:latin typeface="楷体_GB2312" pitchFamily="49" charset="-122"/>
                <a:ea typeface="楷体_GB2312" pitchFamily="49" charset="-122"/>
              </a:rPr>
              <a:t>为</a:t>
            </a:r>
            <a:r>
              <a:rPr lang="en-US" altLang="zh-CN" sz="2200" b="1" dirty="0">
                <a:latin typeface="楷体_GB2312" pitchFamily="49" charset="-122"/>
                <a:ea typeface="楷体_GB2312" pitchFamily="49" charset="-122"/>
              </a:rPr>
              <a:t>Ω=2π/T</a:t>
            </a:r>
            <a:r>
              <a:rPr lang="zh-CN" altLang="en-US" sz="2200" b="1" dirty="0">
                <a:latin typeface="楷体_GB2312" pitchFamily="49" charset="-122"/>
                <a:ea typeface="楷体_GB2312" pitchFamily="49" charset="-122"/>
              </a:rPr>
              <a:t>的正弦分量，称为</a:t>
            </a:r>
            <a:r>
              <a:rPr lang="zh-CN" altLang="en-US" sz="2200" b="1" dirty="0">
                <a:solidFill>
                  <a:srgbClr val="6600CC"/>
                </a:solidFill>
                <a:latin typeface="楷体_GB2312" pitchFamily="49" charset="-122"/>
                <a:ea typeface="楷体_GB2312" pitchFamily="49" charset="-122"/>
              </a:rPr>
              <a:t>基波分量</a:t>
            </a:r>
            <a:r>
              <a:rPr lang="zh-CN" altLang="en-US" sz="2200" b="1" dirty="0">
                <a:latin typeface="楷体_GB2312" pitchFamily="49" charset="-122"/>
                <a:ea typeface="楷体_GB2312" pitchFamily="49" charset="-122"/>
              </a:rPr>
              <a:t>；</a:t>
            </a:r>
            <a:endParaRPr lang="zh-CN" altLang="en-US" sz="2200" b="1" dirty="0">
              <a:latin typeface="楷体_GB2312" pitchFamily="49" charset="-122"/>
              <a:ea typeface="楷体_GB2312" pitchFamily="49" charset="-122"/>
            </a:endParaRPr>
          </a:p>
          <a:p>
            <a:pPr>
              <a:lnSpc>
                <a:spcPct val="120000"/>
              </a:lnSpc>
              <a:spcBef>
                <a:spcPct val="35000"/>
              </a:spcBef>
            </a:pPr>
            <a:r>
              <a:rPr lang="en-US" altLang="zh-CN" sz="2200" b="1" dirty="0">
                <a:latin typeface="楷体_GB2312" pitchFamily="49" charset="-122"/>
                <a:ea typeface="楷体_GB2312" pitchFamily="49" charset="-122"/>
              </a:rPr>
              <a:t>n〉1</a:t>
            </a:r>
            <a:r>
              <a:rPr lang="zh-CN" altLang="en-US" sz="2200" b="1" dirty="0">
                <a:latin typeface="楷体_GB2312" pitchFamily="49" charset="-122"/>
                <a:ea typeface="楷体_GB2312" pitchFamily="49" charset="-122"/>
              </a:rPr>
              <a:t>时，</a:t>
            </a:r>
            <a:r>
              <a:rPr lang="en-US" altLang="zh-CN" sz="2200" b="1" dirty="0" err="1">
                <a:latin typeface="楷体_GB2312" pitchFamily="49" charset="-122"/>
                <a:ea typeface="楷体_GB2312" pitchFamily="49" charset="-122"/>
              </a:rPr>
              <a:t>a</a:t>
            </a:r>
            <a:r>
              <a:rPr lang="en-US" altLang="zh-CN" sz="2200" b="1" baseline="-25000" dirty="0" err="1">
                <a:latin typeface="楷体_GB2312" pitchFamily="49" charset="-122"/>
                <a:ea typeface="楷体_GB2312" pitchFamily="49" charset="-122"/>
              </a:rPr>
              <a:t>n</a:t>
            </a:r>
            <a:r>
              <a:rPr lang="en-US" altLang="zh-CN" sz="2200" b="1" dirty="0" err="1">
                <a:latin typeface="楷体_GB2312" pitchFamily="49" charset="-122"/>
                <a:ea typeface="楷体_GB2312" pitchFamily="49" charset="-122"/>
              </a:rPr>
              <a:t>cos</a:t>
            </a:r>
            <a:r>
              <a:rPr lang="en-US" altLang="zh-CN" sz="2200" b="1" dirty="0">
                <a:latin typeface="楷体_GB2312" pitchFamily="49" charset="-122"/>
                <a:ea typeface="楷体_GB2312" pitchFamily="49" charset="-122"/>
              </a:rPr>
              <a:t>(nΩt)+</a:t>
            </a:r>
            <a:r>
              <a:rPr lang="en-US" altLang="zh-CN" sz="2200" b="1" dirty="0" err="1">
                <a:latin typeface="楷体_GB2312" pitchFamily="49" charset="-122"/>
                <a:ea typeface="楷体_GB2312" pitchFamily="49" charset="-122"/>
              </a:rPr>
              <a:t>b</a:t>
            </a:r>
            <a:r>
              <a:rPr lang="en-US" altLang="zh-CN" sz="2200" b="1" baseline="-25000" dirty="0" err="1">
                <a:latin typeface="楷体_GB2312" pitchFamily="49" charset="-122"/>
                <a:ea typeface="楷体_GB2312" pitchFamily="49" charset="-122"/>
              </a:rPr>
              <a:t>n</a:t>
            </a:r>
            <a:r>
              <a:rPr lang="en-US" altLang="zh-CN" sz="2200" b="1" dirty="0" err="1">
                <a:latin typeface="楷体_GB2312" pitchFamily="49" charset="-122"/>
                <a:ea typeface="楷体_GB2312" pitchFamily="49" charset="-122"/>
              </a:rPr>
              <a:t>sin</a:t>
            </a:r>
            <a:r>
              <a:rPr lang="en-US" altLang="zh-CN" sz="2200" b="1" dirty="0">
                <a:latin typeface="楷体_GB2312" pitchFamily="49" charset="-122"/>
                <a:ea typeface="楷体_GB2312" pitchFamily="49" charset="-122"/>
              </a:rPr>
              <a:t>(nΩt)</a:t>
            </a:r>
            <a:r>
              <a:rPr lang="zh-CN" altLang="en-US" sz="2200" b="1" dirty="0">
                <a:latin typeface="楷体_GB2312" pitchFamily="49" charset="-122"/>
                <a:ea typeface="楷体_GB2312" pitchFamily="49" charset="-122"/>
              </a:rPr>
              <a:t>合成一个角频率为</a:t>
            </a:r>
            <a:r>
              <a:rPr lang="en-US" altLang="zh-CN" sz="2200" b="1" dirty="0">
                <a:latin typeface="楷体_GB2312" pitchFamily="49" charset="-122"/>
                <a:ea typeface="楷体_GB2312" pitchFamily="49" charset="-122"/>
              </a:rPr>
              <a:t>nΩ</a:t>
            </a:r>
            <a:r>
              <a:rPr lang="zh-CN" altLang="en-US" sz="2200" b="1" dirty="0">
                <a:latin typeface="楷体_GB2312" pitchFamily="49" charset="-122"/>
                <a:ea typeface="楷体_GB2312" pitchFamily="49" charset="-122"/>
              </a:rPr>
              <a:t>的正弦分量，称为</a:t>
            </a:r>
            <a:r>
              <a:rPr lang="en-US" altLang="zh-CN" sz="2200" b="1" dirty="0">
                <a:latin typeface="楷体_GB2312" pitchFamily="49" charset="-122"/>
                <a:ea typeface="楷体_GB2312" pitchFamily="49" charset="-122"/>
              </a:rPr>
              <a:t>f(t)</a:t>
            </a:r>
            <a:r>
              <a:rPr lang="zh-CN" altLang="en-US" sz="2200" b="1" dirty="0">
                <a:latin typeface="楷体_GB2312" pitchFamily="49" charset="-122"/>
                <a:ea typeface="楷体_GB2312" pitchFamily="49" charset="-122"/>
              </a:rPr>
              <a:t>的</a:t>
            </a:r>
            <a:r>
              <a:rPr lang="en-US" altLang="zh-CN" sz="2200" b="1" dirty="0">
                <a:solidFill>
                  <a:srgbClr val="6600CC"/>
                </a:solidFill>
                <a:latin typeface="楷体_GB2312" pitchFamily="49" charset="-122"/>
                <a:ea typeface="楷体_GB2312" pitchFamily="49" charset="-122"/>
              </a:rPr>
              <a:t>n</a:t>
            </a:r>
            <a:r>
              <a:rPr lang="zh-CN" altLang="en-US" sz="2200" b="1" dirty="0">
                <a:solidFill>
                  <a:srgbClr val="6600CC"/>
                </a:solidFill>
                <a:latin typeface="楷体_GB2312" pitchFamily="49" charset="-122"/>
                <a:ea typeface="楷体_GB2312" pitchFamily="49" charset="-122"/>
              </a:rPr>
              <a:t>次谐波分量</a:t>
            </a:r>
            <a:r>
              <a:rPr lang="en-US" altLang="zh-CN" sz="2200" b="1" dirty="0">
                <a:latin typeface="楷体_GB2312" pitchFamily="49" charset="-122"/>
                <a:ea typeface="楷体_GB2312" pitchFamily="49" charset="-122"/>
              </a:rPr>
              <a:t>;</a:t>
            </a:r>
            <a:endParaRPr lang="en-US" altLang="zh-CN" sz="2200" b="1" dirty="0">
              <a:latin typeface="楷体_GB2312" pitchFamily="49" charset="-122"/>
              <a:ea typeface="楷体_GB2312" pitchFamily="49" charset="-122"/>
            </a:endParaRPr>
          </a:p>
          <a:p>
            <a:pPr>
              <a:lnSpc>
                <a:spcPct val="120000"/>
              </a:lnSpc>
              <a:spcBef>
                <a:spcPct val="35000"/>
              </a:spcBef>
            </a:pPr>
            <a:r>
              <a:rPr lang="en-US" altLang="zh-CN" sz="2200" b="1" dirty="0">
                <a:latin typeface="楷体_GB2312" pitchFamily="49" charset="-122"/>
                <a:ea typeface="楷体_GB2312" pitchFamily="49" charset="-122"/>
              </a:rPr>
              <a:t>Ω</a:t>
            </a:r>
            <a:r>
              <a:rPr lang="zh-CN" altLang="en-US" sz="2200" b="1" dirty="0">
                <a:latin typeface="楷体_GB2312" pitchFamily="49" charset="-122"/>
                <a:ea typeface="楷体_GB2312" pitchFamily="49" charset="-122"/>
              </a:rPr>
              <a:t>称为</a:t>
            </a:r>
            <a:r>
              <a:rPr lang="zh-CN" altLang="en-US" sz="2200" b="1" dirty="0">
                <a:solidFill>
                  <a:srgbClr val="6600CC"/>
                </a:solidFill>
                <a:latin typeface="楷体_GB2312" pitchFamily="49" charset="-122"/>
                <a:ea typeface="楷体_GB2312" pitchFamily="49" charset="-122"/>
              </a:rPr>
              <a:t>基波频率</a:t>
            </a:r>
            <a:r>
              <a:rPr lang="zh-CN" altLang="en-US" sz="2200" b="1" dirty="0">
                <a:latin typeface="楷体_GB2312" pitchFamily="49" charset="-122"/>
                <a:ea typeface="楷体_GB2312" pitchFamily="49" charset="-122"/>
              </a:rPr>
              <a:t>，</a:t>
            </a:r>
            <a:r>
              <a:rPr lang="en-US" altLang="zh-CN" sz="2200" b="1" dirty="0">
                <a:latin typeface="楷体_GB2312" pitchFamily="49" charset="-122"/>
                <a:ea typeface="楷体_GB2312" pitchFamily="49" charset="-122"/>
              </a:rPr>
              <a:t>nΩ</a:t>
            </a:r>
            <a:r>
              <a:rPr lang="zh-CN" altLang="en-US" sz="2200" b="1" dirty="0">
                <a:latin typeface="楷体_GB2312" pitchFamily="49" charset="-122"/>
                <a:ea typeface="楷体_GB2312" pitchFamily="49" charset="-122"/>
              </a:rPr>
              <a:t>称为</a:t>
            </a:r>
            <a:r>
              <a:rPr lang="zh-CN" altLang="en-US" sz="2200" b="1" dirty="0">
                <a:solidFill>
                  <a:srgbClr val="6600CC"/>
                </a:solidFill>
                <a:latin typeface="楷体_GB2312" pitchFamily="49" charset="-122"/>
                <a:ea typeface="楷体_GB2312" pitchFamily="49" charset="-122"/>
              </a:rPr>
              <a:t>谐波频率</a:t>
            </a:r>
            <a:r>
              <a:rPr lang="zh-CN" altLang="en-US" sz="2200" b="1" dirty="0">
                <a:latin typeface="楷体_GB2312" pitchFamily="49" charset="-122"/>
                <a:ea typeface="楷体_GB2312" pitchFamily="49" charset="-122"/>
              </a:rPr>
              <a:t>。</a:t>
            </a:r>
            <a:endParaRPr lang="zh-CN" altLang="en-US" sz="2200" b="1" dirty="0">
              <a:latin typeface="楷体_GB2312" pitchFamily="49" charset="-122"/>
              <a:ea typeface="楷体_GB2312" pitchFamily="49" charset="-122"/>
            </a:endParaRPr>
          </a:p>
        </p:txBody>
      </p:sp>
      <p:graphicFrame>
        <p:nvGraphicFramePr>
          <p:cNvPr id="51204" name="Object 4"/>
          <p:cNvGraphicFramePr>
            <a:graphicFrameLocks noGrp="1" noChangeAspect="1"/>
          </p:cNvGraphicFramePr>
          <p:nvPr>
            <p:ph sz="half" idx="4294967295"/>
          </p:nvPr>
        </p:nvGraphicFramePr>
        <p:xfrm>
          <a:off x="971550" y="620713"/>
          <a:ext cx="5184775" cy="887412"/>
        </p:xfrm>
        <a:graphic>
          <a:graphicData uri="http://schemas.openxmlformats.org/presentationml/2006/ole">
            <mc:AlternateContent xmlns:mc="http://schemas.openxmlformats.org/markup-compatibility/2006">
              <mc:Choice xmlns:v="urn:schemas-microsoft-com:vml" Requires="v">
                <p:oleObj spid="_x0000_s51275" name="公式" r:id="rId1" imgW="2527300" imgH="431800" progId="Equation.3">
                  <p:embed/>
                </p:oleObj>
              </mc:Choice>
              <mc:Fallback>
                <p:oleObj name="公式" r:id="rId1" imgW="2527300" imgH="4318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620713"/>
                        <a:ext cx="5184775" cy="88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05" name="Rectangle 5"/>
          <p:cNvSpPr>
            <a:spLocks noChangeArrowheads="1"/>
          </p:cNvSpPr>
          <p:nvPr/>
        </p:nvSpPr>
        <p:spPr bwMode="auto">
          <a:xfrm>
            <a:off x="755650" y="0"/>
            <a:ext cx="6197600"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spTree>
    <p:custDataLst>
      <p:tags r:id="rId3"/>
    </p:custDataLst>
  </p:cSld>
  <p:clrMapOvr>
    <a:masterClrMapping/>
  </p:clrMapOvr>
  <p:transition spd="slow" advTm="24337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93538">
                                            <p:txEl>
                                              <p:pRg st="1" end="1"/>
                                            </p:txEl>
                                          </p:spTgt>
                                        </p:tgtEl>
                                        <p:attrNameLst>
                                          <p:attrName>style.visibility</p:attrName>
                                        </p:attrNameLst>
                                      </p:cBhvr>
                                      <p:to>
                                        <p:strVal val="visible"/>
                                      </p:to>
                                    </p:set>
                                    <p:animEffect transition="in" filter="blinds(horizontal)">
                                      <p:cBhvr>
                                        <p:cTn id="7" dur="500"/>
                                        <p:tgtEl>
                                          <p:spTgt spid="19353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3538">
                                            <p:txEl>
                                              <p:pRg st="2" end="2"/>
                                            </p:txEl>
                                          </p:spTgt>
                                        </p:tgtEl>
                                        <p:attrNameLst>
                                          <p:attrName>style.visibility</p:attrName>
                                        </p:attrNameLst>
                                      </p:cBhvr>
                                      <p:to>
                                        <p:strVal val="visible"/>
                                      </p:to>
                                    </p:set>
                                    <p:animEffect transition="in" filter="blinds(horizontal)">
                                      <p:cBhvr>
                                        <p:cTn id="12" dur="500"/>
                                        <p:tgtEl>
                                          <p:spTgt spid="19353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3538">
                                            <p:txEl>
                                              <p:pRg st="3" end="3"/>
                                            </p:txEl>
                                          </p:spTgt>
                                        </p:tgtEl>
                                        <p:attrNameLst>
                                          <p:attrName>style.visibility</p:attrName>
                                        </p:attrNameLst>
                                      </p:cBhvr>
                                      <p:to>
                                        <p:strVal val="visible"/>
                                      </p:to>
                                    </p:set>
                                    <p:animEffect transition="in" filter="blinds(horizontal)">
                                      <p:cBhvr>
                                        <p:cTn id="17" dur="500"/>
                                        <p:tgtEl>
                                          <p:spTgt spid="19353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3538">
                                            <p:txEl>
                                              <p:pRg st="4" end="4"/>
                                            </p:txEl>
                                          </p:spTgt>
                                        </p:tgtEl>
                                        <p:attrNameLst>
                                          <p:attrName>style.visibility</p:attrName>
                                        </p:attrNameLst>
                                      </p:cBhvr>
                                      <p:to>
                                        <p:strVal val="visible"/>
                                      </p:to>
                                    </p:set>
                                    <p:animEffect transition="in" filter="blinds(horizontal)">
                                      <p:cBhvr>
                                        <p:cTn id="22" dur="500"/>
                                        <p:tgtEl>
                                          <p:spTgt spid="1935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576C491B-6791-4A54-8E83-E8D4D1B7C574}" type="datetime1">
              <a:rPr lang="zh-CN" altLang="en-US"/>
            </a:fld>
            <a:endParaRPr lang="zh-CN" altLang="en-US"/>
          </a:p>
        </p:txBody>
      </p:sp>
      <p:graphicFrame>
        <p:nvGraphicFramePr>
          <p:cNvPr id="194562" name="Object 2"/>
          <p:cNvGraphicFramePr>
            <a:graphicFrameLocks noChangeAspect="1"/>
          </p:cNvGraphicFramePr>
          <p:nvPr/>
        </p:nvGraphicFramePr>
        <p:xfrm>
          <a:off x="1116013" y="1989138"/>
          <a:ext cx="630237" cy="538162"/>
        </p:xfrm>
        <a:graphic>
          <a:graphicData uri="http://schemas.openxmlformats.org/presentationml/2006/ole">
            <mc:AlternateContent xmlns:mc="http://schemas.openxmlformats.org/markup-compatibility/2006">
              <mc:Choice xmlns:v="urn:schemas-microsoft-com:vml" Requires="v">
                <p:oleObj spid="_x0000_s52574" name="公式" r:id="rId1" imgW="304800" imgH="228600" progId="Equation.3">
                  <p:embed/>
                </p:oleObj>
              </mc:Choice>
              <mc:Fallback>
                <p:oleObj name="公式" r:id="rId1" imgW="304800" imgH="228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989138"/>
                        <a:ext cx="630237"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28" name="Object 3"/>
          <p:cNvGraphicFramePr>
            <a:graphicFrameLocks noGrp="1" noChangeAspect="1"/>
          </p:cNvGraphicFramePr>
          <p:nvPr>
            <p:ph idx="4294967295"/>
          </p:nvPr>
        </p:nvGraphicFramePr>
        <p:xfrm>
          <a:off x="1042988" y="620713"/>
          <a:ext cx="4968875" cy="849312"/>
        </p:xfrm>
        <a:graphic>
          <a:graphicData uri="http://schemas.openxmlformats.org/presentationml/2006/ole">
            <mc:AlternateContent xmlns:mc="http://schemas.openxmlformats.org/markup-compatibility/2006">
              <mc:Choice xmlns:v="urn:schemas-microsoft-com:vml" Requires="v">
                <p:oleObj spid="_x0000_s52575" name="公式" r:id="rId3" imgW="2527300" imgH="431800" progId="Equation.3">
                  <p:embed/>
                </p:oleObj>
              </mc:Choice>
              <mc:Fallback>
                <p:oleObj name="公式" r:id="rId3" imgW="2527300" imgH="431800" progId="Equation.3">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620713"/>
                        <a:ext cx="4968875" cy="84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565" name="Object 5"/>
          <p:cNvGraphicFramePr>
            <a:graphicFrameLocks noChangeAspect="1"/>
          </p:cNvGraphicFramePr>
          <p:nvPr/>
        </p:nvGraphicFramePr>
        <p:xfrm>
          <a:off x="2124075" y="3500438"/>
          <a:ext cx="6264275" cy="1519237"/>
        </p:xfrm>
        <a:graphic>
          <a:graphicData uri="http://schemas.openxmlformats.org/presentationml/2006/ole">
            <mc:AlternateContent xmlns:mc="http://schemas.openxmlformats.org/markup-compatibility/2006">
              <mc:Choice xmlns:v="urn:schemas-microsoft-com:vml" Requires="v">
                <p:oleObj spid="_x0000_s52576" name="公式" r:id="rId5" imgW="2755900" imgH="685800" progId="Equation.3">
                  <p:embed/>
                </p:oleObj>
              </mc:Choice>
              <mc:Fallback>
                <p:oleObj name="公式" r:id="rId5" imgW="2755900" imgH="685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3500438"/>
                        <a:ext cx="6264275" cy="1519237"/>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194566" name="Object 6"/>
              <p:cNvSpPr txBox="1"/>
              <p:nvPr/>
            </p:nvSpPr>
            <p:spPr bwMode="auto">
              <a:xfrm>
                <a:off x="2195513" y="1557338"/>
                <a:ext cx="5805487" cy="1439862"/>
              </a:xfrm>
              <a:prstGeom prst="rect">
                <a:avLst/>
              </a:prstGeom>
              <a:solidFill>
                <a:srgbClr val="FFFF00"/>
              </a:solidFill>
              <a:ln>
                <a:noFill/>
              </a:ln>
              <a:effectLst>
                <a:outerShdw dist="35921" dir="2700000" algn="ctr" rotWithShape="0">
                  <a:srgbClr val="808080"/>
                </a:outerShdw>
              </a:effectLst>
            </p:spPr>
            <p:txBody>
              <a:bodyPr>
                <a:normAutofit fontScale="70000" lnSpcReduction="20000"/>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e>
                          </m:nary>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num>
                        <m:den>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sup>
                            <m:e>
                              <m:func>
                                <m:funcPr>
                                  <m:ctrlPr>
                                    <a:rPr lang="zh-CN" altLang="en-US" i="1">
                                      <a:solidFill>
                                        <a:srgbClr val="000000"/>
                                      </a:solidFill>
                                      <a:latin typeface="Cambria Math" panose="02040503050406030204" pitchFamily="18" charset="0"/>
                                    </a:rPr>
                                  </m:ctrlPr>
                                </m:funcPr>
                                <m:fName>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cos</m:t>
                                      </m:r>
                                    </m:e>
                                    <m:sup>
                                      <m:r>
                                        <a:rPr lang="zh-CN" altLang="en-US" i="1">
                                          <a:solidFill>
                                            <a:srgbClr val="000000"/>
                                          </a:solidFill>
                                          <a:latin typeface="Cambria Math" panose="02040503050406030204" pitchFamily="18" charset="0"/>
                                        </a:rPr>
                                        <m:t>2</m:t>
                                      </m:r>
                                    </m:sup>
                                  </m:sSup>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e>
                          </m:nary>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𝑇</m:t>
                          </m:r>
                        </m:den>
                      </m:f>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e>
                      </m:nary>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𝑑𝑡</m:t>
                      </m:r>
                    </m:oMath>
                  </m:oMathPara>
                </a14:m>
                <a:endParaRPr lang="zh-CN" altLang="en-US" dirty="0"/>
              </a:p>
            </p:txBody>
          </p:sp>
        </mc:Choice>
        <mc:Fallback>
          <p:sp>
            <p:nvSpPr>
              <p:cNvPr id="194566" name="Object 6"/>
              <p:cNvSpPr txBox="1">
                <a:spLocks noRot="1" noChangeAspect="1" noMove="1" noResize="1" noEditPoints="1" noAdjustHandles="1" noChangeArrowheads="1" noChangeShapeType="1" noTextEdit="1"/>
              </p:cNvSpPr>
              <p:nvPr/>
            </p:nvSpPr>
            <p:spPr bwMode="auto">
              <a:xfrm>
                <a:off x="2195513" y="1557338"/>
                <a:ext cx="5805487" cy="1439862"/>
              </a:xfrm>
              <a:prstGeom prst="rect">
                <a:avLst/>
              </a:prstGeom>
              <a:blipFill rotWithShape="1">
                <a:blip r:embed="rId7"/>
                <a:stretch>
                  <a:fillRect l="-5" t="-4035" r="-427" b="-1720"/>
                </a:stretch>
              </a:blipFill>
              <a:ln>
                <a:noFill/>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4567" name="Object 7"/>
              <p:cNvSpPr txBox="1"/>
              <p:nvPr/>
            </p:nvSpPr>
            <p:spPr bwMode="auto">
              <a:xfrm>
                <a:off x="1116013" y="5131924"/>
                <a:ext cx="5351605" cy="1247975"/>
              </a:xfrm>
              <a:prstGeom prst="rect">
                <a:avLst/>
              </a:prstGeom>
              <a:noFill/>
              <a:ln w="38100">
                <a:solidFill>
                  <a:srgbClr val="FF0000"/>
                </a:solidFill>
                <a:miter lim="800000"/>
              </a:ln>
              <a:effectLst/>
            </p:spPr>
            <p:txBody>
              <a:bodyPr>
                <a:normAutofit fontScale="85000" lnSpcReduction="10000"/>
              </a:bodyPr>
              <a:lstStyle/>
              <a:p>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sup>
                            <m:e>
                              <m:r>
                                <a:rPr lang="zh-CN" altLang="en-US" i="1">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m:rPr>
                                  <m:sty m:val="p"/>
                                </m:rPr>
                                <a:rPr lang="en-US" altLang="zh-CN" i="1">
                                  <a:solidFill>
                                    <a:srgbClr val="000000"/>
                                  </a:solidFill>
                                  <a:latin typeface="Cambria Math" panose="02040503050406030204" pitchFamily="18" charset="0"/>
                                </a:rPr>
                                <m:t>x</m:t>
                              </m:r>
                              <m:r>
                                <a:rPr lang="en-US" altLang="zh-CN" b="0" i="1" smtClean="0">
                                  <a:solidFill>
                                    <a:srgbClr val="000000"/>
                                  </a:solidFill>
                                  <a:latin typeface="Cambria Math" panose="02040503050406030204" pitchFamily="18" charset="0"/>
                                </a:rPr>
                                <m:t>1</m:t>
                              </m:r>
                            </m:e>
                          </m:nary>
                          <m:r>
                            <a:rPr lang="zh-CN" altLang="en-US" i="1">
                              <a:solidFill>
                                <a:srgbClr val="000000"/>
                              </a:solidFill>
                              <a:latin typeface="Cambria Math" panose="02040503050406030204" pitchFamily="18" charset="0"/>
                            </a:rPr>
                            <m:t>𝑑𝑡</m:t>
                          </m:r>
                        </m:num>
                        <m:den>
                          <m:nary>
                            <m:naryPr>
                              <m:ctrlPr>
                                <a:rPr lang="zh-CN" altLang="en-US" i="1" smtClean="0">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sup>
                            <m:e>
                              <m:r>
                                <a:rPr lang="en-US" altLang="zh-CN" b="0" i="1" smtClean="0">
                                  <a:solidFill>
                                    <a:srgbClr val="000000"/>
                                  </a:solidFill>
                                  <a:latin typeface="Cambria Math" panose="02040503050406030204" pitchFamily="18" charset="0"/>
                                </a:rPr>
                                <m:t>1</m:t>
                              </m:r>
                            </m:e>
                          </m:nary>
                          <m:r>
                            <a:rPr lang="zh-CN" altLang="en-US" i="1">
                              <a:solidFill>
                                <a:srgbClr val="000000"/>
                              </a:solidFill>
                              <a:latin typeface="Cambria Math" panose="02040503050406030204" pitchFamily="18" charset="0"/>
                            </a:rPr>
                            <m:t>𝑑𝑡</m:t>
                          </m:r>
                        </m:den>
                      </m:f>
                      <m:r>
                        <a:rPr lang="en-US" altLang="zh-CN" b="0"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en-US" altLang="zh-CN" b="0" i="1" smtClean="0">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𝑇</m:t>
                          </m:r>
                        </m:den>
                      </m:f>
                      <m:nary>
                        <m:naryPr>
                          <m:ctrlPr>
                            <a:rPr lang="zh-CN" altLang="en-US" i="1">
                              <a:solidFill>
                                <a:srgbClr val="000000"/>
                              </a:solidFill>
                              <a:latin typeface="Cambria Math" panose="02040503050406030204" pitchFamily="18" charset="0"/>
                            </a:rPr>
                          </m:ctrlPr>
                        </m:naryPr>
                        <m: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sub>
                        <m:sup>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𝑡</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𝑇</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𝑑𝑡</m:t>
                      </m:r>
                    </m:oMath>
                  </m:oMathPara>
                </a14:m>
                <a:endParaRPr lang="zh-CN" altLang="en-US" dirty="0"/>
              </a:p>
            </p:txBody>
          </p:sp>
        </mc:Choice>
        <mc:Fallback>
          <p:sp>
            <p:nvSpPr>
              <p:cNvPr id="194567" name="Object 7"/>
              <p:cNvSpPr txBox="1">
                <a:spLocks noRot="1" noChangeAspect="1" noMove="1" noResize="1" noEditPoints="1" noAdjustHandles="1" noChangeArrowheads="1" noChangeShapeType="1" noTextEdit="1"/>
              </p:cNvSpPr>
              <p:nvPr/>
            </p:nvSpPr>
            <p:spPr bwMode="auto">
              <a:xfrm>
                <a:off x="1116013" y="5131924"/>
                <a:ext cx="5351605" cy="1247975"/>
              </a:xfrm>
              <a:prstGeom prst="rect">
                <a:avLst/>
              </a:prstGeom>
              <a:blipFill rotWithShape="1">
                <a:blip r:embed="rId8"/>
                <a:stretch>
                  <a:fillRect l="-362" t="-1566" r="-353" b="-1522"/>
                </a:stretch>
              </a:blipFill>
              <a:ln w="38100">
                <a:solidFill>
                  <a:srgbClr val="FF0000"/>
                </a:solidFill>
                <a:miter lim="800000"/>
              </a:ln>
              <a:effectLst/>
            </p:spPr>
            <p:txBody>
              <a:bodyPr/>
              <a:lstStyle/>
              <a:p>
                <a:r>
                  <a:rPr lang="zh-CN" altLang="en-US">
                    <a:noFill/>
                  </a:rPr>
                  <a:t> </a:t>
                </a:r>
              </a:p>
            </p:txBody>
          </p:sp>
        </mc:Fallback>
      </mc:AlternateContent>
      <p:graphicFrame>
        <p:nvGraphicFramePr>
          <p:cNvPr id="194568" name="Object 8"/>
          <p:cNvGraphicFramePr>
            <a:graphicFrameLocks noChangeAspect="1"/>
          </p:cNvGraphicFramePr>
          <p:nvPr/>
        </p:nvGraphicFramePr>
        <p:xfrm>
          <a:off x="1116013" y="4005263"/>
          <a:ext cx="776287" cy="592137"/>
        </p:xfrm>
        <a:graphic>
          <a:graphicData uri="http://schemas.openxmlformats.org/presentationml/2006/ole">
            <mc:AlternateContent xmlns:mc="http://schemas.openxmlformats.org/markup-compatibility/2006">
              <mc:Choice xmlns:v="urn:schemas-microsoft-com:vml" Requires="v">
                <p:oleObj spid="_x0000_s52577" name="公式" r:id="rId9" imgW="292100" imgH="228600" progId="Equation.3">
                  <p:embed/>
                </p:oleObj>
              </mc:Choice>
              <mc:Fallback>
                <p:oleObj name="公式" r:id="rId9" imgW="292100" imgH="2286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4005263"/>
                        <a:ext cx="776287" cy="59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33" name="Rectangle 9"/>
          <p:cNvSpPr>
            <a:spLocks noChangeArrowheads="1"/>
          </p:cNvSpPr>
          <p:nvPr/>
        </p:nvSpPr>
        <p:spPr bwMode="auto">
          <a:xfrm>
            <a:off x="755650" y="0"/>
            <a:ext cx="6197600"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spTree>
    <p:custDataLst>
      <p:tags r:id="rId11"/>
    </p:custDataLst>
  </p:cSld>
  <p:clrMapOvr>
    <a:masterClrMapping/>
  </p:clrMapOvr>
  <p:transition spd="slow" advTm="4211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94562"/>
                                        </p:tgtEl>
                                        <p:attrNameLst>
                                          <p:attrName>style.visibility</p:attrName>
                                        </p:attrNameLst>
                                      </p:cBhvr>
                                      <p:to>
                                        <p:strVal val="visible"/>
                                      </p:to>
                                    </p:set>
                                    <p:anim calcmode="lin" valueType="num">
                                      <p:cBhvr>
                                        <p:cTn id="7" dur="1000" fill="hold"/>
                                        <p:tgtEl>
                                          <p:spTgt spid="194562"/>
                                        </p:tgtEl>
                                        <p:attrNameLst>
                                          <p:attrName>ppt_w</p:attrName>
                                        </p:attrNameLst>
                                      </p:cBhvr>
                                      <p:tavLst>
                                        <p:tav tm="0">
                                          <p:val>
                                            <p:strVal val="#ppt_w*0.70"/>
                                          </p:val>
                                        </p:tav>
                                        <p:tav tm="100000">
                                          <p:val>
                                            <p:strVal val="#ppt_w"/>
                                          </p:val>
                                        </p:tav>
                                      </p:tavLst>
                                    </p:anim>
                                    <p:anim calcmode="lin" valueType="num">
                                      <p:cBhvr>
                                        <p:cTn id="8" dur="1000" fill="hold"/>
                                        <p:tgtEl>
                                          <p:spTgt spid="194562"/>
                                        </p:tgtEl>
                                        <p:attrNameLst>
                                          <p:attrName>ppt_h</p:attrName>
                                        </p:attrNameLst>
                                      </p:cBhvr>
                                      <p:tavLst>
                                        <p:tav tm="0">
                                          <p:val>
                                            <p:strVal val="#ppt_h"/>
                                          </p:val>
                                        </p:tav>
                                        <p:tav tm="100000">
                                          <p:val>
                                            <p:strVal val="#ppt_h"/>
                                          </p:val>
                                        </p:tav>
                                      </p:tavLst>
                                    </p:anim>
                                    <p:animEffect transition="in" filter="fade">
                                      <p:cBhvr>
                                        <p:cTn id="9" dur="1000"/>
                                        <p:tgtEl>
                                          <p:spTgt spid="19456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9456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194568"/>
                                        </p:tgtEl>
                                        <p:attrNameLst>
                                          <p:attrName>style.visibility</p:attrName>
                                        </p:attrNameLst>
                                      </p:cBhvr>
                                      <p:to>
                                        <p:strVal val="visible"/>
                                      </p:to>
                                    </p:set>
                                    <p:anim calcmode="lin" valueType="num">
                                      <p:cBhvr>
                                        <p:cTn id="18" dur="1000" fill="hold"/>
                                        <p:tgtEl>
                                          <p:spTgt spid="194568"/>
                                        </p:tgtEl>
                                        <p:attrNameLst>
                                          <p:attrName>ppt_w</p:attrName>
                                        </p:attrNameLst>
                                      </p:cBhvr>
                                      <p:tavLst>
                                        <p:tav tm="0">
                                          <p:val>
                                            <p:strVal val="#ppt_w*0.70"/>
                                          </p:val>
                                        </p:tav>
                                        <p:tav tm="100000">
                                          <p:val>
                                            <p:strVal val="#ppt_w"/>
                                          </p:val>
                                        </p:tav>
                                      </p:tavLst>
                                    </p:anim>
                                    <p:anim calcmode="lin" valueType="num">
                                      <p:cBhvr>
                                        <p:cTn id="19" dur="1000" fill="hold"/>
                                        <p:tgtEl>
                                          <p:spTgt spid="194568"/>
                                        </p:tgtEl>
                                        <p:attrNameLst>
                                          <p:attrName>ppt_h</p:attrName>
                                        </p:attrNameLst>
                                      </p:cBhvr>
                                      <p:tavLst>
                                        <p:tav tm="0">
                                          <p:val>
                                            <p:strVal val="#ppt_h"/>
                                          </p:val>
                                        </p:tav>
                                        <p:tav tm="100000">
                                          <p:val>
                                            <p:strVal val="#ppt_h"/>
                                          </p:val>
                                        </p:tav>
                                      </p:tavLst>
                                    </p:anim>
                                    <p:animEffect transition="in" filter="fade">
                                      <p:cBhvr>
                                        <p:cTn id="20" dur="1000"/>
                                        <p:tgtEl>
                                          <p:spTgt spid="194568"/>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94565"/>
                                        </p:tgtEl>
                                        <p:attrNameLst>
                                          <p:attrName>style.visibility</p:attrName>
                                        </p:attrNameLst>
                                      </p:cBhvr>
                                      <p:to>
                                        <p:strVal val="visible"/>
                                      </p:to>
                                    </p:set>
                                    <p:anim calcmode="lin" valueType="num">
                                      <p:cBhvr>
                                        <p:cTn id="25" dur="1000" fill="hold"/>
                                        <p:tgtEl>
                                          <p:spTgt spid="194565"/>
                                        </p:tgtEl>
                                        <p:attrNameLst>
                                          <p:attrName>ppt_w</p:attrName>
                                        </p:attrNameLst>
                                      </p:cBhvr>
                                      <p:tavLst>
                                        <p:tav tm="0">
                                          <p:val>
                                            <p:strVal val="#ppt_w*0.70"/>
                                          </p:val>
                                        </p:tav>
                                        <p:tav tm="100000">
                                          <p:val>
                                            <p:strVal val="#ppt_w"/>
                                          </p:val>
                                        </p:tav>
                                      </p:tavLst>
                                    </p:anim>
                                    <p:anim calcmode="lin" valueType="num">
                                      <p:cBhvr>
                                        <p:cTn id="26" dur="1000" fill="hold"/>
                                        <p:tgtEl>
                                          <p:spTgt spid="194565"/>
                                        </p:tgtEl>
                                        <p:attrNameLst>
                                          <p:attrName>ppt_h</p:attrName>
                                        </p:attrNameLst>
                                      </p:cBhvr>
                                      <p:tavLst>
                                        <p:tav tm="0">
                                          <p:val>
                                            <p:strVal val="#ppt_h"/>
                                          </p:val>
                                        </p:tav>
                                        <p:tav tm="100000">
                                          <p:val>
                                            <p:strVal val="#ppt_h"/>
                                          </p:val>
                                        </p:tav>
                                      </p:tavLst>
                                    </p:anim>
                                    <p:animEffect transition="in" filter="fade">
                                      <p:cBhvr>
                                        <p:cTn id="27" dur="1000"/>
                                        <p:tgtEl>
                                          <p:spTgt spid="19456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94567"/>
                                        </p:tgtEl>
                                        <p:attrNameLst>
                                          <p:attrName>style.visibility</p:attrName>
                                        </p:attrNameLst>
                                      </p:cBhvr>
                                      <p:to>
                                        <p:strVal val="visible"/>
                                      </p:to>
                                    </p:set>
                                    <p:anim calcmode="lin" valueType="num">
                                      <p:cBhvr additive="base">
                                        <p:cTn id="32" dur="500" fill="hold"/>
                                        <p:tgtEl>
                                          <p:spTgt spid="194567"/>
                                        </p:tgtEl>
                                        <p:attrNameLst>
                                          <p:attrName>ppt_x</p:attrName>
                                        </p:attrNameLst>
                                      </p:cBhvr>
                                      <p:tavLst>
                                        <p:tav tm="0">
                                          <p:val>
                                            <p:strVal val="#ppt_x"/>
                                          </p:val>
                                        </p:tav>
                                        <p:tav tm="100000">
                                          <p:val>
                                            <p:strVal val="#ppt_x"/>
                                          </p:val>
                                        </p:tav>
                                      </p:tavLst>
                                    </p:anim>
                                    <p:anim calcmode="lin" valueType="num">
                                      <p:cBhvr additive="base">
                                        <p:cTn id="33" dur="500" fill="hold"/>
                                        <p:tgtEl>
                                          <p:spTgt spid="1945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6" grpId="0" animBg="1"/>
      <p:bldP spid="19456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B4129D01-27B2-4C5A-A9A7-2B739EFEB204}" type="datetime1">
              <a:rPr lang="zh-CN" altLang="en-US" smtClean="0"/>
            </a:fld>
            <a:endParaRPr lang="zh-CN" altLang="en-US" dirty="0"/>
          </a:p>
        </p:txBody>
      </p:sp>
      <mc:AlternateContent xmlns:mc="http://schemas.openxmlformats.org/markup-compatibility/2006">
        <mc:Choice xmlns:a14="http://schemas.microsoft.com/office/drawing/2010/main" Requires="a14">
          <p:sp>
            <p:nvSpPr>
              <p:cNvPr id="195586" name="Object 2"/>
              <p:cNvSpPr txBox="1"/>
              <p:nvPr/>
            </p:nvSpPr>
            <p:spPr bwMode="auto">
              <a:xfrm>
                <a:off x="596825" y="743274"/>
                <a:ext cx="9018064" cy="578893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与</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合并为一正弦分量得：</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A</m:t>
                          </m:r>
                        </m:e>
                        <m:sub>
                          <m:r>
                            <a:rPr lang="zh-CN" altLang="en-US" i="1">
                              <a:solidFill>
                                <a:srgbClr val="000000"/>
                              </a:solidFill>
                              <a:latin typeface="Cambria Math" panose="02040503050406030204" pitchFamily="18" charset="0"/>
                            </a:rPr>
                            <m:t>𝑛</m:t>
                          </m:r>
                        </m:sub>
                      </m:sSub>
                      <m:r>
                        <m:rPr>
                          <m:nor/>
                        </m:rPr>
                        <a:rPr lang="zh-CN" altLang="en-US" i="0">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𝜙</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则函数的三角傅立叶表达式变为：</m:t>
                      </m:r>
                    </m:oMath>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r>
                        <a:rPr lang="zh-CN" altLang="en-US" i="1">
                          <a:solidFill>
                            <a:srgbClr val="000000"/>
                          </a:solidFill>
                          <a:latin typeface="Cambria Math" panose="02040503050406030204" pitchFamily="18" charset="0"/>
                        </a:rPr>
                        <m:t>]</m:t>
                      </m:r>
                    </m:oMath>
                    <m:oMath xmlns:m="http://schemas.openxmlformats.org/officeDocument/2006/math">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0</m:t>
                              </m:r>
                            </m:sub>
                          </m:sSub>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A</m:t>
                              </m:r>
                            </m:e>
                            <m:sub>
                              <m:r>
                                <a:rPr lang="zh-CN" altLang="en-US" i="1">
                                  <a:solidFill>
                                    <a:srgbClr val="000000"/>
                                  </a:solidFill>
                                  <a:latin typeface="Cambria Math" panose="02040503050406030204" pitchFamily="18" charset="0"/>
                                </a:rPr>
                                <m:t>𝑛</m:t>
                              </m:r>
                            </m:sub>
                          </m:sSub>
                          <m:r>
                            <m:rPr>
                              <m:nor/>
                            </m:rPr>
                            <a:rPr lang="zh-CN" altLang="en-US" i="0">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m:rPr>
                              <m:sty m:val="p"/>
                            </m:rPr>
                            <a:rPr lang="zh-CN" altLang="en-US" i="1">
                              <a:solidFill>
                                <a:srgbClr val="000000"/>
                              </a:solidFill>
                              <a:latin typeface="Cambria Math" panose="02040503050406030204" pitchFamily="18" charset="0"/>
                            </a:rPr>
                            <m:t>Ω</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𝜙</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e>
                      </m:nary>
                    </m:oMath>
                    <m:oMath xmlns:m="http://schemas.openxmlformats.org/officeDocument/2006/math">
                      <m:r>
                        <a:rPr lang="zh-CN" altLang="en-US" i="1">
                          <a:solidFill>
                            <a:srgbClr val="000000"/>
                          </a:solidFill>
                          <a:latin typeface="Cambria Math" panose="02040503050406030204" pitchFamily="18" charset="0"/>
                        </a:rPr>
                        <m:t>其中：振幅</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A</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e>
                            <m:sup>
                              <m:r>
                                <a:rPr lang="zh-CN" altLang="en-US" i="0">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e>
                            <m:sup>
                              <m:r>
                                <a:rPr lang="zh-CN" altLang="en-US" i="0">
                                  <a:solidFill>
                                    <a:srgbClr val="000000"/>
                                  </a:solidFill>
                                  <a:latin typeface="Cambria Math" panose="02040503050406030204" pitchFamily="18" charset="0"/>
                                </a:rPr>
                                <m:t>2</m:t>
                              </m:r>
                            </m:sup>
                          </m:sSup>
                        </m:e>
                      </m:rad>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相位</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𝜙</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arctan</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sub>
                          </m:sSub>
                        </m:den>
                      </m:f>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195586" name="Object 2"/>
              <p:cNvSpPr txBox="1">
                <a:spLocks noRot="1" noChangeAspect="1" noMove="1" noResize="1" noEditPoints="1" noAdjustHandles="1" noChangeArrowheads="1" noChangeShapeType="1" noTextEdit="1"/>
              </p:cNvSpPr>
              <p:nvPr/>
            </p:nvSpPr>
            <p:spPr bwMode="auto">
              <a:xfrm>
                <a:off x="596825" y="743274"/>
                <a:ext cx="9018064" cy="5788938"/>
              </a:xfrm>
              <a:prstGeom prst="rect">
                <a:avLst/>
              </a:prstGeom>
              <a:blipFill rotWithShape="1">
                <a:blip r:embed="rId1"/>
                <a:stretch>
                  <a:fillRect l="-6" t="-6" r="4" b="10"/>
                </a:stretch>
              </a:blipFill>
              <a:ln>
                <a:noFill/>
              </a:ln>
              <a:effectLst/>
            </p:spPr>
            <p:txBody>
              <a:bodyPr/>
              <a:lstStyle/>
              <a:p>
                <a:r>
                  <a:rPr lang="zh-CN" altLang="en-US">
                    <a:noFill/>
                  </a:rPr>
                  <a:t> </a:t>
                </a:r>
              </a:p>
            </p:txBody>
          </p:sp>
        </mc:Fallback>
      </mc:AlternateContent>
      <p:sp>
        <p:nvSpPr>
          <p:cNvPr id="53252" name="Rectangle 3"/>
          <p:cNvSpPr>
            <a:spLocks noChangeArrowheads="1"/>
          </p:cNvSpPr>
          <p:nvPr/>
        </p:nvSpPr>
        <p:spPr bwMode="auto">
          <a:xfrm>
            <a:off x="755650" y="0"/>
            <a:ext cx="4462463"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a:solidFill>
                  <a:schemeClr val="tx2"/>
                </a:solidFill>
                <a:ea typeface="宋体" panose="02010600030101010101" pitchFamily="2" charset="-122"/>
              </a:rPr>
              <a:t>§3.3 </a:t>
            </a:r>
            <a:r>
              <a:rPr lang="zh-CN" altLang="en-US" sz="1900">
                <a:solidFill>
                  <a:schemeClr val="tx2"/>
                </a:solidFill>
                <a:ea typeface="宋体" panose="02010600030101010101" pitchFamily="2" charset="-122"/>
              </a:rPr>
              <a:t>信号表示为傅立叶级数</a:t>
            </a:r>
            <a:endParaRPr lang="zh-CN" altLang="en-US" sz="1900">
              <a:solidFill>
                <a:schemeClr val="tx2"/>
              </a:solidFill>
              <a:ea typeface="宋体" panose="02010600030101010101" pitchFamily="2" charset="-122"/>
            </a:endParaRPr>
          </a:p>
        </p:txBody>
      </p:sp>
      <p:graphicFrame>
        <p:nvGraphicFramePr>
          <p:cNvPr id="195588" name="Object 4"/>
          <p:cNvGraphicFramePr>
            <a:graphicFrameLocks noChangeAspect="1"/>
          </p:cNvGraphicFramePr>
          <p:nvPr/>
        </p:nvGraphicFramePr>
        <p:xfrm>
          <a:off x="5441156" y="4588274"/>
          <a:ext cx="3024187" cy="1474788"/>
        </p:xfrm>
        <a:graphic>
          <a:graphicData uri="http://schemas.openxmlformats.org/presentationml/2006/ole">
            <mc:AlternateContent xmlns:mc="http://schemas.openxmlformats.org/markup-compatibility/2006">
              <mc:Choice xmlns:v="urn:schemas-microsoft-com:vml" Requires="v">
                <p:oleObj spid="_x0000_s53363" name="公式" r:id="rId2" imgW="876300" imgH="457200" progId="Equation.3">
                  <p:embed/>
                </p:oleObj>
              </mc:Choice>
              <mc:Fallback>
                <p:oleObj name="公式" r:id="rId2" imgW="876300" imgH="457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1156" y="4588274"/>
                        <a:ext cx="3024187" cy="1474788"/>
                      </a:xfrm>
                      <a:prstGeom prst="rect">
                        <a:avLst/>
                      </a:prstGeom>
                      <a:solidFill>
                        <a:schemeClr val="bg1"/>
                      </a:solidFill>
                      <a:ln w="9525">
                        <a:solidFill>
                          <a:srgbClr val="FF0000"/>
                        </a:solidFill>
                        <a:miter lim="800000"/>
                        <a:headEnd/>
                        <a:tailEnd/>
                      </a:ln>
                      <a:effectLst>
                        <a:outerShdw dist="35921" dir="2700000" algn="ctr" rotWithShape="0">
                          <a:srgbClr val="808080"/>
                        </a:outerShdw>
                      </a:effectLst>
                    </p:spPr>
                  </p:pic>
                </p:oleObj>
              </mc:Fallback>
            </mc:AlternateContent>
          </a:graphicData>
        </a:graphic>
      </p:graphicFrame>
      <p:sp>
        <p:nvSpPr>
          <p:cNvPr id="53254" name="Rectangle 5"/>
          <p:cNvSpPr>
            <a:spLocks noChangeArrowheads="1"/>
          </p:cNvSpPr>
          <p:nvPr/>
        </p:nvSpPr>
        <p:spPr bwMode="auto">
          <a:xfrm>
            <a:off x="755650" y="0"/>
            <a:ext cx="6197600"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spTree>
  </p:cSld>
  <p:clrMapOvr>
    <a:masterClrMapping/>
  </p:clrMapOvr>
  <p:transition spd="slow" advTm="19878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95588"/>
                                        </p:tgtEl>
                                        <p:attrNameLst>
                                          <p:attrName>style.visibility</p:attrName>
                                        </p:attrNameLst>
                                      </p:cBhvr>
                                      <p:to>
                                        <p:strVal val="visible"/>
                                      </p:to>
                                    </p:set>
                                    <p:anim calcmode="lin" valueType="num">
                                      <p:cBhvr>
                                        <p:cTn id="7" dur="1000" fill="hold"/>
                                        <p:tgtEl>
                                          <p:spTgt spid="195588"/>
                                        </p:tgtEl>
                                        <p:attrNameLst>
                                          <p:attrName>ppt_w</p:attrName>
                                        </p:attrNameLst>
                                      </p:cBhvr>
                                      <p:tavLst>
                                        <p:tav tm="0">
                                          <p:val>
                                            <p:strVal val="#ppt_w*0.70"/>
                                          </p:val>
                                        </p:tav>
                                        <p:tav tm="100000">
                                          <p:val>
                                            <p:strVal val="#ppt_w"/>
                                          </p:val>
                                        </p:tav>
                                      </p:tavLst>
                                    </p:anim>
                                    <p:anim calcmode="lin" valueType="num">
                                      <p:cBhvr>
                                        <p:cTn id="8" dur="1000" fill="hold"/>
                                        <p:tgtEl>
                                          <p:spTgt spid="195588"/>
                                        </p:tgtEl>
                                        <p:attrNameLst>
                                          <p:attrName>ppt_h</p:attrName>
                                        </p:attrNameLst>
                                      </p:cBhvr>
                                      <p:tavLst>
                                        <p:tav tm="0">
                                          <p:val>
                                            <p:strVal val="#ppt_h"/>
                                          </p:val>
                                        </p:tav>
                                        <p:tav tm="100000">
                                          <p:val>
                                            <p:strVal val="#ppt_h"/>
                                          </p:val>
                                        </p:tav>
                                      </p:tavLst>
                                    </p:anim>
                                    <p:animEffect transition="in" filter="fade">
                                      <p:cBhvr>
                                        <p:cTn id="9" dur="1000"/>
                                        <p:tgtEl>
                                          <p:spTgt spid="195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424C6CCB-923A-42F5-AF8B-100E0D8FA14C}" type="datetime1">
              <a:rPr lang="zh-CN" altLang="en-US"/>
            </a:fld>
            <a:endParaRPr lang="zh-CN" altLang="en-US"/>
          </a:p>
        </p:txBody>
      </p:sp>
      <p:sp>
        <p:nvSpPr>
          <p:cNvPr id="54275" name="Rectangle 2"/>
          <p:cNvSpPr>
            <a:spLocks noChangeArrowheads="1"/>
          </p:cNvSpPr>
          <p:nvPr/>
        </p:nvSpPr>
        <p:spPr bwMode="auto">
          <a:xfrm>
            <a:off x="755650" y="0"/>
            <a:ext cx="4462463"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a:solidFill>
                  <a:schemeClr val="tx2"/>
                </a:solidFill>
                <a:ea typeface="宋体" panose="02010600030101010101" pitchFamily="2" charset="-122"/>
              </a:rPr>
              <a:t>§3.3 </a:t>
            </a:r>
            <a:r>
              <a:rPr lang="zh-CN" altLang="en-US" sz="1900">
                <a:solidFill>
                  <a:schemeClr val="tx2"/>
                </a:solidFill>
                <a:ea typeface="宋体" panose="02010600030101010101" pitchFamily="2" charset="-122"/>
              </a:rPr>
              <a:t>信号表示为傅立叶级数</a:t>
            </a:r>
            <a:endParaRPr lang="zh-CN" altLang="en-US" sz="1900">
              <a:solidFill>
                <a:schemeClr val="tx2"/>
              </a:solidFill>
              <a:ea typeface="宋体" panose="02010600030101010101" pitchFamily="2" charset="-122"/>
            </a:endParaRPr>
          </a:p>
        </p:txBody>
      </p:sp>
      <p:graphicFrame>
        <p:nvGraphicFramePr>
          <p:cNvPr id="54276" name="Object 3"/>
          <p:cNvGraphicFramePr>
            <a:graphicFrameLocks noChangeAspect="1"/>
          </p:cNvGraphicFramePr>
          <p:nvPr/>
        </p:nvGraphicFramePr>
        <p:xfrm>
          <a:off x="4800600" y="2960688"/>
          <a:ext cx="3781425" cy="871537"/>
        </p:xfrm>
        <a:graphic>
          <a:graphicData uri="http://schemas.openxmlformats.org/presentationml/2006/ole">
            <mc:AlternateContent xmlns:mc="http://schemas.openxmlformats.org/markup-compatibility/2006">
              <mc:Choice xmlns:v="urn:schemas-microsoft-com:vml" Requires="v">
                <p:oleObj spid="_x0000_s54671" name="公式" r:id="rId1" imgW="1663700" imgH="393700" progId="Equation.3">
                  <p:embed/>
                </p:oleObj>
              </mc:Choice>
              <mc:Fallback>
                <p:oleObj name="公式" r:id="rId1" imgW="1663700" imgH="39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2960688"/>
                        <a:ext cx="3781425" cy="871537"/>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4277" name="Object 4"/>
          <p:cNvGraphicFramePr>
            <a:graphicFrameLocks noChangeAspect="1"/>
          </p:cNvGraphicFramePr>
          <p:nvPr/>
        </p:nvGraphicFramePr>
        <p:xfrm>
          <a:off x="898525" y="3013075"/>
          <a:ext cx="3519488" cy="827088"/>
        </p:xfrm>
        <a:graphic>
          <a:graphicData uri="http://schemas.openxmlformats.org/presentationml/2006/ole">
            <mc:AlternateContent xmlns:mc="http://schemas.openxmlformats.org/markup-compatibility/2006">
              <mc:Choice xmlns:v="urn:schemas-microsoft-com:vml" Requires="v">
                <p:oleObj spid="_x0000_s54672" name="公式" r:id="rId3" imgW="1701800" imgH="393700" progId="Equation.3">
                  <p:embed/>
                </p:oleObj>
              </mc:Choice>
              <mc:Fallback>
                <p:oleObj name="公式" r:id="rId3" imgW="17018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525" y="3013075"/>
                        <a:ext cx="3519488" cy="827088"/>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6613" name="Object 5"/>
          <p:cNvGraphicFramePr>
            <a:graphicFrameLocks noGrp="1" noChangeAspect="1"/>
          </p:cNvGraphicFramePr>
          <p:nvPr>
            <p:ph sz="half" idx="4294967295"/>
          </p:nvPr>
        </p:nvGraphicFramePr>
        <p:xfrm>
          <a:off x="1733550" y="5313363"/>
          <a:ext cx="4608513" cy="1042987"/>
        </p:xfrm>
        <a:graphic>
          <a:graphicData uri="http://schemas.openxmlformats.org/presentationml/2006/ole">
            <mc:AlternateContent xmlns:mc="http://schemas.openxmlformats.org/markup-compatibility/2006">
              <mc:Choice xmlns:v="urn:schemas-microsoft-com:vml" Requires="v">
                <p:oleObj spid="_x0000_s54673" name="公式" r:id="rId5" imgW="2019300" imgH="457200" progId="Equation.3">
                  <p:embed/>
                </p:oleObj>
              </mc:Choice>
              <mc:Fallback>
                <p:oleObj name="公式" r:id="rId5" imgW="2019300" imgH="457200" progId="Equation.3">
                  <p:embed/>
                  <p:pic>
                    <p:nvPicPr>
                      <p:cNvPr id="0"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3550" y="5313363"/>
                        <a:ext cx="4608513" cy="1042987"/>
                      </a:xfrm>
                      <a:prstGeom prst="rect">
                        <a:avLst/>
                      </a:prstGeom>
                      <a:noFill/>
                      <a:ln w="571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79" name="Object 6"/>
          <p:cNvGraphicFramePr>
            <a:graphicFrameLocks noGrp="1" noChangeAspect="1"/>
          </p:cNvGraphicFramePr>
          <p:nvPr>
            <p:ph sz="quarter" idx="4294967295"/>
          </p:nvPr>
        </p:nvGraphicFramePr>
        <p:xfrm>
          <a:off x="1066800" y="4065588"/>
          <a:ext cx="2592388" cy="777875"/>
        </p:xfrm>
        <a:graphic>
          <a:graphicData uri="http://schemas.openxmlformats.org/presentationml/2006/ole">
            <mc:AlternateContent xmlns:mc="http://schemas.openxmlformats.org/markup-compatibility/2006">
              <mc:Choice xmlns:v="urn:schemas-microsoft-com:vml" Requires="v">
                <p:oleObj spid="_x0000_s54674" name="公式" r:id="rId7" imgW="1015365" imgH="304800" progId="Equation.3">
                  <p:embed/>
                </p:oleObj>
              </mc:Choice>
              <mc:Fallback>
                <p:oleObj name="公式" r:id="rId7" imgW="1015365" imgH="304800" progId="Equation.3">
                  <p:embed/>
                  <p:pic>
                    <p:nvPicPr>
                      <p:cNvPr id="0" name="Object 6"/>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065588"/>
                        <a:ext cx="2592388"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0" name="Object 7"/>
          <p:cNvGraphicFramePr>
            <a:graphicFrameLocks noGrp="1" noChangeAspect="1"/>
          </p:cNvGraphicFramePr>
          <p:nvPr>
            <p:ph sz="quarter" idx="4294967295"/>
          </p:nvPr>
        </p:nvGraphicFramePr>
        <p:xfrm>
          <a:off x="4011613" y="3865563"/>
          <a:ext cx="3251200" cy="977900"/>
        </p:xfrm>
        <a:graphic>
          <a:graphicData uri="http://schemas.openxmlformats.org/presentationml/2006/ole">
            <mc:AlternateContent xmlns:mc="http://schemas.openxmlformats.org/markup-compatibility/2006">
              <mc:Choice xmlns:v="urn:schemas-microsoft-com:vml" Requires="v">
                <p:oleObj spid="_x0000_s54675" name="公式" r:id="rId9" imgW="1078865" imgH="431800" progId="Equation.3">
                  <p:embed/>
                </p:oleObj>
              </mc:Choice>
              <mc:Fallback>
                <p:oleObj name="公式" r:id="rId9" imgW="1078865" imgH="431800" progId="Equation.3">
                  <p:embed/>
                  <p:pic>
                    <p:nvPicPr>
                      <p:cNvPr id="0" name="Object 7"/>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11613" y="3865563"/>
                        <a:ext cx="32512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281" name="Rectangle 8"/>
          <p:cNvSpPr>
            <a:spLocks noChangeArrowheads="1"/>
          </p:cNvSpPr>
          <p:nvPr/>
        </p:nvSpPr>
        <p:spPr bwMode="auto">
          <a:xfrm>
            <a:off x="755650" y="0"/>
            <a:ext cx="6197600"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graphicFrame>
        <p:nvGraphicFramePr>
          <p:cNvPr id="54282" name="Object 8"/>
          <p:cNvGraphicFramePr>
            <a:graphicFrameLocks noChangeAspect="1"/>
          </p:cNvGraphicFramePr>
          <p:nvPr/>
        </p:nvGraphicFramePr>
        <p:xfrm>
          <a:off x="1071563" y="928688"/>
          <a:ext cx="6181725" cy="1857375"/>
        </p:xfrm>
        <a:graphic>
          <a:graphicData uri="http://schemas.openxmlformats.org/presentationml/2006/ole">
            <mc:AlternateContent xmlns:mc="http://schemas.openxmlformats.org/markup-compatibility/2006">
              <mc:Choice xmlns:v="urn:schemas-microsoft-com:vml" Requires="v">
                <p:oleObj spid="_x0000_s54676" name="" r:id="rId11" imgW="2959100" imgH="889000" progId="Equation.3">
                  <p:embed/>
                </p:oleObj>
              </mc:Choice>
              <mc:Fallback>
                <p:oleObj name="" r:id="rId11" imgW="2959100" imgH="8890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1563" y="928688"/>
                        <a:ext cx="61817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13"/>
    </p:custDataLst>
  </p:cSld>
  <p:clrMapOvr>
    <a:masterClrMapping/>
  </p:clrMapOvr>
  <p:transition spd="slow" advTm="1839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2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6613"/>
                                        </p:tgtEl>
                                        <p:attrNameLst>
                                          <p:attrName>style.visibility</p:attrName>
                                        </p:attrNameLst>
                                      </p:cBhvr>
                                      <p:to>
                                        <p:strVal val="visible"/>
                                      </p:to>
                                    </p:set>
                                    <p:animEffect transition="in" filter="box(in)">
                                      <p:cBhvr>
                                        <p:cTn id="17" dur="500"/>
                                        <p:tgtEl>
                                          <p:spTgt spid="196613"/>
                                        </p:tgtEl>
                                      </p:cBhvr>
                                    </p:animEffect>
                                  </p:childTnLst>
                                  <p:subTnLst>
                                    <p:animClr clrSpc="rgb" dir="cw">
                                      <p:cBhvr override="childStyle">
                                        <p:cTn dur="1" fill="hold" display="0" masterRel="nextClick" afterEffect="1"/>
                                        <p:tgtEl>
                                          <p:spTgt spid="196613"/>
                                        </p:tgtEl>
                                        <p:attrNameLst>
                                          <p:attrName>ppt_c</p:attrName>
                                        </p:attrNameLst>
                                      </p:cBhvr>
                                      <p:to>
                                        <a:srgbClr val="800000"/>
                                      </p:to>
                                    </p:animClr>
                                  </p:subTnLst>
                                </p:cTn>
                              </p:par>
                              <p:par>
                                <p:cTn id="18" presetID="1" presetClass="entr" presetSubtype="0" fill="hold" nodeType="withEffect">
                                  <p:stCondLst>
                                    <p:cond delay="0"/>
                                  </p:stCondLst>
                                  <p:childTnLst>
                                    <p:set>
                                      <p:cBhvr>
                                        <p:cTn id="19" dur="1" fill="hold">
                                          <p:stCondLst>
                                            <p:cond delay="0"/>
                                          </p:stCondLst>
                                        </p:cTn>
                                        <p:tgtEl>
                                          <p:spTgt spid="54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5CE46FC0-3405-4308-B9B6-4882AEC77BC3}" type="datetime1">
              <a:rPr lang="zh-CN" altLang="en-US"/>
            </a:fld>
            <a:endParaRPr lang="zh-CN" altLang="en-US"/>
          </a:p>
        </p:txBody>
      </p:sp>
      <p:sp>
        <p:nvSpPr>
          <p:cNvPr id="197634" name="Rectangle 2"/>
          <p:cNvSpPr>
            <a:spLocks noChangeArrowheads="1"/>
          </p:cNvSpPr>
          <p:nvPr/>
        </p:nvSpPr>
        <p:spPr bwMode="auto">
          <a:xfrm>
            <a:off x="1055688" y="836613"/>
            <a:ext cx="7756525" cy="3767137"/>
          </a:xfrm>
          <a:prstGeom prst="rect">
            <a:avLst/>
          </a:prstGeom>
          <a:noFill/>
          <a:ln w="28575">
            <a:solidFill>
              <a:schemeClr val="bg2"/>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zh-CN" altLang="en-US" sz="2400" b="1" dirty="0">
                <a:latin typeface="宋体" panose="02010600030101010101" pitchFamily="2" charset="-122"/>
                <a:ea typeface="宋体" panose="02010600030101010101" pitchFamily="2" charset="-122"/>
              </a:rPr>
              <a:t>  要将一周期信号分解为谐波分量，则该信号应满足</a:t>
            </a:r>
            <a:r>
              <a:rPr lang="zh-CN" altLang="en-US" sz="2400" b="1" dirty="0">
                <a:solidFill>
                  <a:srgbClr val="A50021"/>
                </a:solidFill>
                <a:latin typeface="宋体" panose="02010600030101010101" pitchFamily="2" charset="-122"/>
                <a:ea typeface="宋体" panose="02010600030101010101" pitchFamily="2" charset="-122"/>
              </a:rPr>
              <a:t>狄利克雷条件</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即：</a:t>
            </a:r>
            <a:endParaRPr lang="zh-CN" altLang="en-US" sz="2400" b="1" dirty="0">
              <a:latin typeface="宋体" panose="02010600030101010101" pitchFamily="2" charset="-122"/>
              <a:ea typeface="宋体" panose="02010600030101010101" pitchFamily="2" charset="-122"/>
            </a:endParaRPr>
          </a:p>
          <a:p>
            <a:pPr>
              <a:lnSpc>
                <a:spcPct val="130000"/>
              </a:lnSpc>
              <a:spcBef>
                <a:spcPct val="35000"/>
              </a:spcBef>
              <a:buFont typeface="Wingdings" panose="05000000000000000000" pitchFamily="2" charset="2"/>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）在一周期内，如果有间断点存在，则间断点的数目应是有限个；</a:t>
            </a:r>
            <a:endParaRPr lang="zh-CN" altLang="en-US" sz="2400" b="1" dirty="0">
              <a:latin typeface="楷体_GB2312" pitchFamily="49" charset="-122"/>
              <a:ea typeface="楷体_GB2312" pitchFamily="49" charset="-122"/>
            </a:endParaRPr>
          </a:p>
          <a:p>
            <a:pPr>
              <a:lnSpc>
                <a:spcPct val="130000"/>
              </a:lnSpc>
              <a:spcBef>
                <a:spcPct val="35000"/>
              </a:spcBef>
              <a:buFont typeface="Wingdings" panose="05000000000000000000" pitchFamily="2" charset="2"/>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2</a:t>
            </a:r>
            <a:r>
              <a:rPr lang="zh-CN" altLang="en-US" sz="2400" b="1" dirty="0">
                <a:latin typeface="楷体_GB2312" pitchFamily="49" charset="-122"/>
                <a:ea typeface="楷体_GB2312" pitchFamily="49" charset="-122"/>
              </a:rPr>
              <a:t>）在一周期内，极大值和极小值的数目应是有限个；</a:t>
            </a:r>
            <a:endParaRPr lang="zh-CN" altLang="en-US" sz="2400" b="1" dirty="0">
              <a:latin typeface="楷体_GB2312" pitchFamily="49" charset="-122"/>
              <a:ea typeface="楷体_GB2312" pitchFamily="49" charset="-122"/>
            </a:endParaRPr>
          </a:p>
          <a:p>
            <a:pPr>
              <a:lnSpc>
                <a:spcPct val="130000"/>
              </a:lnSpc>
              <a:spcBef>
                <a:spcPct val="35000"/>
              </a:spcBef>
              <a:buFont typeface="Wingdings" panose="05000000000000000000" pitchFamily="2" charset="2"/>
              <a:buNone/>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）在一周期内，信号满足绝对可积。</a:t>
            </a:r>
            <a:endParaRPr lang="zh-CN" altLang="en-US" sz="2400" b="1" dirty="0">
              <a:latin typeface="宋体" panose="02010600030101010101" pitchFamily="2" charset="-122"/>
              <a:ea typeface="宋体" panose="02010600030101010101" pitchFamily="2" charset="-122"/>
            </a:endParaRPr>
          </a:p>
        </p:txBody>
      </p:sp>
      <p:sp>
        <p:nvSpPr>
          <p:cNvPr id="55300" name="Rectangle 3"/>
          <p:cNvSpPr>
            <a:spLocks noChangeArrowheads="1"/>
          </p:cNvSpPr>
          <p:nvPr/>
        </p:nvSpPr>
        <p:spPr bwMode="auto">
          <a:xfrm>
            <a:off x="755650" y="0"/>
            <a:ext cx="4462463"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b="1">
                <a:solidFill>
                  <a:schemeClr val="tx2"/>
                </a:solidFill>
                <a:ea typeface="宋体" panose="02010600030101010101" pitchFamily="2" charset="-122"/>
              </a:rPr>
              <a:t>§3.3 </a:t>
            </a:r>
            <a:r>
              <a:rPr lang="zh-CN" altLang="en-US" sz="1900" b="1">
                <a:solidFill>
                  <a:schemeClr val="tx2"/>
                </a:solidFill>
                <a:ea typeface="宋体" panose="02010600030101010101" pitchFamily="2" charset="-122"/>
              </a:rPr>
              <a:t>信号表示为傅立叶级数</a:t>
            </a:r>
            <a:endParaRPr lang="zh-CN" altLang="en-US" sz="1900" b="1">
              <a:solidFill>
                <a:schemeClr val="tx2"/>
              </a:solidFill>
              <a:ea typeface="宋体" panose="02010600030101010101" pitchFamily="2" charset="-122"/>
            </a:endParaRPr>
          </a:p>
        </p:txBody>
      </p:sp>
      <p:sp>
        <p:nvSpPr>
          <p:cNvPr id="197636" name="Rectangle 4"/>
          <p:cNvSpPr>
            <a:spLocks noChangeArrowheads="1"/>
          </p:cNvSpPr>
          <p:nvPr/>
        </p:nvSpPr>
        <p:spPr bwMode="auto">
          <a:xfrm>
            <a:off x="876072" y="5013325"/>
            <a:ext cx="7585303" cy="1223963"/>
          </a:xfrm>
          <a:prstGeom prst="rect">
            <a:avLst/>
          </a:prstGeom>
          <a:noFill/>
          <a:ln w="28575">
            <a:solidFill>
              <a:schemeClr val="bg2"/>
            </a:solidFill>
            <a:miter lim="800000"/>
          </a:ln>
          <a:extLst>
            <a:ext uri="{909E8E84-426E-40DD-AFC4-6F175D3DCCD1}">
              <a14:hiddenFill xmlns:a14="http://schemas.microsoft.com/office/drawing/2010/main">
                <a:solidFill>
                  <a:srgbClr val="FFFFFF"/>
                </a:solidFill>
              </a14:hiddenFill>
            </a:ext>
          </a:extLst>
        </p:spPr>
        <p:txBody>
          <a:bodyPr/>
          <a:lstStyle>
            <a:lvl1pPr indent="17970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45000"/>
              </a:lnSpc>
              <a:spcBef>
                <a:spcPct val="40000"/>
              </a:spcBef>
              <a:spcAft>
                <a:spcPct val="20000"/>
              </a:spcAft>
              <a:buFont typeface="Wingdings" panose="05000000000000000000" pitchFamily="2" charset="2"/>
              <a:buNone/>
            </a:pPr>
            <a:r>
              <a:rPr lang="zh-CN" altLang="en-US" sz="2800" b="1">
                <a:solidFill>
                  <a:srgbClr val="FF0000"/>
                </a:solidFill>
                <a:latin typeface="宋体" panose="02010600030101010101" pitchFamily="2" charset="-122"/>
                <a:ea typeface="宋体" panose="02010600030101010101" pitchFamily="2" charset="-122"/>
              </a:rPr>
              <a:t>电子技术中的周期信号大都能满足该条件，因此以后除非有需要，一般不做特别说明。 </a:t>
            </a:r>
            <a:endParaRPr lang="zh-CN" altLang="en-US" sz="2800" b="1">
              <a:solidFill>
                <a:srgbClr val="FF0000"/>
              </a:solidFill>
              <a:latin typeface="宋体" panose="02010600030101010101" pitchFamily="2" charset="-122"/>
              <a:ea typeface="宋体" panose="02010600030101010101" pitchFamily="2" charset="-122"/>
            </a:endParaRPr>
          </a:p>
        </p:txBody>
      </p:sp>
      <p:sp>
        <p:nvSpPr>
          <p:cNvPr id="55302" name="Rectangle 5"/>
          <p:cNvSpPr>
            <a:spLocks noChangeArrowheads="1"/>
          </p:cNvSpPr>
          <p:nvPr/>
        </p:nvSpPr>
        <p:spPr bwMode="auto">
          <a:xfrm>
            <a:off x="755650" y="0"/>
            <a:ext cx="6197600"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spTree>
  </p:cSld>
  <p:clrMapOvr>
    <a:masterClrMapping/>
  </p:clrMapOvr>
  <p:transition spd="slow" advTm="8550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97634">
                                            <p:txEl>
                                              <p:pRg st="1" end="1"/>
                                            </p:txEl>
                                          </p:spTgt>
                                        </p:tgtEl>
                                        <p:attrNameLst>
                                          <p:attrName>style.visibility</p:attrName>
                                        </p:attrNameLst>
                                      </p:cBhvr>
                                      <p:to>
                                        <p:strVal val="visible"/>
                                      </p:to>
                                    </p:set>
                                    <p:anim calcmode="lin" valueType="num">
                                      <p:cBhvr>
                                        <p:cTn id="7" dur="1000" fill="hold"/>
                                        <p:tgtEl>
                                          <p:spTgt spid="197634">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197634">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197634">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97634">
                                            <p:txEl>
                                              <p:pRg st="2" end="2"/>
                                            </p:txEl>
                                          </p:spTgt>
                                        </p:tgtEl>
                                        <p:attrNameLst>
                                          <p:attrName>style.visibility</p:attrName>
                                        </p:attrNameLst>
                                      </p:cBhvr>
                                      <p:to>
                                        <p:strVal val="visible"/>
                                      </p:to>
                                    </p:set>
                                    <p:anim calcmode="lin" valueType="num">
                                      <p:cBhvr>
                                        <p:cTn id="14" dur="1000" fill="hold"/>
                                        <p:tgtEl>
                                          <p:spTgt spid="197634">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197634">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19763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97634">
                                            <p:txEl>
                                              <p:pRg st="3" end="3"/>
                                            </p:txEl>
                                          </p:spTgt>
                                        </p:tgtEl>
                                        <p:attrNameLst>
                                          <p:attrName>style.visibility</p:attrName>
                                        </p:attrNameLst>
                                      </p:cBhvr>
                                      <p:to>
                                        <p:strVal val="visible"/>
                                      </p:to>
                                    </p:set>
                                    <p:anim calcmode="lin" valueType="num">
                                      <p:cBhvr>
                                        <p:cTn id="21" dur="1000" fill="hold"/>
                                        <p:tgtEl>
                                          <p:spTgt spid="197634">
                                            <p:txEl>
                                              <p:pRg st="3" end="3"/>
                                            </p:txEl>
                                          </p:spTgt>
                                        </p:tgtEl>
                                        <p:attrNameLst>
                                          <p:attrName>ppt_w</p:attrName>
                                        </p:attrNameLst>
                                      </p:cBhvr>
                                      <p:tavLst>
                                        <p:tav tm="0">
                                          <p:val>
                                            <p:strVal val="#ppt_w*0.70"/>
                                          </p:val>
                                        </p:tav>
                                        <p:tav tm="100000">
                                          <p:val>
                                            <p:strVal val="#ppt_w"/>
                                          </p:val>
                                        </p:tav>
                                      </p:tavLst>
                                    </p:anim>
                                    <p:anim calcmode="lin" valueType="num">
                                      <p:cBhvr>
                                        <p:cTn id="22" dur="1000" fill="hold"/>
                                        <p:tgtEl>
                                          <p:spTgt spid="197634">
                                            <p:txEl>
                                              <p:pRg st="3" end="3"/>
                                            </p:txEl>
                                          </p:spTgt>
                                        </p:tgtEl>
                                        <p:attrNameLst>
                                          <p:attrName>ppt_h</p:attrName>
                                        </p:attrNameLst>
                                      </p:cBhvr>
                                      <p:tavLst>
                                        <p:tav tm="0">
                                          <p:val>
                                            <p:strVal val="#ppt_h"/>
                                          </p:val>
                                        </p:tav>
                                        <p:tav tm="100000">
                                          <p:val>
                                            <p:strVal val="#ppt_h"/>
                                          </p:val>
                                        </p:tav>
                                      </p:tavLst>
                                    </p:anim>
                                    <p:animEffect transition="in" filter="fade">
                                      <p:cBhvr>
                                        <p:cTn id="23" dur="1000"/>
                                        <p:tgtEl>
                                          <p:spTgt spid="197634">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97636"/>
                                        </p:tgtEl>
                                        <p:attrNameLst>
                                          <p:attrName>style.visibility</p:attrName>
                                        </p:attrNameLst>
                                      </p:cBhvr>
                                      <p:to>
                                        <p:strVal val="visible"/>
                                      </p:to>
                                    </p:set>
                                    <p:anim calcmode="lin" valueType="num">
                                      <p:cBhvr>
                                        <p:cTn id="28" dur="1000" fill="hold"/>
                                        <p:tgtEl>
                                          <p:spTgt spid="197636"/>
                                        </p:tgtEl>
                                        <p:attrNameLst>
                                          <p:attrName>ppt_w</p:attrName>
                                        </p:attrNameLst>
                                      </p:cBhvr>
                                      <p:tavLst>
                                        <p:tav tm="0">
                                          <p:val>
                                            <p:strVal val="#ppt_w*0.70"/>
                                          </p:val>
                                        </p:tav>
                                        <p:tav tm="100000">
                                          <p:val>
                                            <p:strVal val="#ppt_w"/>
                                          </p:val>
                                        </p:tav>
                                      </p:tavLst>
                                    </p:anim>
                                    <p:anim calcmode="lin" valueType="num">
                                      <p:cBhvr>
                                        <p:cTn id="29" dur="1000" fill="hold"/>
                                        <p:tgtEl>
                                          <p:spTgt spid="197636"/>
                                        </p:tgtEl>
                                        <p:attrNameLst>
                                          <p:attrName>ppt_h</p:attrName>
                                        </p:attrNameLst>
                                      </p:cBhvr>
                                      <p:tavLst>
                                        <p:tav tm="0">
                                          <p:val>
                                            <p:strVal val="#ppt_h"/>
                                          </p:val>
                                        </p:tav>
                                        <p:tav tm="100000">
                                          <p:val>
                                            <p:strVal val="#ppt_h"/>
                                          </p:val>
                                        </p:tav>
                                      </p:tavLst>
                                    </p:anim>
                                    <p:animEffect transition="in" filter="fade">
                                      <p:cBhvr>
                                        <p:cTn id="30" dur="1000"/>
                                        <p:tgtEl>
                                          <p:spTgt spid="197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6"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日期占位符 3"/>
          <p:cNvSpPr>
            <a:spLocks noGrp="1"/>
          </p:cNvSpPr>
          <p:nvPr>
            <p:ph type="dt" sz="quarter" idx="10"/>
          </p:nvPr>
        </p:nvSpPr>
        <p:spPr/>
        <p:txBody>
          <a:bodyPr/>
          <a:lstStyle/>
          <a:p>
            <a:pPr>
              <a:defRPr/>
            </a:pPr>
            <a:fld id="{3B670ABE-FF41-4188-B73E-53BFA550B2DA}" type="datetime1">
              <a:rPr lang="zh-CN" altLang="en-US"/>
            </a:fld>
            <a:endParaRPr lang="zh-CN" altLang="en-US"/>
          </a:p>
        </p:txBody>
      </p:sp>
      <p:graphicFrame>
        <p:nvGraphicFramePr>
          <p:cNvPr id="198658" name="Object 2"/>
          <p:cNvGraphicFramePr>
            <a:graphicFrameLocks noChangeAspect="1"/>
          </p:cNvGraphicFramePr>
          <p:nvPr/>
        </p:nvGraphicFramePr>
        <p:xfrm>
          <a:off x="5940425" y="1268413"/>
          <a:ext cx="2781300" cy="1266825"/>
        </p:xfrm>
        <a:graphic>
          <a:graphicData uri="http://schemas.openxmlformats.org/presentationml/2006/ole">
            <mc:AlternateContent xmlns:mc="http://schemas.openxmlformats.org/markup-compatibility/2006">
              <mc:Choice xmlns:v="urn:schemas-microsoft-com:vml" Requires="v">
                <p:oleObj spid="_x0000_s56920" name="位图图像" r:id="rId1" imgW="3095625" imgH="1409700" progId="Paint.Picture">
                  <p:embed/>
                </p:oleObj>
              </mc:Choice>
              <mc:Fallback>
                <p:oleObj name="位图图像" r:id="rId1" imgW="3095625" imgH="140970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1268413"/>
                        <a:ext cx="278130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8659" name="Text Box 3"/>
          <p:cNvSpPr txBox="1">
            <a:spLocks noChangeArrowheads="1"/>
          </p:cNvSpPr>
          <p:nvPr/>
        </p:nvSpPr>
        <p:spPr bwMode="auto">
          <a:xfrm>
            <a:off x="827088" y="692150"/>
            <a:ext cx="6311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400" b="1">
                <a:solidFill>
                  <a:srgbClr val="0000FF"/>
                </a:solidFill>
                <a:latin typeface="Times New Roman" panose="02020603050405020304" pitchFamily="18" charset="0"/>
                <a:ea typeface="宋体" panose="02010600030101010101" pitchFamily="2" charset="-122"/>
              </a:rPr>
              <a:t>求下图所示周期锯齿波的傅里叶级数展开式。</a:t>
            </a:r>
            <a:endParaRPr kumimoji="1" lang="zh-CN" altLang="en-US" sz="2400" b="1">
              <a:solidFill>
                <a:srgbClr val="0000FF"/>
              </a:solidFill>
              <a:latin typeface="Times New Roman" panose="02020603050405020304" pitchFamily="18" charset="0"/>
              <a:ea typeface="宋体" panose="02010600030101010101" pitchFamily="2" charset="-122"/>
            </a:endParaRPr>
          </a:p>
        </p:txBody>
      </p:sp>
      <p:graphicFrame>
        <p:nvGraphicFramePr>
          <p:cNvPr id="198660" name="Object 4"/>
          <p:cNvGraphicFramePr>
            <a:graphicFrameLocks noChangeAspect="1"/>
          </p:cNvGraphicFramePr>
          <p:nvPr/>
        </p:nvGraphicFramePr>
        <p:xfrm>
          <a:off x="755650" y="1196975"/>
          <a:ext cx="4895850" cy="841375"/>
        </p:xfrm>
        <a:graphic>
          <a:graphicData uri="http://schemas.openxmlformats.org/presentationml/2006/ole">
            <mc:AlternateContent xmlns:mc="http://schemas.openxmlformats.org/markup-compatibility/2006">
              <mc:Choice xmlns:v="urn:schemas-microsoft-com:vml" Requires="v">
                <p:oleObj spid="_x0000_s56921" name="文档" r:id="rId3" imgW="3939540" imgH="699770" progId="Word.Document.8">
                  <p:embed/>
                </p:oleObj>
              </mc:Choice>
              <mc:Fallback>
                <p:oleObj name="文档" r:id="rId3" imgW="3939540" imgH="69977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196975"/>
                        <a:ext cx="4895850"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8661" name="Text Box 5"/>
          <p:cNvSpPr txBox="1">
            <a:spLocks noChangeArrowheads="1"/>
          </p:cNvSpPr>
          <p:nvPr/>
        </p:nvSpPr>
        <p:spPr bwMode="auto">
          <a:xfrm>
            <a:off x="755650" y="1773238"/>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800" b="1">
                <a:solidFill>
                  <a:srgbClr val="FF0000"/>
                </a:solidFill>
                <a:latin typeface="Times New Roman" panose="02020603050405020304" pitchFamily="18" charset="0"/>
                <a:ea typeface="宋体" panose="02010600030101010101" pitchFamily="2" charset="-122"/>
              </a:rPr>
              <a:t>解：</a:t>
            </a:r>
            <a:endParaRPr kumimoji="1" lang="zh-CN" altLang="en-US" sz="2800" b="1">
              <a:latin typeface="Times New Roman" panose="02020603050405020304" pitchFamily="18" charset="0"/>
              <a:ea typeface="宋体" panose="02010600030101010101" pitchFamily="2" charset="-122"/>
            </a:endParaRPr>
          </a:p>
        </p:txBody>
      </p:sp>
      <p:graphicFrame>
        <p:nvGraphicFramePr>
          <p:cNvPr id="198662" name="Object 6"/>
          <p:cNvGraphicFramePr>
            <a:graphicFrameLocks noChangeAspect="1"/>
          </p:cNvGraphicFramePr>
          <p:nvPr/>
        </p:nvGraphicFramePr>
        <p:xfrm>
          <a:off x="1547813" y="2133600"/>
          <a:ext cx="592137" cy="457200"/>
        </p:xfrm>
        <a:graphic>
          <a:graphicData uri="http://schemas.openxmlformats.org/presentationml/2006/ole">
            <mc:AlternateContent xmlns:mc="http://schemas.openxmlformats.org/markup-compatibility/2006">
              <mc:Choice xmlns:v="urn:schemas-microsoft-com:vml" Requires="v">
                <p:oleObj spid="_x0000_s56922" name="公式" r:id="rId5" imgW="304800" imgH="228600" progId="Equation.3">
                  <p:embed/>
                </p:oleObj>
              </mc:Choice>
              <mc:Fallback>
                <p:oleObj name="公式" r:id="rId5" imgW="3048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2133600"/>
                        <a:ext cx="592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8663" name="Object 7"/>
          <p:cNvGraphicFramePr>
            <a:graphicFrameLocks noChangeAspect="1"/>
          </p:cNvGraphicFramePr>
          <p:nvPr/>
        </p:nvGraphicFramePr>
        <p:xfrm>
          <a:off x="4787900" y="4149725"/>
          <a:ext cx="1584325" cy="792163"/>
        </p:xfrm>
        <a:graphic>
          <a:graphicData uri="http://schemas.openxmlformats.org/presentationml/2006/ole">
            <mc:AlternateContent xmlns:mc="http://schemas.openxmlformats.org/markup-compatibility/2006">
              <mc:Choice xmlns:v="urn:schemas-microsoft-com:vml" Requires="v">
                <p:oleObj spid="_x0000_s56923" name="公式" r:id="rId7" imgW="786765" imgH="393700" progId="Equation.3">
                  <p:embed/>
                </p:oleObj>
              </mc:Choice>
              <mc:Fallback>
                <p:oleObj name="公式" r:id="rId7" imgW="786765" imgH="3937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900" y="4149725"/>
                        <a:ext cx="158432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8664" name="Text Box 8"/>
          <p:cNvSpPr txBox="1">
            <a:spLocks noChangeArrowheads="1"/>
          </p:cNvSpPr>
          <p:nvPr/>
        </p:nvSpPr>
        <p:spPr bwMode="auto">
          <a:xfrm>
            <a:off x="684213" y="5445125"/>
            <a:ext cx="3298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400" b="1">
                <a:solidFill>
                  <a:srgbClr val="0000FF"/>
                </a:solidFill>
                <a:latin typeface="Times New Roman" panose="02020603050405020304" pitchFamily="18" charset="0"/>
                <a:ea typeface="宋体" panose="02010600030101010101" pitchFamily="2" charset="-122"/>
              </a:rPr>
              <a:t>傅里叶级数展开式为</a:t>
            </a:r>
            <a:r>
              <a:rPr kumimoji="1" lang="zh-CN" altLang="en-US" sz="2800" b="1">
                <a:solidFill>
                  <a:srgbClr val="0000FF"/>
                </a:solidFill>
                <a:latin typeface="Times New Roman" panose="02020603050405020304" pitchFamily="18" charset="0"/>
                <a:ea typeface="宋体" panose="02010600030101010101" pitchFamily="2" charset="-122"/>
              </a:rPr>
              <a:t>：</a:t>
            </a:r>
            <a:endParaRPr kumimoji="1" lang="zh-CN" altLang="en-US" sz="2800" b="1">
              <a:solidFill>
                <a:srgbClr val="0000FF"/>
              </a:solidFill>
              <a:latin typeface="Times New Roman" panose="02020603050405020304" pitchFamily="18" charset="0"/>
              <a:ea typeface="宋体" panose="02010600030101010101" pitchFamily="2" charset="-122"/>
            </a:endParaRPr>
          </a:p>
        </p:txBody>
      </p:sp>
      <p:graphicFrame>
        <p:nvGraphicFramePr>
          <p:cNvPr id="198665" name="Object 9"/>
          <p:cNvGraphicFramePr>
            <a:graphicFrameLocks noChangeAspect="1"/>
          </p:cNvGraphicFramePr>
          <p:nvPr/>
        </p:nvGraphicFramePr>
        <p:xfrm>
          <a:off x="3995738" y="5105400"/>
          <a:ext cx="4538662" cy="590550"/>
        </p:xfrm>
        <a:graphic>
          <a:graphicData uri="http://schemas.openxmlformats.org/presentationml/2006/ole">
            <mc:AlternateContent xmlns:mc="http://schemas.openxmlformats.org/markup-compatibility/2006">
              <mc:Choice xmlns:v="urn:schemas-microsoft-com:vml" Requires="v">
                <p:oleObj spid="_x0000_s56924" name="Equation" r:id="rId9" imgW="2222500" imgH="393700" progId="Equation.3">
                  <p:embed/>
                </p:oleObj>
              </mc:Choice>
              <mc:Fallback>
                <p:oleObj name="Equation" r:id="rId9" imgW="2222500" imgH="3937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95738" y="5105400"/>
                        <a:ext cx="4538662"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8666" name="AutoShape 10"/>
          <p:cNvSpPr>
            <a:spLocks noChangeArrowheads="1"/>
          </p:cNvSpPr>
          <p:nvPr/>
        </p:nvSpPr>
        <p:spPr bwMode="auto">
          <a:xfrm>
            <a:off x="5715000" y="5715000"/>
            <a:ext cx="609600" cy="914400"/>
          </a:xfrm>
          <a:prstGeom prst="upArrow">
            <a:avLst>
              <a:gd name="adj1" fmla="val 50000"/>
              <a:gd name="adj2" fmla="val 37500"/>
            </a:avLst>
          </a:prstGeom>
          <a:solidFill>
            <a:schemeClr val="accent1"/>
          </a:solidFill>
          <a:ln w="9525">
            <a:solidFill>
              <a:schemeClr val="tx1"/>
            </a:solidFill>
            <a:miter lim="800000"/>
          </a:ln>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kumimoji="1" lang="zh-CN" altLang="en-US" sz="2000" b="1">
                <a:solidFill>
                  <a:srgbClr val="003300"/>
                </a:solidFill>
                <a:latin typeface="Times New Roman" panose="02020603050405020304" pitchFamily="18" charset="0"/>
                <a:ea typeface="宋体" panose="02010600030101010101" pitchFamily="2" charset="-122"/>
              </a:rPr>
              <a:t>基波</a:t>
            </a:r>
            <a:endParaRPr kumimoji="1" lang="zh-CN" altLang="en-US" sz="2000" b="1">
              <a:solidFill>
                <a:srgbClr val="003300"/>
              </a:solidFill>
              <a:latin typeface="Times New Roman" panose="02020603050405020304" pitchFamily="18" charset="0"/>
              <a:ea typeface="宋体" panose="02010600030101010101" pitchFamily="2" charset="-122"/>
            </a:endParaRPr>
          </a:p>
        </p:txBody>
      </p:sp>
      <p:sp>
        <p:nvSpPr>
          <p:cNvPr id="198667" name="AutoShape 11"/>
          <p:cNvSpPr>
            <a:spLocks noChangeArrowheads="1"/>
          </p:cNvSpPr>
          <p:nvPr/>
        </p:nvSpPr>
        <p:spPr bwMode="auto">
          <a:xfrm>
            <a:off x="4643438" y="5734050"/>
            <a:ext cx="504825" cy="914400"/>
          </a:xfrm>
          <a:prstGeom prst="upArrow">
            <a:avLst>
              <a:gd name="adj1" fmla="val 50000"/>
              <a:gd name="adj2" fmla="val 45283"/>
            </a:avLst>
          </a:prstGeom>
          <a:solidFill>
            <a:schemeClr val="accent1"/>
          </a:solidFill>
          <a:ln w="9525">
            <a:solidFill>
              <a:schemeClr val="tx1"/>
            </a:solidFill>
            <a:miter lim="800000"/>
          </a:ln>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kumimoji="1" lang="zh-CN" altLang="en-US" sz="2000" b="1">
                <a:solidFill>
                  <a:srgbClr val="FF0000"/>
                </a:solidFill>
                <a:latin typeface="Times New Roman" panose="02020603050405020304" pitchFamily="18" charset="0"/>
                <a:ea typeface="宋体" panose="02010600030101010101" pitchFamily="2" charset="-122"/>
              </a:rPr>
              <a:t>直流</a:t>
            </a:r>
            <a:endParaRPr kumimoji="1" lang="zh-CN" altLang="en-US" sz="2000" b="1">
              <a:solidFill>
                <a:srgbClr val="FF0000"/>
              </a:solidFill>
              <a:latin typeface="Times New Roman" panose="02020603050405020304" pitchFamily="18" charset="0"/>
              <a:ea typeface="宋体" panose="02010600030101010101" pitchFamily="2" charset="-122"/>
            </a:endParaRPr>
          </a:p>
        </p:txBody>
      </p:sp>
      <p:sp>
        <p:nvSpPr>
          <p:cNvPr id="198668" name="AutoShape 12"/>
          <p:cNvSpPr>
            <a:spLocks noChangeArrowheads="1"/>
          </p:cNvSpPr>
          <p:nvPr/>
        </p:nvSpPr>
        <p:spPr bwMode="auto">
          <a:xfrm>
            <a:off x="6858000" y="5715000"/>
            <a:ext cx="685800" cy="914400"/>
          </a:xfrm>
          <a:prstGeom prst="upArrow">
            <a:avLst>
              <a:gd name="adj1" fmla="val 50000"/>
              <a:gd name="adj2" fmla="val 33333"/>
            </a:avLst>
          </a:prstGeom>
          <a:solidFill>
            <a:schemeClr val="accent1"/>
          </a:solidFill>
          <a:ln w="9525">
            <a:solidFill>
              <a:schemeClr val="tx1"/>
            </a:solidFill>
            <a:miter lim="800000"/>
          </a:ln>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kumimoji="1" lang="zh-CN" altLang="en-US" sz="2000" b="1">
                <a:solidFill>
                  <a:srgbClr val="0000FF"/>
                </a:solidFill>
                <a:latin typeface="Times New Roman" panose="02020603050405020304" pitchFamily="18" charset="0"/>
                <a:ea typeface="宋体" panose="02010600030101010101" pitchFamily="2" charset="-122"/>
              </a:rPr>
              <a:t>谐波</a:t>
            </a:r>
            <a:endParaRPr kumimoji="1" lang="zh-CN" altLang="en-US" sz="2000" b="1">
              <a:solidFill>
                <a:srgbClr val="0000FF"/>
              </a:solidFill>
              <a:latin typeface="Times New Roman" panose="02020603050405020304" pitchFamily="18" charset="0"/>
              <a:ea typeface="宋体" panose="02010600030101010101" pitchFamily="2" charset="-122"/>
            </a:endParaRPr>
          </a:p>
        </p:txBody>
      </p:sp>
      <p:graphicFrame>
        <p:nvGraphicFramePr>
          <p:cNvPr id="198669" name="Object 13"/>
          <p:cNvGraphicFramePr>
            <a:graphicFrameLocks noChangeAspect="1"/>
          </p:cNvGraphicFramePr>
          <p:nvPr/>
        </p:nvGraphicFramePr>
        <p:xfrm>
          <a:off x="1301750" y="3068638"/>
          <a:ext cx="4019550" cy="931862"/>
        </p:xfrm>
        <a:graphic>
          <a:graphicData uri="http://schemas.openxmlformats.org/presentationml/2006/ole">
            <mc:AlternateContent xmlns:mc="http://schemas.openxmlformats.org/markup-compatibility/2006">
              <mc:Choice xmlns:v="urn:schemas-microsoft-com:vml" Requires="v">
                <p:oleObj spid="_x0000_s56925" name="公式" r:id="rId11" imgW="1866900" imgH="431800" progId="Equation.3">
                  <p:embed/>
                </p:oleObj>
              </mc:Choice>
              <mc:Fallback>
                <p:oleObj name="公式" r:id="rId11" imgW="1866900" imgH="4318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01750" y="3068638"/>
                        <a:ext cx="4019550"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8670" name="Object 14"/>
          <p:cNvGraphicFramePr>
            <a:graphicFrameLocks noChangeAspect="1"/>
          </p:cNvGraphicFramePr>
          <p:nvPr/>
        </p:nvGraphicFramePr>
        <p:xfrm>
          <a:off x="1266825" y="4149725"/>
          <a:ext cx="3368675" cy="903288"/>
        </p:xfrm>
        <a:graphic>
          <a:graphicData uri="http://schemas.openxmlformats.org/presentationml/2006/ole">
            <mc:AlternateContent xmlns:mc="http://schemas.openxmlformats.org/markup-compatibility/2006">
              <mc:Choice xmlns:v="urn:schemas-microsoft-com:vml" Requires="v">
                <p:oleObj spid="_x0000_s56926" name="公式" r:id="rId13" imgW="1612900" imgH="431800" progId="Equation.3">
                  <p:embed/>
                </p:oleObj>
              </mc:Choice>
              <mc:Fallback>
                <p:oleObj name="公式" r:id="rId13" imgW="1612900" imgH="4318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66825" y="4149725"/>
                        <a:ext cx="3368675"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36" name="Rectangle 15"/>
          <p:cNvSpPr>
            <a:spLocks noChangeArrowheads="1"/>
          </p:cNvSpPr>
          <p:nvPr/>
        </p:nvSpPr>
        <p:spPr bwMode="auto">
          <a:xfrm>
            <a:off x="755650" y="0"/>
            <a:ext cx="4462463"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b="1">
                <a:solidFill>
                  <a:schemeClr val="tx2"/>
                </a:solidFill>
                <a:ea typeface="宋体" panose="02010600030101010101" pitchFamily="2" charset="-122"/>
              </a:rPr>
              <a:t>§3.3 </a:t>
            </a:r>
            <a:r>
              <a:rPr lang="zh-CN" altLang="en-US" sz="1900" b="1">
                <a:solidFill>
                  <a:schemeClr val="tx2"/>
                </a:solidFill>
                <a:ea typeface="宋体" panose="02010600030101010101" pitchFamily="2" charset="-122"/>
              </a:rPr>
              <a:t>信号表示为傅立叶级数</a:t>
            </a:r>
            <a:endParaRPr lang="zh-CN" altLang="en-US" sz="1900" b="1">
              <a:solidFill>
                <a:schemeClr val="tx2"/>
              </a:solidFill>
              <a:ea typeface="宋体" panose="02010600030101010101" pitchFamily="2" charset="-122"/>
            </a:endParaRPr>
          </a:p>
        </p:txBody>
      </p:sp>
      <p:graphicFrame>
        <p:nvGraphicFramePr>
          <p:cNvPr id="198672" name="Object 16"/>
          <p:cNvGraphicFramePr>
            <a:graphicFrameLocks noChangeAspect="1"/>
          </p:cNvGraphicFramePr>
          <p:nvPr/>
        </p:nvGraphicFramePr>
        <p:xfrm>
          <a:off x="2268538" y="1916113"/>
          <a:ext cx="1946275" cy="914400"/>
        </p:xfrm>
        <a:graphic>
          <a:graphicData uri="http://schemas.openxmlformats.org/presentationml/2006/ole">
            <mc:AlternateContent xmlns:mc="http://schemas.openxmlformats.org/markup-compatibility/2006">
              <mc:Choice xmlns:v="urn:schemas-microsoft-com:vml" Requires="v">
                <p:oleObj spid="_x0000_s56927" name="公式" r:id="rId15" imgW="1002665" imgH="457200" progId="Equation.3">
                  <p:embed/>
                </p:oleObj>
              </mc:Choice>
              <mc:Fallback>
                <p:oleObj name="公式" r:id="rId15" imgW="1002665" imgH="4572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68538" y="1916113"/>
                        <a:ext cx="1946275" cy="9144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6338" name="Rectangle 18"/>
          <p:cNvSpPr>
            <a:spLocks noChangeArrowheads="1"/>
          </p:cNvSpPr>
          <p:nvPr/>
        </p:nvSpPr>
        <p:spPr bwMode="auto">
          <a:xfrm>
            <a:off x="-157163" y="0"/>
            <a:ext cx="6197601" cy="476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graphicFrame>
        <p:nvGraphicFramePr>
          <p:cNvPr id="56339" name="Object 17"/>
          <p:cNvGraphicFramePr>
            <a:graphicFrameLocks noChangeAspect="1"/>
          </p:cNvGraphicFramePr>
          <p:nvPr/>
        </p:nvGraphicFramePr>
        <p:xfrm>
          <a:off x="5219700" y="168275"/>
          <a:ext cx="3924300" cy="671513"/>
        </p:xfrm>
        <a:graphic>
          <a:graphicData uri="http://schemas.openxmlformats.org/presentationml/2006/ole">
            <mc:AlternateContent xmlns:mc="http://schemas.openxmlformats.org/markup-compatibility/2006">
              <mc:Choice xmlns:v="urn:schemas-microsoft-com:vml" Requires="v">
                <p:oleObj spid="_x0000_s56928" name="公式" r:id="rId17" imgW="2527300" imgH="431800" progId="Equation.3">
                  <p:embed/>
                </p:oleObj>
              </mc:Choice>
              <mc:Fallback>
                <p:oleObj name="公式" r:id="rId17" imgW="2527300" imgH="431800" progId="Equation.3">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19700" y="168275"/>
                        <a:ext cx="3924300" cy="6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19"/>
    </p:custDataLst>
  </p:cSld>
  <p:clrMapOvr>
    <a:masterClrMapping/>
  </p:clrMapOvr>
  <p:transition spd="slow" advTm="493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98659"/>
                                        </p:tgtEl>
                                        <p:attrNameLst>
                                          <p:attrName>style.visibility</p:attrName>
                                        </p:attrNameLst>
                                      </p:cBhvr>
                                      <p:to>
                                        <p:strVal val="visible"/>
                                      </p:to>
                                    </p:set>
                                    <p:animEffect transition="in" filter="dissolve">
                                      <p:cBhvr>
                                        <p:cTn id="7" dur="500"/>
                                        <p:tgtEl>
                                          <p:spTgt spid="198659"/>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98660"/>
                                        </p:tgtEl>
                                        <p:attrNameLst>
                                          <p:attrName>style.visibility</p:attrName>
                                        </p:attrNameLst>
                                      </p:cBhvr>
                                      <p:to>
                                        <p:strVal val="visible"/>
                                      </p:to>
                                    </p:set>
                                    <p:anim calcmode="lin" valueType="num">
                                      <p:cBhvr additive="base">
                                        <p:cTn id="11" dur="500" fill="hold"/>
                                        <p:tgtEl>
                                          <p:spTgt spid="198660"/>
                                        </p:tgtEl>
                                        <p:attrNameLst>
                                          <p:attrName>ppt_x</p:attrName>
                                        </p:attrNameLst>
                                      </p:cBhvr>
                                      <p:tavLst>
                                        <p:tav tm="0">
                                          <p:val>
                                            <p:strVal val="0-#ppt_w/2"/>
                                          </p:val>
                                        </p:tav>
                                        <p:tav tm="100000">
                                          <p:val>
                                            <p:strVal val="#ppt_x"/>
                                          </p:val>
                                        </p:tav>
                                      </p:tavLst>
                                    </p:anim>
                                    <p:anim calcmode="lin" valueType="num">
                                      <p:cBhvr additive="base">
                                        <p:cTn id="12" dur="500" fill="hold"/>
                                        <p:tgtEl>
                                          <p:spTgt spid="19866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98658"/>
                                        </p:tgtEl>
                                        <p:attrNameLst>
                                          <p:attrName>style.visibility</p:attrName>
                                        </p:attrNameLst>
                                      </p:cBhvr>
                                      <p:to>
                                        <p:strVal val="visible"/>
                                      </p:to>
                                    </p:set>
                                    <p:animEffect transition="in" filter="wipe(left)">
                                      <p:cBhvr>
                                        <p:cTn id="16" dur="500"/>
                                        <p:tgtEl>
                                          <p:spTgt spid="198658"/>
                                        </p:tgtEl>
                                      </p:cBhvr>
                                    </p:animEffect>
                                  </p:childTnLst>
                                </p:cTn>
                              </p:par>
                            </p:childTnLst>
                          </p:cTn>
                        </p:par>
                        <p:par>
                          <p:cTn id="17" fill="hold">
                            <p:stCondLst>
                              <p:cond delay="1500"/>
                            </p:stCondLst>
                            <p:childTnLst>
                              <p:par>
                                <p:cTn id="18" presetID="2" presetClass="entr" presetSubtype="8" fill="hold" grpId="0" nodeType="afterEffect">
                                  <p:stCondLst>
                                    <p:cond delay="0"/>
                                  </p:stCondLst>
                                  <p:childTnLst>
                                    <p:set>
                                      <p:cBhvr>
                                        <p:cTn id="19" dur="1" fill="hold">
                                          <p:stCondLst>
                                            <p:cond delay="0"/>
                                          </p:stCondLst>
                                        </p:cTn>
                                        <p:tgtEl>
                                          <p:spTgt spid="198661"/>
                                        </p:tgtEl>
                                        <p:attrNameLst>
                                          <p:attrName>style.visibility</p:attrName>
                                        </p:attrNameLst>
                                      </p:cBhvr>
                                      <p:to>
                                        <p:strVal val="visible"/>
                                      </p:to>
                                    </p:set>
                                    <p:anim calcmode="lin" valueType="num">
                                      <p:cBhvr additive="base">
                                        <p:cTn id="20" dur="500" fill="hold"/>
                                        <p:tgtEl>
                                          <p:spTgt spid="198661"/>
                                        </p:tgtEl>
                                        <p:attrNameLst>
                                          <p:attrName>ppt_x</p:attrName>
                                        </p:attrNameLst>
                                      </p:cBhvr>
                                      <p:tavLst>
                                        <p:tav tm="0">
                                          <p:val>
                                            <p:strVal val="0-#ppt_w/2"/>
                                          </p:val>
                                        </p:tav>
                                        <p:tav tm="100000">
                                          <p:val>
                                            <p:strVal val="#ppt_x"/>
                                          </p:val>
                                        </p:tav>
                                      </p:tavLst>
                                    </p:anim>
                                    <p:anim calcmode="lin" valueType="num">
                                      <p:cBhvr additive="base">
                                        <p:cTn id="21" dur="500" fill="hold"/>
                                        <p:tgtEl>
                                          <p:spTgt spid="198661"/>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4" presetClass="entr" presetSubtype="16" fill="hold" nodeType="afterEffect">
                                  <p:stCondLst>
                                    <p:cond delay="0"/>
                                  </p:stCondLst>
                                  <p:childTnLst>
                                    <p:set>
                                      <p:cBhvr>
                                        <p:cTn id="24" dur="1" fill="hold">
                                          <p:stCondLst>
                                            <p:cond delay="0"/>
                                          </p:stCondLst>
                                        </p:cTn>
                                        <p:tgtEl>
                                          <p:spTgt spid="198662"/>
                                        </p:tgtEl>
                                        <p:attrNameLst>
                                          <p:attrName>style.visibility</p:attrName>
                                        </p:attrNameLst>
                                      </p:cBhvr>
                                      <p:to>
                                        <p:strVal val="visible"/>
                                      </p:to>
                                    </p:set>
                                    <p:animEffect transition="in" filter="box(in)">
                                      <p:cBhvr>
                                        <p:cTn id="25" dur="500"/>
                                        <p:tgtEl>
                                          <p:spTgt spid="198662"/>
                                        </p:tgtEl>
                                      </p:cBhvr>
                                    </p:animEffect>
                                  </p:childTnLst>
                                  <p:subTnLst>
                                    <p:animClr clrSpc="rgb" dir="cw">
                                      <p:cBhvr override="childStyle">
                                        <p:cTn dur="1" fill="hold" display="0" masterRel="nextClick" afterEffect="1"/>
                                        <p:tgtEl>
                                          <p:spTgt spid="198662"/>
                                        </p:tgtEl>
                                        <p:attrNameLst>
                                          <p:attrName>ppt_c</p:attrName>
                                        </p:attrNameLst>
                                      </p:cBhvr>
                                      <p:to>
                                        <a:srgbClr val="800000"/>
                                      </p:to>
                                    </p:animClr>
                                  </p:sub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198672"/>
                                        </p:tgtEl>
                                        <p:attrNameLst>
                                          <p:attrName>style.visibility</p:attrName>
                                        </p:attrNameLst>
                                      </p:cBhvr>
                                      <p:to>
                                        <p:strVal val="visible"/>
                                      </p:to>
                                    </p:set>
                                    <p:animEffect transition="in" filter="box(in)">
                                      <p:cBhvr>
                                        <p:cTn id="30" dur="500"/>
                                        <p:tgtEl>
                                          <p:spTgt spid="198672"/>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198669"/>
                                        </p:tgtEl>
                                        <p:attrNameLst>
                                          <p:attrName>style.visibility</p:attrName>
                                        </p:attrNameLst>
                                      </p:cBhvr>
                                      <p:to>
                                        <p:strVal val="visible"/>
                                      </p:to>
                                    </p:set>
                                    <p:animEffect transition="in" filter="checkerboard(across)">
                                      <p:cBhvr>
                                        <p:cTn id="35" dur="500"/>
                                        <p:tgtEl>
                                          <p:spTgt spid="198669"/>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198670"/>
                                        </p:tgtEl>
                                        <p:attrNameLst>
                                          <p:attrName>style.visibility</p:attrName>
                                        </p:attrNameLst>
                                      </p:cBhvr>
                                      <p:to>
                                        <p:strVal val="visible"/>
                                      </p:to>
                                    </p:set>
                                    <p:anim calcmode="lin" valueType="num">
                                      <p:cBhvr additive="base">
                                        <p:cTn id="40" dur="500" fill="hold"/>
                                        <p:tgtEl>
                                          <p:spTgt spid="198670"/>
                                        </p:tgtEl>
                                        <p:attrNameLst>
                                          <p:attrName>ppt_x</p:attrName>
                                        </p:attrNameLst>
                                      </p:cBhvr>
                                      <p:tavLst>
                                        <p:tav tm="0">
                                          <p:val>
                                            <p:strVal val="0-#ppt_w/2"/>
                                          </p:val>
                                        </p:tav>
                                        <p:tav tm="100000">
                                          <p:val>
                                            <p:strVal val="#ppt_x"/>
                                          </p:val>
                                        </p:tav>
                                      </p:tavLst>
                                    </p:anim>
                                    <p:anim calcmode="lin" valueType="num">
                                      <p:cBhvr additive="base">
                                        <p:cTn id="41" dur="500" fill="hold"/>
                                        <p:tgtEl>
                                          <p:spTgt spid="198670"/>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nodeType="clickEffect">
                                  <p:stCondLst>
                                    <p:cond delay="0"/>
                                  </p:stCondLst>
                                  <p:childTnLst>
                                    <p:set>
                                      <p:cBhvr>
                                        <p:cTn id="45" dur="1" fill="hold">
                                          <p:stCondLst>
                                            <p:cond delay="0"/>
                                          </p:stCondLst>
                                        </p:cTn>
                                        <p:tgtEl>
                                          <p:spTgt spid="198663"/>
                                        </p:tgtEl>
                                        <p:attrNameLst>
                                          <p:attrName>style.visibility</p:attrName>
                                        </p:attrNameLst>
                                      </p:cBhvr>
                                      <p:to>
                                        <p:strVal val="visible"/>
                                      </p:to>
                                    </p:set>
                                    <p:anim calcmode="lin" valueType="num">
                                      <p:cBhvr additive="base">
                                        <p:cTn id="46" dur="500" fill="hold"/>
                                        <p:tgtEl>
                                          <p:spTgt spid="198663"/>
                                        </p:tgtEl>
                                        <p:attrNameLst>
                                          <p:attrName>ppt_x</p:attrName>
                                        </p:attrNameLst>
                                      </p:cBhvr>
                                      <p:tavLst>
                                        <p:tav tm="0">
                                          <p:val>
                                            <p:strVal val="1+#ppt_w/2"/>
                                          </p:val>
                                        </p:tav>
                                        <p:tav tm="100000">
                                          <p:val>
                                            <p:strVal val="#ppt_x"/>
                                          </p:val>
                                        </p:tav>
                                      </p:tavLst>
                                    </p:anim>
                                    <p:anim calcmode="lin" valueType="num">
                                      <p:cBhvr additive="base">
                                        <p:cTn id="47" dur="500" fill="hold"/>
                                        <p:tgtEl>
                                          <p:spTgt spid="198663"/>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198664"/>
                                        </p:tgtEl>
                                        <p:attrNameLst>
                                          <p:attrName>style.visibility</p:attrName>
                                        </p:attrNameLst>
                                      </p:cBhvr>
                                      <p:to>
                                        <p:strVal val="visible"/>
                                      </p:to>
                                    </p:set>
                                    <p:anim calcmode="lin" valueType="num">
                                      <p:cBhvr additive="base">
                                        <p:cTn id="52" dur="500" fill="hold"/>
                                        <p:tgtEl>
                                          <p:spTgt spid="198664"/>
                                        </p:tgtEl>
                                        <p:attrNameLst>
                                          <p:attrName>ppt_x</p:attrName>
                                        </p:attrNameLst>
                                      </p:cBhvr>
                                      <p:tavLst>
                                        <p:tav tm="0">
                                          <p:val>
                                            <p:strVal val="0-#ppt_w/2"/>
                                          </p:val>
                                        </p:tav>
                                        <p:tav tm="100000">
                                          <p:val>
                                            <p:strVal val="#ppt_x"/>
                                          </p:val>
                                        </p:tav>
                                      </p:tavLst>
                                    </p:anim>
                                    <p:anim calcmode="lin" valueType="num">
                                      <p:cBhvr additive="base">
                                        <p:cTn id="53" dur="500" fill="hold"/>
                                        <p:tgtEl>
                                          <p:spTgt spid="198664"/>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499"/>
                                          </p:stCondLst>
                                        </p:cTn>
                                        <p:tgtEl>
                                          <p:spTgt spid="198665"/>
                                        </p:tgtEl>
                                        <p:attrNameLst>
                                          <p:attrName>style.visibility</p:attrName>
                                        </p:attrNameLst>
                                      </p:cBhvr>
                                      <p:to>
                                        <p:strVal val="visible"/>
                                      </p:to>
                                    </p:set>
                                  </p:childTnLst>
                                </p:cTn>
                              </p:par>
                            </p:childTnLst>
                          </p:cTn>
                        </p:par>
                        <p:par>
                          <p:cTn id="58" fill="hold">
                            <p:stCondLst>
                              <p:cond delay="500"/>
                            </p:stCondLst>
                            <p:childTnLst>
                              <p:par>
                                <p:cTn id="59" presetID="2" presetClass="entr" presetSubtype="4" fill="hold" grpId="0" nodeType="afterEffect">
                                  <p:stCondLst>
                                    <p:cond delay="0"/>
                                  </p:stCondLst>
                                  <p:childTnLst>
                                    <p:set>
                                      <p:cBhvr>
                                        <p:cTn id="60" dur="1" fill="hold">
                                          <p:stCondLst>
                                            <p:cond delay="0"/>
                                          </p:stCondLst>
                                        </p:cTn>
                                        <p:tgtEl>
                                          <p:spTgt spid="198667"/>
                                        </p:tgtEl>
                                        <p:attrNameLst>
                                          <p:attrName>style.visibility</p:attrName>
                                        </p:attrNameLst>
                                      </p:cBhvr>
                                      <p:to>
                                        <p:strVal val="visible"/>
                                      </p:to>
                                    </p:set>
                                    <p:anim calcmode="lin" valueType="num">
                                      <p:cBhvr additive="base">
                                        <p:cTn id="61" dur="500" fill="hold"/>
                                        <p:tgtEl>
                                          <p:spTgt spid="198667"/>
                                        </p:tgtEl>
                                        <p:attrNameLst>
                                          <p:attrName>ppt_x</p:attrName>
                                        </p:attrNameLst>
                                      </p:cBhvr>
                                      <p:tavLst>
                                        <p:tav tm="0">
                                          <p:val>
                                            <p:strVal val="#ppt_x"/>
                                          </p:val>
                                        </p:tav>
                                        <p:tav tm="100000">
                                          <p:val>
                                            <p:strVal val="#ppt_x"/>
                                          </p:val>
                                        </p:tav>
                                      </p:tavLst>
                                    </p:anim>
                                    <p:anim calcmode="lin" valueType="num">
                                      <p:cBhvr additive="base">
                                        <p:cTn id="62" dur="500" fill="hold"/>
                                        <p:tgtEl>
                                          <p:spTgt spid="198667"/>
                                        </p:tgtEl>
                                        <p:attrNameLst>
                                          <p:attrName>ppt_y</p:attrName>
                                        </p:attrNameLst>
                                      </p:cBhvr>
                                      <p:tavLst>
                                        <p:tav tm="0">
                                          <p:val>
                                            <p:strVal val="1+#ppt_h/2"/>
                                          </p:val>
                                        </p:tav>
                                        <p:tav tm="100000">
                                          <p:val>
                                            <p:strVal val="#ppt_y"/>
                                          </p:val>
                                        </p:tav>
                                      </p:tavLst>
                                    </p:anim>
                                  </p:childTnLst>
                                </p:cTn>
                              </p:par>
                            </p:childTnLst>
                          </p:cTn>
                        </p:par>
                        <p:par>
                          <p:cTn id="63" fill="hold">
                            <p:stCondLst>
                              <p:cond delay="1000"/>
                            </p:stCondLst>
                            <p:childTnLst>
                              <p:par>
                                <p:cTn id="64" presetID="2" presetClass="entr" presetSubtype="4" fill="hold" grpId="0" nodeType="afterEffect">
                                  <p:stCondLst>
                                    <p:cond delay="0"/>
                                  </p:stCondLst>
                                  <p:childTnLst>
                                    <p:set>
                                      <p:cBhvr>
                                        <p:cTn id="65" dur="1" fill="hold">
                                          <p:stCondLst>
                                            <p:cond delay="0"/>
                                          </p:stCondLst>
                                        </p:cTn>
                                        <p:tgtEl>
                                          <p:spTgt spid="198666"/>
                                        </p:tgtEl>
                                        <p:attrNameLst>
                                          <p:attrName>style.visibility</p:attrName>
                                        </p:attrNameLst>
                                      </p:cBhvr>
                                      <p:to>
                                        <p:strVal val="visible"/>
                                      </p:to>
                                    </p:set>
                                    <p:anim calcmode="lin" valueType="num">
                                      <p:cBhvr additive="base">
                                        <p:cTn id="66" dur="500" fill="hold"/>
                                        <p:tgtEl>
                                          <p:spTgt spid="198666"/>
                                        </p:tgtEl>
                                        <p:attrNameLst>
                                          <p:attrName>ppt_x</p:attrName>
                                        </p:attrNameLst>
                                      </p:cBhvr>
                                      <p:tavLst>
                                        <p:tav tm="0">
                                          <p:val>
                                            <p:strVal val="#ppt_x"/>
                                          </p:val>
                                        </p:tav>
                                        <p:tav tm="100000">
                                          <p:val>
                                            <p:strVal val="#ppt_x"/>
                                          </p:val>
                                        </p:tav>
                                      </p:tavLst>
                                    </p:anim>
                                    <p:anim calcmode="lin" valueType="num">
                                      <p:cBhvr additive="base">
                                        <p:cTn id="67" dur="500" fill="hold"/>
                                        <p:tgtEl>
                                          <p:spTgt spid="198666"/>
                                        </p:tgtEl>
                                        <p:attrNameLst>
                                          <p:attrName>ppt_y</p:attrName>
                                        </p:attrNameLst>
                                      </p:cBhvr>
                                      <p:tavLst>
                                        <p:tav tm="0">
                                          <p:val>
                                            <p:strVal val="1+#ppt_h/2"/>
                                          </p:val>
                                        </p:tav>
                                        <p:tav tm="100000">
                                          <p:val>
                                            <p:strVal val="#ppt_y"/>
                                          </p:val>
                                        </p:tav>
                                      </p:tavLst>
                                    </p:anim>
                                  </p:childTnLst>
                                </p:cTn>
                              </p:par>
                            </p:childTnLst>
                          </p:cTn>
                        </p:par>
                        <p:par>
                          <p:cTn id="68" fill="hold">
                            <p:stCondLst>
                              <p:cond delay="1500"/>
                            </p:stCondLst>
                            <p:childTnLst>
                              <p:par>
                                <p:cTn id="69" presetID="2" presetClass="entr" presetSubtype="4" fill="hold" grpId="0" nodeType="afterEffect">
                                  <p:stCondLst>
                                    <p:cond delay="0"/>
                                  </p:stCondLst>
                                  <p:childTnLst>
                                    <p:set>
                                      <p:cBhvr>
                                        <p:cTn id="70" dur="1" fill="hold">
                                          <p:stCondLst>
                                            <p:cond delay="0"/>
                                          </p:stCondLst>
                                        </p:cTn>
                                        <p:tgtEl>
                                          <p:spTgt spid="198668"/>
                                        </p:tgtEl>
                                        <p:attrNameLst>
                                          <p:attrName>style.visibility</p:attrName>
                                        </p:attrNameLst>
                                      </p:cBhvr>
                                      <p:to>
                                        <p:strVal val="visible"/>
                                      </p:to>
                                    </p:set>
                                    <p:anim calcmode="lin" valueType="num">
                                      <p:cBhvr additive="base">
                                        <p:cTn id="71" dur="500" fill="hold"/>
                                        <p:tgtEl>
                                          <p:spTgt spid="198668"/>
                                        </p:tgtEl>
                                        <p:attrNameLst>
                                          <p:attrName>ppt_x</p:attrName>
                                        </p:attrNameLst>
                                      </p:cBhvr>
                                      <p:tavLst>
                                        <p:tav tm="0">
                                          <p:val>
                                            <p:strVal val="#ppt_x"/>
                                          </p:val>
                                        </p:tav>
                                        <p:tav tm="100000">
                                          <p:val>
                                            <p:strVal val="#ppt_x"/>
                                          </p:val>
                                        </p:tav>
                                      </p:tavLst>
                                    </p:anim>
                                    <p:anim calcmode="lin" valueType="num">
                                      <p:cBhvr additive="base">
                                        <p:cTn id="72" dur="500" fill="hold"/>
                                        <p:tgtEl>
                                          <p:spTgt spid="1986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autoUpdateAnimBg="0"/>
      <p:bldP spid="198661" grpId="0" autoUpdateAnimBg="0"/>
      <p:bldP spid="198664" grpId="0" autoUpdateAnimBg="0"/>
      <p:bldP spid="198666" grpId="0" animBg="1" autoUpdateAnimBg="0"/>
      <p:bldP spid="198667" grpId="0" animBg="1" autoUpdateAnimBg="0"/>
      <p:bldP spid="198668"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 name="日期占位符 3"/>
          <p:cNvSpPr>
            <a:spLocks noGrp="1"/>
          </p:cNvSpPr>
          <p:nvPr>
            <p:ph type="dt" sz="quarter" idx="10"/>
          </p:nvPr>
        </p:nvSpPr>
        <p:spPr/>
        <p:txBody>
          <a:bodyPr/>
          <a:lstStyle/>
          <a:p>
            <a:pPr>
              <a:defRPr/>
            </a:pPr>
            <a:fld id="{B79E46D6-0D1A-4294-BCAC-D5DBC6E3609A}" type="datetime1">
              <a:rPr lang="zh-CN" altLang="en-US"/>
            </a:fld>
            <a:endParaRPr lang="zh-CN" altLang="en-US"/>
          </a:p>
        </p:txBody>
      </p:sp>
      <p:graphicFrame>
        <p:nvGraphicFramePr>
          <p:cNvPr id="57347" name="Object 2"/>
          <p:cNvGraphicFramePr>
            <a:graphicFrameLocks noChangeAspect="1"/>
          </p:cNvGraphicFramePr>
          <p:nvPr/>
        </p:nvGraphicFramePr>
        <p:xfrm>
          <a:off x="6575425" y="0"/>
          <a:ext cx="2416175" cy="1852613"/>
        </p:xfrm>
        <a:graphic>
          <a:graphicData uri="http://schemas.openxmlformats.org/presentationml/2006/ole">
            <mc:AlternateContent xmlns:mc="http://schemas.openxmlformats.org/markup-compatibility/2006">
              <mc:Choice xmlns:v="urn:schemas-microsoft-com:vml" Requires="v">
                <p:oleObj spid="_x0000_s58071" name="位图图像" r:id="rId1" imgW="3095625" imgH="1409700" progId="Paint.Picture">
                  <p:embed/>
                </p:oleObj>
              </mc:Choice>
              <mc:Fallback>
                <p:oleObj name="位图图像" r:id="rId1" imgW="3095625" imgH="140970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19106"/>
                      <a:stretch>
                        <a:fillRect/>
                      </a:stretch>
                    </p:blipFill>
                    <p:spPr bwMode="auto">
                      <a:xfrm>
                        <a:off x="6575425" y="0"/>
                        <a:ext cx="2416175" cy="185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48" name="Text Box 3"/>
          <p:cNvSpPr txBox="1">
            <a:spLocks noChangeArrowheads="1"/>
          </p:cNvSpPr>
          <p:nvPr/>
        </p:nvSpPr>
        <p:spPr bwMode="auto">
          <a:xfrm>
            <a:off x="827088" y="188913"/>
            <a:ext cx="6005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400" b="1">
                <a:solidFill>
                  <a:srgbClr val="0000FF"/>
                </a:solidFill>
                <a:latin typeface="Times New Roman" panose="02020603050405020304" pitchFamily="18" charset="0"/>
                <a:ea typeface="宋体" panose="02010600030101010101" pitchFamily="2" charset="-122"/>
              </a:rPr>
              <a:t>求下图所示信号的三角傅里叶级数展开式。</a:t>
            </a:r>
            <a:endParaRPr kumimoji="1" lang="zh-CN" altLang="en-US" sz="2400" b="1">
              <a:solidFill>
                <a:srgbClr val="0000FF"/>
              </a:solidFill>
              <a:latin typeface="Times New Roman" panose="02020603050405020304" pitchFamily="18" charset="0"/>
              <a:ea typeface="宋体" panose="02010600030101010101" pitchFamily="2" charset="-122"/>
            </a:endParaRPr>
          </a:p>
        </p:txBody>
      </p:sp>
      <p:graphicFrame>
        <p:nvGraphicFramePr>
          <p:cNvPr id="57349" name="Object 4"/>
          <p:cNvGraphicFramePr>
            <a:graphicFrameLocks noChangeAspect="1"/>
          </p:cNvGraphicFramePr>
          <p:nvPr/>
        </p:nvGraphicFramePr>
        <p:xfrm>
          <a:off x="971550" y="981075"/>
          <a:ext cx="712788" cy="428625"/>
        </p:xfrm>
        <a:graphic>
          <a:graphicData uri="http://schemas.openxmlformats.org/presentationml/2006/ole">
            <mc:AlternateContent xmlns:mc="http://schemas.openxmlformats.org/markup-compatibility/2006">
              <mc:Choice xmlns:v="urn:schemas-microsoft-com:vml" Requires="v">
                <p:oleObj spid="_x0000_s58072" name="公式" r:id="rId3" imgW="304800" imgH="228600" progId="Equation.3">
                  <p:embed/>
                </p:oleObj>
              </mc:Choice>
              <mc:Fallback>
                <p:oleObj name="公式" r:id="rId3" imgW="3048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981075"/>
                        <a:ext cx="712788"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2757" name="Text Box 5"/>
          <p:cNvSpPr txBox="1">
            <a:spLocks noChangeArrowheads="1"/>
          </p:cNvSpPr>
          <p:nvPr/>
        </p:nvSpPr>
        <p:spPr bwMode="auto">
          <a:xfrm>
            <a:off x="971550" y="4941888"/>
            <a:ext cx="3298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400" b="1">
                <a:solidFill>
                  <a:srgbClr val="0000FF"/>
                </a:solidFill>
                <a:latin typeface="Times New Roman" panose="02020603050405020304" pitchFamily="18" charset="0"/>
                <a:ea typeface="宋体" panose="02010600030101010101" pitchFamily="2" charset="-122"/>
              </a:rPr>
              <a:t>傅里叶级数展开式为</a:t>
            </a:r>
            <a:r>
              <a:rPr kumimoji="1" lang="zh-CN" altLang="en-US" sz="2800" b="1">
                <a:solidFill>
                  <a:srgbClr val="0000FF"/>
                </a:solidFill>
                <a:latin typeface="Times New Roman" panose="02020603050405020304" pitchFamily="18" charset="0"/>
                <a:ea typeface="宋体" panose="02010600030101010101" pitchFamily="2" charset="-122"/>
              </a:rPr>
              <a:t>：</a:t>
            </a:r>
            <a:endParaRPr kumimoji="1" lang="zh-CN" altLang="en-US" sz="2800" b="1">
              <a:solidFill>
                <a:srgbClr val="0000FF"/>
              </a:solidFill>
              <a:latin typeface="Times New Roman" panose="02020603050405020304" pitchFamily="18" charset="0"/>
              <a:ea typeface="宋体" panose="02010600030101010101" pitchFamily="2" charset="-122"/>
            </a:endParaRPr>
          </a:p>
        </p:txBody>
      </p:sp>
      <p:grpSp>
        <p:nvGrpSpPr>
          <p:cNvPr id="2" name="Group 6"/>
          <p:cNvGrpSpPr/>
          <p:nvPr/>
        </p:nvGrpSpPr>
        <p:grpSpPr bwMode="auto">
          <a:xfrm>
            <a:off x="971550" y="5562600"/>
            <a:ext cx="5472113" cy="1295400"/>
            <a:chOff x="612" y="3385"/>
            <a:chExt cx="3447" cy="935"/>
          </a:xfrm>
        </p:grpSpPr>
        <p:graphicFrame>
          <p:nvGraphicFramePr>
            <p:cNvPr id="57360" name="Object 7"/>
            <p:cNvGraphicFramePr>
              <a:graphicFrameLocks noChangeAspect="1"/>
            </p:cNvGraphicFramePr>
            <p:nvPr/>
          </p:nvGraphicFramePr>
          <p:xfrm>
            <a:off x="612" y="3385"/>
            <a:ext cx="3447" cy="372"/>
          </p:xfrm>
          <a:graphic>
            <a:graphicData uri="http://schemas.openxmlformats.org/presentationml/2006/ole">
              <mc:AlternateContent xmlns:mc="http://schemas.openxmlformats.org/markup-compatibility/2006">
                <mc:Choice xmlns:v="urn:schemas-microsoft-com:vml" Requires="v">
                  <p:oleObj spid="_x0000_s58073" name="公式" r:id="rId5" imgW="2679700" imgH="393700" progId="Equation.3">
                    <p:embed/>
                  </p:oleObj>
                </mc:Choice>
                <mc:Fallback>
                  <p:oleObj name="公式" r:id="rId5" imgW="2679700"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 y="3385"/>
                          <a:ext cx="3447" cy="372"/>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361" name="AutoShape 8"/>
            <p:cNvSpPr>
              <a:spLocks noChangeArrowheads="1"/>
            </p:cNvSpPr>
            <p:nvPr/>
          </p:nvSpPr>
          <p:spPr bwMode="auto">
            <a:xfrm>
              <a:off x="1383" y="3744"/>
              <a:ext cx="384" cy="576"/>
            </a:xfrm>
            <a:prstGeom prst="upArrow">
              <a:avLst>
                <a:gd name="adj1" fmla="val 50000"/>
                <a:gd name="adj2" fmla="val 37500"/>
              </a:avLst>
            </a:prstGeom>
            <a:solidFill>
              <a:schemeClr val="accent1"/>
            </a:solidFill>
            <a:ln w="9525">
              <a:solidFill>
                <a:schemeClr val="tx1"/>
              </a:solidFill>
              <a:miter lim="800000"/>
            </a:ln>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kumimoji="1" lang="zh-CN" altLang="en-US" sz="2000" b="1">
                  <a:solidFill>
                    <a:srgbClr val="003300"/>
                  </a:solidFill>
                  <a:latin typeface="Times New Roman" panose="02020603050405020304" pitchFamily="18" charset="0"/>
                  <a:ea typeface="宋体" panose="02010600030101010101" pitchFamily="2" charset="-122"/>
                </a:rPr>
                <a:t>基波</a:t>
              </a:r>
              <a:endParaRPr kumimoji="1" lang="zh-CN" altLang="en-US" sz="2000" b="1">
                <a:solidFill>
                  <a:srgbClr val="003300"/>
                </a:solidFill>
                <a:latin typeface="Times New Roman" panose="02020603050405020304" pitchFamily="18" charset="0"/>
                <a:ea typeface="宋体" panose="02010600030101010101" pitchFamily="2" charset="-122"/>
              </a:endParaRPr>
            </a:p>
          </p:txBody>
        </p:sp>
        <p:sp>
          <p:nvSpPr>
            <p:cNvPr id="57362" name="AutoShape 9"/>
            <p:cNvSpPr>
              <a:spLocks noChangeArrowheads="1"/>
            </p:cNvSpPr>
            <p:nvPr/>
          </p:nvSpPr>
          <p:spPr bwMode="auto">
            <a:xfrm>
              <a:off x="2562" y="3744"/>
              <a:ext cx="432" cy="576"/>
            </a:xfrm>
            <a:prstGeom prst="upArrow">
              <a:avLst>
                <a:gd name="adj1" fmla="val 50000"/>
                <a:gd name="adj2" fmla="val 33333"/>
              </a:avLst>
            </a:prstGeom>
            <a:solidFill>
              <a:schemeClr val="accent1"/>
            </a:solidFill>
            <a:ln w="9525">
              <a:solidFill>
                <a:schemeClr val="tx1"/>
              </a:solidFill>
              <a:miter lim="800000"/>
            </a:ln>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kumimoji="1" lang="zh-CN" altLang="en-US" sz="2000" b="1">
                  <a:solidFill>
                    <a:srgbClr val="0000FF"/>
                  </a:solidFill>
                  <a:latin typeface="Times New Roman" panose="02020603050405020304" pitchFamily="18" charset="0"/>
                  <a:ea typeface="宋体" panose="02010600030101010101" pitchFamily="2" charset="-122"/>
                </a:rPr>
                <a:t>谐波</a:t>
              </a:r>
              <a:endParaRPr kumimoji="1" lang="zh-CN" altLang="en-US" sz="2000" b="1">
                <a:solidFill>
                  <a:srgbClr val="0000FF"/>
                </a:solidFill>
                <a:latin typeface="Times New Roman" panose="02020603050405020304" pitchFamily="18" charset="0"/>
                <a:ea typeface="宋体" panose="02010600030101010101" pitchFamily="2" charset="-122"/>
              </a:endParaRPr>
            </a:p>
          </p:txBody>
        </p:sp>
      </p:grpSp>
      <p:graphicFrame>
        <p:nvGraphicFramePr>
          <p:cNvPr id="57352" name="Object 10"/>
          <p:cNvGraphicFramePr>
            <a:graphicFrameLocks noChangeAspect="1"/>
          </p:cNvGraphicFramePr>
          <p:nvPr/>
        </p:nvGraphicFramePr>
        <p:xfrm>
          <a:off x="7019925" y="1773238"/>
          <a:ext cx="1871663" cy="1209675"/>
        </p:xfrm>
        <a:graphic>
          <a:graphicData uri="http://schemas.openxmlformats.org/presentationml/2006/ole">
            <mc:AlternateContent xmlns:mc="http://schemas.openxmlformats.org/markup-compatibility/2006">
              <mc:Choice xmlns:v="urn:schemas-microsoft-com:vml" Requires="v">
                <p:oleObj spid="_x0000_s58074" name="公式" r:id="rId7" imgW="1256665" imgH="812165" progId="Equation.3">
                  <p:embed/>
                </p:oleObj>
              </mc:Choice>
              <mc:Fallback>
                <p:oleObj name="公式" r:id="rId7" imgW="1256665" imgH="812165"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9925" y="1773238"/>
                        <a:ext cx="1871663"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3" name="Object 11"/>
          <p:cNvGraphicFramePr>
            <a:graphicFrameLocks noChangeAspect="1"/>
          </p:cNvGraphicFramePr>
          <p:nvPr/>
        </p:nvGraphicFramePr>
        <p:xfrm>
          <a:off x="971550" y="1989138"/>
          <a:ext cx="649288" cy="465137"/>
        </p:xfrm>
        <a:graphic>
          <a:graphicData uri="http://schemas.openxmlformats.org/presentationml/2006/ole">
            <mc:AlternateContent xmlns:mc="http://schemas.openxmlformats.org/markup-compatibility/2006">
              <mc:Choice xmlns:v="urn:schemas-microsoft-com:vml" Requires="v">
                <p:oleObj spid="_x0000_s58075" name="公式" r:id="rId9" imgW="304800" imgH="228600" progId="Equation.3">
                  <p:embed/>
                </p:oleObj>
              </mc:Choice>
              <mc:Fallback>
                <p:oleObj name="公式" r:id="rId9" imgW="304800" imgH="228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1989138"/>
                        <a:ext cx="649288" cy="465137"/>
                      </a:xfrm>
                      <a:prstGeom prst="rect">
                        <a:avLst/>
                      </a:prstGeom>
                      <a:solidFill>
                        <a:schemeClr val="bg1"/>
                      </a:solidFill>
                      <a:ln>
                        <a:noFill/>
                      </a:ln>
                      <a:effectLst/>
                      <a:extLst>
                        <a:ext uri="{91240B29-F687-4F45-9708-019B960494DF}">
                          <a14:hiddenLine xmlns:a14="http://schemas.microsoft.com/office/drawing/2010/main" w="38100">
                            <a:solidFill>
                              <a:srgbClr val="99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7354" name="Object 12"/>
          <p:cNvGraphicFramePr>
            <a:graphicFrameLocks noChangeAspect="1"/>
          </p:cNvGraphicFramePr>
          <p:nvPr/>
        </p:nvGraphicFramePr>
        <p:xfrm>
          <a:off x="971550" y="3644900"/>
          <a:ext cx="685800" cy="488950"/>
        </p:xfrm>
        <a:graphic>
          <a:graphicData uri="http://schemas.openxmlformats.org/presentationml/2006/ole">
            <mc:AlternateContent xmlns:mc="http://schemas.openxmlformats.org/markup-compatibility/2006">
              <mc:Choice xmlns:v="urn:schemas-microsoft-com:vml" Requires="v">
                <p:oleObj spid="_x0000_s58076" name="公式" r:id="rId11" imgW="292100" imgH="228600" progId="Equation.3">
                  <p:embed/>
                </p:oleObj>
              </mc:Choice>
              <mc:Fallback>
                <p:oleObj name="公式" r:id="rId11" imgW="292100" imgH="228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550" y="3644900"/>
                        <a:ext cx="6858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65" name="Object 13"/>
          <p:cNvGraphicFramePr>
            <a:graphicFrameLocks noChangeAspect="1"/>
          </p:cNvGraphicFramePr>
          <p:nvPr/>
        </p:nvGraphicFramePr>
        <p:xfrm>
          <a:off x="6227763" y="3644900"/>
          <a:ext cx="2374900" cy="1069975"/>
        </p:xfrm>
        <a:graphic>
          <a:graphicData uri="http://schemas.openxmlformats.org/presentationml/2006/ole">
            <mc:AlternateContent xmlns:mc="http://schemas.openxmlformats.org/markup-compatibility/2006">
              <mc:Choice xmlns:v="urn:schemas-microsoft-com:vml" Requires="v">
                <p:oleObj spid="_x0000_s58077" name="公式" r:id="rId13" imgW="1091565" imgH="609600" progId="Equation.3">
                  <p:embed/>
                </p:oleObj>
              </mc:Choice>
              <mc:Fallback>
                <p:oleObj name="公式" r:id="rId13" imgW="1091565" imgH="6096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27763" y="3644900"/>
                        <a:ext cx="2374900" cy="1069975"/>
                      </a:xfrm>
                      <a:prstGeom prst="rect">
                        <a:avLst/>
                      </a:prstGeom>
                      <a:noFill/>
                      <a:ln w="38100">
                        <a:solidFill>
                          <a:srgbClr val="00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2766" name="Object 14"/>
          <p:cNvGraphicFramePr>
            <a:graphicFrameLocks noChangeAspect="1"/>
          </p:cNvGraphicFramePr>
          <p:nvPr/>
        </p:nvGraphicFramePr>
        <p:xfrm>
          <a:off x="1835150" y="765175"/>
          <a:ext cx="4103688" cy="723900"/>
        </p:xfrm>
        <a:graphic>
          <a:graphicData uri="http://schemas.openxmlformats.org/presentationml/2006/ole">
            <mc:AlternateContent xmlns:mc="http://schemas.openxmlformats.org/markup-compatibility/2006">
              <mc:Choice xmlns:v="urn:schemas-microsoft-com:vml" Requires="v">
                <p:oleObj spid="_x0000_s58078" name="公式" r:id="rId15" imgW="2019300" imgH="444500" progId="Equation.3">
                  <p:embed/>
                </p:oleObj>
              </mc:Choice>
              <mc:Fallback>
                <p:oleObj name="公式" r:id="rId15" imgW="2019300" imgH="4445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35150" y="765175"/>
                        <a:ext cx="4103688" cy="723900"/>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02767" name="Object 15"/>
          <p:cNvGraphicFramePr>
            <a:graphicFrameLocks noChangeAspect="1"/>
          </p:cNvGraphicFramePr>
          <p:nvPr/>
        </p:nvGraphicFramePr>
        <p:xfrm>
          <a:off x="1835150" y="1844675"/>
          <a:ext cx="4752975" cy="1333500"/>
        </p:xfrm>
        <a:graphic>
          <a:graphicData uri="http://schemas.openxmlformats.org/presentationml/2006/ole">
            <mc:AlternateContent xmlns:mc="http://schemas.openxmlformats.org/markup-compatibility/2006">
              <mc:Choice xmlns:v="urn:schemas-microsoft-com:vml" Requires="v">
                <p:oleObj spid="_x0000_s58079" name="公式" r:id="rId17" imgW="2413000" imgH="863600" progId="Equation.3">
                  <p:embed/>
                </p:oleObj>
              </mc:Choice>
              <mc:Fallback>
                <p:oleObj name="公式" r:id="rId17" imgW="2413000" imgH="86360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35150" y="1844675"/>
                        <a:ext cx="4752975" cy="1333500"/>
                      </a:xfrm>
                      <a:prstGeom prst="rect">
                        <a:avLst/>
                      </a:prstGeom>
                      <a:solidFill>
                        <a:schemeClr val="bg1"/>
                      </a:solidFill>
                      <a:ln w="19050">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02768" name="Object 16"/>
          <p:cNvGraphicFramePr>
            <a:graphicFrameLocks noChangeAspect="1"/>
          </p:cNvGraphicFramePr>
          <p:nvPr/>
        </p:nvGraphicFramePr>
        <p:xfrm>
          <a:off x="1835150" y="3429000"/>
          <a:ext cx="3743325" cy="1517650"/>
        </p:xfrm>
        <a:graphic>
          <a:graphicData uri="http://schemas.openxmlformats.org/presentationml/2006/ole">
            <mc:AlternateContent xmlns:mc="http://schemas.openxmlformats.org/markup-compatibility/2006">
              <mc:Choice xmlns:v="urn:schemas-microsoft-com:vml" Requires="v">
                <p:oleObj spid="_x0000_s58080" name="公式" r:id="rId19" imgW="2159000" imgH="863600" progId="Equation.3">
                  <p:embed/>
                </p:oleObj>
              </mc:Choice>
              <mc:Fallback>
                <p:oleObj name="公式" r:id="rId19" imgW="2159000" imgH="863600" progId="Equation.3">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35150" y="3429000"/>
                        <a:ext cx="3743325" cy="1517650"/>
                      </a:xfrm>
                      <a:prstGeom prst="rect">
                        <a:avLst/>
                      </a:prstGeom>
                      <a:solidFill>
                        <a:schemeClr val="bg1"/>
                      </a:solidFill>
                      <a:ln w="19050">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02769" name="Object 17"/>
          <p:cNvGraphicFramePr>
            <a:graphicFrameLocks noChangeAspect="1"/>
          </p:cNvGraphicFramePr>
          <p:nvPr/>
        </p:nvGraphicFramePr>
        <p:xfrm>
          <a:off x="5724525" y="4149725"/>
          <a:ext cx="220663" cy="179388"/>
        </p:xfrm>
        <a:graphic>
          <a:graphicData uri="http://schemas.openxmlformats.org/presentationml/2006/ole">
            <mc:AlternateContent xmlns:mc="http://schemas.openxmlformats.org/markup-compatibility/2006">
              <mc:Choice xmlns:v="urn:schemas-microsoft-com:vml" Requires="v">
                <p:oleObj spid="_x0000_s58081" name="公式" r:id="rId21" imgW="127000" imgH="101600" progId="Equation.3">
                  <p:embed/>
                </p:oleObj>
              </mc:Choice>
              <mc:Fallback>
                <p:oleObj name="公式" r:id="rId21" imgW="127000" imgH="101600" progId="Equation.3">
                  <p:embed/>
                  <p:pic>
                    <p:nvPicPr>
                      <p:cNvPr id="0" name="Object 1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724525" y="4149725"/>
                        <a:ext cx="220663"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3"/>
    </p:custDataLst>
  </p:cSld>
  <p:clrMapOvr>
    <a:masterClrMapping/>
  </p:clrMapOvr>
  <p:transition spd="slow" advTm="7192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02766"/>
                                        </p:tgtEl>
                                        <p:attrNameLst>
                                          <p:attrName>style.visibility</p:attrName>
                                        </p:attrNameLst>
                                      </p:cBhvr>
                                      <p:to>
                                        <p:strVal val="visible"/>
                                      </p:to>
                                    </p:set>
                                    <p:anim calcmode="lin" valueType="num">
                                      <p:cBhvr>
                                        <p:cTn id="7" dur="1000" fill="hold"/>
                                        <p:tgtEl>
                                          <p:spTgt spid="202766"/>
                                        </p:tgtEl>
                                        <p:attrNameLst>
                                          <p:attrName>ppt_w</p:attrName>
                                        </p:attrNameLst>
                                      </p:cBhvr>
                                      <p:tavLst>
                                        <p:tav tm="0">
                                          <p:val>
                                            <p:strVal val="#ppt_w*0.70"/>
                                          </p:val>
                                        </p:tav>
                                        <p:tav tm="100000">
                                          <p:val>
                                            <p:strVal val="#ppt_w"/>
                                          </p:val>
                                        </p:tav>
                                      </p:tavLst>
                                    </p:anim>
                                    <p:anim calcmode="lin" valueType="num">
                                      <p:cBhvr>
                                        <p:cTn id="8" dur="1000" fill="hold"/>
                                        <p:tgtEl>
                                          <p:spTgt spid="202766"/>
                                        </p:tgtEl>
                                        <p:attrNameLst>
                                          <p:attrName>ppt_h</p:attrName>
                                        </p:attrNameLst>
                                      </p:cBhvr>
                                      <p:tavLst>
                                        <p:tav tm="0">
                                          <p:val>
                                            <p:strVal val="#ppt_h"/>
                                          </p:val>
                                        </p:tav>
                                        <p:tav tm="100000">
                                          <p:val>
                                            <p:strVal val="#ppt_h"/>
                                          </p:val>
                                        </p:tav>
                                      </p:tavLst>
                                    </p:anim>
                                    <p:animEffect transition="in" filter="fade">
                                      <p:cBhvr>
                                        <p:cTn id="9" dur="1000"/>
                                        <p:tgtEl>
                                          <p:spTgt spid="20276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02767"/>
                                        </p:tgtEl>
                                        <p:attrNameLst>
                                          <p:attrName>style.visibility</p:attrName>
                                        </p:attrNameLst>
                                      </p:cBhvr>
                                      <p:to>
                                        <p:strVal val="visible"/>
                                      </p:to>
                                    </p:set>
                                    <p:anim calcmode="lin" valueType="num">
                                      <p:cBhvr>
                                        <p:cTn id="14" dur="1000" fill="hold"/>
                                        <p:tgtEl>
                                          <p:spTgt spid="202767"/>
                                        </p:tgtEl>
                                        <p:attrNameLst>
                                          <p:attrName>ppt_w</p:attrName>
                                        </p:attrNameLst>
                                      </p:cBhvr>
                                      <p:tavLst>
                                        <p:tav tm="0">
                                          <p:val>
                                            <p:strVal val="#ppt_w*0.70"/>
                                          </p:val>
                                        </p:tav>
                                        <p:tav tm="100000">
                                          <p:val>
                                            <p:strVal val="#ppt_w"/>
                                          </p:val>
                                        </p:tav>
                                      </p:tavLst>
                                    </p:anim>
                                    <p:anim calcmode="lin" valueType="num">
                                      <p:cBhvr>
                                        <p:cTn id="15" dur="1000" fill="hold"/>
                                        <p:tgtEl>
                                          <p:spTgt spid="202767"/>
                                        </p:tgtEl>
                                        <p:attrNameLst>
                                          <p:attrName>ppt_h</p:attrName>
                                        </p:attrNameLst>
                                      </p:cBhvr>
                                      <p:tavLst>
                                        <p:tav tm="0">
                                          <p:val>
                                            <p:strVal val="#ppt_h"/>
                                          </p:val>
                                        </p:tav>
                                        <p:tav tm="100000">
                                          <p:val>
                                            <p:strVal val="#ppt_h"/>
                                          </p:val>
                                        </p:tav>
                                      </p:tavLst>
                                    </p:anim>
                                    <p:animEffect transition="in" filter="fade">
                                      <p:cBhvr>
                                        <p:cTn id="16" dur="1000"/>
                                        <p:tgtEl>
                                          <p:spTgt spid="202767"/>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02768"/>
                                        </p:tgtEl>
                                        <p:attrNameLst>
                                          <p:attrName>style.visibility</p:attrName>
                                        </p:attrNameLst>
                                      </p:cBhvr>
                                      <p:to>
                                        <p:strVal val="visible"/>
                                      </p:to>
                                    </p:set>
                                    <p:anim calcmode="lin" valueType="num">
                                      <p:cBhvr>
                                        <p:cTn id="21" dur="1000" fill="hold"/>
                                        <p:tgtEl>
                                          <p:spTgt spid="202768"/>
                                        </p:tgtEl>
                                        <p:attrNameLst>
                                          <p:attrName>ppt_w</p:attrName>
                                        </p:attrNameLst>
                                      </p:cBhvr>
                                      <p:tavLst>
                                        <p:tav tm="0">
                                          <p:val>
                                            <p:strVal val="#ppt_w*0.70"/>
                                          </p:val>
                                        </p:tav>
                                        <p:tav tm="100000">
                                          <p:val>
                                            <p:strVal val="#ppt_w"/>
                                          </p:val>
                                        </p:tav>
                                      </p:tavLst>
                                    </p:anim>
                                    <p:anim calcmode="lin" valueType="num">
                                      <p:cBhvr>
                                        <p:cTn id="22" dur="1000" fill="hold"/>
                                        <p:tgtEl>
                                          <p:spTgt spid="202768"/>
                                        </p:tgtEl>
                                        <p:attrNameLst>
                                          <p:attrName>ppt_h</p:attrName>
                                        </p:attrNameLst>
                                      </p:cBhvr>
                                      <p:tavLst>
                                        <p:tav tm="0">
                                          <p:val>
                                            <p:strVal val="#ppt_h"/>
                                          </p:val>
                                        </p:tav>
                                        <p:tav tm="100000">
                                          <p:val>
                                            <p:strVal val="#ppt_h"/>
                                          </p:val>
                                        </p:tav>
                                      </p:tavLst>
                                    </p:anim>
                                    <p:animEffect transition="in" filter="fade">
                                      <p:cBhvr>
                                        <p:cTn id="23" dur="1000"/>
                                        <p:tgtEl>
                                          <p:spTgt spid="202768"/>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202769"/>
                                        </p:tgtEl>
                                        <p:attrNameLst>
                                          <p:attrName>style.visibility</p:attrName>
                                        </p:attrNameLst>
                                      </p:cBhvr>
                                      <p:to>
                                        <p:strVal val="visible"/>
                                      </p:to>
                                    </p:set>
                                    <p:anim calcmode="lin" valueType="num">
                                      <p:cBhvr>
                                        <p:cTn id="27" dur="1000" fill="hold"/>
                                        <p:tgtEl>
                                          <p:spTgt spid="202769"/>
                                        </p:tgtEl>
                                        <p:attrNameLst>
                                          <p:attrName>ppt_w</p:attrName>
                                        </p:attrNameLst>
                                      </p:cBhvr>
                                      <p:tavLst>
                                        <p:tav tm="0">
                                          <p:val>
                                            <p:strVal val="#ppt_w*0.70"/>
                                          </p:val>
                                        </p:tav>
                                        <p:tav tm="100000">
                                          <p:val>
                                            <p:strVal val="#ppt_w"/>
                                          </p:val>
                                        </p:tav>
                                      </p:tavLst>
                                    </p:anim>
                                    <p:anim calcmode="lin" valueType="num">
                                      <p:cBhvr>
                                        <p:cTn id="28" dur="1000" fill="hold"/>
                                        <p:tgtEl>
                                          <p:spTgt spid="202769"/>
                                        </p:tgtEl>
                                        <p:attrNameLst>
                                          <p:attrName>ppt_h</p:attrName>
                                        </p:attrNameLst>
                                      </p:cBhvr>
                                      <p:tavLst>
                                        <p:tav tm="0">
                                          <p:val>
                                            <p:strVal val="#ppt_h"/>
                                          </p:val>
                                        </p:tav>
                                        <p:tav tm="100000">
                                          <p:val>
                                            <p:strVal val="#ppt_h"/>
                                          </p:val>
                                        </p:tav>
                                      </p:tavLst>
                                    </p:anim>
                                    <p:animEffect transition="in" filter="fade">
                                      <p:cBhvr>
                                        <p:cTn id="29" dur="1000"/>
                                        <p:tgtEl>
                                          <p:spTgt spid="202769"/>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202765"/>
                                        </p:tgtEl>
                                        <p:attrNameLst>
                                          <p:attrName>style.visibility</p:attrName>
                                        </p:attrNameLst>
                                      </p:cBhvr>
                                      <p:to>
                                        <p:strVal val="visible"/>
                                      </p:to>
                                    </p:set>
                                    <p:anim calcmode="lin" valueType="num">
                                      <p:cBhvr>
                                        <p:cTn id="34" dur="1000" fill="hold"/>
                                        <p:tgtEl>
                                          <p:spTgt spid="202765"/>
                                        </p:tgtEl>
                                        <p:attrNameLst>
                                          <p:attrName>ppt_w</p:attrName>
                                        </p:attrNameLst>
                                      </p:cBhvr>
                                      <p:tavLst>
                                        <p:tav tm="0">
                                          <p:val>
                                            <p:strVal val="#ppt_w*0.70"/>
                                          </p:val>
                                        </p:tav>
                                        <p:tav tm="100000">
                                          <p:val>
                                            <p:strVal val="#ppt_w"/>
                                          </p:val>
                                        </p:tav>
                                      </p:tavLst>
                                    </p:anim>
                                    <p:anim calcmode="lin" valueType="num">
                                      <p:cBhvr>
                                        <p:cTn id="35" dur="1000" fill="hold"/>
                                        <p:tgtEl>
                                          <p:spTgt spid="202765"/>
                                        </p:tgtEl>
                                        <p:attrNameLst>
                                          <p:attrName>ppt_h</p:attrName>
                                        </p:attrNameLst>
                                      </p:cBhvr>
                                      <p:tavLst>
                                        <p:tav tm="0">
                                          <p:val>
                                            <p:strVal val="#ppt_h"/>
                                          </p:val>
                                        </p:tav>
                                        <p:tav tm="100000">
                                          <p:val>
                                            <p:strVal val="#ppt_h"/>
                                          </p:val>
                                        </p:tav>
                                      </p:tavLst>
                                    </p:anim>
                                    <p:animEffect transition="in" filter="fade">
                                      <p:cBhvr>
                                        <p:cTn id="36" dur="1000"/>
                                        <p:tgtEl>
                                          <p:spTgt spid="202765"/>
                                        </p:tgtEl>
                                      </p:cBhvr>
                                    </p:animEffect>
                                  </p:childTnLst>
                                </p:cTn>
                              </p:par>
                            </p:childTnLst>
                          </p:cTn>
                        </p:par>
                        <p:par>
                          <p:cTn id="37" fill="hold">
                            <p:stCondLst>
                              <p:cond delay="1000"/>
                            </p:stCondLst>
                            <p:childTnLst>
                              <p:par>
                                <p:cTn id="38" presetID="55" presetClass="entr" presetSubtype="0" fill="hold" grpId="0" nodeType="afterEffect">
                                  <p:stCondLst>
                                    <p:cond delay="0"/>
                                  </p:stCondLst>
                                  <p:childTnLst>
                                    <p:set>
                                      <p:cBhvr>
                                        <p:cTn id="39" dur="1" fill="hold">
                                          <p:stCondLst>
                                            <p:cond delay="0"/>
                                          </p:stCondLst>
                                        </p:cTn>
                                        <p:tgtEl>
                                          <p:spTgt spid="202757"/>
                                        </p:tgtEl>
                                        <p:attrNameLst>
                                          <p:attrName>style.visibility</p:attrName>
                                        </p:attrNameLst>
                                      </p:cBhvr>
                                      <p:to>
                                        <p:strVal val="visible"/>
                                      </p:to>
                                    </p:set>
                                    <p:anim calcmode="lin" valueType="num">
                                      <p:cBhvr>
                                        <p:cTn id="40" dur="1000" fill="hold"/>
                                        <p:tgtEl>
                                          <p:spTgt spid="202757"/>
                                        </p:tgtEl>
                                        <p:attrNameLst>
                                          <p:attrName>ppt_w</p:attrName>
                                        </p:attrNameLst>
                                      </p:cBhvr>
                                      <p:tavLst>
                                        <p:tav tm="0">
                                          <p:val>
                                            <p:strVal val="#ppt_w*0.70"/>
                                          </p:val>
                                        </p:tav>
                                        <p:tav tm="100000">
                                          <p:val>
                                            <p:strVal val="#ppt_w"/>
                                          </p:val>
                                        </p:tav>
                                      </p:tavLst>
                                    </p:anim>
                                    <p:anim calcmode="lin" valueType="num">
                                      <p:cBhvr>
                                        <p:cTn id="41" dur="1000" fill="hold"/>
                                        <p:tgtEl>
                                          <p:spTgt spid="202757"/>
                                        </p:tgtEl>
                                        <p:attrNameLst>
                                          <p:attrName>ppt_h</p:attrName>
                                        </p:attrNameLst>
                                      </p:cBhvr>
                                      <p:tavLst>
                                        <p:tav tm="0">
                                          <p:val>
                                            <p:strVal val="#ppt_h"/>
                                          </p:val>
                                        </p:tav>
                                        <p:tav tm="100000">
                                          <p:val>
                                            <p:strVal val="#ppt_h"/>
                                          </p:val>
                                        </p:tav>
                                      </p:tavLst>
                                    </p:anim>
                                    <p:animEffect transition="in" filter="fade">
                                      <p:cBhvr>
                                        <p:cTn id="42" dur="1000"/>
                                        <p:tgtEl>
                                          <p:spTgt spid="202757"/>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p:cTn id="47" dur="1000" fill="hold"/>
                                        <p:tgtEl>
                                          <p:spTgt spid="2"/>
                                        </p:tgtEl>
                                        <p:attrNameLst>
                                          <p:attrName>ppt_w</p:attrName>
                                        </p:attrNameLst>
                                      </p:cBhvr>
                                      <p:tavLst>
                                        <p:tav tm="0">
                                          <p:val>
                                            <p:strVal val="#ppt_w*0.70"/>
                                          </p:val>
                                        </p:tav>
                                        <p:tav tm="100000">
                                          <p:val>
                                            <p:strVal val="#ppt_w"/>
                                          </p:val>
                                        </p:tav>
                                      </p:tavLst>
                                    </p:anim>
                                    <p:anim calcmode="lin" valueType="num">
                                      <p:cBhvr>
                                        <p:cTn id="48" dur="1000" fill="hold"/>
                                        <p:tgtEl>
                                          <p:spTgt spid="2"/>
                                        </p:tgtEl>
                                        <p:attrNameLst>
                                          <p:attrName>ppt_h</p:attrName>
                                        </p:attrNameLst>
                                      </p:cBhvr>
                                      <p:tavLst>
                                        <p:tav tm="0">
                                          <p:val>
                                            <p:strVal val="#ppt_h"/>
                                          </p:val>
                                        </p:tav>
                                        <p:tav tm="100000">
                                          <p:val>
                                            <p:strVal val="#ppt_h"/>
                                          </p:val>
                                        </p:tav>
                                      </p:tavLst>
                                    </p:anim>
                                    <p:animEffect transition="in" filter="fade">
                                      <p:cBhvr>
                                        <p:cTn id="4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7" grpId="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0A6748EF-443C-4959-83FC-3AD8AA6607A3}" type="datetime1">
              <a:rPr lang="zh-CN" altLang="en-US"/>
            </a:fld>
            <a:endParaRPr lang="zh-CN" altLang="en-US"/>
          </a:p>
        </p:txBody>
      </p:sp>
      <p:graphicFrame>
        <p:nvGraphicFramePr>
          <p:cNvPr id="203779" name="Object 3"/>
          <p:cNvGraphicFramePr>
            <a:graphicFrameLocks noChangeAspect="1"/>
          </p:cNvGraphicFramePr>
          <p:nvPr/>
        </p:nvGraphicFramePr>
        <p:xfrm>
          <a:off x="1187450" y="2192338"/>
          <a:ext cx="7723188" cy="958850"/>
        </p:xfrm>
        <a:graphic>
          <a:graphicData uri="http://schemas.openxmlformats.org/presentationml/2006/ole">
            <mc:AlternateContent xmlns:mc="http://schemas.openxmlformats.org/markup-compatibility/2006">
              <mc:Choice xmlns:v="urn:schemas-microsoft-com:vml" Requires="v">
                <p:oleObj spid="_x0000_s61578" name="公式" r:id="rId1" imgW="85344000" imgH="10668000" progId="Equation.3">
                  <p:embed/>
                </p:oleObj>
              </mc:Choice>
              <mc:Fallback>
                <p:oleObj name="公式" r:id="rId1" imgW="85344000" imgH="10668000" progId="Equation.3">
                  <p:embed/>
                  <p:pic>
                    <p:nvPicPr>
                      <p:cNvPr id="0" name="Object 3"/>
                      <p:cNvPicPr>
                        <a:picLocks noChangeAspect="1" noChangeArrowheads="1"/>
                      </p:cNvPicPr>
                      <p:nvPr/>
                    </p:nvPicPr>
                    <p:blipFill>
                      <a:blip r:embed="rId2"/>
                      <a:srcRect/>
                      <a:stretch>
                        <a:fillRect/>
                      </a:stretch>
                    </p:blipFill>
                    <p:spPr bwMode="auto">
                      <a:xfrm>
                        <a:off x="1187450" y="2192338"/>
                        <a:ext cx="7723188" cy="95885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38100">
                            <a:solidFill>
                              <a:srgbClr val="9900FF"/>
                            </a:solidFill>
                            <a:miter lim="800000"/>
                            <a:headEnd/>
                            <a:tailEnd/>
                          </a14:hiddenLine>
                        </a:ext>
                      </a:extLst>
                    </p:spPr>
                  </p:pic>
                </p:oleObj>
              </mc:Fallback>
            </mc:AlternateContent>
          </a:graphicData>
        </a:graphic>
      </p:graphicFrame>
      <p:sp>
        <p:nvSpPr>
          <p:cNvPr id="203780" name="Rectangle 4"/>
          <p:cNvSpPr>
            <a:spLocks noChangeArrowheads="1"/>
          </p:cNvSpPr>
          <p:nvPr/>
        </p:nvSpPr>
        <p:spPr bwMode="auto">
          <a:xfrm>
            <a:off x="962819" y="393213"/>
            <a:ext cx="7646988" cy="1223963"/>
          </a:xfrm>
          <a:prstGeom prst="rect">
            <a:avLst/>
          </a:prstGeom>
          <a:noFill/>
          <a:ln w="28575">
            <a:solidFill>
              <a:schemeClr val="bg2"/>
            </a:solidFill>
            <a:miter lim="800000"/>
          </a:ln>
          <a:extLst>
            <a:ext uri="{909E8E84-426E-40DD-AFC4-6F175D3DCCD1}">
              <a14:hiddenFill xmlns:a14="http://schemas.microsoft.com/office/drawing/2010/main">
                <a:solidFill>
                  <a:srgbClr val="FFFFFF"/>
                </a:solidFill>
              </a14:hiddenFill>
            </a:ext>
          </a:extLst>
        </p:spPr>
        <p:txBody>
          <a:bodyPr/>
          <a:lstStyle>
            <a:lvl1pPr indent="17970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45000"/>
              </a:lnSpc>
              <a:spcBef>
                <a:spcPct val="40000"/>
              </a:spcBef>
              <a:spcAft>
                <a:spcPct val="20000"/>
              </a:spcAft>
              <a:buFont typeface="Wingdings" panose="05000000000000000000" pitchFamily="2" charset="2"/>
              <a:buNone/>
            </a:pPr>
            <a:r>
              <a:rPr lang="zh-CN" altLang="en-US" sz="2400" b="1">
                <a:solidFill>
                  <a:srgbClr val="FF0000"/>
                </a:solidFill>
                <a:latin typeface="宋体" panose="02010600030101010101" pitchFamily="2" charset="-122"/>
                <a:ea typeface="宋体" panose="02010600030101010101" pitchFamily="2" charset="-122"/>
              </a:rPr>
              <a:t>  在实际应用中，不可能取无限多次谐波，只能取有限项来近似表示，不可避免的带来一误差。</a:t>
            </a:r>
            <a:endParaRPr lang="zh-CN" altLang="en-US" sz="2400" b="1">
              <a:solidFill>
                <a:srgbClr val="FF0000"/>
              </a:solidFill>
              <a:latin typeface="宋体" panose="02010600030101010101" pitchFamily="2" charset="-122"/>
              <a:ea typeface="宋体" panose="02010600030101010101" pitchFamily="2" charset="-122"/>
            </a:endParaRPr>
          </a:p>
        </p:txBody>
      </p:sp>
      <p:graphicFrame>
        <p:nvGraphicFramePr>
          <p:cNvPr id="61445" name="Object 5"/>
          <p:cNvGraphicFramePr>
            <a:graphicFrameLocks noChangeAspect="1"/>
          </p:cNvGraphicFramePr>
          <p:nvPr/>
        </p:nvGraphicFramePr>
        <p:xfrm>
          <a:off x="476250" y="3600450"/>
          <a:ext cx="8667750" cy="1828800"/>
        </p:xfrm>
        <a:graphic>
          <a:graphicData uri="http://schemas.openxmlformats.org/presentationml/2006/ole">
            <mc:AlternateContent xmlns:mc="http://schemas.openxmlformats.org/markup-compatibility/2006">
              <mc:Choice xmlns:v="urn:schemas-microsoft-com:vml" Requires="v">
                <p:oleObj spid="_x0000_s61579" name="Equation" r:id="rId3" imgW="3683000" imgH="685800" progId="Equation.DSMT4">
                  <p:embed/>
                </p:oleObj>
              </mc:Choice>
              <mc:Fallback>
                <p:oleObj name="Equation" r:id="rId3" imgW="3683000" imgH="6858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50" y="3600450"/>
                        <a:ext cx="8667750" cy="1828800"/>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type="none" w="sm" len="sm"/>
                          </a14:hiddenLine>
                        </a:ext>
                        <a:ext uri="{AF507438-7753-43E0-B8FC-AC1667EBCBE1}">
                          <a14:hiddenEffects xmlns:a14="http://schemas.microsoft.com/office/drawing/2010/main">
                            <a:effectLst>
                              <a:outerShdw kx="-3284103" algn="br" rotWithShape="0">
                                <a:schemeClr val="bg2">
                                  <a:alpha val="50000"/>
                                </a:schemeClr>
                              </a:outerShdw>
                            </a:effectLst>
                          </a14:hiddenEffects>
                        </a:ext>
                      </a:extLst>
                    </p:spPr>
                  </p:pic>
                </p:oleObj>
              </mc:Fallback>
            </mc:AlternateContent>
          </a:graphicData>
        </a:graphic>
      </p:graphicFrame>
    </p:spTree>
  </p:cSld>
  <p:clrMapOvr>
    <a:masterClrMapping/>
  </p:clrMapOvr>
  <p:transition spd="slow" advTm="1426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03780"/>
                                        </p:tgtEl>
                                        <p:attrNameLst>
                                          <p:attrName>style.visibility</p:attrName>
                                        </p:attrNameLst>
                                      </p:cBhvr>
                                      <p:to>
                                        <p:strVal val="visible"/>
                                      </p:to>
                                    </p:set>
                                    <p:anim calcmode="lin" valueType="num">
                                      <p:cBhvr>
                                        <p:cTn id="7" dur="1000" fill="hold"/>
                                        <p:tgtEl>
                                          <p:spTgt spid="203780"/>
                                        </p:tgtEl>
                                        <p:attrNameLst>
                                          <p:attrName>ppt_w</p:attrName>
                                        </p:attrNameLst>
                                      </p:cBhvr>
                                      <p:tavLst>
                                        <p:tav tm="0">
                                          <p:val>
                                            <p:strVal val="#ppt_w*0.70"/>
                                          </p:val>
                                        </p:tav>
                                        <p:tav tm="100000">
                                          <p:val>
                                            <p:strVal val="#ppt_w"/>
                                          </p:val>
                                        </p:tav>
                                      </p:tavLst>
                                    </p:anim>
                                    <p:anim calcmode="lin" valueType="num">
                                      <p:cBhvr>
                                        <p:cTn id="8" dur="1000" fill="hold"/>
                                        <p:tgtEl>
                                          <p:spTgt spid="203780"/>
                                        </p:tgtEl>
                                        <p:attrNameLst>
                                          <p:attrName>ppt_h</p:attrName>
                                        </p:attrNameLst>
                                      </p:cBhvr>
                                      <p:tavLst>
                                        <p:tav tm="0">
                                          <p:val>
                                            <p:strVal val="#ppt_h"/>
                                          </p:val>
                                        </p:tav>
                                        <p:tav tm="100000">
                                          <p:val>
                                            <p:strVal val="#ppt_h"/>
                                          </p:val>
                                        </p:tav>
                                      </p:tavLst>
                                    </p:anim>
                                    <p:animEffect transition="in" filter="fade">
                                      <p:cBhvr>
                                        <p:cTn id="9" dur="1000"/>
                                        <p:tgtEl>
                                          <p:spTgt spid="20378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03779"/>
                                        </p:tgtEl>
                                        <p:attrNameLst>
                                          <p:attrName>style.visibility</p:attrName>
                                        </p:attrNameLst>
                                      </p:cBhvr>
                                      <p:to>
                                        <p:strVal val="visible"/>
                                      </p:to>
                                    </p:set>
                                    <p:anim calcmode="lin" valueType="num">
                                      <p:cBhvr>
                                        <p:cTn id="14" dur="1000" fill="hold"/>
                                        <p:tgtEl>
                                          <p:spTgt spid="203779"/>
                                        </p:tgtEl>
                                        <p:attrNameLst>
                                          <p:attrName>ppt_w</p:attrName>
                                        </p:attrNameLst>
                                      </p:cBhvr>
                                      <p:tavLst>
                                        <p:tav tm="0">
                                          <p:val>
                                            <p:strVal val="#ppt_w*0.70"/>
                                          </p:val>
                                        </p:tav>
                                        <p:tav tm="100000">
                                          <p:val>
                                            <p:strVal val="#ppt_w"/>
                                          </p:val>
                                        </p:tav>
                                      </p:tavLst>
                                    </p:anim>
                                    <p:anim calcmode="lin" valueType="num">
                                      <p:cBhvr>
                                        <p:cTn id="15" dur="1000" fill="hold"/>
                                        <p:tgtEl>
                                          <p:spTgt spid="203779"/>
                                        </p:tgtEl>
                                        <p:attrNameLst>
                                          <p:attrName>ppt_h</p:attrName>
                                        </p:attrNameLst>
                                      </p:cBhvr>
                                      <p:tavLst>
                                        <p:tav tm="0">
                                          <p:val>
                                            <p:strVal val="#ppt_h"/>
                                          </p:val>
                                        </p:tav>
                                        <p:tav tm="100000">
                                          <p:val>
                                            <p:strVal val="#ppt_h"/>
                                          </p:val>
                                        </p:tav>
                                      </p:tavLst>
                                    </p:anim>
                                    <p:animEffect transition="in" filter="fade">
                                      <p:cBhvr>
                                        <p:cTn id="16" dur="1000"/>
                                        <p:tgtEl>
                                          <p:spTgt spid="20377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66" name="Object 7"/>
          <p:cNvGraphicFramePr>
            <a:graphicFrameLocks noChangeAspect="1"/>
          </p:cNvGraphicFramePr>
          <p:nvPr/>
        </p:nvGraphicFramePr>
        <p:xfrm>
          <a:off x="971550" y="234950"/>
          <a:ext cx="5942013" cy="598488"/>
        </p:xfrm>
        <a:graphic>
          <a:graphicData uri="http://schemas.openxmlformats.org/presentationml/2006/ole">
            <mc:AlternateContent xmlns:mc="http://schemas.openxmlformats.org/markup-compatibility/2006">
              <mc:Choice xmlns:v="urn:schemas-microsoft-com:vml" Requires="v">
                <p:oleObj spid="_x0000_s62936" name="" r:id="rId1" imgW="2679700" imgH="393700" progId="Equation.3">
                  <p:embed/>
                </p:oleObj>
              </mc:Choice>
              <mc:Fallback>
                <p:oleObj name="" r:id="rId1" imgW="2679700" imgH="3937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34950"/>
                        <a:ext cx="5942013"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30"/>
          <p:cNvGrpSpPr/>
          <p:nvPr/>
        </p:nvGrpSpPr>
        <p:grpSpPr bwMode="auto">
          <a:xfrm>
            <a:off x="971550" y="1076325"/>
            <a:ext cx="3505200" cy="5683250"/>
            <a:chOff x="657" y="346"/>
            <a:chExt cx="2269" cy="3974"/>
          </a:xfrm>
        </p:grpSpPr>
        <p:pic>
          <p:nvPicPr>
            <p:cNvPr id="62477" name="Picture 16" descr="基波"/>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572"/>
              <a:ext cx="1633" cy="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8" name="Picture 19" descr="基波与三5次谐波"/>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 y="3179"/>
              <a:ext cx="1678" cy="1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9" name="Picture 21" descr="基波与三次谐波"/>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842"/>
              <a:ext cx="1724" cy="1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2480" name="Object 22"/>
            <p:cNvGraphicFramePr>
              <a:graphicFrameLocks noChangeAspect="1"/>
            </p:cNvGraphicFramePr>
            <p:nvPr/>
          </p:nvGraphicFramePr>
          <p:xfrm>
            <a:off x="1474" y="709"/>
            <a:ext cx="726" cy="298"/>
          </p:xfrm>
          <a:graphic>
            <a:graphicData uri="http://schemas.openxmlformats.org/presentationml/2006/ole">
              <mc:AlternateContent xmlns:mc="http://schemas.openxmlformats.org/markup-compatibility/2006">
                <mc:Choice xmlns:v="urn:schemas-microsoft-com:vml" Requires="v">
                  <p:oleObj spid="_x0000_s62937" name="" r:id="rId6" imgW="951865" imgH="393700" progId="Equation.3">
                    <p:embed/>
                  </p:oleObj>
                </mc:Choice>
                <mc:Fallback>
                  <p:oleObj name="" r:id="rId6" imgW="951865" imgH="393700" progId="Equation.3">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4" y="709"/>
                          <a:ext cx="72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81" name="Object 23"/>
            <p:cNvGraphicFramePr>
              <a:graphicFrameLocks noChangeAspect="1"/>
            </p:cNvGraphicFramePr>
            <p:nvPr/>
          </p:nvGraphicFramePr>
          <p:xfrm>
            <a:off x="1474" y="1933"/>
            <a:ext cx="1452" cy="372"/>
          </p:xfrm>
          <a:graphic>
            <a:graphicData uri="http://schemas.openxmlformats.org/presentationml/2006/ole">
              <mc:AlternateContent xmlns:mc="http://schemas.openxmlformats.org/markup-compatibility/2006">
                <mc:Choice xmlns:v="urn:schemas-microsoft-com:vml" Requires="v">
                  <p:oleObj spid="_x0000_s62938" name="" r:id="rId8" imgW="1726565" imgH="393700" progId="Equation.3">
                    <p:embed/>
                  </p:oleObj>
                </mc:Choice>
                <mc:Fallback>
                  <p:oleObj name="" r:id="rId8" imgW="1726565" imgH="393700"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4" y="1933"/>
                          <a:ext cx="1452" cy="37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82" name="Object 24"/>
            <p:cNvGraphicFramePr>
              <a:graphicFrameLocks noChangeAspect="1"/>
            </p:cNvGraphicFramePr>
            <p:nvPr/>
          </p:nvGraphicFramePr>
          <p:xfrm>
            <a:off x="1066" y="3067"/>
            <a:ext cx="1633" cy="272"/>
          </p:xfrm>
          <a:graphic>
            <a:graphicData uri="http://schemas.openxmlformats.org/presentationml/2006/ole">
              <mc:AlternateContent xmlns:mc="http://schemas.openxmlformats.org/markup-compatibility/2006">
                <mc:Choice xmlns:v="urn:schemas-microsoft-com:vml" Requires="v">
                  <p:oleObj spid="_x0000_s62939" name="" r:id="rId10" imgW="2413000" imgH="393700" progId="Equation.3">
                    <p:embed/>
                  </p:oleObj>
                </mc:Choice>
                <mc:Fallback>
                  <p:oleObj name="" r:id="rId10" imgW="2413000" imgH="393700"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66" y="3067"/>
                          <a:ext cx="1633" cy="27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83" name="Text Box 28"/>
            <p:cNvSpPr txBox="1">
              <a:spLocks noChangeArrowheads="1"/>
            </p:cNvSpPr>
            <p:nvPr/>
          </p:nvSpPr>
          <p:spPr bwMode="auto">
            <a:xfrm>
              <a:off x="703" y="346"/>
              <a:ext cx="1887" cy="27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zh-CN" altLang="en-US" sz="2000" b="1">
                  <a:solidFill>
                    <a:srgbClr val="0000FF"/>
                  </a:solidFill>
                </a:rPr>
                <a:t>近似函数与原信号差别：</a:t>
              </a:r>
              <a:endParaRPr lang="zh-CN" altLang="en-US" sz="2000" b="1">
                <a:solidFill>
                  <a:srgbClr val="0000FF"/>
                </a:solidFill>
              </a:endParaRPr>
            </a:p>
          </p:txBody>
        </p:sp>
      </p:grpSp>
      <p:grpSp>
        <p:nvGrpSpPr>
          <p:cNvPr id="3" name="Group 32"/>
          <p:cNvGrpSpPr/>
          <p:nvPr/>
        </p:nvGrpSpPr>
        <p:grpSpPr bwMode="auto">
          <a:xfrm>
            <a:off x="4870450" y="1062038"/>
            <a:ext cx="3438525" cy="5711825"/>
            <a:chOff x="3129" y="346"/>
            <a:chExt cx="2507" cy="3965"/>
          </a:xfrm>
        </p:grpSpPr>
        <p:pic>
          <p:nvPicPr>
            <p:cNvPr id="62470" name="Picture 17" descr="基波与三次谐波误差"/>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53" y="1842"/>
              <a:ext cx="1814" cy="1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Picture 18" descr="基波误差"/>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29" y="527"/>
              <a:ext cx="1814" cy="1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2" name="Picture 20" descr="基波与三5次谐波误差"/>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3" y="3177"/>
              <a:ext cx="1820"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2473" name="Object 25"/>
            <p:cNvGraphicFramePr>
              <a:graphicFrameLocks noChangeAspect="1"/>
            </p:cNvGraphicFramePr>
            <p:nvPr/>
          </p:nvGraphicFramePr>
          <p:xfrm>
            <a:off x="5103" y="943"/>
            <a:ext cx="526" cy="264"/>
          </p:xfrm>
          <a:graphic>
            <a:graphicData uri="http://schemas.openxmlformats.org/presentationml/2006/ole">
              <mc:AlternateContent xmlns:mc="http://schemas.openxmlformats.org/markup-compatibility/2006">
                <mc:Choice xmlns:v="urn:schemas-microsoft-com:vml" Requires="v">
                  <p:oleObj spid="_x0000_s62940" name="" r:id="rId15" imgW="609600" imgH="254000" progId="Equation.3">
                    <p:embed/>
                  </p:oleObj>
                </mc:Choice>
                <mc:Fallback>
                  <p:oleObj name="" r:id="rId15" imgW="609600" imgH="254000" progId="Equation.3">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03" y="943"/>
                          <a:ext cx="526" cy="264"/>
                        </a:xfrm>
                        <a:prstGeom prst="rect">
                          <a:avLst/>
                        </a:prstGeom>
                        <a:solidFill>
                          <a:srgbClr val="FF99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4" name="Object 26"/>
            <p:cNvGraphicFramePr>
              <a:graphicFrameLocks noChangeAspect="1"/>
            </p:cNvGraphicFramePr>
            <p:nvPr/>
          </p:nvGraphicFramePr>
          <p:xfrm>
            <a:off x="5057" y="2160"/>
            <a:ext cx="566" cy="287"/>
          </p:xfrm>
          <a:graphic>
            <a:graphicData uri="http://schemas.openxmlformats.org/presentationml/2006/ole">
              <mc:AlternateContent xmlns:mc="http://schemas.openxmlformats.org/markup-compatibility/2006">
                <mc:Choice xmlns:v="urn:schemas-microsoft-com:vml" Requires="v">
                  <p:oleObj spid="_x0000_s62941" name="" r:id="rId17" imgW="520700" imgH="266700" progId="Equation.3">
                    <p:embed/>
                  </p:oleObj>
                </mc:Choice>
                <mc:Fallback>
                  <p:oleObj name="" r:id="rId17" imgW="520700" imgH="266700" progId="Equation.3">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57" y="2160"/>
                          <a:ext cx="566" cy="287"/>
                        </a:xfrm>
                        <a:prstGeom prst="rect">
                          <a:avLst/>
                        </a:prstGeom>
                        <a:solidFill>
                          <a:srgbClr val="FF99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475" name="Object 27"/>
            <p:cNvGraphicFramePr>
              <a:graphicFrameLocks noChangeAspect="1"/>
            </p:cNvGraphicFramePr>
            <p:nvPr/>
          </p:nvGraphicFramePr>
          <p:xfrm>
            <a:off x="5103" y="3521"/>
            <a:ext cx="533" cy="230"/>
          </p:xfrm>
          <a:graphic>
            <a:graphicData uri="http://schemas.openxmlformats.org/presentationml/2006/ole">
              <mc:AlternateContent xmlns:mc="http://schemas.openxmlformats.org/markup-compatibility/2006">
                <mc:Choice xmlns:v="urn:schemas-microsoft-com:vml" Requires="v">
                  <p:oleObj spid="_x0000_s62942" name="" r:id="rId19" imgW="609600" imgH="266700" progId="Equation.3">
                    <p:embed/>
                  </p:oleObj>
                </mc:Choice>
                <mc:Fallback>
                  <p:oleObj name="" r:id="rId19" imgW="609600" imgH="266700" progId="Equation.3">
                    <p:embed/>
                    <p:pic>
                      <p:nvPicPr>
                        <p:cNvPr id="0" name="Object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03" y="3521"/>
                          <a:ext cx="533" cy="230"/>
                        </a:xfrm>
                        <a:prstGeom prst="rect">
                          <a:avLst/>
                        </a:prstGeom>
                        <a:solidFill>
                          <a:srgbClr val="FF99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476" name="Text Box 29"/>
            <p:cNvSpPr txBox="1">
              <a:spLocks noChangeArrowheads="1"/>
            </p:cNvSpPr>
            <p:nvPr/>
          </p:nvSpPr>
          <p:spPr bwMode="auto">
            <a:xfrm>
              <a:off x="3152" y="346"/>
              <a:ext cx="921" cy="2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zh-CN" altLang="en-US" sz="2000" b="1">
                  <a:solidFill>
                    <a:srgbClr val="0000FF"/>
                  </a:solidFill>
                </a:rPr>
                <a:t>误差函数：</a:t>
              </a:r>
              <a:endParaRPr lang="zh-CN" altLang="en-US" sz="2000" b="1">
                <a:solidFill>
                  <a:srgbClr val="0000FF"/>
                </a:solidFill>
              </a:endParaRPr>
            </a:p>
          </p:txBody>
        </p:sp>
      </p:grpSp>
      <p:cxnSp>
        <p:nvCxnSpPr>
          <p:cNvPr id="6" name="直接连接符 5"/>
          <p:cNvCxnSpPr/>
          <p:nvPr/>
        </p:nvCxnSpPr>
        <p:spPr>
          <a:xfrm>
            <a:off x="730250" y="833438"/>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Tree>
    <p:custDataLst>
      <p:tags r:id="rId21"/>
    </p:custDataLst>
  </p:cSld>
  <p:clrMapOvr>
    <a:masterClrMapping/>
  </p:clrMapOvr>
  <p:transition spd="med" advTm="206619">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strVal val="#ppt_w*0.70"/>
                                          </p:val>
                                        </p:tav>
                                        <p:tav tm="100000">
                                          <p:val>
                                            <p:strVal val="#ppt_w"/>
                                          </p:val>
                                        </p:tav>
                                      </p:tavLst>
                                    </p:anim>
                                    <p:anim calcmode="lin" valueType="num">
                                      <p:cBhvr>
                                        <p:cTn id="15" dur="1000" fill="hold"/>
                                        <p:tgtEl>
                                          <p:spTgt spid="3"/>
                                        </p:tgtEl>
                                        <p:attrNameLst>
                                          <p:attrName>ppt_h</p:attrName>
                                        </p:attrNameLst>
                                      </p:cBhvr>
                                      <p:tavLst>
                                        <p:tav tm="0">
                                          <p:val>
                                            <p:strVal val="#ppt_h"/>
                                          </p:val>
                                        </p:tav>
                                        <p:tav tm="100000">
                                          <p:val>
                                            <p:strVal val="#ppt_h"/>
                                          </p:val>
                                        </p:tav>
                                      </p:tavLst>
                                    </p:anim>
                                    <p:animEffect transition="in" filter="fade">
                                      <p:cBhvr>
                                        <p:cTn id="1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5670DA63-97E6-4C0F-9C45-EE63823895F5}" type="datetime1">
              <a:rPr lang="zh-CN" altLang="en-US"/>
            </a:fld>
            <a:endParaRPr lang="zh-CN" altLang="en-US"/>
          </a:p>
        </p:txBody>
      </p:sp>
      <p:pic>
        <p:nvPicPr>
          <p:cNvPr id="63491" name="Picture 2" desc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3860800"/>
            <a:ext cx="7275512"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3492" name="Object 3"/>
          <p:cNvGraphicFramePr>
            <a:graphicFrameLocks noGrp="1" noChangeAspect="1"/>
          </p:cNvGraphicFramePr>
          <p:nvPr>
            <p:ph sz="quarter" idx="4294967295"/>
          </p:nvPr>
        </p:nvGraphicFramePr>
        <p:xfrm>
          <a:off x="755650" y="260350"/>
          <a:ext cx="3205163" cy="720725"/>
        </p:xfrm>
        <a:graphic>
          <a:graphicData uri="http://schemas.openxmlformats.org/presentationml/2006/ole">
            <mc:AlternateContent xmlns:mc="http://schemas.openxmlformats.org/markup-compatibility/2006">
              <mc:Choice xmlns:v="urn:schemas-microsoft-com:vml" Requires="v">
                <p:oleObj spid="_x0000_s63628" name="Image" r:id="rId2" imgW="15976600" imgH="2286000" progId="Photoshop.Image.6">
                  <p:embed/>
                </p:oleObj>
              </mc:Choice>
              <mc:Fallback>
                <p:oleObj name="Image" r:id="rId2" imgW="15976600" imgH="2286000" progId="Photoshop.Image.6">
                  <p:embed/>
                  <p:pic>
                    <p:nvPicPr>
                      <p:cNvPr id="0" name="Object 3"/>
                      <p:cNvPicPr>
                        <a:picLocks noGrp="1" noChangeAspect="1" noChangeArrowheads="1"/>
                      </p:cNvPicPr>
                      <p:nvPr/>
                    </p:nvPicPr>
                    <p:blipFill>
                      <a:blip r:embed="rId3">
                        <a:extLst>
                          <a:ext uri="{28A0092B-C50C-407E-A947-70E740481C1C}">
                            <a14:useLocalDpi xmlns:a14="http://schemas.microsoft.com/office/drawing/2010/main" val="0"/>
                          </a:ext>
                        </a:extLst>
                      </a:blip>
                      <a:srcRect r="52904"/>
                      <a:stretch>
                        <a:fillRect/>
                      </a:stretch>
                    </p:blipFill>
                    <p:spPr bwMode="auto">
                      <a:xfrm>
                        <a:off x="755650" y="260350"/>
                        <a:ext cx="3205163"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493" name="Line 4"/>
          <p:cNvSpPr>
            <a:spLocks noChangeShapeType="1"/>
          </p:cNvSpPr>
          <p:nvPr/>
        </p:nvSpPr>
        <p:spPr bwMode="auto">
          <a:xfrm>
            <a:off x="1908175" y="5084763"/>
            <a:ext cx="1295400" cy="0"/>
          </a:xfrm>
          <a:prstGeom prst="line">
            <a:avLst/>
          </a:prstGeom>
          <a:noFill/>
          <a:ln w="38100">
            <a:solidFill>
              <a:srgbClr val="FF3300"/>
            </a:solidFill>
            <a:round/>
          </a:ln>
          <a:extLst>
            <a:ext uri="{909E8E84-426E-40DD-AFC4-6F175D3DCCD1}">
              <a14:hiddenFill xmlns:a14="http://schemas.microsoft.com/office/drawing/2010/main">
                <a:noFill/>
              </a14:hiddenFill>
            </a:ext>
          </a:extLst>
        </p:spPr>
        <p:txBody>
          <a:bodyPr lIns="0" tIns="0" rIns="0" bIns="0"/>
          <a:lstStyle/>
          <a:p>
            <a:endParaRPr lang="zh-CN" altLang="en-US"/>
          </a:p>
        </p:txBody>
      </p:sp>
      <p:pic>
        <p:nvPicPr>
          <p:cNvPr id="6349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 y="1268413"/>
            <a:ext cx="2743200" cy="22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3495" name="Object 6"/>
          <p:cNvGraphicFramePr>
            <a:graphicFrameLocks noGrp="1" noChangeAspect="1"/>
          </p:cNvGraphicFramePr>
          <p:nvPr>
            <p:ph idx="4294967295"/>
          </p:nvPr>
        </p:nvGraphicFramePr>
        <p:xfrm>
          <a:off x="3924300" y="260350"/>
          <a:ext cx="4895850" cy="3336925"/>
        </p:xfrm>
        <a:graphic>
          <a:graphicData uri="http://schemas.openxmlformats.org/presentationml/2006/ole">
            <mc:AlternateContent xmlns:mc="http://schemas.openxmlformats.org/markup-compatibility/2006">
              <mc:Choice xmlns:v="urn:schemas-microsoft-com:vml" Requires="v">
                <p:oleObj spid="_x0000_s63629" name="Image" r:id="rId5" imgW="4291330" imgH="4060190" progId="Photoshop.Image.6">
                  <p:embed/>
                </p:oleObj>
              </mc:Choice>
              <mc:Fallback>
                <p:oleObj name="Image" r:id="rId5" imgW="4291330" imgH="4060190" progId="Photoshop.Image.6">
                  <p:embed/>
                  <p:pic>
                    <p:nvPicPr>
                      <p:cNvPr id="0" name="Object 6"/>
                      <p:cNvPicPr>
                        <a:picLocks noGrp="1" noChangeAspect="1" noChangeArrowheads="1"/>
                      </p:cNvPicPr>
                      <p:nvPr/>
                    </p:nvPicPr>
                    <p:blipFill>
                      <a:blip r:embed="rId6">
                        <a:extLst>
                          <a:ext uri="{28A0092B-C50C-407E-A947-70E740481C1C}">
                            <a14:useLocalDpi xmlns:a14="http://schemas.microsoft.com/office/drawing/2010/main" val="0"/>
                          </a:ext>
                        </a:extLst>
                      </a:blip>
                      <a:srcRect b="4268"/>
                      <a:stretch>
                        <a:fillRect/>
                      </a:stretch>
                    </p:blipFill>
                    <p:spPr bwMode="auto">
                      <a:xfrm>
                        <a:off x="3924300" y="260350"/>
                        <a:ext cx="4895850" cy="3336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advTm="102193"/>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ChangeArrowheads="1"/>
          </p:cNvSpPr>
          <p:nvPr/>
        </p:nvSpPr>
        <p:spPr bwMode="auto">
          <a:xfrm>
            <a:off x="1071563" y="1009650"/>
            <a:ext cx="33115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ClrTx/>
              <a:buFontTx/>
              <a:buNone/>
            </a:pPr>
            <a:r>
              <a:rPr lang="en-US" altLang="zh-CN" sz="2400" b="1">
                <a:latin typeface="华文中宋" panose="02010600040101010101" pitchFamily="2" charset="-122"/>
                <a:ea typeface="华文中宋" panose="02010600040101010101" pitchFamily="2" charset="-122"/>
              </a:rPr>
              <a:t>2</a:t>
            </a:r>
            <a:r>
              <a:rPr lang="zh-CN" altLang="en-US" sz="2400" b="1">
                <a:latin typeface="华文中宋" panose="02010600040101010101" pitchFamily="2" charset="-122"/>
                <a:ea typeface="华文中宋" panose="02010600040101010101" pitchFamily="2" charset="-122"/>
              </a:rPr>
              <a:t>、复指数傅立叶级数</a:t>
            </a:r>
            <a:endParaRPr lang="zh-CN" altLang="en-US" sz="2400" b="1">
              <a:latin typeface="华文中宋" panose="02010600040101010101" pitchFamily="2" charset="-122"/>
              <a:ea typeface="华文中宋" panose="02010600040101010101" pitchFamily="2" charset="-122"/>
            </a:endParaRPr>
          </a:p>
        </p:txBody>
      </p:sp>
      <p:graphicFrame>
        <p:nvGraphicFramePr>
          <p:cNvPr id="64515" name="Object 4"/>
          <p:cNvGraphicFramePr>
            <a:graphicFrameLocks noGrp="1" noChangeAspect="1"/>
          </p:cNvGraphicFramePr>
          <p:nvPr>
            <p:ph sz="half" idx="2"/>
          </p:nvPr>
        </p:nvGraphicFramePr>
        <p:xfrm>
          <a:off x="1612900" y="1857375"/>
          <a:ext cx="4546600" cy="923925"/>
        </p:xfrm>
        <a:graphic>
          <a:graphicData uri="http://schemas.openxmlformats.org/presentationml/2006/ole">
            <mc:AlternateContent xmlns:mc="http://schemas.openxmlformats.org/markup-compatibility/2006">
              <mc:Choice xmlns:v="urn:schemas-microsoft-com:vml" Requires="v">
                <p:oleObj spid="_x0000_s64653" name="" r:id="rId1" imgW="2247900" imgH="457200" progId="Equation.3">
                  <p:embed/>
                </p:oleObj>
              </mc:Choice>
              <mc:Fallback>
                <p:oleObj name="" r:id="rId1" imgW="2247900" imgH="4572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900" y="1857375"/>
                        <a:ext cx="4546600" cy="923925"/>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0054" name="Rectangle 6"/>
          <p:cNvSpPr>
            <a:spLocks noChangeArrowheads="1"/>
          </p:cNvSpPr>
          <p:nvPr/>
        </p:nvSpPr>
        <p:spPr bwMode="auto">
          <a:xfrm>
            <a:off x="194201" y="131772"/>
            <a:ext cx="5403850" cy="530205"/>
          </a:xfrm>
          <a:prstGeom prst="rect">
            <a:avLst/>
          </a:prstGeom>
          <a:noFill/>
          <a:ln w="9525">
            <a:noFill/>
            <a:miter lim="800000"/>
          </a:ln>
          <a:effectLst/>
        </p:spPr>
        <p:txBody>
          <a:bodyPr anchor="ctr">
            <a:scene3d>
              <a:camera prst="orthographicFront"/>
              <a:lightRig rig="threePt" dir="t"/>
            </a:scene3d>
          </a:bodyPr>
          <a:lstStyle/>
          <a:p>
            <a:pPr algn="ctr">
              <a:defRPr/>
            </a:pPr>
            <a:r>
              <a:rPr lang="en-US" altLang="zh-CN" b="1" dirty="0">
                <a:ln w="22225">
                  <a:solidFill>
                    <a:schemeClr val="accent2"/>
                  </a:solidFill>
                  <a:prstDash val="solid"/>
                </a:ln>
                <a:solidFill>
                  <a:schemeClr val="accent2">
                    <a:lumMod val="40000"/>
                    <a:lumOff val="60000"/>
                  </a:schemeClr>
                </a:solidFill>
                <a:latin typeface="楷体_GB2312" pitchFamily="49" charset="-122"/>
                <a:ea typeface="楷体_GB2312" pitchFamily="49" charset="-122"/>
                <a:sym typeface="+mn-ea"/>
              </a:rPr>
              <a:t>§3.3 </a:t>
            </a:r>
            <a:r>
              <a:rPr lang="zh-CN" altLang="en-US" b="1" dirty="0">
                <a:ln w="22225">
                  <a:solidFill>
                    <a:schemeClr val="accent2"/>
                  </a:solidFill>
                  <a:prstDash val="solid"/>
                </a:ln>
                <a:solidFill>
                  <a:schemeClr val="accent2">
                    <a:lumMod val="40000"/>
                    <a:lumOff val="60000"/>
                  </a:schemeClr>
                </a:solidFill>
                <a:latin typeface="楷体_GB2312" pitchFamily="49" charset="-122"/>
                <a:ea typeface="楷体_GB2312" pitchFamily="49" charset="-122"/>
                <a:sym typeface="+mn-ea"/>
              </a:rPr>
              <a:t>信号表示为傅立叶级数</a:t>
            </a:r>
            <a:endParaRPr lang="zh-CN" altLang="en-US" b="1" dirty="0">
              <a:ln w="22225">
                <a:solidFill>
                  <a:schemeClr val="accent2"/>
                </a:solidFill>
                <a:prstDash val="solid"/>
              </a:ln>
              <a:solidFill>
                <a:schemeClr val="accent2">
                  <a:lumMod val="40000"/>
                  <a:lumOff val="60000"/>
                </a:schemeClr>
              </a:solidFill>
              <a:latin typeface="楷体_GB2312" pitchFamily="49" charset="-122"/>
              <a:ea typeface="楷体_GB2312" pitchFamily="49" charset="-122"/>
              <a:sym typeface="+mn-ea"/>
            </a:endParaRPr>
          </a:p>
        </p:txBody>
      </p:sp>
      <p:graphicFrame>
        <p:nvGraphicFramePr>
          <p:cNvPr id="6" name="Object 2" descr="蓝色面巾纸"/>
          <p:cNvGraphicFramePr>
            <a:graphicFrameLocks noChangeAspect="1"/>
          </p:cNvGraphicFramePr>
          <p:nvPr/>
        </p:nvGraphicFramePr>
        <p:xfrm>
          <a:off x="1612900" y="3209925"/>
          <a:ext cx="5627688" cy="3251200"/>
        </p:xfrm>
        <a:graphic>
          <a:graphicData uri="http://schemas.openxmlformats.org/presentationml/2006/ole">
            <mc:AlternateContent xmlns:mc="http://schemas.openxmlformats.org/markup-compatibility/2006">
              <mc:Choice xmlns:v="urn:schemas-microsoft-com:vml" Requires="v">
                <p:oleObj spid="_x0000_s64654" name="" r:id="rId3" imgW="2768600" imgH="1600200" progId="Equation.3">
                  <p:embed/>
                </p:oleObj>
              </mc:Choice>
              <mc:Fallback>
                <p:oleObj name="" r:id="rId3" imgW="2768600" imgH="1600200" progId="Equation.3">
                  <p:embed/>
                  <p:pic>
                    <p:nvPicPr>
                      <p:cNvPr id="0" name="Object 2" descr="蓝色面巾纸"/>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2900" y="3209925"/>
                        <a:ext cx="5627688" cy="325120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2" name="直接连接符 1"/>
          <p:cNvCxnSpPr/>
          <p:nvPr/>
        </p:nvCxnSpPr>
        <p:spPr>
          <a:xfrm>
            <a:off x="755650" y="1762125"/>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730250" y="3006725"/>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613288" y="830814"/>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Tree>
    <p:custDataLst>
      <p:tags r:id="rId5"/>
    </p:custDataLst>
  </p:cSld>
  <p:clrMapOvr>
    <a:masterClrMapping/>
  </p:clrMapOvr>
  <p:transition spd="slow" advTm="25198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A64FDF46-64D8-4DD4-BE13-DDCA73E083F6}" type="datetime1">
              <a:rPr lang="zh-CN" altLang="en-US"/>
            </a:fld>
            <a:endParaRPr lang="zh-CN" altLang="en-US"/>
          </a:p>
        </p:txBody>
      </p:sp>
      <p:graphicFrame>
        <p:nvGraphicFramePr>
          <p:cNvPr id="207874" name="Object 2"/>
          <p:cNvGraphicFramePr>
            <a:graphicFrameLocks noChangeAspect="1"/>
          </p:cNvGraphicFramePr>
          <p:nvPr/>
        </p:nvGraphicFramePr>
        <p:xfrm>
          <a:off x="971550" y="981075"/>
          <a:ext cx="7416800" cy="501650"/>
        </p:xfrm>
        <a:graphic>
          <a:graphicData uri="http://schemas.openxmlformats.org/presentationml/2006/ole">
            <mc:AlternateContent xmlns:mc="http://schemas.openxmlformats.org/markup-compatibility/2006">
              <mc:Choice xmlns:v="urn:schemas-microsoft-com:vml" Requires="v">
                <p:oleObj spid="_x0000_s65805" name="公式" r:id="rId1" imgW="3200400" imgH="215900" progId="Equation.3">
                  <p:embed/>
                </p:oleObj>
              </mc:Choice>
              <mc:Fallback>
                <p:oleObj name="公式" r:id="rId1" imgW="32004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981075"/>
                        <a:ext cx="741680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99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75" name="Object 3"/>
          <p:cNvGraphicFramePr>
            <a:graphicFrameLocks noGrp="1" noChangeAspect="1"/>
          </p:cNvGraphicFramePr>
          <p:nvPr>
            <p:ph idx="4294967295"/>
          </p:nvPr>
        </p:nvGraphicFramePr>
        <p:xfrm>
          <a:off x="1331913" y="4437063"/>
          <a:ext cx="1482725" cy="1160462"/>
        </p:xfrm>
        <a:graphic>
          <a:graphicData uri="http://schemas.openxmlformats.org/presentationml/2006/ole">
            <mc:AlternateContent xmlns:mc="http://schemas.openxmlformats.org/markup-compatibility/2006">
              <mc:Choice xmlns:v="urn:schemas-microsoft-com:vml" Requires="v">
                <p:oleObj spid="_x0000_s65806" name="公式" r:id="rId3" imgW="292100" imgH="228600" progId="Equation.3">
                  <p:embed/>
                </p:oleObj>
              </mc:Choice>
              <mc:Fallback>
                <p:oleObj name="公式" r:id="rId3" imgW="292100" imgH="228600" progId="Equation.3">
                  <p:embed/>
                  <p:pic>
                    <p:nvPicPr>
                      <p:cNvPr id="0"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4437063"/>
                        <a:ext cx="1482725" cy="1160462"/>
                      </a:xfrm>
                      <a:prstGeom prst="rect">
                        <a:avLst/>
                      </a:prstGeom>
                      <a:solidFill>
                        <a:schemeClr val="bg1"/>
                      </a:solidFill>
                      <a:ln>
                        <a:noFill/>
                      </a:ln>
                      <a:effectLst/>
                      <a:extLst>
                        <a:ext uri="{91240B29-F687-4F45-9708-019B960494DF}">
                          <a14:hiddenLine xmlns:a14="http://schemas.microsoft.com/office/drawing/2010/main" w="5715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76" name="Object 4"/>
          <p:cNvGraphicFramePr>
            <a:graphicFrameLocks noChangeAspect="1"/>
          </p:cNvGraphicFramePr>
          <p:nvPr/>
        </p:nvGraphicFramePr>
        <p:xfrm>
          <a:off x="1116013" y="1844675"/>
          <a:ext cx="7278687" cy="1597025"/>
        </p:xfrm>
        <a:graphic>
          <a:graphicData uri="http://schemas.openxmlformats.org/presentationml/2006/ole">
            <mc:AlternateContent xmlns:mc="http://schemas.openxmlformats.org/markup-compatibility/2006">
              <mc:Choice xmlns:v="urn:schemas-microsoft-com:vml" Requires="v">
                <p:oleObj spid="_x0000_s65807" name="公式" r:id="rId5" imgW="3048000" imgH="685800" progId="Equation.3">
                  <p:embed/>
                </p:oleObj>
              </mc:Choice>
              <mc:Fallback>
                <p:oleObj name="公式" r:id="rId5" imgW="3048000" imgH="685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1844675"/>
                        <a:ext cx="7278687" cy="1597025"/>
                      </a:xfrm>
                      <a:prstGeom prst="rect">
                        <a:avLst/>
                      </a:prstGeom>
                      <a:noFill/>
                      <a:ln w="57150">
                        <a:solidFill>
                          <a:srgbClr val="99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2" name="Rectangle 5"/>
          <p:cNvSpPr>
            <a:spLocks noChangeArrowheads="1"/>
          </p:cNvSpPr>
          <p:nvPr/>
        </p:nvSpPr>
        <p:spPr bwMode="auto">
          <a:xfrm>
            <a:off x="755650" y="188913"/>
            <a:ext cx="4462463" cy="476250"/>
          </a:xfrm>
          <a:prstGeom prst="rect">
            <a:avLst/>
          </a:prstGeom>
          <a:solidFill>
            <a:srgbClr val="0000CC"/>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a:solidFill>
                  <a:schemeClr val="bg1"/>
                </a:solidFill>
                <a:ea typeface="宋体" panose="02010600030101010101" pitchFamily="2" charset="-122"/>
              </a:rPr>
              <a:t>§3.3 </a:t>
            </a:r>
            <a:r>
              <a:rPr lang="zh-CN" altLang="en-US" sz="1900">
                <a:solidFill>
                  <a:schemeClr val="bg1"/>
                </a:solidFill>
                <a:ea typeface="宋体" panose="02010600030101010101" pitchFamily="2" charset="-122"/>
              </a:rPr>
              <a:t>信号表示为傅立叶级数</a:t>
            </a:r>
            <a:endParaRPr lang="zh-CN" altLang="en-US" sz="1900">
              <a:solidFill>
                <a:schemeClr val="bg1"/>
              </a:solidFill>
              <a:ea typeface="宋体" panose="02010600030101010101" pitchFamily="2" charset="-122"/>
            </a:endParaRPr>
          </a:p>
        </p:txBody>
      </p:sp>
      <p:graphicFrame>
        <p:nvGraphicFramePr>
          <p:cNvPr id="207878" name="Object 6"/>
          <p:cNvGraphicFramePr>
            <a:graphicFrameLocks noChangeAspect="1"/>
          </p:cNvGraphicFramePr>
          <p:nvPr/>
        </p:nvGraphicFramePr>
        <p:xfrm>
          <a:off x="2916238" y="4076700"/>
          <a:ext cx="5759450" cy="1711325"/>
        </p:xfrm>
        <a:graphic>
          <a:graphicData uri="http://schemas.openxmlformats.org/presentationml/2006/ole">
            <mc:AlternateContent xmlns:mc="http://schemas.openxmlformats.org/markup-compatibility/2006">
              <mc:Choice xmlns:v="urn:schemas-microsoft-com:vml" Requires="v">
                <p:oleObj spid="_x0000_s65808" name="公式" r:id="rId7" imgW="2311400" imgH="685800" progId="Equation.3">
                  <p:embed/>
                </p:oleObj>
              </mc:Choice>
              <mc:Fallback>
                <p:oleObj name="公式" r:id="rId7" imgW="2311400" imgH="6858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4076700"/>
                        <a:ext cx="5759450" cy="17113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57150">
                            <a:solidFill>
                              <a:srgbClr val="FF9900"/>
                            </a:solidFill>
                            <a:miter lim="800000"/>
                            <a:headEnd/>
                            <a:tailEnd/>
                          </a14:hiddenLine>
                        </a:ext>
                      </a:extLst>
                    </p:spPr>
                  </p:pic>
                </p:oleObj>
              </mc:Fallback>
            </mc:AlternateContent>
          </a:graphicData>
        </a:graphic>
      </p:graphicFrame>
      <p:sp>
        <p:nvSpPr>
          <p:cNvPr id="65544" name="Rectangle 7"/>
          <p:cNvSpPr>
            <a:spLocks noChangeArrowheads="1"/>
          </p:cNvSpPr>
          <p:nvPr/>
        </p:nvSpPr>
        <p:spPr bwMode="auto">
          <a:xfrm>
            <a:off x="609600" y="0"/>
            <a:ext cx="6197600" cy="750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spTree>
    <p:custDataLst>
      <p:tags r:id="rId9"/>
    </p:custDataLst>
  </p:cSld>
  <p:clrMapOvr>
    <a:masterClrMapping/>
  </p:clrMapOvr>
  <p:transition spd="slow" advTm="2740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07874"/>
                                        </p:tgtEl>
                                        <p:attrNameLst>
                                          <p:attrName>style.visibility</p:attrName>
                                        </p:attrNameLst>
                                      </p:cBhvr>
                                      <p:to>
                                        <p:strVal val="visible"/>
                                      </p:to>
                                    </p:set>
                                    <p:anim calcmode="lin" valueType="num">
                                      <p:cBhvr>
                                        <p:cTn id="7" dur="1000" fill="hold"/>
                                        <p:tgtEl>
                                          <p:spTgt spid="207874"/>
                                        </p:tgtEl>
                                        <p:attrNameLst>
                                          <p:attrName>ppt_w</p:attrName>
                                        </p:attrNameLst>
                                      </p:cBhvr>
                                      <p:tavLst>
                                        <p:tav tm="0">
                                          <p:val>
                                            <p:strVal val="#ppt_w*0.70"/>
                                          </p:val>
                                        </p:tav>
                                        <p:tav tm="100000">
                                          <p:val>
                                            <p:strVal val="#ppt_w"/>
                                          </p:val>
                                        </p:tav>
                                      </p:tavLst>
                                    </p:anim>
                                    <p:anim calcmode="lin" valueType="num">
                                      <p:cBhvr>
                                        <p:cTn id="8" dur="1000" fill="hold"/>
                                        <p:tgtEl>
                                          <p:spTgt spid="207874"/>
                                        </p:tgtEl>
                                        <p:attrNameLst>
                                          <p:attrName>ppt_h</p:attrName>
                                        </p:attrNameLst>
                                      </p:cBhvr>
                                      <p:tavLst>
                                        <p:tav tm="0">
                                          <p:val>
                                            <p:strVal val="#ppt_h"/>
                                          </p:val>
                                        </p:tav>
                                        <p:tav tm="100000">
                                          <p:val>
                                            <p:strVal val="#ppt_h"/>
                                          </p:val>
                                        </p:tav>
                                      </p:tavLst>
                                    </p:anim>
                                    <p:animEffect transition="in" filter="fade">
                                      <p:cBhvr>
                                        <p:cTn id="9" dur="1000"/>
                                        <p:tgtEl>
                                          <p:spTgt spid="20787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07876"/>
                                        </p:tgtEl>
                                        <p:attrNameLst>
                                          <p:attrName>style.visibility</p:attrName>
                                        </p:attrNameLst>
                                      </p:cBhvr>
                                      <p:to>
                                        <p:strVal val="visible"/>
                                      </p:to>
                                    </p:set>
                                    <p:anim calcmode="lin" valueType="num">
                                      <p:cBhvr>
                                        <p:cTn id="13" dur="1000" fill="hold"/>
                                        <p:tgtEl>
                                          <p:spTgt spid="207876"/>
                                        </p:tgtEl>
                                        <p:attrNameLst>
                                          <p:attrName>ppt_w</p:attrName>
                                        </p:attrNameLst>
                                      </p:cBhvr>
                                      <p:tavLst>
                                        <p:tav tm="0">
                                          <p:val>
                                            <p:strVal val="#ppt_w*0.70"/>
                                          </p:val>
                                        </p:tav>
                                        <p:tav tm="100000">
                                          <p:val>
                                            <p:strVal val="#ppt_w"/>
                                          </p:val>
                                        </p:tav>
                                      </p:tavLst>
                                    </p:anim>
                                    <p:anim calcmode="lin" valueType="num">
                                      <p:cBhvr>
                                        <p:cTn id="14" dur="1000" fill="hold"/>
                                        <p:tgtEl>
                                          <p:spTgt spid="207876"/>
                                        </p:tgtEl>
                                        <p:attrNameLst>
                                          <p:attrName>ppt_h</p:attrName>
                                        </p:attrNameLst>
                                      </p:cBhvr>
                                      <p:tavLst>
                                        <p:tav tm="0">
                                          <p:val>
                                            <p:strVal val="#ppt_h"/>
                                          </p:val>
                                        </p:tav>
                                        <p:tav tm="100000">
                                          <p:val>
                                            <p:strVal val="#ppt_h"/>
                                          </p:val>
                                        </p:tav>
                                      </p:tavLst>
                                    </p:anim>
                                    <p:animEffect transition="in" filter="fade">
                                      <p:cBhvr>
                                        <p:cTn id="15" dur="1000"/>
                                        <p:tgtEl>
                                          <p:spTgt spid="207876"/>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07875"/>
                                        </p:tgtEl>
                                        <p:attrNameLst>
                                          <p:attrName>style.visibility</p:attrName>
                                        </p:attrNameLst>
                                      </p:cBhvr>
                                      <p:to>
                                        <p:strVal val="visible"/>
                                      </p:to>
                                    </p:set>
                                    <p:anim calcmode="lin" valueType="num">
                                      <p:cBhvr>
                                        <p:cTn id="19" dur="1000" fill="hold"/>
                                        <p:tgtEl>
                                          <p:spTgt spid="207875"/>
                                        </p:tgtEl>
                                        <p:attrNameLst>
                                          <p:attrName>ppt_w</p:attrName>
                                        </p:attrNameLst>
                                      </p:cBhvr>
                                      <p:tavLst>
                                        <p:tav tm="0">
                                          <p:val>
                                            <p:strVal val="#ppt_w*0.70"/>
                                          </p:val>
                                        </p:tav>
                                        <p:tav tm="100000">
                                          <p:val>
                                            <p:strVal val="#ppt_w"/>
                                          </p:val>
                                        </p:tav>
                                      </p:tavLst>
                                    </p:anim>
                                    <p:anim calcmode="lin" valueType="num">
                                      <p:cBhvr>
                                        <p:cTn id="20" dur="1000" fill="hold"/>
                                        <p:tgtEl>
                                          <p:spTgt spid="207875"/>
                                        </p:tgtEl>
                                        <p:attrNameLst>
                                          <p:attrName>ppt_h</p:attrName>
                                        </p:attrNameLst>
                                      </p:cBhvr>
                                      <p:tavLst>
                                        <p:tav tm="0">
                                          <p:val>
                                            <p:strVal val="#ppt_h"/>
                                          </p:val>
                                        </p:tav>
                                        <p:tav tm="100000">
                                          <p:val>
                                            <p:strVal val="#ppt_h"/>
                                          </p:val>
                                        </p:tav>
                                      </p:tavLst>
                                    </p:anim>
                                    <p:animEffect transition="in" filter="fade">
                                      <p:cBhvr>
                                        <p:cTn id="21" dur="1000"/>
                                        <p:tgtEl>
                                          <p:spTgt spid="207875"/>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207878"/>
                                        </p:tgtEl>
                                        <p:attrNameLst>
                                          <p:attrName>style.visibility</p:attrName>
                                        </p:attrNameLst>
                                      </p:cBhvr>
                                      <p:to>
                                        <p:strVal val="visible"/>
                                      </p:to>
                                    </p:set>
                                    <p:anim calcmode="lin" valueType="num">
                                      <p:cBhvr>
                                        <p:cTn id="26" dur="1000" fill="hold"/>
                                        <p:tgtEl>
                                          <p:spTgt spid="207878"/>
                                        </p:tgtEl>
                                        <p:attrNameLst>
                                          <p:attrName>ppt_w</p:attrName>
                                        </p:attrNameLst>
                                      </p:cBhvr>
                                      <p:tavLst>
                                        <p:tav tm="0">
                                          <p:val>
                                            <p:strVal val="#ppt_w*0.70"/>
                                          </p:val>
                                        </p:tav>
                                        <p:tav tm="100000">
                                          <p:val>
                                            <p:strVal val="#ppt_w"/>
                                          </p:val>
                                        </p:tav>
                                      </p:tavLst>
                                    </p:anim>
                                    <p:anim calcmode="lin" valueType="num">
                                      <p:cBhvr>
                                        <p:cTn id="27" dur="1000" fill="hold"/>
                                        <p:tgtEl>
                                          <p:spTgt spid="207878"/>
                                        </p:tgtEl>
                                        <p:attrNameLst>
                                          <p:attrName>ppt_h</p:attrName>
                                        </p:attrNameLst>
                                      </p:cBhvr>
                                      <p:tavLst>
                                        <p:tav tm="0">
                                          <p:val>
                                            <p:strVal val="#ppt_h"/>
                                          </p:val>
                                        </p:tav>
                                        <p:tav tm="100000">
                                          <p:val>
                                            <p:strVal val="#ppt_h"/>
                                          </p:val>
                                        </p:tav>
                                      </p:tavLst>
                                    </p:anim>
                                    <p:animEffect transition="in" filter="fade">
                                      <p:cBhvr>
                                        <p:cTn id="28" dur="1000"/>
                                        <p:tgtEl>
                                          <p:spTgt spid="207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098" name="Object 2"/>
          <p:cNvGraphicFramePr>
            <a:graphicFrameLocks noGrp="1" noChangeAspect="1"/>
          </p:cNvGraphicFramePr>
          <p:nvPr>
            <p:ph sz="half" idx="1"/>
          </p:nvPr>
        </p:nvGraphicFramePr>
        <p:xfrm>
          <a:off x="860425" y="603250"/>
          <a:ext cx="3603625" cy="769938"/>
        </p:xfrm>
        <a:graphic>
          <a:graphicData uri="http://schemas.openxmlformats.org/presentationml/2006/ole">
            <mc:AlternateContent xmlns:mc="http://schemas.openxmlformats.org/markup-compatibility/2006">
              <mc:Choice xmlns:v="urn:schemas-microsoft-com:vml" Requires="v">
                <p:oleObj spid="_x0000_s67090" name="" r:id="rId1" imgW="2019300" imgH="431800" progId="Equation.3">
                  <p:embed/>
                </p:oleObj>
              </mc:Choice>
              <mc:Fallback>
                <p:oleObj name="" r:id="rId1" imgW="2019300" imgH="4318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425" y="603250"/>
                        <a:ext cx="3603625" cy="769938"/>
                      </a:xfrm>
                      <a:prstGeom prst="rect">
                        <a:avLst/>
                      </a:prstGeom>
                      <a:solidFill>
                        <a:schemeClr val="bg1"/>
                      </a:solidFill>
                      <a:ln w="9525">
                        <a:solidFill>
                          <a:schemeClr val="folHlink"/>
                        </a:solidFill>
                        <a:miter lim="800000"/>
                        <a:headEnd/>
                        <a:tailEnd/>
                      </a:ln>
                    </p:spPr>
                  </p:pic>
                </p:oleObj>
              </mc:Fallback>
            </mc:AlternateContent>
          </a:graphicData>
        </a:graphic>
      </p:graphicFrame>
      <p:graphicFrame>
        <p:nvGraphicFramePr>
          <p:cNvPr id="132100" name="Object 4"/>
          <p:cNvGraphicFramePr>
            <a:graphicFrameLocks noChangeAspect="1"/>
          </p:cNvGraphicFramePr>
          <p:nvPr/>
        </p:nvGraphicFramePr>
        <p:xfrm>
          <a:off x="5043488" y="271463"/>
          <a:ext cx="2617787" cy="1433512"/>
        </p:xfrm>
        <a:graphic>
          <a:graphicData uri="http://schemas.openxmlformats.org/presentationml/2006/ole">
            <mc:AlternateContent xmlns:mc="http://schemas.openxmlformats.org/markup-compatibility/2006">
              <mc:Choice xmlns:v="urn:schemas-microsoft-com:vml" Requires="v">
                <p:oleObj spid="_x0000_s67091" name="" r:id="rId3" imgW="1485900" imgH="939800" progId="Equation.3">
                  <p:embed/>
                </p:oleObj>
              </mc:Choice>
              <mc:Fallback>
                <p:oleObj name="" r:id="rId3" imgW="1485900" imgH="939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3488" y="271463"/>
                        <a:ext cx="2617787"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2102" name="Object 6"/>
          <p:cNvGraphicFramePr>
            <a:graphicFrameLocks noChangeAspect="1"/>
          </p:cNvGraphicFramePr>
          <p:nvPr/>
        </p:nvGraphicFramePr>
        <p:xfrm>
          <a:off x="717550" y="2230438"/>
          <a:ext cx="3095625" cy="1806575"/>
        </p:xfrm>
        <a:graphic>
          <a:graphicData uri="http://schemas.openxmlformats.org/presentationml/2006/ole">
            <mc:AlternateContent xmlns:mc="http://schemas.openxmlformats.org/markup-compatibility/2006">
              <mc:Choice xmlns:v="urn:schemas-microsoft-com:vml" Requires="v">
                <p:oleObj spid="_x0000_s67092" name="" r:id="rId5" imgW="1663700" imgH="1079500" progId="Equation.3">
                  <p:embed/>
                </p:oleObj>
              </mc:Choice>
              <mc:Fallback>
                <p:oleObj name="" r:id="rId5" imgW="1663700" imgH="10795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550" y="2230438"/>
                        <a:ext cx="3095625" cy="1806575"/>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2106" name="Object 10"/>
          <p:cNvGraphicFramePr>
            <a:graphicFrameLocks noGrp="1" noChangeAspect="1"/>
          </p:cNvGraphicFramePr>
          <p:nvPr>
            <p:ph sz="quarter" idx="3"/>
          </p:nvPr>
        </p:nvGraphicFramePr>
        <p:xfrm>
          <a:off x="4252913" y="4903788"/>
          <a:ext cx="3602037" cy="768350"/>
        </p:xfrm>
        <a:graphic>
          <a:graphicData uri="http://schemas.openxmlformats.org/presentationml/2006/ole">
            <mc:AlternateContent xmlns:mc="http://schemas.openxmlformats.org/markup-compatibility/2006">
              <mc:Choice xmlns:v="urn:schemas-microsoft-com:vml" Requires="v">
                <p:oleObj spid="_x0000_s67093" name="" r:id="rId7" imgW="1841500" imgH="393700" progId="Equation.3">
                  <p:embed/>
                </p:oleObj>
              </mc:Choice>
              <mc:Fallback>
                <p:oleObj name="" r:id="rId7" imgW="1841500" imgH="393700" progId="Equation.3">
                  <p:embed/>
                  <p:pic>
                    <p:nvPicPr>
                      <p:cNvPr id="0" name="Object 10"/>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52913" y="4903788"/>
                        <a:ext cx="3602037" cy="76835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2115" name="Object 19"/>
          <p:cNvGraphicFramePr>
            <a:graphicFrameLocks noChangeAspect="1"/>
          </p:cNvGraphicFramePr>
          <p:nvPr/>
        </p:nvGraphicFramePr>
        <p:xfrm>
          <a:off x="1004888" y="5707063"/>
          <a:ext cx="2808287" cy="763587"/>
        </p:xfrm>
        <a:graphic>
          <a:graphicData uri="http://schemas.openxmlformats.org/presentationml/2006/ole">
            <mc:AlternateContent xmlns:mc="http://schemas.openxmlformats.org/markup-compatibility/2006">
              <mc:Choice xmlns:v="urn:schemas-microsoft-com:vml" Requires="v">
                <p:oleObj spid="_x0000_s67094" name="" r:id="rId9" imgW="1447165" imgH="393700" progId="Equation.3">
                  <p:embed/>
                </p:oleObj>
              </mc:Choice>
              <mc:Fallback>
                <p:oleObj name="" r:id="rId9" imgW="1447165" imgH="3937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4888" y="5707063"/>
                        <a:ext cx="2808287" cy="76358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2116" name="Object 20"/>
          <p:cNvGraphicFramePr>
            <a:graphicFrameLocks noChangeAspect="1"/>
          </p:cNvGraphicFramePr>
          <p:nvPr/>
        </p:nvGraphicFramePr>
        <p:xfrm>
          <a:off x="1031875" y="4870450"/>
          <a:ext cx="2020888" cy="836613"/>
        </p:xfrm>
        <a:graphic>
          <a:graphicData uri="http://schemas.openxmlformats.org/presentationml/2006/ole">
            <mc:AlternateContent xmlns:mc="http://schemas.openxmlformats.org/markup-compatibility/2006">
              <mc:Choice xmlns:v="urn:schemas-microsoft-com:vml" Requires="v">
                <p:oleObj spid="_x0000_s67095" name="" r:id="rId11" imgW="1040765" imgH="431800" progId="Equation.3">
                  <p:embed/>
                </p:oleObj>
              </mc:Choice>
              <mc:Fallback>
                <p:oleObj name="" r:id="rId11" imgW="1040765" imgH="4318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1875" y="4870450"/>
                        <a:ext cx="2020888" cy="83661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4" name="直接连接符 3"/>
          <p:cNvCxnSpPr/>
          <p:nvPr/>
        </p:nvCxnSpPr>
        <p:spPr>
          <a:xfrm>
            <a:off x="730250" y="2014538"/>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860425" y="4584700"/>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graphicFrame>
        <p:nvGraphicFramePr>
          <p:cNvPr id="6" name="Object 6"/>
          <p:cNvGraphicFramePr>
            <a:graphicFrameLocks noChangeAspect="1"/>
          </p:cNvGraphicFramePr>
          <p:nvPr/>
        </p:nvGraphicFramePr>
        <p:xfrm>
          <a:off x="4252913" y="2230438"/>
          <a:ext cx="4741862" cy="1909762"/>
        </p:xfrm>
        <a:graphic>
          <a:graphicData uri="http://schemas.openxmlformats.org/presentationml/2006/ole">
            <mc:AlternateContent xmlns:mc="http://schemas.openxmlformats.org/markup-compatibility/2006">
              <mc:Choice xmlns:v="urn:schemas-microsoft-com:vml" Requires="v">
                <p:oleObj spid="_x0000_s67096" name="" r:id="rId13" imgW="2667000" imgH="1193800" progId="Equation.3">
                  <p:embed/>
                </p:oleObj>
              </mc:Choice>
              <mc:Fallback>
                <p:oleObj name="" r:id="rId13" imgW="2667000" imgH="1193800" progId="Equation.3">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52913" y="2230438"/>
                        <a:ext cx="4741862" cy="190976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8" name="直接连接符 7"/>
          <p:cNvCxnSpPr/>
          <p:nvPr/>
        </p:nvCxnSpPr>
        <p:spPr>
          <a:xfrm>
            <a:off x="3979863" y="2098675"/>
            <a:ext cx="0" cy="2414588"/>
          </a:xfrm>
          <a:prstGeom prst="line">
            <a:avLst/>
          </a:prstGeom>
          <a:ln w="28575">
            <a:solidFill>
              <a:srgbClr val="008000"/>
            </a:solidFill>
            <a:prstDash val="sys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979863" y="4727575"/>
            <a:ext cx="3175" cy="2082800"/>
          </a:xfrm>
          <a:prstGeom prst="line">
            <a:avLst/>
          </a:prstGeom>
          <a:ln w="28575">
            <a:solidFill>
              <a:srgbClr val="008000"/>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2" name="Object 10"/>
          <p:cNvGraphicFramePr>
            <a:graphicFrameLocks noGrp="1" noChangeAspect="1"/>
          </p:cNvGraphicFramePr>
          <p:nvPr/>
        </p:nvGraphicFramePr>
        <p:xfrm>
          <a:off x="4132263" y="5707063"/>
          <a:ext cx="4672012" cy="768350"/>
        </p:xfrm>
        <a:graphic>
          <a:graphicData uri="http://schemas.openxmlformats.org/presentationml/2006/ole">
            <mc:AlternateContent xmlns:mc="http://schemas.openxmlformats.org/markup-compatibility/2006">
              <mc:Choice xmlns:v="urn:schemas-microsoft-com:vml" Requires="v">
                <p:oleObj spid="_x0000_s67097" name="" r:id="rId15" imgW="2387600" imgH="393700" progId="Equation.3">
                  <p:embed/>
                </p:oleObj>
              </mc:Choice>
              <mc:Fallback>
                <p:oleObj name="" r:id="rId15" imgW="2387600" imgH="393700" progId="Equation.3">
                  <p:embed/>
                  <p:pic>
                    <p:nvPicPr>
                      <p:cNvPr id="0" name="Object 10"/>
                      <p:cNvPicPr>
                        <a:picLocks noGrp="1"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32263" y="5707063"/>
                        <a:ext cx="4672012" cy="76835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17"/>
    </p:custDataLst>
  </p:cSld>
  <p:clrMapOvr>
    <a:masterClrMapping/>
  </p:clrMapOvr>
  <p:transition spd="med" advTm="27352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32098"/>
                                        </p:tgtEl>
                                        <p:attrNameLst>
                                          <p:attrName>style.visibility</p:attrName>
                                        </p:attrNameLst>
                                      </p:cBhvr>
                                      <p:to>
                                        <p:strVal val="visible"/>
                                      </p:to>
                                    </p:set>
                                    <p:anim calcmode="lin" valueType="num">
                                      <p:cBhvr>
                                        <p:cTn id="7" dur="1000" fill="hold"/>
                                        <p:tgtEl>
                                          <p:spTgt spid="132098"/>
                                        </p:tgtEl>
                                        <p:attrNameLst>
                                          <p:attrName>ppt_w</p:attrName>
                                        </p:attrNameLst>
                                      </p:cBhvr>
                                      <p:tavLst>
                                        <p:tav tm="0">
                                          <p:val>
                                            <p:strVal val="#ppt_w*0.70"/>
                                          </p:val>
                                        </p:tav>
                                        <p:tav tm="100000">
                                          <p:val>
                                            <p:strVal val="#ppt_w"/>
                                          </p:val>
                                        </p:tav>
                                      </p:tavLst>
                                    </p:anim>
                                    <p:anim calcmode="lin" valueType="num">
                                      <p:cBhvr>
                                        <p:cTn id="8" dur="1000" fill="hold"/>
                                        <p:tgtEl>
                                          <p:spTgt spid="132098"/>
                                        </p:tgtEl>
                                        <p:attrNameLst>
                                          <p:attrName>ppt_h</p:attrName>
                                        </p:attrNameLst>
                                      </p:cBhvr>
                                      <p:tavLst>
                                        <p:tav tm="0">
                                          <p:val>
                                            <p:strVal val="#ppt_h"/>
                                          </p:val>
                                        </p:tav>
                                        <p:tav tm="100000">
                                          <p:val>
                                            <p:strVal val="#ppt_h"/>
                                          </p:val>
                                        </p:tav>
                                      </p:tavLst>
                                    </p:anim>
                                    <p:animEffect transition="in" filter="fade">
                                      <p:cBhvr>
                                        <p:cTn id="9" dur="1000"/>
                                        <p:tgtEl>
                                          <p:spTgt spid="132098"/>
                                        </p:tgtEl>
                                      </p:cBhvr>
                                    </p:animEffect>
                                  </p:childTnLst>
                                </p:cTn>
                              </p:par>
                            </p:childTnLst>
                          </p:cTn>
                        </p:par>
                        <p:par>
                          <p:cTn id="10" fill="hold">
                            <p:stCondLst>
                              <p:cond delay="1000"/>
                            </p:stCondLst>
                            <p:childTnLst>
                              <p:par>
                                <p:cTn id="11" presetID="4" presetClass="entr" presetSubtype="16" fill="hold" nodeType="afterEffect">
                                  <p:stCondLst>
                                    <p:cond delay="0"/>
                                  </p:stCondLst>
                                  <p:childTnLst>
                                    <p:set>
                                      <p:cBhvr>
                                        <p:cTn id="12" dur="1" fill="hold">
                                          <p:stCondLst>
                                            <p:cond delay="0"/>
                                          </p:stCondLst>
                                        </p:cTn>
                                        <p:tgtEl>
                                          <p:spTgt spid="132100"/>
                                        </p:tgtEl>
                                        <p:attrNameLst>
                                          <p:attrName>style.visibility</p:attrName>
                                        </p:attrNameLst>
                                      </p:cBhvr>
                                      <p:to>
                                        <p:strVal val="visible"/>
                                      </p:to>
                                    </p:set>
                                    <p:animEffect transition="in" filter="box(in)">
                                      <p:cBhvr>
                                        <p:cTn id="13" dur="500"/>
                                        <p:tgtEl>
                                          <p:spTgt spid="132100"/>
                                        </p:tgtEl>
                                      </p:cBhvr>
                                    </p:animEffect>
                                  </p:childTnLst>
                                  <p:subTnLst>
                                    <p:animClr clrSpc="rgb" dir="cw">
                                      <p:cBhvr override="childStyle">
                                        <p:cTn dur="1" fill="hold" display="0" masterRel="nextClick" afterEffect="1"/>
                                        <p:tgtEl>
                                          <p:spTgt spid="132100"/>
                                        </p:tgtEl>
                                        <p:attrNameLst>
                                          <p:attrName>ppt_c</p:attrName>
                                        </p:attrNameLst>
                                      </p:cBhvr>
                                      <p:to>
                                        <a:srgbClr val="800000"/>
                                      </p:to>
                                    </p:animClr>
                                  </p:sub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132102"/>
                                        </p:tgtEl>
                                        <p:attrNameLst>
                                          <p:attrName>style.visibility</p:attrName>
                                        </p:attrNameLst>
                                      </p:cBhvr>
                                      <p:to>
                                        <p:strVal val="visible"/>
                                      </p:to>
                                    </p:set>
                                    <p:anim calcmode="lin" valueType="num">
                                      <p:cBhvr>
                                        <p:cTn id="18" dur="1000" fill="hold"/>
                                        <p:tgtEl>
                                          <p:spTgt spid="132102"/>
                                        </p:tgtEl>
                                        <p:attrNameLst>
                                          <p:attrName>ppt_w</p:attrName>
                                        </p:attrNameLst>
                                      </p:cBhvr>
                                      <p:tavLst>
                                        <p:tav tm="0">
                                          <p:val>
                                            <p:strVal val="#ppt_w*0.70"/>
                                          </p:val>
                                        </p:tav>
                                        <p:tav tm="100000">
                                          <p:val>
                                            <p:strVal val="#ppt_w"/>
                                          </p:val>
                                        </p:tav>
                                      </p:tavLst>
                                    </p:anim>
                                    <p:anim calcmode="lin" valueType="num">
                                      <p:cBhvr>
                                        <p:cTn id="19" dur="1000" fill="hold"/>
                                        <p:tgtEl>
                                          <p:spTgt spid="132102"/>
                                        </p:tgtEl>
                                        <p:attrNameLst>
                                          <p:attrName>ppt_h</p:attrName>
                                        </p:attrNameLst>
                                      </p:cBhvr>
                                      <p:tavLst>
                                        <p:tav tm="0">
                                          <p:val>
                                            <p:strVal val="#ppt_h"/>
                                          </p:val>
                                        </p:tav>
                                        <p:tav tm="100000">
                                          <p:val>
                                            <p:strVal val="#ppt_h"/>
                                          </p:val>
                                        </p:tav>
                                      </p:tavLst>
                                    </p:anim>
                                    <p:animEffect transition="in" filter="fade">
                                      <p:cBhvr>
                                        <p:cTn id="20" dur="1000"/>
                                        <p:tgtEl>
                                          <p:spTgt spid="132102"/>
                                        </p:tgtEl>
                                      </p:cBhvr>
                                    </p:animEffect>
                                  </p:childTnLst>
                                </p:cTn>
                              </p:par>
                              <p:par>
                                <p:cTn id="21" presetID="55"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strVal val="#ppt_w*0.70"/>
                                          </p:val>
                                        </p:tav>
                                        <p:tav tm="100000">
                                          <p:val>
                                            <p:strVal val="#ppt_w"/>
                                          </p:val>
                                        </p:tav>
                                      </p:tavLst>
                                    </p:anim>
                                    <p:anim calcmode="lin" valueType="num">
                                      <p:cBhvr>
                                        <p:cTn id="24" dur="1000" fill="hold"/>
                                        <p:tgtEl>
                                          <p:spTgt spid="6"/>
                                        </p:tgtEl>
                                        <p:attrNameLst>
                                          <p:attrName>ppt_h</p:attrName>
                                        </p:attrNameLst>
                                      </p:cBhvr>
                                      <p:tavLst>
                                        <p:tav tm="0">
                                          <p:val>
                                            <p:strVal val="#ppt_h"/>
                                          </p:val>
                                        </p:tav>
                                        <p:tav tm="100000">
                                          <p:val>
                                            <p:strVal val="#ppt_h"/>
                                          </p:val>
                                        </p:tav>
                                      </p:tavLst>
                                    </p:anim>
                                    <p:animEffect transition="in" filter="fade">
                                      <p:cBhvr>
                                        <p:cTn id="25" dur="1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132116"/>
                                        </p:tgtEl>
                                        <p:attrNameLst>
                                          <p:attrName>style.visibility</p:attrName>
                                        </p:attrNameLst>
                                      </p:cBhvr>
                                      <p:to>
                                        <p:strVal val="visible"/>
                                      </p:to>
                                    </p:set>
                                    <p:anim calcmode="lin" valueType="num">
                                      <p:cBhvr>
                                        <p:cTn id="30" dur="1000" fill="hold"/>
                                        <p:tgtEl>
                                          <p:spTgt spid="132116"/>
                                        </p:tgtEl>
                                        <p:attrNameLst>
                                          <p:attrName>ppt_w</p:attrName>
                                        </p:attrNameLst>
                                      </p:cBhvr>
                                      <p:tavLst>
                                        <p:tav tm="0">
                                          <p:val>
                                            <p:strVal val="#ppt_w*0.70"/>
                                          </p:val>
                                        </p:tav>
                                        <p:tav tm="100000">
                                          <p:val>
                                            <p:strVal val="#ppt_w"/>
                                          </p:val>
                                        </p:tav>
                                      </p:tavLst>
                                    </p:anim>
                                    <p:anim calcmode="lin" valueType="num">
                                      <p:cBhvr>
                                        <p:cTn id="31" dur="1000" fill="hold"/>
                                        <p:tgtEl>
                                          <p:spTgt spid="132116"/>
                                        </p:tgtEl>
                                        <p:attrNameLst>
                                          <p:attrName>ppt_h</p:attrName>
                                        </p:attrNameLst>
                                      </p:cBhvr>
                                      <p:tavLst>
                                        <p:tav tm="0">
                                          <p:val>
                                            <p:strVal val="#ppt_h"/>
                                          </p:val>
                                        </p:tav>
                                        <p:tav tm="100000">
                                          <p:val>
                                            <p:strVal val="#ppt_h"/>
                                          </p:val>
                                        </p:tav>
                                      </p:tavLst>
                                    </p:anim>
                                    <p:animEffect transition="in" filter="fade">
                                      <p:cBhvr>
                                        <p:cTn id="32" dur="1000"/>
                                        <p:tgtEl>
                                          <p:spTgt spid="132116"/>
                                        </p:tgtEl>
                                      </p:cBhvr>
                                    </p:animEffect>
                                  </p:childTnLst>
                                </p:cTn>
                              </p:par>
                            </p:childTnLst>
                          </p:cTn>
                        </p:par>
                        <p:par>
                          <p:cTn id="33" fill="hold">
                            <p:stCondLst>
                              <p:cond delay="1000"/>
                            </p:stCondLst>
                            <p:childTnLst>
                              <p:par>
                                <p:cTn id="34" presetID="55" presetClass="entr" presetSubtype="0" fill="hold" nodeType="afterEffect">
                                  <p:stCondLst>
                                    <p:cond delay="0"/>
                                  </p:stCondLst>
                                  <p:childTnLst>
                                    <p:set>
                                      <p:cBhvr>
                                        <p:cTn id="35" dur="1" fill="hold">
                                          <p:stCondLst>
                                            <p:cond delay="0"/>
                                          </p:stCondLst>
                                        </p:cTn>
                                        <p:tgtEl>
                                          <p:spTgt spid="132115"/>
                                        </p:tgtEl>
                                        <p:attrNameLst>
                                          <p:attrName>style.visibility</p:attrName>
                                        </p:attrNameLst>
                                      </p:cBhvr>
                                      <p:to>
                                        <p:strVal val="visible"/>
                                      </p:to>
                                    </p:set>
                                    <p:anim calcmode="lin" valueType="num">
                                      <p:cBhvr>
                                        <p:cTn id="36" dur="1000" fill="hold"/>
                                        <p:tgtEl>
                                          <p:spTgt spid="132115"/>
                                        </p:tgtEl>
                                        <p:attrNameLst>
                                          <p:attrName>ppt_w</p:attrName>
                                        </p:attrNameLst>
                                      </p:cBhvr>
                                      <p:tavLst>
                                        <p:tav tm="0">
                                          <p:val>
                                            <p:strVal val="#ppt_w*0.70"/>
                                          </p:val>
                                        </p:tav>
                                        <p:tav tm="100000">
                                          <p:val>
                                            <p:strVal val="#ppt_w"/>
                                          </p:val>
                                        </p:tav>
                                      </p:tavLst>
                                    </p:anim>
                                    <p:anim calcmode="lin" valueType="num">
                                      <p:cBhvr>
                                        <p:cTn id="37" dur="1000" fill="hold"/>
                                        <p:tgtEl>
                                          <p:spTgt spid="132115"/>
                                        </p:tgtEl>
                                        <p:attrNameLst>
                                          <p:attrName>ppt_h</p:attrName>
                                        </p:attrNameLst>
                                      </p:cBhvr>
                                      <p:tavLst>
                                        <p:tav tm="0">
                                          <p:val>
                                            <p:strVal val="#ppt_h"/>
                                          </p:val>
                                        </p:tav>
                                        <p:tav tm="100000">
                                          <p:val>
                                            <p:strVal val="#ppt_h"/>
                                          </p:val>
                                        </p:tav>
                                      </p:tavLst>
                                    </p:anim>
                                    <p:animEffect transition="in" filter="fade">
                                      <p:cBhvr>
                                        <p:cTn id="38" dur="1000"/>
                                        <p:tgtEl>
                                          <p:spTgt spid="132115"/>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132106"/>
                                        </p:tgtEl>
                                        <p:attrNameLst>
                                          <p:attrName>style.visibility</p:attrName>
                                        </p:attrNameLst>
                                      </p:cBhvr>
                                      <p:to>
                                        <p:strVal val="visible"/>
                                      </p:to>
                                    </p:set>
                                    <p:anim calcmode="lin" valueType="num">
                                      <p:cBhvr>
                                        <p:cTn id="43" dur="1000" fill="hold"/>
                                        <p:tgtEl>
                                          <p:spTgt spid="132106"/>
                                        </p:tgtEl>
                                        <p:attrNameLst>
                                          <p:attrName>ppt_w</p:attrName>
                                        </p:attrNameLst>
                                      </p:cBhvr>
                                      <p:tavLst>
                                        <p:tav tm="0">
                                          <p:val>
                                            <p:strVal val="#ppt_w*0.70"/>
                                          </p:val>
                                        </p:tav>
                                        <p:tav tm="100000">
                                          <p:val>
                                            <p:strVal val="#ppt_w"/>
                                          </p:val>
                                        </p:tav>
                                      </p:tavLst>
                                    </p:anim>
                                    <p:anim calcmode="lin" valueType="num">
                                      <p:cBhvr>
                                        <p:cTn id="44" dur="1000" fill="hold"/>
                                        <p:tgtEl>
                                          <p:spTgt spid="132106"/>
                                        </p:tgtEl>
                                        <p:attrNameLst>
                                          <p:attrName>ppt_h</p:attrName>
                                        </p:attrNameLst>
                                      </p:cBhvr>
                                      <p:tavLst>
                                        <p:tav tm="0">
                                          <p:val>
                                            <p:strVal val="#ppt_h"/>
                                          </p:val>
                                        </p:tav>
                                        <p:tav tm="100000">
                                          <p:val>
                                            <p:strVal val="#ppt_h"/>
                                          </p:val>
                                        </p:tav>
                                      </p:tavLst>
                                    </p:anim>
                                    <p:animEffect transition="in" filter="fade">
                                      <p:cBhvr>
                                        <p:cTn id="45" dur="1000"/>
                                        <p:tgtEl>
                                          <p:spTgt spid="132106"/>
                                        </p:tgtEl>
                                      </p:cBhvr>
                                    </p:animEffect>
                                  </p:childTnLst>
                                </p:cTn>
                              </p:par>
                            </p:childTnLst>
                          </p:cTn>
                        </p:par>
                        <p:par>
                          <p:cTn id="46" fill="hold">
                            <p:stCondLst>
                              <p:cond delay="1000"/>
                            </p:stCondLst>
                            <p:childTnLst>
                              <p:par>
                                <p:cTn id="47" presetID="55" presetClass="entr" presetSubtype="0"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1000" fill="hold"/>
                                        <p:tgtEl>
                                          <p:spTgt spid="2"/>
                                        </p:tgtEl>
                                        <p:attrNameLst>
                                          <p:attrName>ppt_w</p:attrName>
                                        </p:attrNameLst>
                                      </p:cBhvr>
                                      <p:tavLst>
                                        <p:tav tm="0">
                                          <p:val>
                                            <p:strVal val="#ppt_w*0.70"/>
                                          </p:val>
                                        </p:tav>
                                        <p:tav tm="100000">
                                          <p:val>
                                            <p:strVal val="#ppt_w"/>
                                          </p:val>
                                        </p:tav>
                                      </p:tavLst>
                                    </p:anim>
                                    <p:anim calcmode="lin" valueType="num">
                                      <p:cBhvr>
                                        <p:cTn id="50" dur="1000" fill="hold"/>
                                        <p:tgtEl>
                                          <p:spTgt spid="2"/>
                                        </p:tgtEl>
                                        <p:attrNameLst>
                                          <p:attrName>ppt_h</p:attrName>
                                        </p:attrNameLst>
                                      </p:cBhvr>
                                      <p:tavLst>
                                        <p:tav tm="0">
                                          <p:val>
                                            <p:strVal val="#ppt_h"/>
                                          </p:val>
                                        </p:tav>
                                        <p:tav tm="100000">
                                          <p:val>
                                            <p:strVal val="#ppt_h"/>
                                          </p:val>
                                        </p:tav>
                                      </p:tavLst>
                                    </p:anim>
                                    <p:animEffect transition="in" filter="fade">
                                      <p:cBhvr>
                                        <p:cTn id="5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14"/>
          <p:cNvGraphicFramePr>
            <a:graphicFrameLocks noGrp="1" noChangeAspect="1"/>
          </p:cNvGraphicFramePr>
          <p:nvPr>
            <p:ph sz="half" idx="1"/>
          </p:nvPr>
        </p:nvGraphicFramePr>
        <p:xfrm>
          <a:off x="1068388" y="552450"/>
          <a:ext cx="3014662" cy="885825"/>
        </p:xfrm>
        <a:graphic>
          <a:graphicData uri="http://schemas.openxmlformats.org/presentationml/2006/ole">
            <mc:AlternateContent xmlns:mc="http://schemas.openxmlformats.org/markup-compatibility/2006">
              <mc:Choice xmlns:v="urn:schemas-microsoft-com:vml" Requires="v">
                <p:oleObj spid="_x0000_s67789" name="" r:id="rId1" imgW="1206500" imgH="431800" progId="Equation.3">
                  <p:embed/>
                </p:oleObj>
              </mc:Choice>
              <mc:Fallback>
                <p:oleObj name="" r:id="rId1" imgW="1206500" imgH="431800" progId="Equation.3">
                  <p:embed/>
                  <p:pic>
                    <p:nvPicPr>
                      <p:cNvPr id="0" name="Object 1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388" y="552450"/>
                        <a:ext cx="3014662" cy="885825"/>
                      </a:xfrm>
                      <a:prstGeom prst="rect">
                        <a:avLst/>
                      </a:prstGeom>
                      <a:solidFill>
                        <a:schemeClr val="bg1"/>
                      </a:solidFill>
                      <a:ln w="9525">
                        <a:solidFill>
                          <a:schemeClr val="folHlink"/>
                        </a:solidFill>
                        <a:miter lim="800000"/>
                        <a:headEnd/>
                        <a:tailEnd/>
                      </a:ln>
                    </p:spPr>
                  </p:pic>
                </p:oleObj>
              </mc:Fallback>
            </mc:AlternateContent>
          </a:graphicData>
        </a:graphic>
      </p:graphicFrame>
      <p:cxnSp>
        <p:nvCxnSpPr>
          <p:cNvPr id="4" name="直接连接符 3"/>
          <p:cNvCxnSpPr/>
          <p:nvPr/>
        </p:nvCxnSpPr>
        <p:spPr>
          <a:xfrm>
            <a:off x="874713" y="2052638"/>
            <a:ext cx="7681912"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graphicFrame>
        <p:nvGraphicFramePr>
          <p:cNvPr id="67588" name="Object 2"/>
          <p:cNvGraphicFramePr>
            <a:graphicFrameLocks noGrp="1" noChangeAspect="1"/>
          </p:cNvGraphicFramePr>
          <p:nvPr/>
        </p:nvGraphicFramePr>
        <p:xfrm>
          <a:off x="4691063" y="595313"/>
          <a:ext cx="3741737" cy="800100"/>
        </p:xfrm>
        <a:graphic>
          <a:graphicData uri="http://schemas.openxmlformats.org/presentationml/2006/ole">
            <mc:AlternateContent xmlns:mc="http://schemas.openxmlformats.org/markup-compatibility/2006">
              <mc:Choice xmlns:v="urn:schemas-microsoft-com:vml" Requires="v">
                <p:oleObj spid="_x0000_s67790" name="" r:id="rId3" imgW="2019300" imgH="431800" progId="Equation.3">
                  <p:embed/>
                </p:oleObj>
              </mc:Choice>
              <mc:Fallback>
                <p:oleObj name="" r:id="rId3" imgW="2019300" imgH="431800" progId="Equation.3">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1063" y="595313"/>
                        <a:ext cx="3741737" cy="800100"/>
                      </a:xfrm>
                      <a:prstGeom prst="rect">
                        <a:avLst/>
                      </a:prstGeom>
                      <a:solidFill>
                        <a:schemeClr val="bg1"/>
                      </a:solidFill>
                      <a:ln w="9525">
                        <a:solidFill>
                          <a:schemeClr val="folHlink"/>
                        </a:solidFill>
                        <a:miter lim="800000"/>
                        <a:headEnd/>
                        <a:tailEnd/>
                      </a:ln>
                    </p:spPr>
                  </p:pic>
                </p:oleObj>
              </mc:Fallback>
            </mc:AlternateContent>
          </a:graphicData>
        </a:graphic>
      </p:graphicFrame>
      <p:sp>
        <p:nvSpPr>
          <p:cNvPr id="54274" name="Text Box 8"/>
          <p:cNvSpPr txBox="1">
            <a:spLocks noChangeArrowheads="1"/>
          </p:cNvSpPr>
          <p:nvPr/>
        </p:nvSpPr>
        <p:spPr bwMode="auto">
          <a:xfrm>
            <a:off x="1068388" y="2301875"/>
            <a:ext cx="6913562" cy="1476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430"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5000"/>
              </a:lnSpc>
              <a:spcBef>
                <a:spcPct val="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指数傅里叶级数虽然和三角傅里叶级数的形式不同，但都是将一信号表示为直流分量和谐波分量之和；</a:t>
            </a:r>
            <a:endParaRPr lang="zh-CN" altLang="en-US" sz="2400" b="1">
              <a:latin typeface="Times New Roman" panose="02020603050405020304" pitchFamily="18" charset="0"/>
              <a:ea typeface="宋体" panose="02010600030101010101" pitchFamily="2" charset="-122"/>
            </a:endParaRPr>
          </a:p>
        </p:txBody>
      </p:sp>
      <p:grpSp>
        <p:nvGrpSpPr>
          <p:cNvPr id="5" name="组合 4"/>
          <p:cNvGrpSpPr/>
          <p:nvPr/>
        </p:nvGrpSpPr>
        <p:grpSpPr bwMode="auto">
          <a:xfrm>
            <a:off x="1116013" y="4056063"/>
            <a:ext cx="6911975" cy="1476375"/>
            <a:chOff x="1757" y="6345"/>
            <a:chExt cx="10886" cy="2324"/>
          </a:xfrm>
        </p:grpSpPr>
        <p:sp>
          <p:nvSpPr>
            <p:cNvPr id="67591" name="Text Box 8"/>
            <p:cNvSpPr txBox="1">
              <a:spLocks noChangeArrowheads="1"/>
            </p:cNvSpPr>
            <p:nvPr/>
          </p:nvSpPr>
          <p:spPr bwMode="auto">
            <a:xfrm>
              <a:off x="1757" y="6345"/>
              <a:ext cx="10887" cy="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5430"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5000"/>
                </a:lnSpc>
                <a:spcBef>
                  <a:spcPct val="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三角傅里叶级数谐波概念较为直观，但指数级数更为方便，只需求出复数振幅      ，信号分解任务就完成。</a:t>
              </a:r>
              <a:endParaRPr lang="zh-CN" altLang="en-US" sz="2400" b="1">
                <a:latin typeface="Times New Roman" panose="02020603050405020304" pitchFamily="18" charset="0"/>
                <a:ea typeface="宋体" panose="02010600030101010101" pitchFamily="2" charset="-122"/>
              </a:endParaRPr>
            </a:p>
          </p:txBody>
        </p:sp>
        <p:graphicFrame>
          <p:nvGraphicFramePr>
            <p:cNvPr id="67592" name="Object 9"/>
            <p:cNvGraphicFramePr>
              <a:graphicFrameLocks noChangeAspect="1"/>
            </p:cNvGraphicFramePr>
            <p:nvPr/>
          </p:nvGraphicFramePr>
          <p:xfrm>
            <a:off x="8622" y="7174"/>
            <a:ext cx="662" cy="668"/>
          </p:xfrm>
          <a:graphic>
            <a:graphicData uri="http://schemas.openxmlformats.org/presentationml/2006/ole">
              <mc:AlternateContent xmlns:mc="http://schemas.openxmlformats.org/markup-compatibility/2006">
                <mc:Choice xmlns:v="urn:schemas-microsoft-com:vml" Requires="v">
                  <p:oleObj spid="_x0000_s67791" name="" r:id="rId5" imgW="228600" imgH="317500" progId="Equation.3">
                    <p:embed/>
                  </p:oleObj>
                </mc:Choice>
                <mc:Fallback>
                  <p:oleObj name="" r:id="rId5" imgW="228600" imgH="3175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22" y="7174"/>
                          <a:ext cx="662" cy="668"/>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ustDataLst>
      <p:tags r:id="rId7"/>
    </p:custDataLst>
  </p:cSld>
  <p:clrMapOvr>
    <a:masterClrMapping/>
  </p:clrMapOvr>
  <p:transition spd="med" advTm="152976">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p:cTn id="7" dur="500" fill="hold"/>
                                        <p:tgtEl>
                                          <p:spTgt spid="54274"/>
                                        </p:tgtEl>
                                        <p:attrNameLst>
                                          <p:attrName>ppt_x</p:attrName>
                                        </p:attrNameLst>
                                      </p:cBhvr>
                                      <p:tavLst>
                                        <p:tav tm="0">
                                          <p:val>
                                            <p:strVal val="#ppt_x"/>
                                          </p:val>
                                        </p:tav>
                                        <p:tav tm="100000">
                                          <p:val>
                                            <p:strVal val="#ppt_x"/>
                                          </p:val>
                                        </p:tav>
                                      </p:tavLst>
                                    </p:anim>
                                    <p:anim calcmode="lin" valueType="num">
                                      <p:cBhvr>
                                        <p:cTn id="8" dur="500" fill="hold"/>
                                        <p:tgtEl>
                                          <p:spTgt spid="542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ox(in)">
                                      <p:cBhvr>
                                        <p:cTn id="1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C4844F6E-5539-46A3-9B60-3CE8CC6A42CB}" type="datetime1">
              <a:rPr lang="zh-CN" altLang="en-US"/>
            </a:fld>
            <a:endParaRPr lang="zh-CN" altLang="en-US"/>
          </a:p>
        </p:txBody>
      </p:sp>
      <p:sp>
        <p:nvSpPr>
          <p:cNvPr id="68611" name="Rectangle 3"/>
          <p:cNvSpPr>
            <a:spLocks noChangeArrowheads="1"/>
          </p:cNvSpPr>
          <p:nvPr/>
        </p:nvSpPr>
        <p:spPr bwMode="auto">
          <a:xfrm>
            <a:off x="717550" y="68263"/>
            <a:ext cx="4462463" cy="476250"/>
          </a:xfrm>
          <a:prstGeom prst="rect">
            <a:avLst/>
          </a:prstGeom>
          <a:solidFill>
            <a:srgbClr val="0000CC"/>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b="1">
                <a:solidFill>
                  <a:schemeClr val="bg1"/>
                </a:solidFill>
                <a:ea typeface="宋体" panose="02010600030101010101" pitchFamily="2" charset="-122"/>
              </a:rPr>
              <a:t>§3.3 </a:t>
            </a:r>
            <a:r>
              <a:rPr lang="zh-CN" altLang="en-US" sz="1900" b="1">
                <a:solidFill>
                  <a:schemeClr val="bg1"/>
                </a:solidFill>
                <a:ea typeface="宋体" panose="02010600030101010101" pitchFamily="2" charset="-122"/>
              </a:rPr>
              <a:t>信号表示为傅立叶级数</a:t>
            </a:r>
            <a:endParaRPr lang="zh-CN" altLang="en-US" sz="1900" b="1">
              <a:solidFill>
                <a:schemeClr val="bg1"/>
              </a:solidFill>
              <a:ea typeface="宋体" panose="02010600030101010101" pitchFamily="2" charset="-122"/>
            </a:endParaRPr>
          </a:p>
        </p:txBody>
      </p:sp>
      <p:sp>
        <p:nvSpPr>
          <p:cNvPr id="210948" name="Rectangle 4"/>
          <p:cNvSpPr>
            <a:spLocks noGrp="1" noChangeArrowheads="1"/>
          </p:cNvSpPr>
          <p:nvPr>
            <p:ph type="body" idx="4294967295"/>
          </p:nvPr>
        </p:nvSpPr>
        <p:spPr>
          <a:xfrm>
            <a:off x="609600" y="1685925"/>
            <a:ext cx="1601788" cy="647700"/>
          </a:xfrm>
          <a:solidFill>
            <a:schemeClr val="bg1"/>
          </a:solidFill>
          <a:ln w="38100">
            <a:solidFill>
              <a:schemeClr val="folHlink"/>
            </a:solidFill>
            <a:miter lim="800000"/>
          </a:ln>
          <a:effectLst>
            <a:outerShdw dist="35921" dir="2700000" algn="ctr" rotWithShape="0">
              <a:srgbClr val="808080"/>
            </a:outerShdw>
          </a:effectLst>
        </p:spPr>
        <p:txBody>
          <a:bodyPr/>
          <a:lstStyle/>
          <a:p>
            <a:pPr>
              <a:lnSpc>
                <a:spcPct val="125000"/>
              </a:lnSpc>
              <a:spcBef>
                <a:spcPct val="35000"/>
              </a:spcBef>
              <a:buFont typeface="Wingdings" panose="05000000000000000000" pitchFamily="2" charset="2"/>
              <a:buNone/>
            </a:pPr>
            <a:r>
              <a:rPr lang="zh-CN" altLang="en-US" sz="2800" b="1">
                <a:solidFill>
                  <a:srgbClr val="FF0000"/>
                </a:solidFill>
                <a:latin typeface="楷体_GB2312" pitchFamily="49" charset="-122"/>
                <a:ea typeface="楷体_GB2312" pitchFamily="49" charset="-122"/>
              </a:rPr>
              <a:t>注意：</a:t>
            </a:r>
            <a:endParaRPr lang="zh-CN" altLang="en-US" sz="2800" b="1">
              <a:solidFill>
                <a:srgbClr val="FF0000"/>
              </a:solidFill>
              <a:latin typeface="楷体_GB2312" pitchFamily="49" charset="-122"/>
              <a:ea typeface="楷体_GB2312" pitchFamily="49" charset="-122"/>
            </a:endParaRPr>
          </a:p>
        </p:txBody>
      </p:sp>
      <p:sp>
        <p:nvSpPr>
          <p:cNvPr id="210949" name="Rectangle 5"/>
          <p:cNvSpPr>
            <a:spLocks noChangeArrowheads="1"/>
          </p:cNvSpPr>
          <p:nvPr/>
        </p:nvSpPr>
        <p:spPr bwMode="auto">
          <a:xfrm>
            <a:off x="609600" y="2460625"/>
            <a:ext cx="8234363" cy="4289425"/>
          </a:xfrm>
          <a:prstGeom prst="rect">
            <a:avLst/>
          </a:prstGeom>
          <a:solidFill>
            <a:schemeClr val="bg1"/>
          </a:solidFill>
          <a:ln w="38100">
            <a:solidFill>
              <a:schemeClr val="accent2"/>
            </a:solidFill>
            <a:miter lim="800000"/>
          </a:ln>
          <a:effectLst>
            <a:outerShdw dist="35921" dir="2700000" algn="ctr" rotWithShape="0">
              <a:schemeClr val="bg2"/>
            </a:outerShdw>
          </a:effec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40000"/>
              </a:lnSpc>
              <a:spcBef>
                <a:spcPct val="50000"/>
              </a:spcBef>
              <a:buClr>
                <a:schemeClr val="tx1"/>
              </a:buClr>
              <a:buFont typeface="Wingdings" panose="05000000000000000000" pitchFamily="2" charset="2"/>
              <a:buChar char="l"/>
            </a:pPr>
            <a:r>
              <a:rPr lang="en-US" altLang="zh-CN" sz="2400" b="1">
                <a:latin typeface="楷体_GB2312" pitchFamily="49" charset="-122"/>
                <a:ea typeface="楷体_GB2312" pitchFamily="49" charset="-122"/>
              </a:rPr>
              <a:t>Fourier</a:t>
            </a:r>
            <a:r>
              <a:rPr lang="zh-CN" altLang="en-US" sz="2400" b="1">
                <a:latin typeface="楷体_GB2312" pitchFamily="49" charset="-122"/>
                <a:ea typeface="楷体_GB2312" pitchFamily="49" charset="-122"/>
              </a:rPr>
              <a:t>级数展开式</a:t>
            </a:r>
            <a:r>
              <a:rPr lang="zh-CN" altLang="en-US" sz="2400" b="1">
                <a:solidFill>
                  <a:srgbClr val="FF0000"/>
                </a:solidFill>
                <a:latin typeface="楷体_GB2312" pitchFamily="49" charset="-122"/>
                <a:ea typeface="楷体_GB2312" pitchFamily="49" charset="-122"/>
              </a:rPr>
              <a:t>都是在（</a:t>
            </a:r>
            <a:r>
              <a:rPr lang="en-US" altLang="zh-CN" sz="2400" b="1">
                <a:solidFill>
                  <a:srgbClr val="FF0000"/>
                </a:solidFill>
                <a:latin typeface="楷体_GB2312" pitchFamily="49" charset="-122"/>
                <a:ea typeface="楷体_GB2312" pitchFamily="49" charset="-122"/>
              </a:rPr>
              <a:t>t</a:t>
            </a:r>
            <a:r>
              <a:rPr lang="en-US" altLang="zh-CN" sz="2400" b="1" baseline="-25000">
                <a:solidFill>
                  <a:srgbClr val="FF0000"/>
                </a:solidFill>
                <a:latin typeface="楷体_GB2312" pitchFamily="49" charset="-122"/>
                <a:ea typeface="楷体_GB2312" pitchFamily="49" charset="-122"/>
              </a:rPr>
              <a:t>1</a:t>
            </a:r>
            <a:r>
              <a:rPr lang="zh-CN" altLang="en-US" sz="2400" b="1">
                <a:solidFill>
                  <a:srgbClr val="FF0000"/>
                </a:solidFill>
                <a:latin typeface="楷体_GB2312" pitchFamily="49" charset="-122"/>
                <a:ea typeface="楷体_GB2312" pitchFamily="49" charset="-122"/>
              </a:rPr>
              <a:t>，</a:t>
            </a:r>
            <a:r>
              <a:rPr lang="en-US" altLang="zh-CN" sz="2400" b="1">
                <a:solidFill>
                  <a:srgbClr val="FF0000"/>
                </a:solidFill>
                <a:latin typeface="楷体_GB2312" pitchFamily="49" charset="-122"/>
                <a:ea typeface="楷体_GB2312" pitchFamily="49" charset="-122"/>
              </a:rPr>
              <a:t>t</a:t>
            </a:r>
            <a:r>
              <a:rPr lang="en-US" altLang="zh-CN" sz="2400" b="1" baseline="-25000">
                <a:solidFill>
                  <a:srgbClr val="FF0000"/>
                </a:solidFill>
                <a:latin typeface="楷体_GB2312" pitchFamily="49" charset="-122"/>
                <a:ea typeface="楷体_GB2312" pitchFamily="49" charset="-122"/>
              </a:rPr>
              <a:t>1</a:t>
            </a:r>
            <a:r>
              <a:rPr lang="zh-CN" altLang="en-US" sz="2400" b="1">
                <a:solidFill>
                  <a:srgbClr val="FF0000"/>
                </a:solidFill>
                <a:latin typeface="楷体_GB2312" pitchFamily="49" charset="-122"/>
                <a:ea typeface="楷体_GB2312" pitchFamily="49" charset="-122"/>
              </a:rPr>
              <a:t>＋</a:t>
            </a:r>
            <a:r>
              <a:rPr lang="en-US" altLang="zh-CN" sz="2400" b="1">
                <a:solidFill>
                  <a:srgbClr val="FF0000"/>
                </a:solidFill>
                <a:latin typeface="楷体_GB2312" pitchFamily="49" charset="-122"/>
                <a:ea typeface="楷体_GB2312" pitchFamily="49" charset="-122"/>
              </a:rPr>
              <a:t>T</a:t>
            </a:r>
            <a:r>
              <a:rPr lang="zh-CN" altLang="en-US" sz="2400" b="1">
                <a:solidFill>
                  <a:srgbClr val="FF0000"/>
                </a:solidFill>
                <a:latin typeface="楷体_GB2312" pitchFamily="49" charset="-122"/>
                <a:ea typeface="楷体_GB2312" pitchFamily="49" charset="-122"/>
              </a:rPr>
              <a:t>）区间上进行，即该展开式仅在（</a:t>
            </a:r>
            <a:r>
              <a:rPr lang="en-US" altLang="zh-CN" sz="2400" b="1">
                <a:solidFill>
                  <a:srgbClr val="FF0000"/>
                </a:solidFill>
                <a:latin typeface="楷体_GB2312" pitchFamily="49" charset="-122"/>
                <a:ea typeface="楷体_GB2312" pitchFamily="49" charset="-122"/>
              </a:rPr>
              <a:t>t</a:t>
            </a:r>
            <a:r>
              <a:rPr lang="en-US" altLang="zh-CN" sz="2400" b="1" baseline="-25000">
                <a:solidFill>
                  <a:srgbClr val="FF0000"/>
                </a:solidFill>
                <a:latin typeface="楷体_GB2312" pitchFamily="49" charset="-122"/>
                <a:ea typeface="楷体_GB2312" pitchFamily="49" charset="-122"/>
              </a:rPr>
              <a:t>1</a:t>
            </a:r>
            <a:r>
              <a:rPr lang="zh-CN" altLang="en-US" sz="2400" b="1">
                <a:solidFill>
                  <a:srgbClr val="FF0000"/>
                </a:solidFill>
                <a:latin typeface="楷体_GB2312" pitchFamily="49" charset="-122"/>
                <a:ea typeface="楷体_GB2312" pitchFamily="49" charset="-122"/>
              </a:rPr>
              <a:t>，</a:t>
            </a:r>
            <a:r>
              <a:rPr lang="en-US" altLang="zh-CN" sz="2400" b="1">
                <a:solidFill>
                  <a:srgbClr val="FF0000"/>
                </a:solidFill>
                <a:latin typeface="楷体_GB2312" pitchFamily="49" charset="-122"/>
                <a:ea typeface="楷体_GB2312" pitchFamily="49" charset="-122"/>
              </a:rPr>
              <a:t>t</a:t>
            </a:r>
            <a:r>
              <a:rPr lang="en-US" altLang="zh-CN" sz="2400" b="1" baseline="-25000">
                <a:solidFill>
                  <a:srgbClr val="FF0000"/>
                </a:solidFill>
                <a:latin typeface="楷体_GB2312" pitchFamily="49" charset="-122"/>
                <a:ea typeface="楷体_GB2312" pitchFamily="49" charset="-122"/>
              </a:rPr>
              <a:t>1</a:t>
            </a:r>
            <a:r>
              <a:rPr lang="zh-CN" altLang="en-US" sz="2400" b="1">
                <a:solidFill>
                  <a:srgbClr val="FF0000"/>
                </a:solidFill>
                <a:latin typeface="楷体_GB2312" pitchFamily="49" charset="-122"/>
                <a:ea typeface="楷体_GB2312" pitchFamily="49" charset="-122"/>
              </a:rPr>
              <a:t>＋</a:t>
            </a:r>
            <a:r>
              <a:rPr lang="en-US" altLang="zh-CN" sz="2400" b="1">
                <a:solidFill>
                  <a:srgbClr val="FF0000"/>
                </a:solidFill>
                <a:latin typeface="楷体_GB2312" pitchFamily="49" charset="-122"/>
                <a:ea typeface="楷体_GB2312" pitchFamily="49" charset="-122"/>
              </a:rPr>
              <a:t>T</a:t>
            </a:r>
            <a:r>
              <a:rPr lang="zh-CN" altLang="en-US" sz="2400" b="1">
                <a:solidFill>
                  <a:srgbClr val="FF0000"/>
                </a:solidFill>
                <a:latin typeface="楷体_GB2312" pitchFamily="49" charset="-122"/>
                <a:ea typeface="楷体_GB2312" pitchFamily="49" charset="-122"/>
              </a:rPr>
              <a:t>）内有意义</a:t>
            </a:r>
            <a:r>
              <a:rPr lang="zh-CN" altLang="en-US" sz="2400" b="1">
                <a:latin typeface="楷体_GB2312" pitchFamily="49" charset="-122"/>
                <a:ea typeface="楷体_GB2312" pitchFamily="49" charset="-122"/>
              </a:rPr>
              <a:t>；在</a:t>
            </a:r>
            <a:r>
              <a:rPr lang="zh-CN" altLang="en-US" sz="2400" b="1">
                <a:solidFill>
                  <a:srgbClr val="0000FF"/>
                </a:solidFill>
                <a:latin typeface="楷体_GB2312" pitchFamily="49" charset="-122"/>
                <a:ea typeface="楷体_GB2312" pitchFamily="49" charset="-122"/>
              </a:rPr>
              <a:t>区间之外，也可用此展开式</a:t>
            </a:r>
            <a:r>
              <a:rPr lang="zh-CN" altLang="en-US" sz="2400" b="1">
                <a:latin typeface="楷体_GB2312" pitchFamily="49" charset="-122"/>
                <a:ea typeface="楷体_GB2312" pitchFamily="49" charset="-122"/>
              </a:rPr>
              <a:t>，但</a:t>
            </a:r>
            <a:r>
              <a:rPr lang="en-US" altLang="zh-CN" sz="2400" b="1">
                <a:latin typeface="楷体_GB2312" pitchFamily="49" charset="-122"/>
                <a:ea typeface="楷体_GB2312" pitchFamily="49" charset="-122"/>
              </a:rPr>
              <a:t>f(t)</a:t>
            </a:r>
            <a:r>
              <a:rPr lang="zh-CN" altLang="en-US" sz="2400" b="1">
                <a:latin typeface="楷体_GB2312" pitchFamily="49" charset="-122"/>
                <a:ea typeface="楷体_GB2312" pitchFamily="49" charset="-122"/>
              </a:rPr>
              <a:t>必须是原函数在（</a:t>
            </a:r>
            <a:r>
              <a:rPr lang="en-US" altLang="zh-CN" sz="2400" b="1">
                <a:latin typeface="楷体_GB2312" pitchFamily="49" charset="-122"/>
                <a:ea typeface="楷体_GB2312" pitchFamily="49" charset="-122"/>
              </a:rPr>
              <a:t>t</a:t>
            </a:r>
            <a:r>
              <a:rPr lang="en-US" altLang="zh-CN" sz="2400" b="1" baseline="-25000">
                <a:latin typeface="楷体_GB2312" pitchFamily="49" charset="-122"/>
                <a:ea typeface="楷体_GB2312" pitchFamily="49" charset="-122"/>
              </a:rPr>
              <a:t>1</a:t>
            </a:r>
            <a:r>
              <a:rPr lang="zh-CN" altLang="en-US" sz="2400" b="1">
                <a:latin typeface="楷体_GB2312" pitchFamily="49" charset="-122"/>
                <a:ea typeface="楷体_GB2312" pitchFamily="49" charset="-122"/>
              </a:rPr>
              <a:t>，</a:t>
            </a:r>
            <a:r>
              <a:rPr lang="en-US" altLang="zh-CN" sz="2400" b="1">
                <a:latin typeface="楷体_GB2312" pitchFamily="49" charset="-122"/>
                <a:ea typeface="楷体_GB2312" pitchFamily="49" charset="-122"/>
              </a:rPr>
              <a:t>t</a:t>
            </a:r>
            <a:r>
              <a:rPr lang="en-US" altLang="zh-CN" sz="2400" b="1" baseline="-25000">
                <a:latin typeface="楷体_GB2312" pitchFamily="49" charset="-122"/>
                <a:ea typeface="楷体_GB2312" pitchFamily="49" charset="-122"/>
              </a:rPr>
              <a:t>1</a:t>
            </a:r>
            <a:r>
              <a:rPr lang="zh-CN" altLang="en-US" sz="2400" b="1">
                <a:latin typeface="楷体_GB2312" pitchFamily="49" charset="-122"/>
                <a:ea typeface="楷体_GB2312" pitchFamily="49" charset="-122"/>
              </a:rPr>
              <a:t>＋</a:t>
            </a:r>
            <a:r>
              <a:rPr lang="en-US" altLang="zh-CN" sz="2400" b="1">
                <a:latin typeface="楷体_GB2312" pitchFamily="49" charset="-122"/>
                <a:ea typeface="楷体_GB2312" pitchFamily="49" charset="-122"/>
              </a:rPr>
              <a:t>T</a:t>
            </a:r>
            <a:r>
              <a:rPr lang="zh-CN" altLang="en-US" sz="2400" b="1">
                <a:latin typeface="楷体_GB2312" pitchFamily="49" charset="-122"/>
                <a:ea typeface="楷体_GB2312" pitchFamily="49" charset="-122"/>
              </a:rPr>
              <a:t>）内向两边做周期</a:t>
            </a:r>
            <a:r>
              <a:rPr lang="en-US" altLang="zh-CN" sz="2400" b="1">
                <a:latin typeface="楷体_GB2312" pitchFamily="49" charset="-122"/>
                <a:ea typeface="楷体_GB2312" pitchFamily="49" charset="-122"/>
              </a:rPr>
              <a:t>T</a:t>
            </a:r>
            <a:r>
              <a:rPr lang="zh-CN" altLang="en-US" sz="2400" b="1">
                <a:latin typeface="楷体_GB2312" pitchFamily="49" charset="-122"/>
                <a:ea typeface="楷体_GB2312" pitchFamily="49" charset="-122"/>
              </a:rPr>
              <a:t>的延拓函数。否则，</a:t>
            </a:r>
            <a:r>
              <a:rPr lang="zh-CN" altLang="en-US" sz="2400" b="1">
                <a:solidFill>
                  <a:srgbClr val="0000FF"/>
                </a:solidFill>
                <a:latin typeface="楷体_GB2312" pitchFamily="49" charset="-122"/>
                <a:ea typeface="楷体_GB2312" pitchFamily="49" charset="-122"/>
              </a:rPr>
              <a:t>则仅适合于在区间 （</a:t>
            </a:r>
            <a:r>
              <a:rPr lang="en-US" altLang="zh-CN" sz="2400" b="1">
                <a:solidFill>
                  <a:srgbClr val="0000FF"/>
                </a:solidFill>
                <a:latin typeface="楷体_GB2312" pitchFamily="49" charset="-122"/>
                <a:ea typeface="楷体_GB2312" pitchFamily="49" charset="-122"/>
              </a:rPr>
              <a:t>t</a:t>
            </a:r>
            <a:r>
              <a:rPr lang="en-US" altLang="zh-CN" sz="2400" b="1" baseline="-25000">
                <a:solidFill>
                  <a:srgbClr val="0000FF"/>
                </a:solidFill>
                <a:latin typeface="楷体_GB2312" pitchFamily="49" charset="-122"/>
                <a:ea typeface="楷体_GB2312" pitchFamily="49" charset="-122"/>
              </a:rPr>
              <a:t>1</a:t>
            </a:r>
            <a:r>
              <a:rPr lang="zh-CN" altLang="en-US" sz="2400" b="1">
                <a:solidFill>
                  <a:srgbClr val="0000FF"/>
                </a:solidFill>
                <a:latin typeface="楷体_GB2312" pitchFamily="49" charset="-122"/>
                <a:ea typeface="楷体_GB2312" pitchFamily="49" charset="-122"/>
              </a:rPr>
              <a:t>，</a:t>
            </a:r>
            <a:r>
              <a:rPr lang="en-US" altLang="zh-CN" sz="2400" b="1">
                <a:solidFill>
                  <a:srgbClr val="0000FF"/>
                </a:solidFill>
                <a:latin typeface="楷体_GB2312" pitchFamily="49" charset="-122"/>
                <a:ea typeface="楷体_GB2312" pitchFamily="49" charset="-122"/>
              </a:rPr>
              <a:t>t</a:t>
            </a:r>
            <a:r>
              <a:rPr lang="en-US" altLang="zh-CN" sz="2400" b="1" baseline="-25000">
                <a:solidFill>
                  <a:srgbClr val="0000FF"/>
                </a:solidFill>
                <a:latin typeface="楷体_GB2312" pitchFamily="49" charset="-122"/>
                <a:ea typeface="楷体_GB2312" pitchFamily="49" charset="-122"/>
              </a:rPr>
              <a:t>1</a:t>
            </a:r>
            <a:r>
              <a:rPr lang="zh-CN" altLang="en-US" sz="2400" b="1">
                <a:solidFill>
                  <a:srgbClr val="0000FF"/>
                </a:solidFill>
                <a:latin typeface="楷体_GB2312" pitchFamily="49" charset="-122"/>
                <a:ea typeface="楷体_GB2312" pitchFamily="49" charset="-122"/>
              </a:rPr>
              <a:t>＋</a:t>
            </a:r>
            <a:r>
              <a:rPr lang="en-US" altLang="zh-CN" sz="2400" b="1">
                <a:solidFill>
                  <a:srgbClr val="0000FF"/>
                </a:solidFill>
                <a:latin typeface="楷体_GB2312" pitchFamily="49" charset="-122"/>
                <a:ea typeface="楷体_GB2312" pitchFamily="49" charset="-122"/>
              </a:rPr>
              <a:t>T</a:t>
            </a:r>
            <a:r>
              <a:rPr lang="zh-CN" altLang="en-US" sz="2400" b="1">
                <a:solidFill>
                  <a:srgbClr val="0000FF"/>
                </a:solidFill>
                <a:latin typeface="楷体_GB2312" pitchFamily="49" charset="-122"/>
                <a:ea typeface="楷体_GB2312" pitchFamily="49" charset="-122"/>
              </a:rPr>
              <a:t>）。</a:t>
            </a:r>
            <a:endParaRPr lang="zh-CN" altLang="en-US" sz="2400" b="1">
              <a:solidFill>
                <a:srgbClr val="0000FF"/>
              </a:solidFill>
              <a:latin typeface="楷体_GB2312" pitchFamily="49" charset="-122"/>
              <a:ea typeface="楷体_GB2312" pitchFamily="49" charset="-122"/>
            </a:endParaRPr>
          </a:p>
          <a:p>
            <a:pPr>
              <a:lnSpc>
                <a:spcPct val="140000"/>
              </a:lnSpc>
              <a:spcBef>
                <a:spcPct val="50000"/>
              </a:spcBef>
              <a:buClr>
                <a:schemeClr val="tx1"/>
              </a:buClr>
              <a:buFont typeface="Wingdings" panose="05000000000000000000" pitchFamily="2" charset="2"/>
              <a:buChar char="l"/>
            </a:pPr>
            <a:r>
              <a:rPr lang="zh-CN" altLang="en-US" sz="2400" b="1">
                <a:latin typeface="楷体_GB2312" pitchFamily="49" charset="-122"/>
                <a:ea typeface="楷体_GB2312" pitchFamily="49" charset="-122"/>
              </a:rPr>
              <a:t>用正交函数集表示信号时，应当注意这信号是否为</a:t>
            </a:r>
            <a:r>
              <a:rPr lang="zh-CN" altLang="en-US" sz="2400" b="1">
                <a:solidFill>
                  <a:srgbClr val="FF0000"/>
                </a:solidFill>
                <a:latin typeface="楷体_GB2312" pitchFamily="49" charset="-122"/>
                <a:ea typeface="楷体_GB2312" pitchFamily="49" charset="-122"/>
              </a:rPr>
              <a:t>周期性</a:t>
            </a:r>
            <a:r>
              <a:rPr lang="zh-CN" altLang="en-US" sz="2400" b="1">
                <a:latin typeface="楷体_GB2312" pitchFamily="49" charset="-122"/>
                <a:ea typeface="楷体_GB2312" pitchFamily="49" charset="-122"/>
              </a:rPr>
              <a:t>的，以及傅立叶级数表示式的</a:t>
            </a:r>
            <a:r>
              <a:rPr lang="zh-CN" altLang="en-US" sz="2400" b="1">
                <a:solidFill>
                  <a:srgbClr val="FF0000"/>
                </a:solidFill>
                <a:latin typeface="楷体_GB2312" pitchFamily="49" charset="-122"/>
                <a:ea typeface="楷体_GB2312" pitchFamily="49" charset="-122"/>
              </a:rPr>
              <a:t>适用范围</a:t>
            </a:r>
            <a:r>
              <a:rPr lang="zh-CN" altLang="en-US" sz="2400" b="1">
                <a:latin typeface="楷体_GB2312" pitchFamily="49" charset="-122"/>
                <a:ea typeface="楷体_GB2312" pitchFamily="49" charset="-122"/>
              </a:rPr>
              <a:t>。</a:t>
            </a:r>
            <a:endParaRPr lang="zh-CN" altLang="en-US" sz="2400" b="1">
              <a:latin typeface="楷体_GB2312" pitchFamily="49" charset="-122"/>
              <a:ea typeface="楷体_GB2312" pitchFamily="49" charset="-122"/>
            </a:endParaRPr>
          </a:p>
        </p:txBody>
      </p:sp>
      <p:sp>
        <p:nvSpPr>
          <p:cNvPr id="68614" name="Rectangle 6"/>
          <p:cNvSpPr>
            <a:spLocks noChangeArrowheads="1"/>
          </p:cNvSpPr>
          <p:nvPr/>
        </p:nvSpPr>
        <p:spPr bwMode="auto">
          <a:xfrm>
            <a:off x="609600" y="0"/>
            <a:ext cx="6197600" cy="750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graphicFrame>
        <p:nvGraphicFramePr>
          <p:cNvPr id="68615" name="Object 14"/>
          <p:cNvGraphicFramePr>
            <a:graphicFrameLocks noChangeAspect="1"/>
          </p:cNvGraphicFramePr>
          <p:nvPr/>
        </p:nvGraphicFramePr>
        <p:xfrm>
          <a:off x="717550" y="703263"/>
          <a:ext cx="3214688" cy="946150"/>
        </p:xfrm>
        <a:graphic>
          <a:graphicData uri="http://schemas.openxmlformats.org/presentationml/2006/ole">
            <mc:AlternateContent xmlns:mc="http://schemas.openxmlformats.org/markup-compatibility/2006">
              <mc:Choice xmlns:v="urn:schemas-microsoft-com:vml" Requires="v">
                <p:oleObj spid="_x0000_s68749" name="" r:id="rId1" imgW="1206500" imgH="431800" progId="Equation.3">
                  <p:embed/>
                </p:oleObj>
              </mc:Choice>
              <mc:Fallback>
                <p:oleObj name="" r:id="rId1" imgW="1206500" imgH="431800" progId="Equation.3">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550" y="703263"/>
                        <a:ext cx="32146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8616" name="Object 10"/>
          <p:cNvGraphicFramePr>
            <a:graphicFrameLocks noChangeAspect="1"/>
          </p:cNvGraphicFramePr>
          <p:nvPr/>
        </p:nvGraphicFramePr>
        <p:xfrm>
          <a:off x="4725988" y="838200"/>
          <a:ext cx="3228975" cy="819150"/>
        </p:xfrm>
        <a:graphic>
          <a:graphicData uri="http://schemas.openxmlformats.org/presentationml/2006/ole">
            <mc:AlternateContent xmlns:mc="http://schemas.openxmlformats.org/markup-compatibility/2006">
              <mc:Choice xmlns:v="urn:schemas-microsoft-com:vml" Requires="v">
                <p:oleObj spid="_x0000_s68750" name="" r:id="rId3" imgW="1651000" imgH="419100" progId="Equation.3">
                  <p:embed/>
                </p:oleObj>
              </mc:Choice>
              <mc:Fallback>
                <p:oleObj name="" r:id="rId3" imgW="1651000" imgH="4191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5988" y="838200"/>
                        <a:ext cx="3228975" cy="81915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ustDataLst>
      <p:tags r:id="rId5"/>
    </p:custDataLst>
  </p:cSld>
  <p:clrMapOvr>
    <a:masterClrMapping/>
  </p:clrMapOvr>
  <p:transition spd="slow" advTm="23880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109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grpId="0" nodeType="clickEffect">
                                  <p:stCondLst>
                                    <p:cond delay="0"/>
                                  </p:stCondLst>
                                  <p:childTnLst>
                                    <p:set>
                                      <p:cBhvr>
                                        <p:cTn id="10" dur="1" fill="hold">
                                          <p:stCondLst>
                                            <p:cond delay="0"/>
                                          </p:stCondLst>
                                        </p:cTn>
                                        <p:tgtEl>
                                          <p:spTgt spid="210949">
                                            <p:bg/>
                                          </p:spTgt>
                                        </p:tgtEl>
                                        <p:attrNameLst>
                                          <p:attrName>style.visibility</p:attrName>
                                        </p:attrNameLst>
                                      </p:cBhvr>
                                      <p:to>
                                        <p:strVal val="visible"/>
                                      </p:to>
                                    </p:set>
                                    <p:anim calcmode="lin" valueType="num">
                                      <p:cBhvr>
                                        <p:cTn id="11" dur="1000" fill="hold"/>
                                        <p:tgtEl>
                                          <p:spTgt spid="210949">
                                            <p:bg/>
                                          </p:spTgt>
                                        </p:tgtEl>
                                        <p:attrNameLst>
                                          <p:attrName>ppt_w</p:attrName>
                                        </p:attrNameLst>
                                      </p:cBhvr>
                                      <p:tavLst>
                                        <p:tav tm="0">
                                          <p:val>
                                            <p:strVal val="#ppt_w*0.70"/>
                                          </p:val>
                                        </p:tav>
                                        <p:tav tm="100000">
                                          <p:val>
                                            <p:strVal val="#ppt_w"/>
                                          </p:val>
                                        </p:tav>
                                      </p:tavLst>
                                    </p:anim>
                                    <p:anim calcmode="lin" valueType="num">
                                      <p:cBhvr>
                                        <p:cTn id="12" dur="1000" fill="hold"/>
                                        <p:tgtEl>
                                          <p:spTgt spid="210949">
                                            <p:bg/>
                                          </p:spTgt>
                                        </p:tgtEl>
                                        <p:attrNameLst>
                                          <p:attrName>ppt_h</p:attrName>
                                        </p:attrNameLst>
                                      </p:cBhvr>
                                      <p:tavLst>
                                        <p:tav tm="0">
                                          <p:val>
                                            <p:strVal val="#ppt_h"/>
                                          </p:val>
                                        </p:tav>
                                        <p:tav tm="100000">
                                          <p:val>
                                            <p:strVal val="#ppt_h"/>
                                          </p:val>
                                        </p:tav>
                                      </p:tavLst>
                                    </p:anim>
                                    <p:animEffect transition="in" filter="fade">
                                      <p:cBhvr>
                                        <p:cTn id="13" dur="1000"/>
                                        <p:tgtEl>
                                          <p:spTgt spid="210949">
                                            <p:bg/>
                                          </p:spTgt>
                                        </p:tgtEl>
                                      </p:cBhvr>
                                    </p:animEffect>
                                  </p:childTnLst>
                                </p:cTn>
                              </p:par>
                              <p:par>
                                <p:cTn id="14" presetID="55" presetClass="entr" presetSubtype="0" fill="hold" grpId="0" nodeType="withEffect">
                                  <p:stCondLst>
                                    <p:cond delay="0"/>
                                  </p:stCondLst>
                                  <p:childTnLst>
                                    <p:set>
                                      <p:cBhvr>
                                        <p:cTn id="15" dur="1" fill="hold">
                                          <p:stCondLst>
                                            <p:cond delay="0"/>
                                          </p:stCondLst>
                                        </p:cTn>
                                        <p:tgtEl>
                                          <p:spTgt spid="210949">
                                            <p:txEl>
                                              <p:pRg st="0" end="0"/>
                                            </p:txEl>
                                          </p:spTgt>
                                        </p:tgtEl>
                                        <p:attrNameLst>
                                          <p:attrName>style.visibility</p:attrName>
                                        </p:attrNameLst>
                                      </p:cBhvr>
                                      <p:to>
                                        <p:strVal val="visible"/>
                                      </p:to>
                                    </p:set>
                                    <p:anim calcmode="lin" valueType="num">
                                      <p:cBhvr>
                                        <p:cTn id="16" dur="1000" fill="hold"/>
                                        <p:tgtEl>
                                          <p:spTgt spid="210949">
                                            <p:txEl>
                                              <p:pRg st="0" end="0"/>
                                            </p:txEl>
                                          </p:spTgt>
                                        </p:tgtEl>
                                        <p:attrNameLst>
                                          <p:attrName>ppt_w</p:attrName>
                                        </p:attrNameLst>
                                      </p:cBhvr>
                                      <p:tavLst>
                                        <p:tav tm="0">
                                          <p:val>
                                            <p:strVal val="#ppt_w*0.70"/>
                                          </p:val>
                                        </p:tav>
                                        <p:tav tm="100000">
                                          <p:val>
                                            <p:strVal val="#ppt_w"/>
                                          </p:val>
                                        </p:tav>
                                      </p:tavLst>
                                    </p:anim>
                                    <p:anim calcmode="lin" valueType="num">
                                      <p:cBhvr>
                                        <p:cTn id="17" dur="1000" fill="hold"/>
                                        <p:tgtEl>
                                          <p:spTgt spid="210949">
                                            <p:txEl>
                                              <p:pRg st="0" end="0"/>
                                            </p:txEl>
                                          </p:spTgt>
                                        </p:tgtEl>
                                        <p:attrNameLst>
                                          <p:attrName>ppt_h</p:attrName>
                                        </p:attrNameLst>
                                      </p:cBhvr>
                                      <p:tavLst>
                                        <p:tav tm="0">
                                          <p:val>
                                            <p:strVal val="#ppt_h"/>
                                          </p:val>
                                        </p:tav>
                                        <p:tav tm="100000">
                                          <p:val>
                                            <p:strVal val="#ppt_h"/>
                                          </p:val>
                                        </p:tav>
                                      </p:tavLst>
                                    </p:anim>
                                    <p:animEffect transition="in" filter="fade">
                                      <p:cBhvr>
                                        <p:cTn id="18" dur="1000"/>
                                        <p:tgtEl>
                                          <p:spTgt spid="210949">
                                            <p:txEl>
                                              <p:pRg st="0" end="0"/>
                                            </p:txEl>
                                          </p:spTgt>
                                        </p:tgtEl>
                                      </p:cBhvr>
                                    </p:animEffect>
                                  </p:childTnLst>
                                </p:cTn>
                              </p:par>
                            </p:childTnLst>
                          </p:cTn>
                        </p:par>
                        <p:par>
                          <p:cTn id="19" fill="hold">
                            <p:stCondLst>
                              <p:cond delay="1000"/>
                            </p:stCondLst>
                            <p:childTnLst>
                              <p:par>
                                <p:cTn id="20" presetID="55" presetClass="entr" presetSubtype="0" fill="hold" grpId="0" nodeType="afterEffect">
                                  <p:stCondLst>
                                    <p:cond delay="0"/>
                                  </p:stCondLst>
                                  <p:childTnLst>
                                    <p:set>
                                      <p:cBhvr>
                                        <p:cTn id="21" dur="1" fill="hold">
                                          <p:stCondLst>
                                            <p:cond delay="0"/>
                                          </p:stCondLst>
                                        </p:cTn>
                                        <p:tgtEl>
                                          <p:spTgt spid="210949">
                                            <p:txEl>
                                              <p:pRg st="1" end="1"/>
                                            </p:txEl>
                                          </p:spTgt>
                                        </p:tgtEl>
                                        <p:attrNameLst>
                                          <p:attrName>style.visibility</p:attrName>
                                        </p:attrNameLst>
                                      </p:cBhvr>
                                      <p:to>
                                        <p:strVal val="visible"/>
                                      </p:to>
                                    </p:set>
                                    <p:anim calcmode="lin" valueType="num">
                                      <p:cBhvr>
                                        <p:cTn id="22" dur="1000" fill="hold"/>
                                        <p:tgtEl>
                                          <p:spTgt spid="210949">
                                            <p:txEl>
                                              <p:pRg st="1" end="1"/>
                                            </p:txEl>
                                          </p:spTgt>
                                        </p:tgtEl>
                                        <p:attrNameLst>
                                          <p:attrName>ppt_w</p:attrName>
                                        </p:attrNameLst>
                                      </p:cBhvr>
                                      <p:tavLst>
                                        <p:tav tm="0">
                                          <p:val>
                                            <p:strVal val="#ppt_w*0.70"/>
                                          </p:val>
                                        </p:tav>
                                        <p:tav tm="100000">
                                          <p:val>
                                            <p:strVal val="#ppt_w"/>
                                          </p:val>
                                        </p:tav>
                                      </p:tavLst>
                                    </p:anim>
                                    <p:anim calcmode="lin" valueType="num">
                                      <p:cBhvr>
                                        <p:cTn id="23" dur="1000" fill="hold"/>
                                        <p:tgtEl>
                                          <p:spTgt spid="210949">
                                            <p:txEl>
                                              <p:pRg st="1" end="1"/>
                                            </p:txEl>
                                          </p:spTgt>
                                        </p:tgtEl>
                                        <p:attrNameLst>
                                          <p:attrName>ppt_h</p:attrName>
                                        </p:attrNameLst>
                                      </p:cBhvr>
                                      <p:tavLst>
                                        <p:tav tm="0">
                                          <p:val>
                                            <p:strVal val="#ppt_h"/>
                                          </p:val>
                                        </p:tav>
                                        <p:tav tm="100000">
                                          <p:val>
                                            <p:strVal val="#ppt_h"/>
                                          </p:val>
                                        </p:tav>
                                      </p:tavLst>
                                    </p:anim>
                                    <p:animEffect transition="in" filter="fade">
                                      <p:cBhvr>
                                        <p:cTn id="24" dur="1000"/>
                                        <p:tgtEl>
                                          <p:spTgt spid="2109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8" grpId="0" animBg="1" autoUpdateAnimBg="0"/>
      <p:bldP spid="210949" grpId="0" animBg="1" build="allAtOnce"/>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7F24BF96-F197-454D-94DD-BCA4C5CA1194}" type="datetime1">
              <a:rPr lang="zh-CN" altLang="en-US"/>
            </a:fld>
            <a:endParaRPr lang="zh-CN" altLang="en-US"/>
          </a:p>
        </p:txBody>
      </p:sp>
      <p:sp>
        <p:nvSpPr>
          <p:cNvPr id="211970" name="Rectangle 2"/>
          <p:cNvSpPr>
            <a:spLocks noGrp="1" noChangeArrowheads="1"/>
          </p:cNvSpPr>
          <p:nvPr>
            <p:ph type="body" idx="4294967295"/>
          </p:nvPr>
        </p:nvSpPr>
        <p:spPr>
          <a:xfrm>
            <a:off x="939800" y="1268413"/>
            <a:ext cx="7556500" cy="4321175"/>
          </a:xfrm>
          <a:ln w="38100">
            <a:solidFill>
              <a:srgbClr val="9900FF"/>
            </a:solidFill>
            <a:miter lim="800000"/>
          </a:ln>
        </p:spPr>
        <p:txBody>
          <a:bodyPr/>
          <a:lstStyle/>
          <a:p>
            <a:pPr>
              <a:lnSpc>
                <a:spcPct val="135000"/>
              </a:lnSpc>
              <a:spcBef>
                <a:spcPct val="35000"/>
              </a:spcBef>
              <a:buClr>
                <a:schemeClr val="tx1"/>
              </a:buClr>
              <a:buFont typeface="Wingdings" panose="05000000000000000000" pitchFamily="2" charset="2"/>
              <a:buChar char="l"/>
            </a:pPr>
            <a:r>
              <a:rPr lang="zh-CN" altLang="en-US" sz="2400" b="1">
                <a:latin typeface="楷体_GB2312" pitchFamily="49" charset="-122"/>
                <a:ea typeface="楷体_GB2312" pitchFamily="49" charset="-122"/>
              </a:rPr>
              <a:t>在指数</a:t>
            </a:r>
            <a:r>
              <a:rPr lang="en-US" altLang="zh-CN" sz="2400" b="1">
                <a:latin typeface="楷体_GB2312" pitchFamily="49" charset="-122"/>
                <a:ea typeface="楷体_GB2312" pitchFamily="49" charset="-122"/>
              </a:rPr>
              <a:t>Fourier</a:t>
            </a:r>
            <a:r>
              <a:rPr lang="zh-CN" altLang="en-US" sz="2400" b="1">
                <a:latin typeface="楷体_GB2312" pitchFamily="49" charset="-122"/>
                <a:ea typeface="楷体_GB2312" pitchFamily="49" charset="-122"/>
              </a:rPr>
              <a:t>级数中出现</a:t>
            </a:r>
            <a:r>
              <a:rPr lang="en-US" altLang="zh-CN" sz="2400" b="1">
                <a:latin typeface="楷体_GB2312" pitchFamily="49" charset="-122"/>
                <a:ea typeface="楷体_GB2312" pitchFamily="49" charset="-122"/>
              </a:rPr>
              <a:t>-nΩ</a:t>
            </a:r>
            <a:r>
              <a:rPr lang="zh-CN" altLang="en-US" sz="2400" b="1">
                <a:latin typeface="楷体_GB2312" pitchFamily="49" charset="-122"/>
                <a:ea typeface="楷体_GB2312" pitchFamily="49" charset="-122"/>
              </a:rPr>
              <a:t>，</a:t>
            </a:r>
            <a:r>
              <a:rPr lang="zh-CN" altLang="en-US" sz="2400" b="1">
                <a:solidFill>
                  <a:srgbClr val="FF0000"/>
                </a:solidFill>
                <a:latin typeface="楷体_GB2312" pitchFamily="49" charset="-122"/>
                <a:ea typeface="楷体_GB2312" pitchFamily="49" charset="-122"/>
              </a:rPr>
              <a:t>并不表示出现负频率，只是将</a:t>
            </a:r>
            <a:r>
              <a:rPr lang="en-US" altLang="zh-CN" sz="2400" b="1">
                <a:solidFill>
                  <a:srgbClr val="FF0000"/>
                </a:solidFill>
                <a:latin typeface="楷体_GB2312" pitchFamily="49" charset="-122"/>
                <a:ea typeface="楷体_GB2312" pitchFamily="49" charset="-122"/>
              </a:rPr>
              <a:t>n</a:t>
            </a:r>
            <a:r>
              <a:rPr lang="zh-CN" altLang="en-US" sz="2400" b="1">
                <a:solidFill>
                  <a:srgbClr val="FF0000"/>
                </a:solidFill>
                <a:latin typeface="楷体_GB2312" pitchFamily="49" charset="-122"/>
                <a:ea typeface="楷体_GB2312" pitchFamily="49" charset="-122"/>
              </a:rPr>
              <a:t>次谐波表示（或分成）两个指数项后的一种数学表示形式</a:t>
            </a:r>
            <a:r>
              <a:rPr lang="zh-CN" altLang="en-US" sz="2400" b="1">
                <a:latin typeface="楷体_GB2312" pitchFamily="49" charset="-122"/>
                <a:ea typeface="楷体_GB2312" pitchFamily="49" charset="-122"/>
              </a:rPr>
              <a:t>。</a:t>
            </a:r>
            <a:endParaRPr lang="zh-CN" altLang="en-US" sz="2400" b="1">
              <a:latin typeface="楷体_GB2312" pitchFamily="49" charset="-122"/>
              <a:ea typeface="楷体_GB2312" pitchFamily="49" charset="-122"/>
            </a:endParaRPr>
          </a:p>
          <a:p>
            <a:pPr>
              <a:lnSpc>
                <a:spcPct val="135000"/>
              </a:lnSpc>
              <a:spcBef>
                <a:spcPct val="35000"/>
              </a:spcBef>
              <a:buClr>
                <a:schemeClr val="tx1"/>
              </a:buClr>
              <a:buFont typeface="Wingdings" panose="05000000000000000000" pitchFamily="2" charset="2"/>
              <a:buChar char="l"/>
            </a:pPr>
            <a:r>
              <a:rPr lang="zh-CN" altLang="en-US" sz="2400" b="1">
                <a:latin typeface="楷体_GB2312" pitchFamily="49" charset="-122"/>
                <a:ea typeface="楷体_GB2312" pitchFamily="49" charset="-122"/>
              </a:rPr>
              <a:t>指数正交集中包含有</a:t>
            </a:r>
            <a:r>
              <a:rPr lang="en-US" altLang="zh-CN" sz="2400" b="1">
                <a:latin typeface="楷体_GB2312" pitchFamily="49" charset="-122"/>
                <a:ea typeface="楷体_GB2312" pitchFamily="49" charset="-122"/>
              </a:rPr>
              <a:t>e</a:t>
            </a:r>
            <a:r>
              <a:rPr lang="en-US" altLang="zh-CN" sz="2400" b="1" baseline="30000">
                <a:latin typeface="楷体_GB2312" pitchFamily="49" charset="-122"/>
                <a:ea typeface="楷体_GB2312" pitchFamily="49" charset="-122"/>
              </a:rPr>
              <a:t>jnΩ</a:t>
            </a:r>
            <a:r>
              <a:rPr lang="zh-CN" altLang="en-US" sz="2400" b="1">
                <a:latin typeface="楷体_GB2312" pitchFamily="49" charset="-122"/>
                <a:ea typeface="楷体_GB2312" pitchFamily="49" charset="-122"/>
              </a:rPr>
              <a:t>和</a:t>
            </a:r>
            <a:r>
              <a:rPr lang="en-US" altLang="zh-CN" sz="2400" b="1">
                <a:latin typeface="楷体_GB2312" pitchFamily="49" charset="-122"/>
                <a:ea typeface="楷体_GB2312" pitchFamily="49" charset="-122"/>
              </a:rPr>
              <a:t>e</a:t>
            </a:r>
            <a:r>
              <a:rPr lang="en-US" altLang="zh-CN" sz="2400" b="1" baseline="30000">
                <a:latin typeface="楷体_GB2312" pitchFamily="49" charset="-122"/>
                <a:ea typeface="楷体_GB2312" pitchFamily="49" charset="-122"/>
              </a:rPr>
              <a:t>-jnΩ</a:t>
            </a:r>
            <a:r>
              <a:rPr lang="zh-CN" altLang="en-US" sz="2400" b="1">
                <a:latin typeface="楷体_GB2312" pitchFamily="49" charset="-122"/>
                <a:ea typeface="楷体_GB2312" pitchFamily="49" charset="-122"/>
              </a:rPr>
              <a:t>，它们符合正交条件；但</a:t>
            </a:r>
            <a:r>
              <a:rPr lang="zh-CN" altLang="en-US" sz="2400" b="1">
                <a:solidFill>
                  <a:srgbClr val="FF0000"/>
                </a:solidFill>
                <a:latin typeface="楷体_GB2312" pitchFamily="49" charset="-122"/>
                <a:ea typeface="楷体_GB2312" pitchFamily="49" charset="-122"/>
              </a:rPr>
              <a:t>三角正交集中则不包含</a:t>
            </a:r>
            <a:r>
              <a:rPr lang="en-US" altLang="zh-CN" sz="2400" b="1">
                <a:solidFill>
                  <a:srgbClr val="FF0000"/>
                </a:solidFill>
                <a:latin typeface="楷体_GB2312" pitchFamily="49" charset="-122"/>
                <a:ea typeface="楷体_GB2312" pitchFamily="49" charset="-122"/>
              </a:rPr>
              <a:t>cos(-nΩt)</a:t>
            </a:r>
            <a:r>
              <a:rPr lang="zh-CN" altLang="en-US" sz="2400" b="1">
                <a:solidFill>
                  <a:srgbClr val="FF0000"/>
                </a:solidFill>
                <a:latin typeface="楷体_GB2312" pitchFamily="49" charset="-122"/>
                <a:ea typeface="楷体_GB2312" pitchFamily="49" charset="-122"/>
              </a:rPr>
              <a:t>和 </a:t>
            </a:r>
            <a:r>
              <a:rPr lang="en-US" altLang="zh-CN" sz="2400" b="1">
                <a:solidFill>
                  <a:srgbClr val="FF0000"/>
                </a:solidFill>
                <a:latin typeface="楷体_GB2312" pitchFamily="49" charset="-122"/>
                <a:ea typeface="楷体_GB2312" pitchFamily="49" charset="-122"/>
              </a:rPr>
              <a:t>sin(-nΩt)</a:t>
            </a:r>
            <a:r>
              <a:rPr lang="zh-CN" altLang="en-US" sz="2400" b="1">
                <a:solidFill>
                  <a:srgbClr val="FF0000"/>
                </a:solidFill>
                <a:latin typeface="楷体_GB2312" pitchFamily="49" charset="-122"/>
                <a:ea typeface="楷体_GB2312" pitchFamily="49" charset="-122"/>
              </a:rPr>
              <a:t>，因为</a:t>
            </a:r>
            <a:r>
              <a:rPr lang="en-US" altLang="zh-CN" sz="2400" b="1">
                <a:solidFill>
                  <a:srgbClr val="FF0000"/>
                </a:solidFill>
                <a:latin typeface="楷体_GB2312" pitchFamily="49" charset="-122"/>
                <a:ea typeface="楷体_GB2312" pitchFamily="49" charset="-122"/>
              </a:rPr>
              <a:t>cos(nΩt)</a:t>
            </a:r>
            <a:r>
              <a:rPr lang="zh-CN" altLang="en-US" sz="2400" b="1">
                <a:solidFill>
                  <a:srgbClr val="FF0000"/>
                </a:solidFill>
                <a:latin typeface="楷体_GB2312" pitchFamily="49" charset="-122"/>
                <a:ea typeface="楷体_GB2312" pitchFamily="49" charset="-122"/>
              </a:rPr>
              <a:t>和</a:t>
            </a:r>
            <a:r>
              <a:rPr lang="en-US" altLang="zh-CN" sz="2400" b="1">
                <a:solidFill>
                  <a:srgbClr val="FF0000"/>
                </a:solidFill>
                <a:latin typeface="楷体_GB2312" pitchFamily="49" charset="-122"/>
                <a:ea typeface="楷体_GB2312" pitchFamily="49" charset="-122"/>
              </a:rPr>
              <a:t>cos(-nΩt)</a:t>
            </a:r>
            <a:r>
              <a:rPr lang="zh-CN" altLang="en-US" sz="2400" b="1">
                <a:solidFill>
                  <a:srgbClr val="FF0000"/>
                </a:solidFill>
                <a:latin typeface="楷体_GB2312" pitchFamily="49" charset="-122"/>
                <a:ea typeface="楷体_GB2312" pitchFamily="49" charset="-122"/>
              </a:rPr>
              <a:t>或</a:t>
            </a:r>
            <a:r>
              <a:rPr lang="en-US" altLang="zh-CN" sz="2400" b="1">
                <a:solidFill>
                  <a:srgbClr val="FF0000"/>
                </a:solidFill>
                <a:latin typeface="楷体_GB2312" pitchFamily="49" charset="-122"/>
                <a:ea typeface="楷体_GB2312" pitchFamily="49" charset="-122"/>
              </a:rPr>
              <a:t>sin(nΩt)</a:t>
            </a:r>
            <a:r>
              <a:rPr lang="zh-CN" altLang="en-US" sz="2400" b="1">
                <a:solidFill>
                  <a:srgbClr val="FF0000"/>
                </a:solidFill>
                <a:latin typeface="楷体_GB2312" pitchFamily="49" charset="-122"/>
                <a:ea typeface="楷体_GB2312" pitchFamily="49" charset="-122"/>
              </a:rPr>
              <a:t>和</a:t>
            </a:r>
            <a:r>
              <a:rPr lang="en-US" altLang="zh-CN" sz="2400" b="1">
                <a:solidFill>
                  <a:srgbClr val="FF0000"/>
                </a:solidFill>
                <a:latin typeface="楷体_GB2312" pitchFamily="49" charset="-122"/>
                <a:ea typeface="楷体_GB2312" pitchFamily="49" charset="-122"/>
              </a:rPr>
              <a:t>sin(-nΩt)</a:t>
            </a:r>
            <a:r>
              <a:rPr lang="zh-CN" altLang="en-US" sz="2400" b="1">
                <a:solidFill>
                  <a:srgbClr val="FF0000"/>
                </a:solidFill>
                <a:latin typeface="楷体_GB2312" pitchFamily="49" charset="-122"/>
                <a:ea typeface="楷体_GB2312" pitchFamily="49" charset="-122"/>
              </a:rPr>
              <a:t>不符合正交条件</a:t>
            </a:r>
            <a:r>
              <a:rPr lang="zh-CN" altLang="en-US" sz="2400" b="1">
                <a:latin typeface="楷体_GB2312" pitchFamily="49" charset="-122"/>
                <a:ea typeface="楷体_GB2312" pitchFamily="49" charset="-122"/>
              </a:rPr>
              <a:t>。</a:t>
            </a:r>
            <a:endParaRPr lang="zh-CN" altLang="en-US" sz="2400" b="1">
              <a:latin typeface="楷体_GB2312" pitchFamily="49" charset="-122"/>
              <a:ea typeface="楷体_GB2312" pitchFamily="49" charset="-122"/>
            </a:endParaRPr>
          </a:p>
        </p:txBody>
      </p:sp>
      <p:sp>
        <p:nvSpPr>
          <p:cNvPr id="69636" name="Rectangle 3"/>
          <p:cNvSpPr>
            <a:spLocks noChangeArrowheads="1"/>
          </p:cNvSpPr>
          <p:nvPr/>
        </p:nvSpPr>
        <p:spPr bwMode="auto">
          <a:xfrm>
            <a:off x="755650" y="188913"/>
            <a:ext cx="4462463" cy="476250"/>
          </a:xfrm>
          <a:prstGeom prst="rect">
            <a:avLst/>
          </a:prstGeom>
          <a:solidFill>
            <a:srgbClr val="0000CC"/>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900" b="1">
                <a:solidFill>
                  <a:schemeClr val="bg1"/>
                </a:solidFill>
                <a:ea typeface="宋体" panose="02010600030101010101" pitchFamily="2" charset="-122"/>
              </a:rPr>
              <a:t>§3.3 </a:t>
            </a:r>
            <a:r>
              <a:rPr lang="zh-CN" altLang="en-US" sz="1900" b="1">
                <a:solidFill>
                  <a:schemeClr val="bg1"/>
                </a:solidFill>
                <a:ea typeface="宋体" panose="02010600030101010101" pitchFamily="2" charset="-122"/>
              </a:rPr>
              <a:t>信号表示为傅立叶级数</a:t>
            </a:r>
            <a:endParaRPr lang="zh-CN" altLang="en-US" sz="1900" b="1">
              <a:solidFill>
                <a:schemeClr val="bg1"/>
              </a:solidFill>
              <a:ea typeface="宋体" panose="02010600030101010101" pitchFamily="2" charset="-122"/>
            </a:endParaRPr>
          </a:p>
        </p:txBody>
      </p:sp>
      <p:sp>
        <p:nvSpPr>
          <p:cNvPr id="69637" name="Rectangle 4"/>
          <p:cNvSpPr>
            <a:spLocks noChangeArrowheads="1"/>
          </p:cNvSpPr>
          <p:nvPr/>
        </p:nvSpPr>
        <p:spPr bwMode="auto">
          <a:xfrm>
            <a:off x="609600" y="0"/>
            <a:ext cx="6197600" cy="75088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spTree>
    <p:custDataLst>
      <p:tags r:id="rId1"/>
    </p:custDataLst>
  </p:cSld>
  <p:clrMapOvr>
    <a:masterClrMapping/>
  </p:clrMapOvr>
  <p:transition spd="slow" advTm="2436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11970">
                                            <p:txEl>
                                              <p:pRg st="0" end="0"/>
                                            </p:txEl>
                                          </p:spTgt>
                                        </p:tgtEl>
                                        <p:attrNameLst>
                                          <p:attrName>style.visibility</p:attrName>
                                        </p:attrNameLst>
                                      </p:cBhvr>
                                      <p:to>
                                        <p:strVal val="visible"/>
                                      </p:to>
                                    </p:set>
                                    <p:anim calcmode="lin" valueType="num">
                                      <p:cBhvr>
                                        <p:cTn id="7" dur="1000" fill="hold"/>
                                        <p:tgtEl>
                                          <p:spTgt spid="21197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1197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11970">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11970">
                                            <p:txEl>
                                              <p:pRg st="1" end="1"/>
                                            </p:txEl>
                                          </p:spTgt>
                                        </p:tgtEl>
                                        <p:attrNameLst>
                                          <p:attrName>style.visibility</p:attrName>
                                        </p:attrNameLst>
                                      </p:cBhvr>
                                      <p:to>
                                        <p:strVal val="visible"/>
                                      </p:to>
                                    </p:set>
                                    <p:anim calcmode="lin" valueType="num">
                                      <p:cBhvr>
                                        <p:cTn id="14" dur="1000" fill="hold"/>
                                        <p:tgtEl>
                                          <p:spTgt spid="211970">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211970">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21197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日期占位符 3"/>
          <p:cNvSpPr>
            <a:spLocks noGrp="1"/>
          </p:cNvSpPr>
          <p:nvPr>
            <p:ph type="dt" sz="quarter" idx="10"/>
          </p:nvPr>
        </p:nvSpPr>
        <p:spPr/>
        <p:txBody>
          <a:bodyPr/>
          <a:lstStyle/>
          <a:p>
            <a:pPr>
              <a:defRPr/>
            </a:pPr>
            <a:fld id="{671842C1-55E6-4306-B576-40F74887984D}" type="datetime1">
              <a:rPr lang="zh-CN" altLang="en-US"/>
            </a:fld>
            <a:endParaRPr lang="zh-CN" altLang="en-US"/>
          </a:p>
        </p:txBody>
      </p:sp>
      <p:sp>
        <p:nvSpPr>
          <p:cNvPr id="215042" name="Rectangle 2"/>
          <p:cNvSpPr>
            <a:spLocks noGrp="1" noChangeArrowheads="1"/>
          </p:cNvSpPr>
          <p:nvPr>
            <p:ph type="title" idx="4294967295"/>
          </p:nvPr>
        </p:nvSpPr>
        <p:spPr>
          <a:xfrm>
            <a:off x="4710430" y="2280285"/>
            <a:ext cx="3656965" cy="495300"/>
          </a:xfrm>
          <a:solidFill>
            <a:schemeClr val="bg1"/>
          </a:solidFill>
          <a:ln>
            <a:solidFill>
              <a:schemeClr val="bg2"/>
            </a:solidFill>
            <a:miter lim="800000"/>
          </a:ln>
          <a:effectLst>
            <a:outerShdw dist="35921" dir="2700000" algn="ctr" rotWithShape="0">
              <a:srgbClr val="808080"/>
            </a:outerShdw>
          </a:effectLst>
        </p:spPr>
        <p:txBody>
          <a:bodyPr/>
          <a:lstStyle/>
          <a:p>
            <a:r>
              <a:rPr lang="zh-CN" altLang="en-US" sz="1900" b="1">
                <a:solidFill>
                  <a:srgbClr val="FF0000"/>
                </a:solidFill>
              </a:rPr>
              <a:t>只含直流和余弦谐波项</a:t>
            </a:r>
            <a:endParaRPr lang="zh-CN" altLang="en-US" sz="1900" b="1">
              <a:solidFill>
                <a:srgbClr val="FF0000"/>
              </a:solidFill>
            </a:endParaRPr>
          </a:p>
        </p:txBody>
      </p:sp>
      <p:graphicFrame>
        <p:nvGraphicFramePr>
          <p:cNvPr id="215043" name="Object 3"/>
          <p:cNvGraphicFramePr>
            <a:graphicFrameLocks noGrp="1" noChangeAspect="1"/>
          </p:cNvGraphicFramePr>
          <p:nvPr>
            <p:ph sz="half" idx="4294967295"/>
          </p:nvPr>
        </p:nvGraphicFramePr>
        <p:xfrm>
          <a:off x="1554480" y="2957513"/>
          <a:ext cx="4298950" cy="1803400"/>
        </p:xfrm>
        <a:graphic>
          <a:graphicData uri="http://schemas.openxmlformats.org/presentationml/2006/ole">
            <mc:AlternateContent xmlns:mc="http://schemas.openxmlformats.org/markup-compatibility/2006">
              <mc:Choice xmlns:v="urn:schemas-microsoft-com:vml" Requires="v">
                <p:oleObj spid="_x0000_s73886" name="公式" r:id="rId1" imgW="1638300" imgH="914400" progId="Equation.3">
                  <p:embed/>
                </p:oleObj>
              </mc:Choice>
              <mc:Fallback>
                <p:oleObj name="公式" r:id="rId1" imgW="1638300" imgH="9144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480" y="2957513"/>
                        <a:ext cx="4298950" cy="18034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 name="Group 4"/>
          <p:cNvGrpSpPr/>
          <p:nvPr/>
        </p:nvGrpSpPr>
        <p:grpSpPr bwMode="auto">
          <a:xfrm>
            <a:off x="900113" y="0"/>
            <a:ext cx="7696200" cy="2593975"/>
            <a:chOff x="576" y="1152"/>
            <a:chExt cx="4848" cy="2130"/>
          </a:xfrm>
        </p:grpSpPr>
        <p:sp>
          <p:nvSpPr>
            <p:cNvPr id="73737" name="Line 5"/>
            <p:cNvSpPr>
              <a:spLocks noChangeShapeType="1"/>
            </p:cNvSpPr>
            <p:nvPr/>
          </p:nvSpPr>
          <p:spPr bwMode="auto">
            <a:xfrm>
              <a:off x="576" y="2304"/>
              <a:ext cx="470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8" name="Line 6"/>
            <p:cNvSpPr>
              <a:spLocks noChangeShapeType="1"/>
            </p:cNvSpPr>
            <p:nvPr/>
          </p:nvSpPr>
          <p:spPr bwMode="auto">
            <a:xfrm flipV="1">
              <a:off x="2784" y="1296"/>
              <a:ext cx="0" cy="129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9" name="Line 7"/>
            <p:cNvSpPr>
              <a:spLocks noChangeShapeType="1"/>
            </p:cNvSpPr>
            <p:nvPr/>
          </p:nvSpPr>
          <p:spPr bwMode="auto">
            <a:xfrm flipH="1">
              <a:off x="2352" y="1824"/>
              <a:ext cx="432" cy="480"/>
            </a:xfrm>
            <a:prstGeom prst="line">
              <a:avLst/>
            </a:prstGeom>
            <a:noFill/>
            <a:ln w="3810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0" name="Line 8"/>
            <p:cNvSpPr>
              <a:spLocks noChangeShapeType="1"/>
            </p:cNvSpPr>
            <p:nvPr/>
          </p:nvSpPr>
          <p:spPr bwMode="auto">
            <a:xfrm>
              <a:off x="2784" y="1824"/>
              <a:ext cx="432" cy="480"/>
            </a:xfrm>
            <a:prstGeom prst="line">
              <a:avLst/>
            </a:prstGeom>
            <a:noFill/>
            <a:ln w="3810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1" name="Line 9"/>
            <p:cNvSpPr>
              <a:spLocks noChangeShapeType="1"/>
            </p:cNvSpPr>
            <p:nvPr/>
          </p:nvSpPr>
          <p:spPr bwMode="auto">
            <a:xfrm flipH="1">
              <a:off x="3216" y="1872"/>
              <a:ext cx="480" cy="432"/>
            </a:xfrm>
            <a:prstGeom prst="line">
              <a:avLst/>
            </a:prstGeom>
            <a:noFill/>
            <a:ln w="3810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2" name="Line 10"/>
            <p:cNvSpPr>
              <a:spLocks noChangeShapeType="1"/>
            </p:cNvSpPr>
            <p:nvPr/>
          </p:nvSpPr>
          <p:spPr bwMode="auto">
            <a:xfrm>
              <a:off x="3696" y="1872"/>
              <a:ext cx="432" cy="432"/>
            </a:xfrm>
            <a:prstGeom prst="line">
              <a:avLst/>
            </a:prstGeom>
            <a:noFill/>
            <a:ln w="3810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3" name="Line 11"/>
            <p:cNvSpPr>
              <a:spLocks noChangeShapeType="1"/>
            </p:cNvSpPr>
            <p:nvPr/>
          </p:nvSpPr>
          <p:spPr bwMode="auto">
            <a:xfrm flipV="1">
              <a:off x="4128" y="1872"/>
              <a:ext cx="480" cy="432"/>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4" name="Line 12"/>
            <p:cNvSpPr>
              <a:spLocks noChangeShapeType="1"/>
            </p:cNvSpPr>
            <p:nvPr/>
          </p:nvSpPr>
          <p:spPr bwMode="auto">
            <a:xfrm>
              <a:off x="4608" y="1872"/>
              <a:ext cx="480" cy="432"/>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5" name="Line 13"/>
            <p:cNvSpPr>
              <a:spLocks noChangeShapeType="1"/>
            </p:cNvSpPr>
            <p:nvPr/>
          </p:nvSpPr>
          <p:spPr bwMode="auto">
            <a:xfrm>
              <a:off x="1920" y="1824"/>
              <a:ext cx="432" cy="480"/>
            </a:xfrm>
            <a:prstGeom prst="line">
              <a:avLst/>
            </a:prstGeom>
            <a:noFill/>
            <a:ln w="3810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6" name="Line 14"/>
            <p:cNvSpPr>
              <a:spLocks noChangeShapeType="1"/>
            </p:cNvSpPr>
            <p:nvPr/>
          </p:nvSpPr>
          <p:spPr bwMode="auto">
            <a:xfrm flipH="1">
              <a:off x="1429" y="1842"/>
              <a:ext cx="480" cy="480"/>
            </a:xfrm>
            <a:prstGeom prst="line">
              <a:avLst/>
            </a:prstGeom>
            <a:noFill/>
            <a:ln w="38100">
              <a:solidFill>
                <a:srgbClr val="FF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7" name="Line 15"/>
            <p:cNvSpPr>
              <a:spLocks noChangeShapeType="1"/>
            </p:cNvSpPr>
            <p:nvPr/>
          </p:nvSpPr>
          <p:spPr bwMode="auto">
            <a:xfrm>
              <a:off x="1008" y="1872"/>
              <a:ext cx="432" cy="432"/>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8" name="Text Box 16"/>
            <p:cNvSpPr txBox="1">
              <a:spLocks noChangeArrowheads="1"/>
            </p:cNvSpPr>
            <p:nvPr/>
          </p:nvSpPr>
          <p:spPr bwMode="auto">
            <a:xfrm>
              <a:off x="2880" y="1680"/>
              <a:ext cx="38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E</a:t>
              </a:r>
              <a:endParaRPr kumimoji="1" lang="en-US" altLang="zh-CN" sz="2400" b="1">
                <a:latin typeface="Times New Roman" panose="02020603050405020304" pitchFamily="18" charset="0"/>
                <a:ea typeface="宋体" panose="02010600030101010101" pitchFamily="2" charset="-122"/>
              </a:endParaRPr>
            </a:p>
          </p:txBody>
        </p:sp>
        <p:sp>
          <p:nvSpPr>
            <p:cNvPr id="73749" name="Text Box 17"/>
            <p:cNvSpPr txBox="1">
              <a:spLocks noChangeArrowheads="1"/>
            </p:cNvSpPr>
            <p:nvPr/>
          </p:nvSpPr>
          <p:spPr bwMode="auto">
            <a:xfrm>
              <a:off x="2880" y="1152"/>
              <a:ext cx="43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f(t)</a:t>
              </a:r>
              <a:endParaRPr kumimoji="1" lang="en-US" altLang="zh-CN" sz="2400" b="1">
                <a:latin typeface="Times New Roman" panose="02020603050405020304" pitchFamily="18" charset="0"/>
                <a:ea typeface="宋体" panose="02010600030101010101" pitchFamily="2" charset="-122"/>
              </a:endParaRPr>
            </a:p>
          </p:txBody>
        </p:sp>
        <p:sp>
          <p:nvSpPr>
            <p:cNvPr id="73750" name="Text Box 18"/>
            <p:cNvSpPr txBox="1">
              <a:spLocks noChangeArrowheads="1"/>
            </p:cNvSpPr>
            <p:nvPr/>
          </p:nvSpPr>
          <p:spPr bwMode="auto">
            <a:xfrm>
              <a:off x="2976" y="2448"/>
              <a:ext cx="528"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T/2</a:t>
              </a:r>
              <a:endParaRPr kumimoji="1" lang="en-US" altLang="zh-CN" sz="2400" b="1">
                <a:latin typeface="Times New Roman" panose="02020603050405020304" pitchFamily="18" charset="0"/>
                <a:ea typeface="宋体" panose="02010600030101010101" pitchFamily="2" charset="-122"/>
              </a:endParaRPr>
            </a:p>
          </p:txBody>
        </p:sp>
        <p:sp>
          <p:nvSpPr>
            <p:cNvPr id="73751" name="Text Box 19"/>
            <p:cNvSpPr txBox="1">
              <a:spLocks noChangeArrowheads="1"/>
            </p:cNvSpPr>
            <p:nvPr/>
          </p:nvSpPr>
          <p:spPr bwMode="auto">
            <a:xfrm>
              <a:off x="2112" y="2448"/>
              <a:ext cx="528"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-T/2</a:t>
              </a:r>
              <a:endParaRPr kumimoji="1" lang="en-US" altLang="zh-CN" sz="2400" b="1">
                <a:latin typeface="Times New Roman" panose="02020603050405020304" pitchFamily="18" charset="0"/>
                <a:ea typeface="宋体" panose="02010600030101010101" pitchFamily="2" charset="-122"/>
              </a:endParaRPr>
            </a:p>
            <a:p>
              <a:pPr eaLnBrk="1" hangingPunct="1">
                <a:spcBef>
                  <a:spcPct val="50000"/>
                </a:spcBef>
                <a:buClrTx/>
                <a:buFontTx/>
                <a:buNone/>
              </a:pPr>
              <a:endParaRPr kumimoji="1" lang="zh-CN" altLang="en-US" sz="2400" b="1">
                <a:latin typeface="Times New Roman" panose="02020603050405020304" pitchFamily="18" charset="0"/>
                <a:ea typeface="宋体" panose="02010600030101010101" pitchFamily="2" charset="-122"/>
              </a:endParaRPr>
            </a:p>
          </p:txBody>
        </p:sp>
        <p:sp>
          <p:nvSpPr>
            <p:cNvPr id="73752" name="Text Box 20"/>
            <p:cNvSpPr txBox="1">
              <a:spLocks noChangeArrowheads="1"/>
            </p:cNvSpPr>
            <p:nvPr/>
          </p:nvSpPr>
          <p:spPr bwMode="auto">
            <a:xfrm>
              <a:off x="5040" y="2448"/>
              <a:ext cx="384"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800" b="1">
                  <a:latin typeface="Times New Roman" panose="02020603050405020304" pitchFamily="18" charset="0"/>
                  <a:ea typeface="宋体" panose="02010600030101010101" pitchFamily="2" charset="-122"/>
                </a:rPr>
                <a:t>t</a:t>
              </a:r>
              <a:endParaRPr kumimoji="1" lang="en-US" altLang="zh-CN" sz="2800" b="1">
                <a:latin typeface="Times New Roman" panose="02020603050405020304" pitchFamily="18" charset="0"/>
                <a:ea typeface="宋体" panose="02010600030101010101" pitchFamily="2" charset="-122"/>
              </a:endParaRPr>
            </a:p>
          </p:txBody>
        </p:sp>
        <p:sp>
          <p:nvSpPr>
            <p:cNvPr id="73753" name="Line 21"/>
            <p:cNvSpPr>
              <a:spLocks noChangeShapeType="1"/>
            </p:cNvSpPr>
            <p:nvPr/>
          </p:nvSpPr>
          <p:spPr bwMode="auto">
            <a:xfrm flipV="1">
              <a:off x="576" y="1872"/>
              <a:ext cx="432" cy="432"/>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5062" name="Object 22"/>
          <p:cNvGraphicFramePr>
            <a:graphicFrameLocks noChangeAspect="1"/>
          </p:cNvGraphicFramePr>
          <p:nvPr/>
        </p:nvGraphicFramePr>
        <p:xfrm>
          <a:off x="1060450" y="5081270"/>
          <a:ext cx="7252335" cy="906780"/>
        </p:xfrm>
        <a:graphic>
          <a:graphicData uri="http://schemas.openxmlformats.org/presentationml/2006/ole">
            <mc:AlternateContent xmlns:mc="http://schemas.openxmlformats.org/markup-compatibility/2006">
              <mc:Choice xmlns:v="urn:schemas-microsoft-com:vml" Requires="v">
                <p:oleObj spid="_x0000_s73887" name="Equation" r:id="rId3" imgW="3327400" imgH="393700" progId="Equation.3">
                  <p:embed/>
                </p:oleObj>
              </mc:Choice>
              <mc:Fallback>
                <p:oleObj name="Equation" r:id="rId3" imgW="3327400" imgH="39370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0450" y="5081270"/>
                        <a:ext cx="7252335" cy="906780"/>
                      </a:xfrm>
                      <a:prstGeom prst="rect">
                        <a:avLst/>
                      </a:prstGeom>
                      <a:solidFill>
                        <a:schemeClr val="bg1"/>
                      </a:solidFill>
                      <a:ln w="19050">
                        <a:solidFill>
                          <a:schemeClr val="bg2"/>
                        </a:solidFill>
                        <a:miter lim="800000"/>
                        <a:headEnd/>
                        <a:tailEnd/>
                      </a:ln>
                      <a:effectLst>
                        <a:outerShdw dist="35921" dir="2700000" algn="ctr" rotWithShape="0">
                          <a:srgbClr val="808080"/>
                        </a:outerShdw>
                      </a:effectLst>
                    </p:spPr>
                  </p:pic>
                </p:oleObj>
              </mc:Fallback>
            </mc:AlternateContent>
          </a:graphicData>
        </a:graphic>
      </p:graphicFrame>
      <p:sp>
        <p:nvSpPr>
          <p:cNvPr id="215063" name="Rectangle 23"/>
          <p:cNvSpPr>
            <a:spLocks noChangeArrowheads="1"/>
          </p:cNvSpPr>
          <p:nvPr/>
        </p:nvSpPr>
        <p:spPr bwMode="auto">
          <a:xfrm>
            <a:off x="900430" y="2242820"/>
            <a:ext cx="3095625" cy="538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1900" b="1">
                <a:ea typeface="宋体" panose="02010600030101010101" pitchFamily="2" charset="-122"/>
              </a:rPr>
              <a:t>周期三角波是</a:t>
            </a:r>
            <a:r>
              <a:rPr lang="zh-CN" altLang="en-US" sz="1900" b="1">
                <a:solidFill>
                  <a:srgbClr val="FF0000"/>
                </a:solidFill>
                <a:ea typeface="宋体" panose="02010600030101010101" pitchFamily="2" charset="-122"/>
              </a:rPr>
              <a:t>偶函数</a:t>
            </a:r>
            <a:endParaRPr lang="zh-CN" altLang="en-US" sz="1900" b="1">
              <a:solidFill>
                <a:srgbClr val="FF0000"/>
              </a:solidFill>
              <a:ea typeface="宋体" panose="02010600030101010101" pitchFamily="2" charset="-122"/>
            </a:endParaRPr>
          </a:p>
        </p:txBody>
      </p:sp>
      <p:sp>
        <p:nvSpPr>
          <p:cNvPr id="215064" name="AutoShape 24"/>
          <p:cNvSpPr>
            <a:spLocks noChangeArrowheads="1"/>
          </p:cNvSpPr>
          <p:nvPr/>
        </p:nvSpPr>
        <p:spPr bwMode="auto">
          <a:xfrm>
            <a:off x="3786505" y="2493010"/>
            <a:ext cx="431800" cy="144463"/>
          </a:xfrm>
          <a:prstGeom prst="rightArrow">
            <a:avLst>
              <a:gd name="adj1" fmla="val 50000"/>
              <a:gd name="adj2" fmla="val 74725"/>
            </a:avLst>
          </a:prstGeom>
          <a:solidFill>
            <a:schemeClr val="accent1"/>
          </a:solidFill>
          <a:ln w="9525">
            <a:solidFill>
              <a:schemeClr val="tx1"/>
            </a:solidFill>
            <a:miter lim="800000"/>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spTree>
    <p:custDataLst>
      <p:tags r:id="rId5"/>
    </p:custDataLst>
  </p:cSld>
  <p:clrMapOvr>
    <a:masterClrMapping/>
  </p:clrMapOvr>
  <p:transition advTm="19399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215063"/>
                                        </p:tgtEl>
                                        <p:attrNameLst>
                                          <p:attrName>style.visibility</p:attrName>
                                        </p:attrNameLst>
                                      </p:cBhvr>
                                      <p:to>
                                        <p:strVal val="visible"/>
                                      </p:to>
                                    </p:set>
                                    <p:anim calcmode="lin" valueType="num">
                                      <p:cBhvr>
                                        <p:cTn id="13" dur="1000" fill="hold"/>
                                        <p:tgtEl>
                                          <p:spTgt spid="215063"/>
                                        </p:tgtEl>
                                        <p:attrNameLst>
                                          <p:attrName>ppt_w</p:attrName>
                                        </p:attrNameLst>
                                      </p:cBhvr>
                                      <p:tavLst>
                                        <p:tav tm="0">
                                          <p:val>
                                            <p:strVal val="#ppt_w*0.70"/>
                                          </p:val>
                                        </p:tav>
                                        <p:tav tm="100000">
                                          <p:val>
                                            <p:strVal val="#ppt_w"/>
                                          </p:val>
                                        </p:tav>
                                      </p:tavLst>
                                    </p:anim>
                                    <p:anim calcmode="lin" valueType="num">
                                      <p:cBhvr>
                                        <p:cTn id="14" dur="1000" fill="hold"/>
                                        <p:tgtEl>
                                          <p:spTgt spid="215063"/>
                                        </p:tgtEl>
                                        <p:attrNameLst>
                                          <p:attrName>ppt_h</p:attrName>
                                        </p:attrNameLst>
                                      </p:cBhvr>
                                      <p:tavLst>
                                        <p:tav tm="0">
                                          <p:val>
                                            <p:strVal val="#ppt_h"/>
                                          </p:val>
                                        </p:tav>
                                        <p:tav tm="100000">
                                          <p:val>
                                            <p:strVal val="#ppt_h"/>
                                          </p:val>
                                        </p:tav>
                                      </p:tavLst>
                                    </p:anim>
                                    <p:animEffect transition="in" filter="fade">
                                      <p:cBhvr>
                                        <p:cTn id="15" dur="1000"/>
                                        <p:tgtEl>
                                          <p:spTgt spid="215063"/>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215064"/>
                                        </p:tgtEl>
                                        <p:attrNameLst>
                                          <p:attrName>style.visibility</p:attrName>
                                        </p:attrNameLst>
                                      </p:cBhvr>
                                      <p:to>
                                        <p:strVal val="visible"/>
                                      </p:to>
                                    </p:set>
                                    <p:anim calcmode="lin" valueType="num">
                                      <p:cBhvr>
                                        <p:cTn id="20" dur="1000" fill="hold"/>
                                        <p:tgtEl>
                                          <p:spTgt spid="215064"/>
                                        </p:tgtEl>
                                        <p:attrNameLst>
                                          <p:attrName>ppt_w</p:attrName>
                                        </p:attrNameLst>
                                      </p:cBhvr>
                                      <p:tavLst>
                                        <p:tav tm="0">
                                          <p:val>
                                            <p:strVal val="#ppt_w*0.70"/>
                                          </p:val>
                                        </p:tav>
                                        <p:tav tm="100000">
                                          <p:val>
                                            <p:strVal val="#ppt_w"/>
                                          </p:val>
                                        </p:tav>
                                      </p:tavLst>
                                    </p:anim>
                                    <p:anim calcmode="lin" valueType="num">
                                      <p:cBhvr>
                                        <p:cTn id="21" dur="1000" fill="hold"/>
                                        <p:tgtEl>
                                          <p:spTgt spid="215064"/>
                                        </p:tgtEl>
                                        <p:attrNameLst>
                                          <p:attrName>ppt_h</p:attrName>
                                        </p:attrNameLst>
                                      </p:cBhvr>
                                      <p:tavLst>
                                        <p:tav tm="0">
                                          <p:val>
                                            <p:strVal val="#ppt_h"/>
                                          </p:val>
                                        </p:tav>
                                        <p:tav tm="100000">
                                          <p:val>
                                            <p:strVal val="#ppt_h"/>
                                          </p:val>
                                        </p:tav>
                                      </p:tavLst>
                                    </p:anim>
                                    <p:animEffect transition="in" filter="fade">
                                      <p:cBhvr>
                                        <p:cTn id="22" dur="1000"/>
                                        <p:tgtEl>
                                          <p:spTgt spid="215064"/>
                                        </p:tgtEl>
                                      </p:cBhvr>
                                    </p:animEffect>
                                  </p:childTnLst>
                                </p:cTn>
                              </p:par>
                            </p:childTnLst>
                          </p:cTn>
                        </p:par>
                        <p:par>
                          <p:cTn id="23" fill="hold">
                            <p:stCondLst>
                              <p:cond delay="1000"/>
                            </p:stCondLst>
                            <p:childTnLst>
                              <p:par>
                                <p:cTn id="24" presetID="55" presetClass="entr" presetSubtype="0" fill="hold" grpId="0" nodeType="afterEffect">
                                  <p:stCondLst>
                                    <p:cond delay="0"/>
                                  </p:stCondLst>
                                  <p:childTnLst>
                                    <p:set>
                                      <p:cBhvr>
                                        <p:cTn id="25" dur="1" fill="hold">
                                          <p:stCondLst>
                                            <p:cond delay="0"/>
                                          </p:stCondLst>
                                        </p:cTn>
                                        <p:tgtEl>
                                          <p:spTgt spid="215042"/>
                                        </p:tgtEl>
                                        <p:attrNameLst>
                                          <p:attrName>style.visibility</p:attrName>
                                        </p:attrNameLst>
                                      </p:cBhvr>
                                      <p:to>
                                        <p:strVal val="visible"/>
                                      </p:to>
                                    </p:set>
                                    <p:anim calcmode="lin" valueType="num">
                                      <p:cBhvr>
                                        <p:cTn id="26" dur="1000" fill="hold"/>
                                        <p:tgtEl>
                                          <p:spTgt spid="215042"/>
                                        </p:tgtEl>
                                        <p:attrNameLst>
                                          <p:attrName>ppt_w</p:attrName>
                                        </p:attrNameLst>
                                      </p:cBhvr>
                                      <p:tavLst>
                                        <p:tav tm="0">
                                          <p:val>
                                            <p:strVal val="#ppt_w*0.70"/>
                                          </p:val>
                                        </p:tav>
                                        <p:tav tm="100000">
                                          <p:val>
                                            <p:strVal val="#ppt_w"/>
                                          </p:val>
                                        </p:tav>
                                      </p:tavLst>
                                    </p:anim>
                                    <p:anim calcmode="lin" valueType="num">
                                      <p:cBhvr>
                                        <p:cTn id="27" dur="1000" fill="hold"/>
                                        <p:tgtEl>
                                          <p:spTgt spid="215042"/>
                                        </p:tgtEl>
                                        <p:attrNameLst>
                                          <p:attrName>ppt_h</p:attrName>
                                        </p:attrNameLst>
                                      </p:cBhvr>
                                      <p:tavLst>
                                        <p:tav tm="0">
                                          <p:val>
                                            <p:strVal val="#ppt_h"/>
                                          </p:val>
                                        </p:tav>
                                        <p:tav tm="100000">
                                          <p:val>
                                            <p:strVal val="#ppt_h"/>
                                          </p:val>
                                        </p:tav>
                                      </p:tavLst>
                                    </p:anim>
                                    <p:animEffect transition="in" filter="fade">
                                      <p:cBhvr>
                                        <p:cTn id="28" dur="1000"/>
                                        <p:tgtEl>
                                          <p:spTgt spid="215042"/>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215043"/>
                                        </p:tgtEl>
                                        <p:attrNameLst>
                                          <p:attrName>style.visibility</p:attrName>
                                        </p:attrNameLst>
                                      </p:cBhvr>
                                      <p:to>
                                        <p:strVal val="visible"/>
                                      </p:to>
                                    </p:set>
                                    <p:anim calcmode="lin" valueType="num">
                                      <p:cBhvr>
                                        <p:cTn id="33" dur="1000" fill="hold"/>
                                        <p:tgtEl>
                                          <p:spTgt spid="215043"/>
                                        </p:tgtEl>
                                        <p:attrNameLst>
                                          <p:attrName>ppt_w</p:attrName>
                                        </p:attrNameLst>
                                      </p:cBhvr>
                                      <p:tavLst>
                                        <p:tav tm="0">
                                          <p:val>
                                            <p:strVal val="#ppt_w*0.70"/>
                                          </p:val>
                                        </p:tav>
                                        <p:tav tm="100000">
                                          <p:val>
                                            <p:strVal val="#ppt_w"/>
                                          </p:val>
                                        </p:tav>
                                      </p:tavLst>
                                    </p:anim>
                                    <p:anim calcmode="lin" valueType="num">
                                      <p:cBhvr>
                                        <p:cTn id="34" dur="1000" fill="hold"/>
                                        <p:tgtEl>
                                          <p:spTgt spid="215043"/>
                                        </p:tgtEl>
                                        <p:attrNameLst>
                                          <p:attrName>ppt_h</p:attrName>
                                        </p:attrNameLst>
                                      </p:cBhvr>
                                      <p:tavLst>
                                        <p:tav tm="0">
                                          <p:val>
                                            <p:strVal val="#ppt_h"/>
                                          </p:val>
                                        </p:tav>
                                        <p:tav tm="100000">
                                          <p:val>
                                            <p:strVal val="#ppt_h"/>
                                          </p:val>
                                        </p:tav>
                                      </p:tavLst>
                                    </p:anim>
                                    <p:animEffect transition="in" filter="fade">
                                      <p:cBhvr>
                                        <p:cTn id="35" dur="1000"/>
                                        <p:tgtEl>
                                          <p:spTgt spid="215043"/>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215062"/>
                                        </p:tgtEl>
                                        <p:attrNameLst>
                                          <p:attrName>style.visibility</p:attrName>
                                        </p:attrNameLst>
                                      </p:cBhvr>
                                      <p:to>
                                        <p:strVal val="visible"/>
                                      </p:to>
                                    </p:set>
                                    <p:anim calcmode="lin" valueType="num">
                                      <p:cBhvr>
                                        <p:cTn id="40" dur="1000" fill="hold"/>
                                        <p:tgtEl>
                                          <p:spTgt spid="215062"/>
                                        </p:tgtEl>
                                        <p:attrNameLst>
                                          <p:attrName>ppt_w</p:attrName>
                                        </p:attrNameLst>
                                      </p:cBhvr>
                                      <p:tavLst>
                                        <p:tav tm="0">
                                          <p:val>
                                            <p:strVal val="#ppt_w*0.70"/>
                                          </p:val>
                                        </p:tav>
                                        <p:tav tm="100000">
                                          <p:val>
                                            <p:strVal val="#ppt_w"/>
                                          </p:val>
                                        </p:tav>
                                      </p:tavLst>
                                    </p:anim>
                                    <p:anim calcmode="lin" valueType="num">
                                      <p:cBhvr>
                                        <p:cTn id="41" dur="1000" fill="hold"/>
                                        <p:tgtEl>
                                          <p:spTgt spid="215062"/>
                                        </p:tgtEl>
                                        <p:attrNameLst>
                                          <p:attrName>ppt_h</p:attrName>
                                        </p:attrNameLst>
                                      </p:cBhvr>
                                      <p:tavLst>
                                        <p:tav tm="0">
                                          <p:val>
                                            <p:strVal val="#ppt_h"/>
                                          </p:val>
                                        </p:tav>
                                        <p:tav tm="100000">
                                          <p:val>
                                            <p:strVal val="#ppt_h"/>
                                          </p:val>
                                        </p:tav>
                                      </p:tavLst>
                                    </p:anim>
                                    <p:animEffect transition="in" filter="fade">
                                      <p:cBhvr>
                                        <p:cTn id="42" dur="1000"/>
                                        <p:tgtEl>
                                          <p:spTgt spid="215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bldLvl="0" animBg="1"/>
      <p:bldP spid="215063" grpId="0"/>
      <p:bldP spid="215064"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日期占位符 3"/>
          <p:cNvSpPr>
            <a:spLocks noGrp="1"/>
          </p:cNvSpPr>
          <p:nvPr>
            <p:ph type="dt" sz="quarter" idx="10"/>
          </p:nvPr>
        </p:nvSpPr>
        <p:spPr/>
        <p:txBody>
          <a:bodyPr/>
          <a:lstStyle/>
          <a:p>
            <a:pPr>
              <a:defRPr/>
            </a:pPr>
            <a:fld id="{4C2ACAA9-5B95-4709-B572-E15C62CDAF96}" type="datetime1">
              <a:rPr lang="zh-CN" altLang="en-US"/>
            </a:fld>
            <a:endParaRPr lang="zh-CN" altLang="en-US"/>
          </a:p>
        </p:txBody>
      </p:sp>
      <p:sp>
        <p:nvSpPr>
          <p:cNvPr id="216066" name="Rectangle 2"/>
          <p:cNvSpPr>
            <a:spLocks noGrp="1" noChangeArrowheads="1"/>
          </p:cNvSpPr>
          <p:nvPr>
            <p:ph type="title" idx="4294967295"/>
          </p:nvPr>
        </p:nvSpPr>
        <p:spPr>
          <a:xfrm>
            <a:off x="5076825" y="2492375"/>
            <a:ext cx="2087563" cy="504825"/>
          </a:xfrm>
          <a:solidFill>
            <a:schemeClr val="bg1"/>
          </a:solidFill>
          <a:ln>
            <a:solidFill>
              <a:schemeClr val="bg2"/>
            </a:solidFill>
            <a:miter lim="800000"/>
          </a:ln>
          <a:effectLst>
            <a:outerShdw dist="35921" dir="2700000" algn="ctr" rotWithShape="0">
              <a:srgbClr val="808080"/>
            </a:outerShdw>
          </a:effectLst>
        </p:spPr>
        <p:txBody>
          <a:bodyPr/>
          <a:lstStyle/>
          <a:p>
            <a:r>
              <a:rPr lang="zh-CN" altLang="en-US" sz="1900" b="1">
                <a:solidFill>
                  <a:srgbClr val="FF0000"/>
                </a:solidFill>
              </a:rPr>
              <a:t>只含正弦项</a:t>
            </a:r>
            <a:endParaRPr lang="zh-CN" altLang="en-US" sz="1900" b="1">
              <a:solidFill>
                <a:srgbClr val="FF0000"/>
              </a:solidFill>
            </a:endParaRPr>
          </a:p>
        </p:txBody>
      </p:sp>
      <p:graphicFrame>
        <p:nvGraphicFramePr>
          <p:cNvPr id="216067" name="Object 3"/>
          <p:cNvGraphicFramePr>
            <a:graphicFrameLocks noGrp="1" noChangeAspect="1"/>
          </p:cNvGraphicFramePr>
          <p:nvPr>
            <p:ph type="body" idx="4294967295"/>
          </p:nvPr>
        </p:nvGraphicFramePr>
        <p:xfrm>
          <a:off x="785813" y="3035300"/>
          <a:ext cx="4219575" cy="1812925"/>
        </p:xfrm>
        <a:graphic>
          <a:graphicData uri="http://schemas.openxmlformats.org/presentationml/2006/ole">
            <mc:AlternateContent xmlns:mc="http://schemas.openxmlformats.org/markup-compatibility/2006">
              <mc:Choice xmlns:v="urn:schemas-microsoft-com:vml" Requires="v">
                <p:oleObj spid="_x0000_s74914" name="公式" r:id="rId1" imgW="1600200" imgH="914400" progId="Equation.3">
                  <p:embed/>
                </p:oleObj>
              </mc:Choice>
              <mc:Fallback>
                <p:oleObj name="公式" r:id="rId1" imgW="1600200" imgH="9144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3035300"/>
                        <a:ext cx="4219575" cy="1812925"/>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hlink"/>
                            </a:solidFill>
                            <a:miter lim="800000"/>
                            <a:headEnd/>
                            <a:tailEnd/>
                          </a14:hiddenLine>
                        </a:ext>
                      </a:extLst>
                    </p:spPr>
                  </p:pic>
                </p:oleObj>
              </mc:Fallback>
            </mc:AlternateContent>
          </a:graphicData>
        </a:graphic>
      </p:graphicFrame>
      <p:grpSp>
        <p:nvGrpSpPr>
          <p:cNvPr id="2" name="Group 4"/>
          <p:cNvGrpSpPr/>
          <p:nvPr/>
        </p:nvGrpSpPr>
        <p:grpSpPr bwMode="auto">
          <a:xfrm>
            <a:off x="1116013" y="25400"/>
            <a:ext cx="6913562" cy="2563813"/>
            <a:chOff x="480" y="1056"/>
            <a:chExt cx="4896" cy="2234"/>
          </a:xfrm>
        </p:grpSpPr>
        <p:sp>
          <p:nvSpPr>
            <p:cNvPr id="74761" name="Line 5"/>
            <p:cNvSpPr>
              <a:spLocks noChangeShapeType="1"/>
            </p:cNvSpPr>
            <p:nvPr/>
          </p:nvSpPr>
          <p:spPr bwMode="auto">
            <a:xfrm>
              <a:off x="480" y="2208"/>
              <a:ext cx="4896"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2" name="Line 6"/>
            <p:cNvSpPr>
              <a:spLocks noChangeShapeType="1"/>
            </p:cNvSpPr>
            <p:nvPr/>
          </p:nvSpPr>
          <p:spPr bwMode="auto">
            <a:xfrm flipV="1">
              <a:off x="2784" y="1248"/>
              <a:ext cx="0" cy="172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3" name="Line 7"/>
            <p:cNvSpPr>
              <a:spLocks noChangeShapeType="1"/>
            </p:cNvSpPr>
            <p:nvPr/>
          </p:nvSpPr>
          <p:spPr bwMode="auto">
            <a:xfrm flipV="1">
              <a:off x="3168" y="1680"/>
              <a:ext cx="768" cy="1008"/>
            </a:xfrm>
            <a:prstGeom prst="line">
              <a:avLst/>
            </a:prstGeom>
            <a:noFill/>
            <a:ln w="38100">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4" name="Line 8"/>
            <p:cNvSpPr>
              <a:spLocks noChangeShapeType="1"/>
            </p:cNvSpPr>
            <p:nvPr/>
          </p:nvSpPr>
          <p:spPr bwMode="auto">
            <a:xfrm flipV="1">
              <a:off x="3936" y="1680"/>
              <a:ext cx="720" cy="1056"/>
            </a:xfrm>
            <a:prstGeom prst="line">
              <a:avLst/>
            </a:prstGeom>
            <a:noFill/>
            <a:ln w="38100">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5" name="Line 9"/>
            <p:cNvSpPr>
              <a:spLocks noChangeShapeType="1"/>
            </p:cNvSpPr>
            <p:nvPr/>
          </p:nvSpPr>
          <p:spPr bwMode="auto">
            <a:xfrm flipV="1">
              <a:off x="2400" y="1680"/>
              <a:ext cx="768" cy="1056"/>
            </a:xfrm>
            <a:prstGeom prst="line">
              <a:avLst/>
            </a:prstGeom>
            <a:noFill/>
            <a:ln w="38100">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6" name="Line 10"/>
            <p:cNvSpPr>
              <a:spLocks noChangeShapeType="1"/>
            </p:cNvSpPr>
            <p:nvPr/>
          </p:nvSpPr>
          <p:spPr bwMode="auto">
            <a:xfrm flipH="1">
              <a:off x="3168" y="1680"/>
              <a:ext cx="0" cy="1008"/>
            </a:xfrm>
            <a:prstGeom prst="line">
              <a:avLst/>
            </a:prstGeom>
            <a:noFill/>
            <a:ln w="9525">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7" name="Line 11"/>
            <p:cNvSpPr>
              <a:spLocks noChangeShapeType="1"/>
            </p:cNvSpPr>
            <p:nvPr/>
          </p:nvSpPr>
          <p:spPr bwMode="auto">
            <a:xfrm>
              <a:off x="3936" y="1680"/>
              <a:ext cx="0" cy="1056"/>
            </a:xfrm>
            <a:prstGeom prst="line">
              <a:avLst/>
            </a:prstGeom>
            <a:noFill/>
            <a:ln w="9525">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8" name="Line 12"/>
            <p:cNvSpPr>
              <a:spLocks noChangeShapeType="1"/>
            </p:cNvSpPr>
            <p:nvPr/>
          </p:nvSpPr>
          <p:spPr bwMode="auto">
            <a:xfrm>
              <a:off x="4656" y="1728"/>
              <a:ext cx="0" cy="960"/>
            </a:xfrm>
            <a:prstGeom prst="line">
              <a:avLst/>
            </a:prstGeom>
            <a:noFill/>
            <a:ln w="9525">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69" name="Line 13"/>
            <p:cNvSpPr>
              <a:spLocks noChangeShapeType="1"/>
            </p:cNvSpPr>
            <p:nvPr/>
          </p:nvSpPr>
          <p:spPr bwMode="auto">
            <a:xfrm>
              <a:off x="2400" y="1680"/>
              <a:ext cx="0" cy="1056"/>
            </a:xfrm>
            <a:prstGeom prst="line">
              <a:avLst/>
            </a:prstGeom>
            <a:noFill/>
            <a:ln w="9525">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0" name="Line 14"/>
            <p:cNvSpPr>
              <a:spLocks noChangeShapeType="1"/>
            </p:cNvSpPr>
            <p:nvPr/>
          </p:nvSpPr>
          <p:spPr bwMode="auto">
            <a:xfrm flipH="1">
              <a:off x="1680" y="1680"/>
              <a:ext cx="720" cy="1056"/>
            </a:xfrm>
            <a:prstGeom prst="line">
              <a:avLst/>
            </a:prstGeom>
            <a:noFill/>
            <a:ln w="38100">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1" name="Line 15"/>
            <p:cNvSpPr>
              <a:spLocks noChangeShapeType="1"/>
            </p:cNvSpPr>
            <p:nvPr/>
          </p:nvSpPr>
          <p:spPr bwMode="auto">
            <a:xfrm>
              <a:off x="1680" y="1680"/>
              <a:ext cx="0" cy="1056"/>
            </a:xfrm>
            <a:prstGeom prst="line">
              <a:avLst/>
            </a:prstGeom>
            <a:noFill/>
            <a:ln w="9525">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2" name="Line 16"/>
            <p:cNvSpPr>
              <a:spLocks noChangeShapeType="1"/>
            </p:cNvSpPr>
            <p:nvPr/>
          </p:nvSpPr>
          <p:spPr bwMode="auto">
            <a:xfrm flipH="1">
              <a:off x="1056" y="1680"/>
              <a:ext cx="624" cy="1056"/>
            </a:xfrm>
            <a:prstGeom prst="line">
              <a:avLst/>
            </a:prstGeom>
            <a:noFill/>
            <a:ln w="38100">
              <a:solidFill>
                <a:srgbClr val="FF99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3" name="Line 17"/>
            <p:cNvSpPr>
              <a:spLocks noChangeShapeType="1"/>
            </p:cNvSpPr>
            <p:nvPr/>
          </p:nvSpPr>
          <p:spPr bwMode="auto">
            <a:xfrm>
              <a:off x="2736" y="1680"/>
              <a:ext cx="96"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4" name="Line 18"/>
            <p:cNvSpPr>
              <a:spLocks noChangeShapeType="1"/>
            </p:cNvSpPr>
            <p:nvPr/>
          </p:nvSpPr>
          <p:spPr bwMode="auto">
            <a:xfrm>
              <a:off x="2736" y="2736"/>
              <a:ext cx="96"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5" name="Text Box 19"/>
            <p:cNvSpPr txBox="1">
              <a:spLocks noChangeArrowheads="1"/>
            </p:cNvSpPr>
            <p:nvPr/>
          </p:nvSpPr>
          <p:spPr bwMode="auto">
            <a:xfrm>
              <a:off x="2880" y="1488"/>
              <a:ext cx="673"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E/2</a:t>
              </a:r>
              <a:endParaRPr kumimoji="1" lang="en-US" altLang="zh-CN" sz="2400" b="1">
                <a:latin typeface="Times New Roman" panose="02020603050405020304" pitchFamily="18" charset="0"/>
                <a:ea typeface="宋体" panose="02010600030101010101" pitchFamily="2" charset="-122"/>
              </a:endParaRPr>
            </a:p>
          </p:txBody>
        </p:sp>
        <p:sp>
          <p:nvSpPr>
            <p:cNvPr id="74776" name="Text Box 20"/>
            <p:cNvSpPr txBox="1">
              <a:spLocks noChangeArrowheads="1"/>
            </p:cNvSpPr>
            <p:nvPr/>
          </p:nvSpPr>
          <p:spPr bwMode="auto">
            <a:xfrm>
              <a:off x="2880" y="2736"/>
              <a:ext cx="960"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-E/2</a:t>
              </a:r>
              <a:endParaRPr kumimoji="1" lang="en-US" altLang="zh-CN" sz="2400" b="1">
                <a:latin typeface="Times New Roman" panose="02020603050405020304" pitchFamily="18" charset="0"/>
                <a:ea typeface="宋体" panose="02010600030101010101" pitchFamily="2" charset="-122"/>
              </a:endParaRPr>
            </a:p>
          </p:txBody>
        </p:sp>
        <p:sp>
          <p:nvSpPr>
            <p:cNvPr id="74777" name="Text Box 21"/>
            <p:cNvSpPr txBox="1">
              <a:spLocks noChangeArrowheads="1"/>
            </p:cNvSpPr>
            <p:nvPr/>
          </p:nvSpPr>
          <p:spPr bwMode="auto">
            <a:xfrm>
              <a:off x="3016" y="1979"/>
              <a:ext cx="720"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T</a:t>
              </a:r>
              <a:r>
                <a:rPr kumimoji="1" lang="en-US" altLang="zh-CN" sz="2000" b="1">
                  <a:latin typeface="Times New Roman" panose="02020603050405020304" pitchFamily="18" charset="0"/>
                  <a:ea typeface="宋体" panose="02010600030101010101" pitchFamily="2" charset="-122"/>
                </a:rPr>
                <a:t>1</a:t>
              </a:r>
              <a:r>
                <a:rPr kumimoji="1" lang="en-US" altLang="zh-CN" sz="2400" b="1">
                  <a:latin typeface="Times New Roman" panose="02020603050405020304" pitchFamily="18" charset="0"/>
                  <a:ea typeface="宋体" panose="02010600030101010101" pitchFamily="2" charset="-122"/>
                </a:rPr>
                <a:t>/2</a:t>
              </a:r>
              <a:endParaRPr kumimoji="1" lang="en-US" altLang="zh-CN" sz="2400" b="1">
                <a:latin typeface="Times New Roman" panose="02020603050405020304" pitchFamily="18" charset="0"/>
                <a:ea typeface="宋体" panose="02010600030101010101" pitchFamily="2" charset="-122"/>
              </a:endParaRPr>
            </a:p>
          </p:txBody>
        </p:sp>
        <p:sp>
          <p:nvSpPr>
            <p:cNvPr id="74778" name="Text Box 22"/>
            <p:cNvSpPr txBox="1">
              <a:spLocks noChangeArrowheads="1"/>
            </p:cNvSpPr>
            <p:nvPr/>
          </p:nvSpPr>
          <p:spPr bwMode="auto">
            <a:xfrm>
              <a:off x="2016" y="2255"/>
              <a:ext cx="528" cy="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-T</a:t>
              </a:r>
              <a:r>
                <a:rPr kumimoji="1" lang="en-US" altLang="zh-CN" sz="2000" b="1">
                  <a:latin typeface="Times New Roman" panose="02020603050405020304" pitchFamily="18" charset="0"/>
                  <a:ea typeface="宋体" panose="02010600030101010101" pitchFamily="2" charset="-122"/>
                </a:rPr>
                <a:t>1</a:t>
              </a:r>
              <a:r>
                <a:rPr kumimoji="1" lang="en-US" altLang="zh-CN" sz="2400" b="1">
                  <a:latin typeface="Times New Roman" panose="02020603050405020304" pitchFamily="18" charset="0"/>
                  <a:ea typeface="宋体" panose="02010600030101010101" pitchFamily="2" charset="-122"/>
                </a:rPr>
                <a:t>/2</a:t>
              </a:r>
              <a:endParaRPr kumimoji="1" lang="en-US" altLang="zh-CN" sz="2400" b="1">
                <a:latin typeface="Times New Roman" panose="02020603050405020304" pitchFamily="18" charset="0"/>
                <a:ea typeface="宋体" panose="02010600030101010101" pitchFamily="2" charset="-122"/>
              </a:endParaRPr>
            </a:p>
          </p:txBody>
        </p:sp>
        <p:sp>
          <p:nvSpPr>
            <p:cNvPr id="74779" name="Text Box 23"/>
            <p:cNvSpPr txBox="1">
              <a:spLocks noChangeArrowheads="1"/>
            </p:cNvSpPr>
            <p:nvPr/>
          </p:nvSpPr>
          <p:spPr bwMode="auto">
            <a:xfrm>
              <a:off x="2832" y="1056"/>
              <a:ext cx="624"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f(t)</a:t>
              </a:r>
              <a:endParaRPr kumimoji="1" lang="en-US" altLang="zh-CN" sz="2400" b="1">
                <a:latin typeface="Times New Roman" panose="02020603050405020304" pitchFamily="18" charset="0"/>
                <a:ea typeface="宋体" panose="02010600030101010101" pitchFamily="2" charset="-122"/>
              </a:endParaRPr>
            </a:p>
          </p:txBody>
        </p:sp>
        <p:sp>
          <p:nvSpPr>
            <p:cNvPr id="74780" name="Text Box 24"/>
            <p:cNvSpPr txBox="1">
              <a:spLocks noChangeArrowheads="1"/>
            </p:cNvSpPr>
            <p:nvPr/>
          </p:nvSpPr>
          <p:spPr bwMode="auto">
            <a:xfrm>
              <a:off x="5137" y="2256"/>
              <a:ext cx="239"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t</a:t>
              </a:r>
              <a:endParaRPr kumimoji="1" lang="en-US" altLang="zh-CN" sz="2400" b="1">
                <a:latin typeface="Times New Roman" panose="02020603050405020304" pitchFamily="18" charset="0"/>
                <a:ea typeface="宋体" panose="02010600030101010101" pitchFamily="2" charset="-122"/>
              </a:endParaRPr>
            </a:p>
          </p:txBody>
        </p:sp>
        <p:sp>
          <p:nvSpPr>
            <p:cNvPr id="74781" name="Text Box 25"/>
            <p:cNvSpPr txBox="1">
              <a:spLocks noChangeArrowheads="1"/>
            </p:cNvSpPr>
            <p:nvPr/>
          </p:nvSpPr>
          <p:spPr bwMode="auto">
            <a:xfrm>
              <a:off x="2544" y="1968"/>
              <a:ext cx="288"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grpSp>
      <p:graphicFrame>
        <p:nvGraphicFramePr>
          <p:cNvPr id="216090" name="Object 26"/>
          <p:cNvGraphicFramePr>
            <a:graphicFrameLocks noChangeAspect="1"/>
          </p:cNvGraphicFramePr>
          <p:nvPr/>
        </p:nvGraphicFramePr>
        <p:xfrm>
          <a:off x="1403350" y="5445125"/>
          <a:ext cx="6842125" cy="965200"/>
        </p:xfrm>
        <a:graphic>
          <a:graphicData uri="http://schemas.openxmlformats.org/presentationml/2006/ole">
            <mc:AlternateContent xmlns:mc="http://schemas.openxmlformats.org/markup-compatibility/2006">
              <mc:Choice xmlns:v="urn:schemas-microsoft-com:vml" Requires="v">
                <p:oleObj spid="_x0000_s74915" name="公式" r:id="rId3" imgW="2794000" imgH="393700" progId="Equation.3">
                  <p:embed/>
                </p:oleObj>
              </mc:Choice>
              <mc:Fallback>
                <p:oleObj name="公式" r:id="rId3" imgW="2794000" imgH="393700"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5445125"/>
                        <a:ext cx="6842125" cy="965200"/>
                      </a:xfrm>
                      <a:prstGeom prst="rect">
                        <a:avLst/>
                      </a:prstGeom>
                      <a:solidFill>
                        <a:schemeClr val="bg1"/>
                      </a:solidFill>
                      <a:ln w="19050">
                        <a:solidFill>
                          <a:schemeClr val="bg2"/>
                        </a:solidFill>
                        <a:miter lim="800000"/>
                        <a:headEnd/>
                        <a:tailEnd/>
                      </a:ln>
                      <a:effectLst>
                        <a:outerShdw dist="35921" dir="2700000" algn="ctr" rotWithShape="0">
                          <a:srgbClr val="808080"/>
                        </a:outerShdw>
                      </a:effectLst>
                    </p:spPr>
                  </p:pic>
                </p:oleObj>
              </mc:Fallback>
            </mc:AlternateContent>
          </a:graphicData>
        </a:graphic>
      </p:graphicFrame>
      <p:sp>
        <p:nvSpPr>
          <p:cNvPr id="216091" name="Rectangle 27"/>
          <p:cNvSpPr>
            <a:spLocks noChangeArrowheads="1"/>
          </p:cNvSpPr>
          <p:nvPr/>
        </p:nvSpPr>
        <p:spPr bwMode="auto">
          <a:xfrm>
            <a:off x="1042988" y="2420938"/>
            <a:ext cx="309562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1900" b="1">
                <a:ea typeface="宋体" panose="02010600030101010101" pitchFamily="2" charset="-122"/>
              </a:rPr>
              <a:t>周期锯齿波是</a:t>
            </a:r>
            <a:r>
              <a:rPr lang="zh-CN" altLang="en-US" sz="1900" b="1">
                <a:solidFill>
                  <a:srgbClr val="0000CC"/>
                </a:solidFill>
                <a:ea typeface="宋体" panose="02010600030101010101" pitchFamily="2" charset="-122"/>
              </a:rPr>
              <a:t>奇函数</a:t>
            </a:r>
            <a:endParaRPr lang="zh-CN" altLang="en-US" sz="1900" b="1">
              <a:solidFill>
                <a:srgbClr val="0000CC"/>
              </a:solidFill>
              <a:ea typeface="宋体" panose="02010600030101010101" pitchFamily="2" charset="-122"/>
            </a:endParaRPr>
          </a:p>
        </p:txBody>
      </p:sp>
      <p:sp>
        <p:nvSpPr>
          <p:cNvPr id="216092" name="AutoShape 28"/>
          <p:cNvSpPr>
            <a:spLocks noChangeArrowheads="1"/>
          </p:cNvSpPr>
          <p:nvPr/>
        </p:nvSpPr>
        <p:spPr bwMode="auto">
          <a:xfrm>
            <a:off x="4211638" y="2708275"/>
            <a:ext cx="719137" cy="144463"/>
          </a:xfrm>
          <a:prstGeom prst="rightArrow">
            <a:avLst>
              <a:gd name="adj1" fmla="val 50000"/>
              <a:gd name="adj2" fmla="val 124450"/>
            </a:avLst>
          </a:prstGeom>
          <a:solidFill>
            <a:schemeClr val="accent1"/>
          </a:solidFill>
          <a:ln w="9525">
            <a:solidFill>
              <a:schemeClr val="tx1"/>
            </a:solidFill>
            <a:miter lim="800000"/>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sp>
        <p:nvSpPr>
          <p:cNvPr id="3" name="墨迹 2"/>
          <p:cNvSpPr/>
          <p:nvPr/>
        </p:nvSpPr>
        <p:spPr bwMode="auto">
          <a:xfrm>
            <a:off x="818280" y="4667400"/>
            <a:ext cx="321840" cy="21240"/>
          </a:xfrm>
          <a:prstGeom prst="rect">
            <a:avLst/>
          </a:prstGeom>
        </p:spPr>
      </p:sp>
    </p:spTree>
    <p:custDataLst>
      <p:tags r:id="rId5"/>
    </p:custDataLst>
  </p:cSld>
  <p:clrMapOvr>
    <a:masterClrMapping/>
  </p:clrMapOvr>
  <p:transition advTm="6157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ppt_w*0.70"/>
                                          </p:val>
                                        </p:tav>
                                        <p:tav tm="100000">
                                          <p:val>
                                            <p:strVal val="#ppt_w"/>
                                          </p:val>
                                        </p:tav>
                                      </p:tavLst>
                                    </p:anim>
                                    <p:anim calcmode="lin" valueType="num">
                                      <p:cBhvr>
                                        <p:cTn id="12" dur="1000" fill="hold"/>
                                        <p:tgtEl>
                                          <p:spTgt spid="2"/>
                                        </p:tgtEl>
                                        <p:attrNameLst>
                                          <p:attrName>ppt_h</p:attrName>
                                        </p:attrNameLst>
                                      </p:cBhvr>
                                      <p:tavLst>
                                        <p:tav tm="0">
                                          <p:val>
                                            <p:strVal val="#ppt_h"/>
                                          </p:val>
                                        </p:tav>
                                        <p:tav tm="100000">
                                          <p:val>
                                            <p:strVal val="#ppt_h"/>
                                          </p:val>
                                        </p:tav>
                                      </p:tavLst>
                                    </p:anim>
                                    <p:animEffect transition="in" filter="fade">
                                      <p:cBhvr>
                                        <p:cTn id="13" dur="1000"/>
                                        <p:tgtEl>
                                          <p:spTgt spid="2"/>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216091"/>
                                        </p:tgtEl>
                                        <p:attrNameLst>
                                          <p:attrName>style.visibility</p:attrName>
                                        </p:attrNameLst>
                                      </p:cBhvr>
                                      <p:to>
                                        <p:strVal val="visible"/>
                                      </p:to>
                                    </p:set>
                                    <p:anim calcmode="lin" valueType="num">
                                      <p:cBhvr>
                                        <p:cTn id="17" dur="1000" fill="hold"/>
                                        <p:tgtEl>
                                          <p:spTgt spid="216091"/>
                                        </p:tgtEl>
                                        <p:attrNameLst>
                                          <p:attrName>ppt_w</p:attrName>
                                        </p:attrNameLst>
                                      </p:cBhvr>
                                      <p:tavLst>
                                        <p:tav tm="0">
                                          <p:val>
                                            <p:strVal val="#ppt_w*0.70"/>
                                          </p:val>
                                        </p:tav>
                                        <p:tav tm="100000">
                                          <p:val>
                                            <p:strVal val="#ppt_w"/>
                                          </p:val>
                                        </p:tav>
                                      </p:tavLst>
                                    </p:anim>
                                    <p:anim calcmode="lin" valueType="num">
                                      <p:cBhvr>
                                        <p:cTn id="18" dur="1000" fill="hold"/>
                                        <p:tgtEl>
                                          <p:spTgt spid="216091"/>
                                        </p:tgtEl>
                                        <p:attrNameLst>
                                          <p:attrName>ppt_h</p:attrName>
                                        </p:attrNameLst>
                                      </p:cBhvr>
                                      <p:tavLst>
                                        <p:tav tm="0">
                                          <p:val>
                                            <p:strVal val="#ppt_h"/>
                                          </p:val>
                                        </p:tav>
                                        <p:tav tm="100000">
                                          <p:val>
                                            <p:strVal val="#ppt_h"/>
                                          </p:val>
                                        </p:tav>
                                      </p:tavLst>
                                    </p:anim>
                                    <p:animEffect transition="in" filter="fade">
                                      <p:cBhvr>
                                        <p:cTn id="19" dur="1000"/>
                                        <p:tgtEl>
                                          <p:spTgt spid="216091"/>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216092"/>
                                        </p:tgtEl>
                                        <p:attrNameLst>
                                          <p:attrName>style.visibility</p:attrName>
                                        </p:attrNameLst>
                                      </p:cBhvr>
                                      <p:to>
                                        <p:strVal val="visible"/>
                                      </p:to>
                                    </p:set>
                                    <p:anim calcmode="lin" valueType="num">
                                      <p:cBhvr>
                                        <p:cTn id="24" dur="1000" fill="hold"/>
                                        <p:tgtEl>
                                          <p:spTgt spid="216092"/>
                                        </p:tgtEl>
                                        <p:attrNameLst>
                                          <p:attrName>ppt_w</p:attrName>
                                        </p:attrNameLst>
                                      </p:cBhvr>
                                      <p:tavLst>
                                        <p:tav tm="0">
                                          <p:val>
                                            <p:strVal val="#ppt_w*0.70"/>
                                          </p:val>
                                        </p:tav>
                                        <p:tav tm="100000">
                                          <p:val>
                                            <p:strVal val="#ppt_w"/>
                                          </p:val>
                                        </p:tav>
                                      </p:tavLst>
                                    </p:anim>
                                    <p:anim calcmode="lin" valueType="num">
                                      <p:cBhvr>
                                        <p:cTn id="25" dur="1000" fill="hold"/>
                                        <p:tgtEl>
                                          <p:spTgt spid="216092"/>
                                        </p:tgtEl>
                                        <p:attrNameLst>
                                          <p:attrName>ppt_h</p:attrName>
                                        </p:attrNameLst>
                                      </p:cBhvr>
                                      <p:tavLst>
                                        <p:tav tm="0">
                                          <p:val>
                                            <p:strVal val="#ppt_h"/>
                                          </p:val>
                                        </p:tav>
                                        <p:tav tm="100000">
                                          <p:val>
                                            <p:strVal val="#ppt_h"/>
                                          </p:val>
                                        </p:tav>
                                      </p:tavLst>
                                    </p:anim>
                                    <p:animEffect transition="in" filter="fade">
                                      <p:cBhvr>
                                        <p:cTn id="26" dur="1000"/>
                                        <p:tgtEl>
                                          <p:spTgt spid="216092"/>
                                        </p:tgtEl>
                                      </p:cBhvr>
                                    </p:animEffect>
                                  </p:childTnLst>
                                </p:cTn>
                              </p:par>
                            </p:childTnLst>
                          </p:cTn>
                        </p:par>
                        <p:par>
                          <p:cTn id="27" fill="hold">
                            <p:stCondLst>
                              <p:cond delay="1000"/>
                            </p:stCondLst>
                            <p:childTnLst>
                              <p:par>
                                <p:cTn id="28" presetID="55" presetClass="entr" presetSubtype="0" fill="hold" grpId="0" nodeType="afterEffect">
                                  <p:stCondLst>
                                    <p:cond delay="0"/>
                                  </p:stCondLst>
                                  <p:childTnLst>
                                    <p:set>
                                      <p:cBhvr>
                                        <p:cTn id="29" dur="1" fill="hold">
                                          <p:stCondLst>
                                            <p:cond delay="0"/>
                                          </p:stCondLst>
                                        </p:cTn>
                                        <p:tgtEl>
                                          <p:spTgt spid="216066"/>
                                        </p:tgtEl>
                                        <p:attrNameLst>
                                          <p:attrName>style.visibility</p:attrName>
                                        </p:attrNameLst>
                                      </p:cBhvr>
                                      <p:to>
                                        <p:strVal val="visible"/>
                                      </p:to>
                                    </p:set>
                                    <p:anim calcmode="lin" valueType="num">
                                      <p:cBhvr>
                                        <p:cTn id="30" dur="1000" fill="hold"/>
                                        <p:tgtEl>
                                          <p:spTgt spid="216066"/>
                                        </p:tgtEl>
                                        <p:attrNameLst>
                                          <p:attrName>ppt_w</p:attrName>
                                        </p:attrNameLst>
                                      </p:cBhvr>
                                      <p:tavLst>
                                        <p:tav tm="0">
                                          <p:val>
                                            <p:strVal val="#ppt_w*0.70"/>
                                          </p:val>
                                        </p:tav>
                                        <p:tav tm="100000">
                                          <p:val>
                                            <p:strVal val="#ppt_w"/>
                                          </p:val>
                                        </p:tav>
                                      </p:tavLst>
                                    </p:anim>
                                    <p:anim calcmode="lin" valueType="num">
                                      <p:cBhvr>
                                        <p:cTn id="31" dur="1000" fill="hold"/>
                                        <p:tgtEl>
                                          <p:spTgt spid="216066"/>
                                        </p:tgtEl>
                                        <p:attrNameLst>
                                          <p:attrName>ppt_h</p:attrName>
                                        </p:attrNameLst>
                                      </p:cBhvr>
                                      <p:tavLst>
                                        <p:tav tm="0">
                                          <p:val>
                                            <p:strVal val="#ppt_h"/>
                                          </p:val>
                                        </p:tav>
                                        <p:tav tm="100000">
                                          <p:val>
                                            <p:strVal val="#ppt_h"/>
                                          </p:val>
                                        </p:tav>
                                      </p:tavLst>
                                    </p:anim>
                                    <p:animEffect transition="in" filter="fade">
                                      <p:cBhvr>
                                        <p:cTn id="32" dur="1000"/>
                                        <p:tgtEl>
                                          <p:spTgt spid="216066"/>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216067"/>
                                        </p:tgtEl>
                                        <p:attrNameLst>
                                          <p:attrName>style.visibility</p:attrName>
                                        </p:attrNameLst>
                                      </p:cBhvr>
                                      <p:to>
                                        <p:strVal val="visible"/>
                                      </p:to>
                                    </p:set>
                                    <p:anim calcmode="lin" valueType="num">
                                      <p:cBhvr>
                                        <p:cTn id="37" dur="1000" fill="hold"/>
                                        <p:tgtEl>
                                          <p:spTgt spid="216067"/>
                                        </p:tgtEl>
                                        <p:attrNameLst>
                                          <p:attrName>ppt_w</p:attrName>
                                        </p:attrNameLst>
                                      </p:cBhvr>
                                      <p:tavLst>
                                        <p:tav tm="0">
                                          <p:val>
                                            <p:strVal val="#ppt_w*0.70"/>
                                          </p:val>
                                        </p:tav>
                                        <p:tav tm="100000">
                                          <p:val>
                                            <p:strVal val="#ppt_w"/>
                                          </p:val>
                                        </p:tav>
                                      </p:tavLst>
                                    </p:anim>
                                    <p:anim calcmode="lin" valueType="num">
                                      <p:cBhvr>
                                        <p:cTn id="38" dur="1000" fill="hold"/>
                                        <p:tgtEl>
                                          <p:spTgt spid="216067"/>
                                        </p:tgtEl>
                                        <p:attrNameLst>
                                          <p:attrName>ppt_h</p:attrName>
                                        </p:attrNameLst>
                                      </p:cBhvr>
                                      <p:tavLst>
                                        <p:tav tm="0">
                                          <p:val>
                                            <p:strVal val="#ppt_h"/>
                                          </p:val>
                                        </p:tav>
                                        <p:tav tm="100000">
                                          <p:val>
                                            <p:strVal val="#ppt_h"/>
                                          </p:val>
                                        </p:tav>
                                      </p:tavLst>
                                    </p:anim>
                                    <p:animEffect transition="in" filter="fade">
                                      <p:cBhvr>
                                        <p:cTn id="39" dur="1000"/>
                                        <p:tgtEl>
                                          <p:spTgt spid="216067"/>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216090"/>
                                        </p:tgtEl>
                                        <p:attrNameLst>
                                          <p:attrName>style.visibility</p:attrName>
                                        </p:attrNameLst>
                                      </p:cBhvr>
                                      <p:to>
                                        <p:strVal val="visible"/>
                                      </p:to>
                                    </p:set>
                                    <p:anim calcmode="lin" valueType="num">
                                      <p:cBhvr>
                                        <p:cTn id="44" dur="1000" fill="hold"/>
                                        <p:tgtEl>
                                          <p:spTgt spid="216090"/>
                                        </p:tgtEl>
                                        <p:attrNameLst>
                                          <p:attrName>ppt_w</p:attrName>
                                        </p:attrNameLst>
                                      </p:cBhvr>
                                      <p:tavLst>
                                        <p:tav tm="0">
                                          <p:val>
                                            <p:strVal val="#ppt_w*0.70"/>
                                          </p:val>
                                        </p:tav>
                                        <p:tav tm="100000">
                                          <p:val>
                                            <p:strVal val="#ppt_w"/>
                                          </p:val>
                                        </p:tav>
                                      </p:tavLst>
                                    </p:anim>
                                    <p:anim calcmode="lin" valueType="num">
                                      <p:cBhvr>
                                        <p:cTn id="45" dur="1000" fill="hold"/>
                                        <p:tgtEl>
                                          <p:spTgt spid="216090"/>
                                        </p:tgtEl>
                                        <p:attrNameLst>
                                          <p:attrName>ppt_h</p:attrName>
                                        </p:attrNameLst>
                                      </p:cBhvr>
                                      <p:tavLst>
                                        <p:tav tm="0">
                                          <p:val>
                                            <p:strVal val="#ppt_h"/>
                                          </p:val>
                                        </p:tav>
                                        <p:tav tm="100000">
                                          <p:val>
                                            <p:strVal val="#ppt_h"/>
                                          </p:val>
                                        </p:tav>
                                      </p:tavLst>
                                    </p:anim>
                                    <p:animEffect transition="in" filter="fade">
                                      <p:cBhvr>
                                        <p:cTn id="46" dur="1000"/>
                                        <p:tgtEl>
                                          <p:spTgt spid="216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animBg="1"/>
      <p:bldP spid="216091" grpId="0"/>
      <p:bldP spid="21609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日期占位符 3"/>
          <p:cNvSpPr>
            <a:spLocks noGrp="1"/>
          </p:cNvSpPr>
          <p:nvPr>
            <p:ph type="dt" sz="quarter" idx="10"/>
          </p:nvPr>
        </p:nvSpPr>
        <p:spPr/>
        <p:txBody>
          <a:bodyPr/>
          <a:lstStyle/>
          <a:p>
            <a:pPr>
              <a:defRPr/>
            </a:pPr>
            <a:fld id="{C7E5F6CA-B9AA-4DA9-A741-0B6ABF8A7933}" type="datetime1">
              <a:rPr lang="zh-CN" altLang="en-US"/>
            </a:fld>
            <a:endParaRPr lang="zh-CN" altLang="en-US"/>
          </a:p>
        </p:txBody>
      </p:sp>
      <p:sp>
        <p:nvSpPr>
          <p:cNvPr id="75779" name="Rectangle 2"/>
          <p:cNvSpPr>
            <a:spLocks noGrp="1" noChangeArrowheads="1"/>
          </p:cNvSpPr>
          <p:nvPr>
            <p:ph type="title" idx="4294967295"/>
          </p:nvPr>
        </p:nvSpPr>
        <p:spPr>
          <a:xfrm>
            <a:off x="1476375" y="188913"/>
            <a:ext cx="6048375" cy="649287"/>
          </a:xfrm>
          <a:solidFill>
            <a:schemeClr val="bg1"/>
          </a:solidFill>
          <a:effectLst>
            <a:outerShdw dist="35921" dir="2700000" algn="ctr" rotWithShape="0">
              <a:srgbClr val="808080"/>
            </a:outerShdw>
          </a:effectLst>
        </p:spPr>
        <p:txBody>
          <a:bodyPr/>
          <a:lstStyle/>
          <a:p>
            <a:r>
              <a:rPr lang="zh-CN" altLang="en-US" sz="2500" b="1">
                <a:solidFill>
                  <a:srgbClr val="0000CC"/>
                </a:solidFill>
              </a:rPr>
              <a:t>半周期重叠对称</a:t>
            </a:r>
            <a:r>
              <a:rPr lang="en-US" altLang="zh-CN" sz="2500" b="1">
                <a:solidFill>
                  <a:srgbClr val="0000CC"/>
                </a:solidFill>
              </a:rPr>
              <a:t>(</a:t>
            </a:r>
            <a:r>
              <a:rPr lang="zh-CN" altLang="en-US" sz="2500" b="1">
                <a:solidFill>
                  <a:srgbClr val="0000CC"/>
                </a:solidFill>
              </a:rPr>
              <a:t>偶谐函数</a:t>
            </a:r>
            <a:r>
              <a:rPr lang="en-US" altLang="zh-CN" sz="2500" b="1">
                <a:solidFill>
                  <a:srgbClr val="0000CC"/>
                </a:solidFill>
              </a:rPr>
              <a:t>)</a:t>
            </a:r>
            <a:endParaRPr lang="en-US" altLang="zh-CN" sz="2500" b="1">
              <a:solidFill>
                <a:srgbClr val="0000CC"/>
              </a:solidFill>
            </a:endParaRPr>
          </a:p>
        </p:txBody>
      </p:sp>
      <p:sp>
        <p:nvSpPr>
          <p:cNvPr id="217091" name="Rectangle 3"/>
          <p:cNvSpPr>
            <a:spLocks noGrp="1" noChangeArrowheads="1"/>
          </p:cNvSpPr>
          <p:nvPr>
            <p:ph type="body" idx="4294967295"/>
          </p:nvPr>
        </p:nvSpPr>
        <p:spPr>
          <a:xfrm>
            <a:off x="1547813" y="2205038"/>
            <a:ext cx="6553200" cy="2016125"/>
          </a:xfrm>
          <a:solidFill>
            <a:schemeClr val="bg1"/>
          </a:solidFill>
          <a:ln w="28575">
            <a:solidFill>
              <a:schemeClr val="bg2"/>
            </a:solidFill>
            <a:miter lim="800000"/>
          </a:ln>
          <a:effectLst>
            <a:outerShdw dist="35921" dir="2700000" algn="ctr" rotWithShape="0">
              <a:srgbClr val="808080"/>
            </a:outerShdw>
          </a:effectLst>
        </p:spPr>
        <p:txBody>
          <a:bodyPr/>
          <a:lstStyle/>
          <a:p>
            <a:pPr>
              <a:lnSpc>
                <a:spcPct val="120000"/>
              </a:lnSpc>
              <a:buClr>
                <a:schemeClr val="tx1"/>
              </a:buClr>
              <a:buFont typeface="Wingdings" panose="05000000000000000000" pitchFamily="2" charset="2"/>
              <a:buChar char="l"/>
            </a:pPr>
            <a:r>
              <a:rPr lang="zh-CN" altLang="en-US" sz="2600" b="1"/>
              <a:t>半周期对称</a:t>
            </a:r>
            <a:endParaRPr lang="zh-CN" altLang="en-US" sz="2600" b="1"/>
          </a:p>
          <a:p>
            <a:pPr>
              <a:lnSpc>
                <a:spcPct val="120000"/>
              </a:lnSpc>
              <a:buClr>
                <a:schemeClr val="tx1"/>
              </a:buClr>
              <a:buFont typeface="Wingdings" panose="05000000000000000000" pitchFamily="2" charset="2"/>
              <a:buChar char="l"/>
            </a:pPr>
            <a:r>
              <a:rPr lang="zh-CN" altLang="en-US" sz="2600" b="1">
                <a:solidFill>
                  <a:srgbClr val="FF0000"/>
                </a:solidFill>
              </a:rPr>
              <a:t>平移半个周期与原波形完全重合</a:t>
            </a:r>
            <a:endParaRPr lang="zh-CN" altLang="en-US" sz="2600" b="1">
              <a:solidFill>
                <a:srgbClr val="FF0000"/>
              </a:solidFill>
            </a:endParaRPr>
          </a:p>
          <a:p>
            <a:pPr>
              <a:lnSpc>
                <a:spcPct val="120000"/>
              </a:lnSpc>
              <a:buClr>
                <a:schemeClr val="tx1"/>
              </a:buClr>
              <a:buFont typeface="Wingdings" panose="05000000000000000000" pitchFamily="2" charset="2"/>
              <a:buChar char="l"/>
            </a:pPr>
            <a:r>
              <a:rPr lang="zh-CN" altLang="en-US" sz="2600" b="1"/>
              <a:t> 波形不变</a:t>
            </a:r>
            <a:endParaRPr lang="zh-CN" altLang="en-US" sz="2600" b="1"/>
          </a:p>
        </p:txBody>
      </p:sp>
      <p:graphicFrame>
        <p:nvGraphicFramePr>
          <p:cNvPr id="75781" name="Object 4"/>
          <p:cNvGraphicFramePr>
            <a:graphicFrameLocks noChangeAspect="1"/>
          </p:cNvGraphicFramePr>
          <p:nvPr/>
        </p:nvGraphicFramePr>
        <p:xfrm>
          <a:off x="2411413" y="836613"/>
          <a:ext cx="3657600" cy="1219200"/>
        </p:xfrm>
        <a:graphic>
          <a:graphicData uri="http://schemas.openxmlformats.org/presentationml/2006/ole">
            <mc:AlternateContent xmlns:mc="http://schemas.openxmlformats.org/markup-compatibility/2006">
              <mc:Choice xmlns:v="urn:schemas-microsoft-com:vml" Requires="v">
                <p:oleObj spid="_x0000_s75864" name="Equation" r:id="rId1" imgW="977265" imgH="393700" progId="Equation.3">
                  <p:embed/>
                </p:oleObj>
              </mc:Choice>
              <mc:Fallback>
                <p:oleObj name="Equation" r:id="rId1" imgW="977265"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836613"/>
                        <a:ext cx="3657600" cy="12192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5782" name="Group 5"/>
          <p:cNvGrpSpPr/>
          <p:nvPr/>
        </p:nvGrpSpPr>
        <p:grpSpPr bwMode="auto">
          <a:xfrm>
            <a:off x="1979613" y="4437063"/>
            <a:ext cx="5029200" cy="2022475"/>
            <a:chOff x="1344" y="1392"/>
            <a:chExt cx="3168" cy="1274"/>
          </a:xfrm>
        </p:grpSpPr>
        <p:sp>
          <p:nvSpPr>
            <p:cNvPr id="75783" name="Line 6"/>
            <p:cNvSpPr>
              <a:spLocks noChangeShapeType="1"/>
            </p:cNvSpPr>
            <p:nvPr/>
          </p:nvSpPr>
          <p:spPr bwMode="auto">
            <a:xfrm>
              <a:off x="1344" y="2352"/>
              <a:ext cx="3168"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4" name="Line 7"/>
            <p:cNvSpPr>
              <a:spLocks noChangeShapeType="1"/>
            </p:cNvSpPr>
            <p:nvPr/>
          </p:nvSpPr>
          <p:spPr bwMode="auto">
            <a:xfrm flipV="1">
              <a:off x="2928" y="1392"/>
              <a:ext cx="0" cy="96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5" name="Line 8"/>
            <p:cNvSpPr>
              <a:spLocks noChangeShapeType="1"/>
            </p:cNvSpPr>
            <p:nvPr/>
          </p:nvSpPr>
          <p:spPr bwMode="auto">
            <a:xfrm flipV="1">
              <a:off x="2928" y="2064"/>
              <a:ext cx="432"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6" name="Line 9"/>
            <p:cNvSpPr>
              <a:spLocks noChangeShapeType="1"/>
            </p:cNvSpPr>
            <p:nvPr/>
          </p:nvSpPr>
          <p:spPr bwMode="auto">
            <a:xfrm>
              <a:off x="3360" y="2064"/>
              <a:ext cx="288"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7" name="Line 10"/>
            <p:cNvSpPr>
              <a:spLocks noChangeShapeType="1"/>
            </p:cNvSpPr>
            <p:nvPr/>
          </p:nvSpPr>
          <p:spPr bwMode="auto">
            <a:xfrm flipV="1">
              <a:off x="3648" y="2064"/>
              <a:ext cx="432"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8" name="Line 11"/>
            <p:cNvSpPr>
              <a:spLocks noChangeShapeType="1"/>
            </p:cNvSpPr>
            <p:nvPr/>
          </p:nvSpPr>
          <p:spPr bwMode="auto">
            <a:xfrm>
              <a:off x="4080" y="2064"/>
              <a:ext cx="288"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9" name="Line 12"/>
            <p:cNvSpPr>
              <a:spLocks noChangeShapeType="1"/>
            </p:cNvSpPr>
            <p:nvPr/>
          </p:nvSpPr>
          <p:spPr bwMode="auto">
            <a:xfrm flipH="1" flipV="1">
              <a:off x="2640" y="2064"/>
              <a:ext cx="288"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90" name="Line 13"/>
            <p:cNvSpPr>
              <a:spLocks noChangeShapeType="1"/>
            </p:cNvSpPr>
            <p:nvPr/>
          </p:nvSpPr>
          <p:spPr bwMode="auto">
            <a:xfrm flipH="1">
              <a:off x="2256" y="2064"/>
              <a:ext cx="384"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91" name="Line 14"/>
            <p:cNvSpPr>
              <a:spLocks noChangeShapeType="1"/>
            </p:cNvSpPr>
            <p:nvPr/>
          </p:nvSpPr>
          <p:spPr bwMode="auto">
            <a:xfrm flipH="1" flipV="1">
              <a:off x="2016" y="2112"/>
              <a:ext cx="240" cy="2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92" name="Line 15"/>
            <p:cNvSpPr>
              <a:spLocks noChangeShapeType="1"/>
            </p:cNvSpPr>
            <p:nvPr/>
          </p:nvSpPr>
          <p:spPr bwMode="auto">
            <a:xfrm flipH="1">
              <a:off x="1584" y="2112"/>
              <a:ext cx="432" cy="2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93" name="Text Box 16"/>
            <p:cNvSpPr txBox="1">
              <a:spLocks noChangeArrowheads="1"/>
            </p:cNvSpPr>
            <p:nvPr/>
          </p:nvSpPr>
          <p:spPr bwMode="auto">
            <a:xfrm>
              <a:off x="2822" y="237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sp>
          <p:nvSpPr>
            <p:cNvPr id="75794" name="Text Box 17"/>
            <p:cNvSpPr txBox="1">
              <a:spLocks noChangeArrowheads="1"/>
            </p:cNvSpPr>
            <p:nvPr/>
          </p:nvSpPr>
          <p:spPr bwMode="auto">
            <a:xfrm>
              <a:off x="3446" y="2378"/>
              <a:ext cx="3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T/2</a:t>
              </a:r>
              <a:endParaRPr kumimoji="1" lang="en-US" altLang="zh-CN" sz="2400" b="1">
                <a:latin typeface="Times New Roman" panose="02020603050405020304" pitchFamily="18" charset="0"/>
                <a:ea typeface="宋体" panose="02010600030101010101" pitchFamily="2" charset="-122"/>
              </a:endParaRPr>
            </a:p>
          </p:txBody>
        </p:sp>
        <p:sp>
          <p:nvSpPr>
            <p:cNvPr id="75795" name="Text Box 18"/>
            <p:cNvSpPr txBox="1">
              <a:spLocks noChangeArrowheads="1"/>
            </p:cNvSpPr>
            <p:nvPr/>
          </p:nvSpPr>
          <p:spPr bwMode="auto">
            <a:xfrm>
              <a:off x="2054" y="2378"/>
              <a:ext cx="4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-T/2</a:t>
              </a:r>
              <a:endParaRPr kumimoji="1" lang="en-US" altLang="zh-CN" sz="2400" b="1">
                <a:latin typeface="Times New Roman" panose="02020603050405020304" pitchFamily="18" charset="0"/>
                <a:ea typeface="宋体" panose="02010600030101010101" pitchFamily="2" charset="-122"/>
              </a:endParaRPr>
            </a:p>
          </p:txBody>
        </p:sp>
        <p:sp>
          <p:nvSpPr>
            <p:cNvPr id="75796" name="Text Box 19"/>
            <p:cNvSpPr txBox="1">
              <a:spLocks noChangeArrowheads="1"/>
            </p:cNvSpPr>
            <p:nvPr/>
          </p:nvSpPr>
          <p:spPr bwMode="auto">
            <a:xfrm>
              <a:off x="2918" y="175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A</a:t>
              </a:r>
              <a:endParaRPr kumimoji="1" lang="en-US" altLang="zh-CN" sz="2400" b="1">
                <a:latin typeface="Times New Roman" panose="02020603050405020304" pitchFamily="18" charset="0"/>
                <a:ea typeface="宋体" panose="02010600030101010101" pitchFamily="2" charset="-122"/>
              </a:endParaRPr>
            </a:p>
          </p:txBody>
        </p:sp>
      </p:grpSp>
    </p:spTree>
  </p:cSld>
  <p:clrMapOvr>
    <a:masterClrMapping/>
  </p:clrMapOvr>
  <p:transition advTm="426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17091">
                                            <p:bg/>
                                          </p:spTgt>
                                        </p:tgtEl>
                                        <p:attrNameLst>
                                          <p:attrName>style.visibility</p:attrName>
                                        </p:attrNameLst>
                                      </p:cBhvr>
                                      <p:to>
                                        <p:strVal val="visible"/>
                                      </p:to>
                                    </p:set>
                                    <p:anim calcmode="lin" valueType="num">
                                      <p:cBhvr>
                                        <p:cTn id="7" dur="1000" fill="hold"/>
                                        <p:tgtEl>
                                          <p:spTgt spid="217091">
                                            <p:bg/>
                                          </p:spTgt>
                                        </p:tgtEl>
                                        <p:attrNameLst>
                                          <p:attrName>ppt_w</p:attrName>
                                        </p:attrNameLst>
                                      </p:cBhvr>
                                      <p:tavLst>
                                        <p:tav tm="0">
                                          <p:val>
                                            <p:strVal val="#ppt_w*0.70"/>
                                          </p:val>
                                        </p:tav>
                                        <p:tav tm="100000">
                                          <p:val>
                                            <p:strVal val="#ppt_w"/>
                                          </p:val>
                                        </p:tav>
                                      </p:tavLst>
                                    </p:anim>
                                    <p:anim calcmode="lin" valueType="num">
                                      <p:cBhvr>
                                        <p:cTn id="8" dur="1000" fill="hold"/>
                                        <p:tgtEl>
                                          <p:spTgt spid="217091">
                                            <p:bg/>
                                          </p:spTgt>
                                        </p:tgtEl>
                                        <p:attrNameLst>
                                          <p:attrName>ppt_h</p:attrName>
                                        </p:attrNameLst>
                                      </p:cBhvr>
                                      <p:tavLst>
                                        <p:tav tm="0">
                                          <p:val>
                                            <p:strVal val="#ppt_h"/>
                                          </p:val>
                                        </p:tav>
                                        <p:tav tm="100000">
                                          <p:val>
                                            <p:strVal val="#ppt_h"/>
                                          </p:val>
                                        </p:tav>
                                      </p:tavLst>
                                    </p:anim>
                                    <p:animEffect transition="in" filter="fade">
                                      <p:cBhvr>
                                        <p:cTn id="9" dur="1000"/>
                                        <p:tgtEl>
                                          <p:spTgt spid="217091">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217091">
                                            <p:txEl>
                                              <p:pRg st="0" end="0"/>
                                            </p:txEl>
                                          </p:spTgt>
                                        </p:tgtEl>
                                        <p:attrNameLst>
                                          <p:attrName>style.visibility</p:attrName>
                                        </p:attrNameLst>
                                      </p:cBhvr>
                                      <p:to>
                                        <p:strVal val="visible"/>
                                      </p:to>
                                    </p:set>
                                    <p:anim calcmode="lin" valueType="num">
                                      <p:cBhvr>
                                        <p:cTn id="13" dur="1000" fill="hold"/>
                                        <p:tgtEl>
                                          <p:spTgt spid="217091">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217091">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217091">
                                            <p:txEl>
                                              <p:pRg st="0" end="0"/>
                                            </p:txEl>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217091">
                                            <p:txEl>
                                              <p:pRg st="1" end="1"/>
                                            </p:txEl>
                                          </p:spTgt>
                                        </p:tgtEl>
                                        <p:attrNameLst>
                                          <p:attrName>style.visibility</p:attrName>
                                        </p:attrNameLst>
                                      </p:cBhvr>
                                      <p:to>
                                        <p:strVal val="visible"/>
                                      </p:to>
                                    </p:set>
                                    <p:anim calcmode="lin" valueType="num">
                                      <p:cBhvr>
                                        <p:cTn id="19" dur="1000" fill="hold"/>
                                        <p:tgtEl>
                                          <p:spTgt spid="217091">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217091">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217091">
                                            <p:txEl>
                                              <p:pRg st="1" end="1"/>
                                            </p:txEl>
                                          </p:spTgt>
                                        </p:tgtEl>
                                      </p:cBhvr>
                                    </p:animEffect>
                                  </p:childTnLst>
                                </p:cTn>
                              </p:par>
                            </p:childTnLst>
                          </p:cTn>
                        </p:par>
                        <p:par>
                          <p:cTn id="22" fill="hold">
                            <p:stCondLst>
                              <p:cond delay="3000"/>
                            </p:stCondLst>
                            <p:childTnLst>
                              <p:par>
                                <p:cTn id="23" presetID="55" presetClass="entr" presetSubtype="0" fill="hold" grpId="0" nodeType="afterEffect">
                                  <p:stCondLst>
                                    <p:cond delay="0"/>
                                  </p:stCondLst>
                                  <p:childTnLst>
                                    <p:set>
                                      <p:cBhvr>
                                        <p:cTn id="24" dur="1" fill="hold">
                                          <p:stCondLst>
                                            <p:cond delay="0"/>
                                          </p:stCondLst>
                                        </p:cTn>
                                        <p:tgtEl>
                                          <p:spTgt spid="217091">
                                            <p:txEl>
                                              <p:pRg st="2" end="2"/>
                                            </p:txEl>
                                          </p:spTgt>
                                        </p:tgtEl>
                                        <p:attrNameLst>
                                          <p:attrName>style.visibility</p:attrName>
                                        </p:attrNameLst>
                                      </p:cBhvr>
                                      <p:to>
                                        <p:strVal val="visible"/>
                                      </p:to>
                                    </p:set>
                                    <p:anim calcmode="lin" valueType="num">
                                      <p:cBhvr>
                                        <p:cTn id="25" dur="1000" fill="hold"/>
                                        <p:tgtEl>
                                          <p:spTgt spid="217091">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217091">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2170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animBg="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日期占位符 3"/>
          <p:cNvSpPr>
            <a:spLocks noGrp="1"/>
          </p:cNvSpPr>
          <p:nvPr>
            <p:ph type="dt" sz="quarter" idx="10"/>
          </p:nvPr>
        </p:nvSpPr>
        <p:spPr/>
        <p:txBody>
          <a:bodyPr/>
          <a:lstStyle/>
          <a:p>
            <a:pPr>
              <a:defRPr/>
            </a:pPr>
            <a:fld id="{DD3590E4-F462-455D-A965-60694E168047}" type="datetime1">
              <a:rPr lang="zh-CN" altLang="en-US"/>
            </a:fld>
            <a:endParaRPr lang="zh-CN" altLang="en-US"/>
          </a:p>
        </p:txBody>
      </p:sp>
      <p:sp>
        <p:nvSpPr>
          <p:cNvPr id="218114" name="Rectangle 2"/>
          <p:cNvSpPr>
            <a:spLocks noGrp="1" noChangeArrowheads="1"/>
          </p:cNvSpPr>
          <p:nvPr>
            <p:ph type="body" sz="half" idx="4294967295"/>
          </p:nvPr>
        </p:nvSpPr>
        <p:spPr>
          <a:xfrm>
            <a:off x="1331913" y="1268413"/>
            <a:ext cx="6191250" cy="1689100"/>
          </a:xfrm>
          <a:ln w="38100">
            <a:solidFill>
              <a:srgbClr val="0000CC"/>
            </a:solidFill>
            <a:miter lim="800000"/>
          </a:ln>
        </p:spPr>
        <p:txBody>
          <a:bodyPr/>
          <a:lstStyle/>
          <a:p>
            <a:pPr>
              <a:lnSpc>
                <a:spcPct val="120000"/>
              </a:lnSpc>
            </a:pPr>
            <a:r>
              <a:rPr lang="zh-CN" altLang="en-US" sz="2200" b="1"/>
              <a:t>实际周期为</a:t>
            </a:r>
            <a:r>
              <a:rPr lang="en-US" altLang="zh-CN" sz="2200" b="1"/>
              <a:t>T/2</a:t>
            </a:r>
            <a:r>
              <a:rPr lang="zh-CN" altLang="en-US" sz="2200" b="1"/>
              <a:t>，实际角频率为</a:t>
            </a:r>
            <a:r>
              <a:rPr lang="en-US" altLang="zh-CN" sz="2200" b="1"/>
              <a:t>2</a:t>
            </a:r>
            <a:r>
              <a:rPr lang="en-US" altLang="zh-CN" sz="2200" b="1">
                <a:sym typeface="Symbol" panose="05050102010706020507" pitchFamily="18" charset="2"/>
              </a:rPr>
              <a:t></a:t>
            </a:r>
            <a:r>
              <a:rPr lang="en-US" altLang="zh-CN" sz="2200" b="1" baseline="-25000">
                <a:sym typeface="Symbol" panose="05050102010706020507" pitchFamily="18" charset="2"/>
              </a:rPr>
              <a:t>0</a:t>
            </a:r>
            <a:r>
              <a:rPr lang="zh-CN" altLang="en-US" sz="2200" b="1">
                <a:sym typeface="Symbol" panose="05050102010706020507" pitchFamily="18" charset="2"/>
              </a:rPr>
              <a:t>，基波和谐波频率均为</a:t>
            </a:r>
            <a:r>
              <a:rPr lang="en-US" altLang="zh-CN" sz="2200" b="1" baseline="-25000">
                <a:sym typeface="Symbol" panose="05050102010706020507" pitchFamily="18" charset="2"/>
              </a:rPr>
              <a:t>0</a:t>
            </a:r>
            <a:r>
              <a:rPr lang="zh-CN" altLang="en-US" sz="2200" b="1">
                <a:sym typeface="Symbol" panose="05050102010706020507" pitchFamily="18" charset="2"/>
              </a:rPr>
              <a:t>的偶数倍，只有偶次谐波分量和直流分量。</a:t>
            </a:r>
            <a:endParaRPr lang="zh-CN" altLang="en-US" sz="2200" b="1" baseline="-25000">
              <a:sym typeface="Symbol" panose="05050102010706020507" pitchFamily="18" charset="2"/>
            </a:endParaRPr>
          </a:p>
        </p:txBody>
      </p:sp>
      <p:graphicFrame>
        <p:nvGraphicFramePr>
          <p:cNvPr id="218115" name="Object 3"/>
          <p:cNvGraphicFramePr>
            <a:graphicFrameLocks noGrp="1" noChangeAspect="1"/>
          </p:cNvGraphicFramePr>
          <p:nvPr>
            <p:ph sz="quarter" idx="4294967295"/>
          </p:nvPr>
        </p:nvGraphicFramePr>
        <p:xfrm>
          <a:off x="1751013" y="3205163"/>
          <a:ext cx="6107112" cy="1268412"/>
        </p:xfrm>
        <a:graphic>
          <a:graphicData uri="http://schemas.openxmlformats.org/presentationml/2006/ole">
            <mc:AlternateContent xmlns:mc="http://schemas.openxmlformats.org/markup-compatibility/2006">
              <mc:Choice xmlns:v="urn:schemas-microsoft-com:vml" Requires="v">
                <p:oleObj spid="_x0000_s76952" name="Equation" r:id="rId1" imgW="2286000" imgH="685800" progId="Equation.3">
                  <p:embed/>
                </p:oleObj>
              </mc:Choice>
              <mc:Fallback>
                <p:oleObj name="Equation" r:id="rId1" imgW="2286000" imgH="6858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1013" y="3205163"/>
                        <a:ext cx="6107112" cy="1268412"/>
                      </a:xfrm>
                      <a:prstGeom prst="rect">
                        <a:avLst/>
                      </a:prstGeom>
                      <a:solidFill>
                        <a:schemeClr val="bg1"/>
                      </a:solidFill>
                      <a:ln w="9525">
                        <a:solidFill>
                          <a:schemeClr val="bg2"/>
                        </a:solidFill>
                        <a:miter lim="800000"/>
                        <a:headEnd/>
                        <a:tailEnd/>
                      </a:ln>
                      <a:effectLst>
                        <a:outerShdw dist="35921" dir="2700000" algn="ctr" rotWithShape="0">
                          <a:srgbClr val="808080"/>
                        </a:outerShdw>
                      </a:effectLst>
                    </p:spPr>
                  </p:pic>
                </p:oleObj>
              </mc:Fallback>
            </mc:AlternateContent>
          </a:graphicData>
        </a:graphic>
      </p:graphicFrame>
      <p:grpSp>
        <p:nvGrpSpPr>
          <p:cNvPr id="76805" name="Group 4"/>
          <p:cNvGrpSpPr/>
          <p:nvPr/>
        </p:nvGrpSpPr>
        <p:grpSpPr bwMode="auto">
          <a:xfrm>
            <a:off x="1692275" y="0"/>
            <a:ext cx="4176713" cy="1262063"/>
            <a:chOff x="1344" y="1392"/>
            <a:chExt cx="3168" cy="1638"/>
          </a:xfrm>
        </p:grpSpPr>
        <p:sp>
          <p:nvSpPr>
            <p:cNvPr id="76808" name="Line 5"/>
            <p:cNvSpPr>
              <a:spLocks noChangeShapeType="1"/>
            </p:cNvSpPr>
            <p:nvPr/>
          </p:nvSpPr>
          <p:spPr bwMode="auto">
            <a:xfrm>
              <a:off x="1344" y="2352"/>
              <a:ext cx="3168"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09" name="Line 6"/>
            <p:cNvSpPr>
              <a:spLocks noChangeShapeType="1"/>
            </p:cNvSpPr>
            <p:nvPr/>
          </p:nvSpPr>
          <p:spPr bwMode="auto">
            <a:xfrm flipV="1">
              <a:off x="2928" y="1392"/>
              <a:ext cx="0" cy="96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10" name="Line 7"/>
            <p:cNvSpPr>
              <a:spLocks noChangeShapeType="1"/>
            </p:cNvSpPr>
            <p:nvPr/>
          </p:nvSpPr>
          <p:spPr bwMode="auto">
            <a:xfrm flipV="1">
              <a:off x="2928" y="2064"/>
              <a:ext cx="432"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1" name="Line 8"/>
            <p:cNvSpPr>
              <a:spLocks noChangeShapeType="1"/>
            </p:cNvSpPr>
            <p:nvPr/>
          </p:nvSpPr>
          <p:spPr bwMode="auto">
            <a:xfrm>
              <a:off x="3360" y="2064"/>
              <a:ext cx="288"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2" name="Line 9"/>
            <p:cNvSpPr>
              <a:spLocks noChangeShapeType="1"/>
            </p:cNvSpPr>
            <p:nvPr/>
          </p:nvSpPr>
          <p:spPr bwMode="auto">
            <a:xfrm flipV="1">
              <a:off x="3648" y="2064"/>
              <a:ext cx="432"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3" name="Line 10"/>
            <p:cNvSpPr>
              <a:spLocks noChangeShapeType="1"/>
            </p:cNvSpPr>
            <p:nvPr/>
          </p:nvSpPr>
          <p:spPr bwMode="auto">
            <a:xfrm>
              <a:off x="4080" y="2064"/>
              <a:ext cx="288"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4" name="Line 11"/>
            <p:cNvSpPr>
              <a:spLocks noChangeShapeType="1"/>
            </p:cNvSpPr>
            <p:nvPr/>
          </p:nvSpPr>
          <p:spPr bwMode="auto">
            <a:xfrm flipH="1" flipV="1">
              <a:off x="2640" y="2064"/>
              <a:ext cx="288"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5" name="Line 12"/>
            <p:cNvSpPr>
              <a:spLocks noChangeShapeType="1"/>
            </p:cNvSpPr>
            <p:nvPr/>
          </p:nvSpPr>
          <p:spPr bwMode="auto">
            <a:xfrm flipH="1">
              <a:off x="2256" y="2064"/>
              <a:ext cx="384" cy="288"/>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6" name="Line 13"/>
            <p:cNvSpPr>
              <a:spLocks noChangeShapeType="1"/>
            </p:cNvSpPr>
            <p:nvPr/>
          </p:nvSpPr>
          <p:spPr bwMode="auto">
            <a:xfrm flipH="1" flipV="1">
              <a:off x="2016" y="2112"/>
              <a:ext cx="240" cy="2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7" name="Line 14"/>
            <p:cNvSpPr>
              <a:spLocks noChangeShapeType="1"/>
            </p:cNvSpPr>
            <p:nvPr/>
          </p:nvSpPr>
          <p:spPr bwMode="auto">
            <a:xfrm flipH="1">
              <a:off x="1584" y="2112"/>
              <a:ext cx="432" cy="2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8" name="Text Box 15"/>
            <p:cNvSpPr txBox="1">
              <a:spLocks noChangeArrowheads="1"/>
            </p:cNvSpPr>
            <p:nvPr/>
          </p:nvSpPr>
          <p:spPr bwMode="auto">
            <a:xfrm>
              <a:off x="2821" y="2377"/>
              <a:ext cx="256"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sp>
          <p:nvSpPr>
            <p:cNvPr id="76819" name="Text Box 16"/>
            <p:cNvSpPr txBox="1">
              <a:spLocks noChangeArrowheads="1"/>
            </p:cNvSpPr>
            <p:nvPr/>
          </p:nvSpPr>
          <p:spPr bwMode="auto">
            <a:xfrm>
              <a:off x="3446" y="2377"/>
              <a:ext cx="474"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T/2</a:t>
              </a:r>
              <a:endParaRPr kumimoji="1" lang="en-US" altLang="zh-CN" sz="2400" b="1">
                <a:latin typeface="Times New Roman" panose="02020603050405020304" pitchFamily="18" charset="0"/>
                <a:ea typeface="宋体" panose="02010600030101010101" pitchFamily="2" charset="-122"/>
              </a:endParaRPr>
            </a:p>
          </p:txBody>
        </p:sp>
        <p:sp>
          <p:nvSpPr>
            <p:cNvPr id="76820" name="Text Box 17"/>
            <p:cNvSpPr txBox="1">
              <a:spLocks noChangeArrowheads="1"/>
            </p:cNvSpPr>
            <p:nvPr/>
          </p:nvSpPr>
          <p:spPr bwMode="auto">
            <a:xfrm>
              <a:off x="2054" y="2377"/>
              <a:ext cx="551"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-T/2</a:t>
              </a:r>
              <a:endParaRPr kumimoji="1" lang="en-US" altLang="zh-CN" sz="2400" b="1">
                <a:latin typeface="Times New Roman" panose="02020603050405020304" pitchFamily="18" charset="0"/>
                <a:ea typeface="宋体" panose="02010600030101010101" pitchFamily="2" charset="-122"/>
              </a:endParaRPr>
            </a:p>
          </p:txBody>
        </p:sp>
        <p:sp>
          <p:nvSpPr>
            <p:cNvPr id="76821" name="Text Box 18"/>
            <p:cNvSpPr txBox="1">
              <a:spLocks noChangeArrowheads="1"/>
            </p:cNvSpPr>
            <p:nvPr/>
          </p:nvSpPr>
          <p:spPr bwMode="auto">
            <a:xfrm>
              <a:off x="2918" y="1753"/>
              <a:ext cx="307" cy="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kumimoji="1" lang="en-US" altLang="zh-CN" sz="2400" b="1">
                  <a:latin typeface="Times New Roman" panose="02020603050405020304" pitchFamily="18" charset="0"/>
                  <a:ea typeface="宋体" panose="02010600030101010101" pitchFamily="2" charset="-122"/>
                </a:rPr>
                <a:t>A</a:t>
              </a:r>
              <a:endParaRPr kumimoji="1" lang="en-US" altLang="zh-CN" sz="2400" b="1">
                <a:latin typeface="Times New Roman" panose="02020603050405020304" pitchFamily="18" charset="0"/>
                <a:ea typeface="宋体" panose="02010600030101010101" pitchFamily="2" charset="-122"/>
              </a:endParaRPr>
            </a:p>
          </p:txBody>
        </p:sp>
      </p:grpSp>
      <p:sp>
        <p:nvSpPr>
          <p:cNvPr id="76806" name="Rectangle 19"/>
          <p:cNvSpPr>
            <a:spLocks noChangeArrowheads="1"/>
          </p:cNvSpPr>
          <p:nvPr/>
        </p:nvSpPr>
        <p:spPr bwMode="auto">
          <a:xfrm>
            <a:off x="6588125" y="404813"/>
            <a:ext cx="1871663" cy="431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1900" b="1">
                <a:ea typeface="宋体" panose="02010600030101010101" pitchFamily="2" charset="-122"/>
              </a:rPr>
              <a:t>偶谐函数</a:t>
            </a:r>
            <a:endParaRPr lang="zh-CN" altLang="en-US" sz="1900" b="1">
              <a:ea typeface="宋体" panose="02010600030101010101" pitchFamily="2" charset="-122"/>
            </a:endParaRPr>
          </a:p>
        </p:txBody>
      </p:sp>
      <p:graphicFrame>
        <p:nvGraphicFramePr>
          <p:cNvPr id="218132" name="Object 20"/>
          <p:cNvGraphicFramePr>
            <a:graphicFrameLocks noGrp="1" noChangeAspect="1"/>
          </p:cNvGraphicFramePr>
          <p:nvPr>
            <p:ph sz="quarter" idx="4294967295"/>
          </p:nvPr>
        </p:nvGraphicFramePr>
        <p:xfrm>
          <a:off x="1752600" y="4756150"/>
          <a:ext cx="5872163" cy="1354138"/>
        </p:xfrm>
        <a:graphic>
          <a:graphicData uri="http://schemas.openxmlformats.org/presentationml/2006/ole">
            <mc:AlternateContent xmlns:mc="http://schemas.openxmlformats.org/markup-compatibility/2006">
              <mc:Choice xmlns:v="urn:schemas-microsoft-com:vml" Requires="v">
                <p:oleObj spid="_x0000_s76953" name="Equation" r:id="rId3" imgW="2260600" imgH="685800" progId="Equation.3">
                  <p:embed/>
                </p:oleObj>
              </mc:Choice>
              <mc:Fallback>
                <p:oleObj name="Equation" r:id="rId3" imgW="2260600" imgH="685800" progId="Equation.3">
                  <p:embed/>
                  <p:pic>
                    <p:nvPicPr>
                      <p:cNvPr id="0" name="Object 2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756150"/>
                        <a:ext cx="5872163" cy="1354138"/>
                      </a:xfrm>
                      <a:prstGeom prst="rect">
                        <a:avLst/>
                      </a:prstGeom>
                      <a:solidFill>
                        <a:schemeClr val="bg1"/>
                      </a:solidFill>
                      <a:ln w="9525">
                        <a:solidFill>
                          <a:schemeClr val="bg2"/>
                        </a:solidFill>
                        <a:miter lim="800000"/>
                        <a:headEnd/>
                        <a:tailEnd/>
                      </a:ln>
                      <a:effectLst>
                        <a:outerShdw dist="35921" dir="2700000" algn="ctr" rotWithShape="0">
                          <a:schemeClr val="bg2"/>
                        </a:outerShdw>
                      </a:effectLst>
                    </p:spPr>
                  </p:pic>
                </p:oleObj>
              </mc:Fallback>
            </mc:AlternateContent>
          </a:graphicData>
        </a:graphic>
      </p:graphicFrame>
    </p:spTree>
    <p:custDataLst>
      <p:tags r:id="rId5"/>
    </p:custDataLst>
  </p:cSld>
  <p:clrMapOvr>
    <a:masterClrMapping/>
  </p:clrMapOvr>
  <p:transition advTm="9099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18114">
                                            <p:bg/>
                                          </p:spTgt>
                                        </p:tgtEl>
                                        <p:attrNameLst>
                                          <p:attrName>style.visibility</p:attrName>
                                        </p:attrNameLst>
                                      </p:cBhvr>
                                      <p:to>
                                        <p:strVal val="visible"/>
                                      </p:to>
                                    </p:set>
                                    <p:anim calcmode="lin" valueType="num">
                                      <p:cBhvr>
                                        <p:cTn id="7" dur="1000" fill="hold"/>
                                        <p:tgtEl>
                                          <p:spTgt spid="218114">
                                            <p:bg/>
                                          </p:spTgt>
                                        </p:tgtEl>
                                        <p:attrNameLst>
                                          <p:attrName>ppt_w</p:attrName>
                                        </p:attrNameLst>
                                      </p:cBhvr>
                                      <p:tavLst>
                                        <p:tav tm="0">
                                          <p:val>
                                            <p:strVal val="#ppt_w*0.70"/>
                                          </p:val>
                                        </p:tav>
                                        <p:tav tm="100000">
                                          <p:val>
                                            <p:strVal val="#ppt_w"/>
                                          </p:val>
                                        </p:tav>
                                      </p:tavLst>
                                    </p:anim>
                                    <p:anim calcmode="lin" valueType="num">
                                      <p:cBhvr>
                                        <p:cTn id="8" dur="1000" fill="hold"/>
                                        <p:tgtEl>
                                          <p:spTgt spid="218114">
                                            <p:bg/>
                                          </p:spTgt>
                                        </p:tgtEl>
                                        <p:attrNameLst>
                                          <p:attrName>ppt_h</p:attrName>
                                        </p:attrNameLst>
                                      </p:cBhvr>
                                      <p:tavLst>
                                        <p:tav tm="0">
                                          <p:val>
                                            <p:strVal val="#ppt_h"/>
                                          </p:val>
                                        </p:tav>
                                        <p:tav tm="100000">
                                          <p:val>
                                            <p:strVal val="#ppt_h"/>
                                          </p:val>
                                        </p:tav>
                                      </p:tavLst>
                                    </p:anim>
                                    <p:animEffect transition="in" filter="fade">
                                      <p:cBhvr>
                                        <p:cTn id="9" dur="1000"/>
                                        <p:tgtEl>
                                          <p:spTgt spid="218114">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18114">
                                            <p:txEl>
                                              <p:pRg st="0" end="0"/>
                                            </p:txEl>
                                          </p:spTgt>
                                        </p:tgtEl>
                                        <p:attrNameLst>
                                          <p:attrName>style.visibility</p:attrName>
                                        </p:attrNameLst>
                                      </p:cBhvr>
                                      <p:to>
                                        <p:strVal val="visible"/>
                                      </p:to>
                                    </p:set>
                                    <p:anim calcmode="lin" valueType="num">
                                      <p:cBhvr>
                                        <p:cTn id="12" dur="1000" fill="hold"/>
                                        <p:tgtEl>
                                          <p:spTgt spid="218114">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218114">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21811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218115"/>
                                        </p:tgtEl>
                                        <p:attrNameLst>
                                          <p:attrName>style.visibility</p:attrName>
                                        </p:attrNameLst>
                                      </p:cBhvr>
                                      <p:to>
                                        <p:strVal val="visible"/>
                                      </p:to>
                                    </p:set>
                                    <p:anim calcmode="lin" valueType="num">
                                      <p:cBhvr>
                                        <p:cTn id="19" dur="1000" fill="hold"/>
                                        <p:tgtEl>
                                          <p:spTgt spid="218115"/>
                                        </p:tgtEl>
                                        <p:attrNameLst>
                                          <p:attrName>ppt_w</p:attrName>
                                        </p:attrNameLst>
                                      </p:cBhvr>
                                      <p:tavLst>
                                        <p:tav tm="0">
                                          <p:val>
                                            <p:strVal val="#ppt_w*0.70"/>
                                          </p:val>
                                        </p:tav>
                                        <p:tav tm="100000">
                                          <p:val>
                                            <p:strVal val="#ppt_w"/>
                                          </p:val>
                                        </p:tav>
                                      </p:tavLst>
                                    </p:anim>
                                    <p:anim calcmode="lin" valueType="num">
                                      <p:cBhvr>
                                        <p:cTn id="20" dur="1000" fill="hold"/>
                                        <p:tgtEl>
                                          <p:spTgt spid="218115"/>
                                        </p:tgtEl>
                                        <p:attrNameLst>
                                          <p:attrName>ppt_h</p:attrName>
                                        </p:attrNameLst>
                                      </p:cBhvr>
                                      <p:tavLst>
                                        <p:tav tm="0">
                                          <p:val>
                                            <p:strVal val="#ppt_h"/>
                                          </p:val>
                                        </p:tav>
                                        <p:tav tm="100000">
                                          <p:val>
                                            <p:strVal val="#ppt_h"/>
                                          </p:val>
                                        </p:tav>
                                      </p:tavLst>
                                    </p:anim>
                                    <p:animEffect transition="in" filter="fade">
                                      <p:cBhvr>
                                        <p:cTn id="21" dur="1000"/>
                                        <p:tgtEl>
                                          <p:spTgt spid="218115"/>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218132"/>
                                        </p:tgtEl>
                                        <p:attrNameLst>
                                          <p:attrName>style.visibility</p:attrName>
                                        </p:attrNameLst>
                                      </p:cBhvr>
                                      <p:to>
                                        <p:strVal val="visible"/>
                                      </p:to>
                                    </p:set>
                                    <p:anim calcmode="lin" valueType="num">
                                      <p:cBhvr>
                                        <p:cTn id="26" dur="1000" fill="hold"/>
                                        <p:tgtEl>
                                          <p:spTgt spid="218132"/>
                                        </p:tgtEl>
                                        <p:attrNameLst>
                                          <p:attrName>ppt_w</p:attrName>
                                        </p:attrNameLst>
                                      </p:cBhvr>
                                      <p:tavLst>
                                        <p:tav tm="0">
                                          <p:val>
                                            <p:strVal val="#ppt_w*0.70"/>
                                          </p:val>
                                        </p:tav>
                                        <p:tav tm="100000">
                                          <p:val>
                                            <p:strVal val="#ppt_w"/>
                                          </p:val>
                                        </p:tav>
                                      </p:tavLst>
                                    </p:anim>
                                    <p:anim calcmode="lin" valueType="num">
                                      <p:cBhvr>
                                        <p:cTn id="27" dur="1000" fill="hold"/>
                                        <p:tgtEl>
                                          <p:spTgt spid="218132"/>
                                        </p:tgtEl>
                                        <p:attrNameLst>
                                          <p:attrName>ppt_h</p:attrName>
                                        </p:attrNameLst>
                                      </p:cBhvr>
                                      <p:tavLst>
                                        <p:tav tm="0">
                                          <p:val>
                                            <p:strVal val="#ppt_h"/>
                                          </p:val>
                                        </p:tav>
                                        <p:tav tm="100000">
                                          <p:val>
                                            <p:strVal val="#ppt_h"/>
                                          </p:val>
                                        </p:tav>
                                      </p:tavLst>
                                    </p:anim>
                                    <p:animEffect transition="in" filter="fade">
                                      <p:cBhvr>
                                        <p:cTn id="28" dur="1000"/>
                                        <p:tgtEl>
                                          <p:spTgt spid="218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animBg="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264D2F0B-D0EA-4F5E-A1C9-21F148F6E472}" type="datetime1">
              <a:rPr lang="zh-CN" altLang="en-US"/>
            </a:fld>
            <a:endParaRPr lang="zh-CN" altLang="en-US"/>
          </a:p>
        </p:txBody>
      </p:sp>
      <p:sp>
        <p:nvSpPr>
          <p:cNvPr id="77827" name="Rectangle 2"/>
          <p:cNvSpPr>
            <a:spLocks noGrp="1" noChangeArrowheads="1"/>
          </p:cNvSpPr>
          <p:nvPr>
            <p:ph type="title" idx="4294967295"/>
          </p:nvPr>
        </p:nvSpPr>
        <p:spPr>
          <a:xfrm>
            <a:off x="1042988" y="188913"/>
            <a:ext cx="2808287" cy="649287"/>
          </a:xfrm>
          <a:solidFill>
            <a:schemeClr val="bg1"/>
          </a:solidFill>
          <a:effectLst>
            <a:outerShdw dist="35921" dir="2700000" algn="ctr" rotWithShape="0">
              <a:srgbClr val="808080"/>
            </a:outerShdw>
          </a:effectLst>
        </p:spPr>
        <p:txBody>
          <a:bodyPr/>
          <a:lstStyle/>
          <a:p>
            <a:r>
              <a:rPr lang="zh-CN" altLang="en-US" sz="3400" b="1">
                <a:solidFill>
                  <a:schemeClr val="tx1"/>
                </a:solidFill>
              </a:rPr>
              <a:t>奇谐函数 </a:t>
            </a:r>
            <a:endParaRPr lang="zh-CN" altLang="en-US" sz="3400" b="1">
              <a:solidFill>
                <a:schemeClr val="tx1"/>
              </a:solidFill>
            </a:endParaRPr>
          </a:p>
        </p:txBody>
      </p:sp>
      <p:graphicFrame>
        <p:nvGraphicFramePr>
          <p:cNvPr id="77828" name="Object 3"/>
          <p:cNvGraphicFramePr>
            <a:graphicFrameLocks noGrp="1" noChangeAspect="1"/>
          </p:cNvGraphicFramePr>
          <p:nvPr>
            <p:ph type="body" idx="4294967295"/>
          </p:nvPr>
        </p:nvGraphicFramePr>
        <p:xfrm>
          <a:off x="4211638" y="115888"/>
          <a:ext cx="3384550" cy="865187"/>
        </p:xfrm>
        <a:graphic>
          <a:graphicData uri="http://schemas.openxmlformats.org/presentationml/2006/ole">
            <mc:AlternateContent xmlns:mc="http://schemas.openxmlformats.org/markup-compatibility/2006">
              <mc:Choice xmlns:v="urn:schemas-microsoft-com:vml" Requires="v">
                <p:oleObj spid="_x0000_s78091" name="公式" r:id="rId1" imgW="1409700" imgH="469900" progId="Equation.3">
                  <p:embed/>
                </p:oleObj>
              </mc:Choice>
              <mc:Fallback>
                <p:oleObj name="公式" r:id="rId1" imgW="1409700" imgH="4699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638" y="115888"/>
                        <a:ext cx="3384550" cy="865187"/>
                      </a:xfrm>
                      <a:prstGeom prst="rect">
                        <a:avLst/>
                      </a:prstGeom>
                      <a:noFill/>
                      <a:ln>
                        <a:noFill/>
                      </a:ln>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9140" name="Rectangle 4"/>
          <p:cNvSpPr>
            <a:spLocks noChangeArrowheads="1"/>
          </p:cNvSpPr>
          <p:nvPr/>
        </p:nvSpPr>
        <p:spPr bwMode="auto">
          <a:xfrm>
            <a:off x="874713" y="1049338"/>
            <a:ext cx="5567362" cy="738187"/>
          </a:xfrm>
          <a:prstGeom prst="rect">
            <a:avLst/>
          </a:prstGeom>
          <a:solidFill>
            <a:srgbClr val="FFFF99"/>
          </a:solidFill>
          <a:ln w="9525">
            <a:solidFill>
              <a:srgbClr val="FF0000"/>
            </a:solidFill>
            <a:miter lim="800000"/>
          </a:ln>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ct val="50000"/>
              </a:spcBef>
              <a:buClrTx/>
              <a:buFontTx/>
              <a:buNone/>
            </a:pPr>
            <a:r>
              <a:rPr kumimoji="1" lang="zh-CN" altLang="en-US" sz="2800" b="1">
                <a:solidFill>
                  <a:srgbClr val="FF0000"/>
                </a:solidFill>
                <a:latin typeface="华文新魏" panose="02010800040101010101" pitchFamily="2" charset="-122"/>
                <a:ea typeface="华文新魏" panose="02010800040101010101" pitchFamily="2" charset="-122"/>
              </a:rPr>
              <a:t>波形移动</a:t>
            </a:r>
            <a:r>
              <a:rPr kumimoji="1" lang="zh-CN" altLang="en-US" sz="2800" b="1">
                <a:solidFill>
                  <a:srgbClr val="FF0000"/>
                </a:solidFill>
                <a:latin typeface="华文新魏" panose="02010800040101010101" pitchFamily="2" charset="-122"/>
                <a:ea typeface="华文新魏" panose="02010800040101010101" pitchFamily="2" charset="-122"/>
                <a:sym typeface="Symbol" panose="05050102010706020507" pitchFamily="18" charset="2"/>
              </a:rPr>
              <a:t></a:t>
            </a:r>
            <a:r>
              <a:rPr kumimoji="1" lang="en-US" altLang="zh-CN" sz="2800" b="1">
                <a:solidFill>
                  <a:srgbClr val="FF0000"/>
                </a:solidFill>
                <a:latin typeface="Times New Roman" panose="02020603050405020304" pitchFamily="18" charset="0"/>
                <a:ea typeface="华文新魏" panose="02010800040101010101" pitchFamily="2" charset="-122"/>
                <a:sym typeface="Symbol" panose="05050102010706020507" pitchFamily="18" charset="2"/>
              </a:rPr>
              <a:t>T/2</a:t>
            </a:r>
            <a:r>
              <a:rPr kumimoji="1" lang="zh-CN" altLang="en-US" sz="2800" b="1">
                <a:solidFill>
                  <a:srgbClr val="FF0000"/>
                </a:solidFill>
                <a:latin typeface="华文新魏" panose="02010800040101010101" pitchFamily="2" charset="-122"/>
                <a:ea typeface="华文新魏" panose="02010800040101010101" pitchFamily="2" charset="-122"/>
              </a:rPr>
              <a:t>，与原波形</a:t>
            </a:r>
            <a:r>
              <a:rPr kumimoji="1" lang="zh-CN" altLang="en-US" sz="2800" b="1">
                <a:solidFill>
                  <a:srgbClr val="0000FF"/>
                </a:solidFill>
                <a:latin typeface="华文新魏" panose="02010800040101010101" pitchFamily="2" charset="-122"/>
                <a:ea typeface="华文新魏" panose="02010800040101010101" pitchFamily="2" charset="-122"/>
              </a:rPr>
              <a:t>横轴</a:t>
            </a:r>
            <a:r>
              <a:rPr kumimoji="1" lang="zh-CN" altLang="en-US" sz="2800" b="1">
                <a:solidFill>
                  <a:srgbClr val="FF0000"/>
                </a:solidFill>
                <a:latin typeface="华文新魏" panose="02010800040101010101" pitchFamily="2" charset="-122"/>
                <a:ea typeface="华文新魏" panose="02010800040101010101" pitchFamily="2" charset="-122"/>
              </a:rPr>
              <a:t>对称</a:t>
            </a:r>
            <a:endParaRPr kumimoji="1" lang="zh-CN" altLang="en-US" sz="2800" b="1">
              <a:solidFill>
                <a:srgbClr val="FF0000"/>
              </a:solidFill>
              <a:latin typeface="华文新魏" panose="02010800040101010101" pitchFamily="2" charset="-122"/>
              <a:ea typeface="华文新魏" panose="02010800040101010101" pitchFamily="2" charset="-122"/>
            </a:endParaRPr>
          </a:p>
        </p:txBody>
      </p:sp>
      <p:graphicFrame>
        <p:nvGraphicFramePr>
          <p:cNvPr id="219141" name="Object 5"/>
          <p:cNvGraphicFramePr>
            <a:graphicFrameLocks noChangeAspect="1"/>
          </p:cNvGraphicFramePr>
          <p:nvPr/>
        </p:nvGraphicFramePr>
        <p:xfrm>
          <a:off x="963613" y="3984625"/>
          <a:ext cx="3889375" cy="1009650"/>
        </p:xfrm>
        <a:graphic>
          <a:graphicData uri="http://schemas.openxmlformats.org/presentationml/2006/ole">
            <mc:AlternateContent xmlns:mc="http://schemas.openxmlformats.org/markup-compatibility/2006">
              <mc:Choice xmlns:v="urn:schemas-microsoft-com:vml" Requires="v">
                <p:oleObj spid="_x0000_s78092" name="公式" r:id="rId3" imgW="1511300" imgH="457200" progId="Equation.3">
                  <p:embed/>
                </p:oleObj>
              </mc:Choice>
              <mc:Fallback>
                <p:oleObj name="公式" r:id="rId3" imgW="1511300" imgH="457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3613" y="3984625"/>
                        <a:ext cx="3889375" cy="10096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142" name="Object 6"/>
          <p:cNvGraphicFramePr>
            <a:graphicFrameLocks noChangeAspect="1"/>
          </p:cNvGraphicFramePr>
          <p:nvPr/>
        </p:nvGraphicFramePr>
        <p:xfrm>
          <a:off x="887413" y="5322888"/>
          <a:ext cx="4032250" cy="1008062"/>
        </p:xfrm>
        <a:graphic>
          <a:graphicData uri="http://schemas.openxmlformats.org/presentationml/2006/ole">
            <mc:AlternateContent xmlns:mc="http://schemas.openxmlformats.org/markup-compatibility/2006">
              <mc:Choice xmlns:v="urn:schemas-microsoft-com:vml" Requires="v">
                <p:oleObj spid="_x0000_s78093" name="公式" r:id="rId5" imgW="1473200" imgH="457200" progId="Equation.3">
                  <p:embed/>
                </p:oleObj>
              </mc:Choice>
              <mc:Fallback>
                <p:oleObj name="公式" r:id="rId5" imgW="1473200" imgH="457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7413" y="5322888"/>
                        <a:ext cx="4032250" cy="1008062"/>
                      </a:xfrm>
                      <a:prstGeom prst="rect">
                        <a:avLst/>
                      </a:prstGeom>
                      <a:noFill/>
                      <a:ln w="2857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9143" name="Object 7"/>
          <p:cNvGraphicFramePr>
            <a:graphicFrameLocks noChangeAspect="1"/>
          </p:cNvGraphicFramePr>
          <p:nvPr/>
        </p:nvGraphicFramePr>
        <p:xfrm>
          <a:off x="5529263" y="4779963"/>
          <a:ext cx="2357437" cy="604837"/>
        </p:xfrm>
        <a:graphic>
          <a:graphicData uri="http://schemas.openxmlformats.org/presentationml/2006/ole">
            <mc:AlternateContent xmlns:mc="http://schemas.openxmlformats.org/markup-compatibility/2006">
              <mc:Choice xmlns:v="urn:schemas-microsoft-com:vml" Requires="v">
                <p:oleObj spid="_x0000_s78094" name="文档" r:id="rId7" imgW="1974850" imgH="501015" progId="Word.Document.8">
                  <p:embed/>
                </p:oleObj>
              </mc:Choice>
              <mc:Fallback>
                <p:oleObj name="文档" r:id="rId7" imgW="1974850" imgH="501015" progId="Word.Document.8">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9263" y="4779963"/>
                        <a:ext cx="2357437" cy="604837"/>
                      </a:xfrm>
                      <a:prstGeom prst="rect">
                        <a:avLst/>
                      </a:prstGeom>
                      <a:noFill/>
                      <a:ln w="28575">
                        <a:solidFill>
                          <a:srgbClr val="99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19144"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550" y="1844675"/>
            <a:ext cx="390525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5" name="Rectangle 9"/>
          <p:cNvSpPr>
            <a:spLocks noChangeArrowheads="1"/>
          </p:cNvSpPr>
          <p:nvPr/>
        </p:nvSpPr>
        <p:spPr bwMode="auto">
          <a:xfrm>
            <a:off x="5076825" y="2276475"/>
            <a:ext cx="3816350" cy="1511300"/>
          </a:xfrm>
          <a:prstGeom prst="rect">
            <a:avLst/>
          </a:prstGeom>
          <a:noFill/>
          <a:ln w="28575">
            <a:solidFill>
              <a:srgbClr val="9900FF"/>
            </a:solidFill>
            <a:miter lim="800000"/>
          </a:ln>
          <a:extLst>
            <a:ext uri="{909E8E84-426E-40DD-AFC4-6F175D3DCCD1}">
              <a14:hiddenFill xmlns:a14="http://schemas.microsoft.com/office/drawing/2010/main">
                <a:solidFill>
                  <a:srgbClr val="FFFFFF"/>
                </a:solidFill>
              </a14:hiddenFill>
            </a:ext>
          </a:extLst>
        </p:spPr>
        <p:txBody>
          <a:bodyPr/>
          <a:lstStyle>
            <a:lvl1pPr marL="88900" indent="-88900">
              <a:spcBef>
                <a:spcPct val="20000"/>
              </a:spcBef>
              <a:buClr>
                <a:schemeClr val="accent2"/>
              </a:buClr>
              <a:buFont typeface="Wingdings" panose="05000000000000000000" pitchFamily="2" charset="2"/>
              <a:buChar char="o"/>
              <a:tabLst>
                <a:tab pos="88900" algn="l"/>
              </a:tabLst>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tabLst>
                <a:tab pos="88900" algn="l"/>
              </a:tabLst>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tabLst>
                <a:tab pos="88900" algn="l"/>
              </a:tabLst>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tabLst>
                <a:tab pos="88900" algn="l"/>
              </a:tabLst>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tabLst>
                <a:tab pos="88900" algn="l"/>
              </a:tabLst>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tabLst>
                <a:tab pos="88900" algn="l"/>
              </a:tabLst>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tabLst>
                <a:tab pos="88900" algn="l"/>
              </a:tabLst>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tabLst>
                <a:tab pos="88900" algn="l"/>
              </a:tabLst>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tabLst>
                <a:tab pos="88900" algn="l"/>
              </a:tabLst>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sz="2100" b="1"/>
              <a:t>   傅立叶级数展开式不包含直流分量和偶次谐波，只包含</a:t>
            </a:r>
            <a:r>
              <a:rPr lang="zh-CN" altLang="en-US" sz="2100" b="1">
                <a:solidFill>
                  <a:srgbClr val="6600CC"/>
                </a:solidFill>
              </a:rPr>
              <a:t>奇次谐波</a:t>
            </a:r>
            <a:r>
              <a:rPr lang="zh-CN" altLang="en-US" sz="2100" b="1"/>
              <a:t>。</a:t>
            </a:r>
            <a:endParaRPr lang="zh-CN" altLang="en-US" sz="2100" b="1"/>
          </a:p>
        </p:txBody>
      </p:sp>
    </p:spTree>
    <p:custDataLst>
      <p:tags r:id="rId10"/>
    </p:custDataLst>
  </p:cSld>
  <p:clrMapOvr>
    <a:masterClrMapping/>
  </p:clrMapOvr>
  <p:transition advTm="4668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19140"/>
                                        </p:tgtEl>
                                        <p:attrNameLst>
                                          <p:attrName>style.visibility</p:attrName>
                                        </p:attrNameLst>
                                      </p:cBhvr>
                                      <p:to>
                                        <p:strVal val="visible"/>
                                      </p:to>
                                    </p:set>
                                    <p:anim calcmode="lin" valueType="num">
                                      <p:cBhvr>
                                        <p:cTn id="7" dur="1000" fill="hold"/>
                                        <p:tgtEl>
                                          <p:spTgt spid="219140"/>
                                        </p:tgtEl>
                                        <p:attrNameLst>
                                          <p:attrName>ppt_w</p:attrName>
                                        </p:attrNameLst>
                                      </p:cBhvr>
                                      <p:tavLst>
                                        <p:tav tm="0">
                                          <p:val>
                                            <p:strVal val="#ppt_w*0.70"/>
                                          </p:val>
                                        </p:tav>
                                        <p:tav tm="100000">
                                          <p:val>
                                            <p:strVal val="#ppt_w"/>
                                          </p:val>
                                        </p:tav>
                                      </p:tavLst>
                                    </p:anim>
                                    <p:anim calcmode="lin" valueType="num">
                                      <p:cBhvr>
                                        <p:cTn id="8" dur="1000" fill="hold"/>
                                        <p:tgtEl>
                                          <p:spTgt spid="219140"/>
                                        </p:tgtEl>
                                        <p:attrNameLst>
                                          <p:attrName>ppt_h</p:attrName>
                                        </p:attrNameLst>
                                      </p:cBhvr>
                                      <p:tavLst>
                                        <p:tav tm="0">
                                          <p:val>
                                            <p:strVal val="#ppt_h"/>
                                          </p:val>
                                        </p:tav>
                                        <p:tav tm="100000">
                                          <p:val>
                                            <p:strVal val="#ppt_h"/>
                                          </p:val>
                                        </p:tav>
                                      </p:tavLst>
                                    </p:anim>
                                    <p:animEffect transition="in" filter="fade">
                                      <p:cBhvr>
                                        <p:cTn id="9" dur="1000"/>
                                        <p:tgtEl>
                                          <p:spTgt spid="219140"/>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19144"/>
                                        </p:tgtEl>
                                        <p:attrNameLst>
                                          <p:attrName>style.visibility</p:attrName>
                                        </p:attrNameLst>
                                      </p:cBhvr>
                                      <p:to>
                                        <p:strVal val="visible"/>
                                      </p:to>
                                    </p:set>
                                    <p:anim calcmode="lin" valueType="num">
                                      <p:cBhvr>
                                        <p:cTn id="13" dur="1000" fill="hold"/>
                                        <p:tgtEl>
                                          <p:spTgt spid="219144"/>
                                        </p:tgtEl>
                                        <p:attrNameLst>
                                          <p:attrName>ppt_w</p:attrName>
                                        </p:attrNameLst>
                                      </p:cBhvr>
                                      <p:tavLst>
                                        <p:tav tm="0">
                                          <p:val>
                                            <p:strVal val="#ppt_w*0.70"/>
                                          </p:val>
                                        </p:tav>
                                        <p:tav tm="100000">
                                          <p:val>
                                            <p:strVal val="#ppt_w"/>
                                          </p:val>
                                        </p:tav>
                                      </p:tavLst>
                                    </p:anim>
                                    <p:anim calcmode="lin" valueType="num">
                                      <p:cBhvr>
                                        <p:cTn id="14" dur="1000" fill="hold"/>
                                        <p:tgtEl>
                                          <p:spTgt spid="219144"/>
                                        </p:tgtEl>
                                        <p:attrNameLst>
                                          <p:attrName>ppt_h</p:attrName>
                                        </p:attrNameLst>
                                      </p:cBhvr>
                                      <p:tavLst>
                                        <p:tav tm="0">
                                          <p:val>
                                            <p:strVal val="#ppt_h"/>
                                          </p:val>
                                        </p:tav>
                                        <p:tav tm="100000">
                                          <p:val>
                                            <p:strVal val="#ppt_h"/>
                                          </p:val>
                                        </p:tav>
                                      </p:tavLst>
                                    </p:anim>
                                    <p:animEffect transition="in" filter="fade">
                                      <p:cBhvr>
                                        <p:cTn id="15" dur="1000"/>
                                        <p:tgtEl>
                                          <p:spTgt spid="219144"/>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219145"/>
                                        </p:tgtEl>
                                        <p:attrNameLst>
                                          <p:attrName>style.visibility</p:attrName>
                                        </p:attrNameLst>
                                      </p:cBhvr>
                                      <p:to>
                                        <p:strVal val="visible"/>
                                      </p:to>
                                    </p:set>
                                    <p:animEffect transition="in" filter="randombar(horizontal)">
                                      <p:cBhvr>
                                        <p:cTn id="20" dur="500"/>
                                        <p:tgtEl>
                                          <p:spTgt spid="219145"/>
                                        </p:tgtEl>
                                      </p:cBhvr>
                                    </p:animEffect>
                                  </p:childTnLst>
                                </p:cTn>
                              </p:par>
                              <p:par>
                                <p:cTn id="21" presetID="55" presetClass="entr" presetSubtype="0" fill="hold" nodeType="withEffect">
                                  <p:stCondLst>
                                    <p:cond delay="0"/>
                                  </p:stCondLst>
                                  <p:childTnLst>
                                    <p:set>
                                      <p:cBhvr>
                                        <p:cTn id="22" dur="1" fill="hold">
                                          <p:stCondLst>
                                            <p:cond delay="0"/>
                                          </p:stCondLst>
                                        </p:cTn>
                                        <p:tgtEl>
                                          <p:spTgt spid="219141"/>
                                        </p:tgtEl>
                                        <p:attrNameLst>
                                          <p:attrName>style.visibility</p:attrName>
                                        </p:attrNameLst>
                                      </p:cBhvr>
                                      <p:to>
                                        <p:strVal val="visible"/>
                                      </p:to>
                                    </p:set>
                                    <p:anim calcmode="lin" valueType="num">
                                      <p:cBhvr>
                                        <p:cTn id="23" dur="1000" fill="hold"/>
                                        <p:tgtEl>
                                          <p:spTgt spid="219141"/>
                                        </p:tgtEl>
                                        <p:attrNameLst>
                                          <p:attrName>ppt_w</p:attrName>
                                        </p:attrNameLst>
                                      </p:cBhvr>
                                      <p:tavLst>
                                        <p:tav tm="0">
                                          <p:val>
                                            <p:strVal val="#ppt_w*0.70"/>
                                          </p:val>
                                        </p:tav>
                                        <p:tav tm="100000">
                                          <p:val>
                                            <p:strVal val="#ppt_w"/>
                                          </p:val>
                                        </p:tav>
                                      </p:tavLst>
                                    </p:anim>
                                    <p:anim calcmode="lin" valueType="num">
                                      <p:cBhvr>
                                        <p:cTn id="24" dur="1000" fill="hold"/>
                                        <p:tgtEl>
                                          <p:spTgt spid="219141"/>
                                        </p:tgtEl>
                                        <p:attrNameLst>
                                          <p:attrName>ppt_h</p:attrName>
                                        </p:attrNameLst>
                                      </p:cBhvr>
                                      <p:tavLst>
                                        <p:tav tm="0">
                                          <p:val>
                                            <p:strVal val="#ppt_h"/>
                                          </p:val>
                                        </p:tav>
                                        <p:tav tm="100000">
                                          <p:val>
                                            <p:strVal val="#ppt_h"/>
                                          </p:val>
                                        </p:tav>
                                      </p:tavLst>
                                    </p:anim>
                                    <p:animEffect transition="in" filter="fade">
                                      <p:cBhvr>
                                        <p:cTn id="25" dur="1000"/>
                                        <p:tgtEl>
                                          <p:spTgt spid="219141"/>
                                        </p:tgtEl>
                                      </p:cBhvr>
                                    </p:animEffect>
                                  </p:childTnLst>
                                </p:cTn>
                              </p:par>
                              <p:par>
                                <p:cTn id="26" presetID="55" presetClass="entr" presetSubtype="0" fill="hold" nodeType="withEffect">
                                  <p:stCondLst>
                                    <p:cond delay="0"/>
                                  </p:stCondLst>
                                  <p:childTnLst>
                                    <p:set>
                                      <p:cBhvr>
                                        <p:cTn id="27" dur="1" fill="hold">
                                          <p:stCondLst>
                                            <p:cond delay="0"/>
                                          </p:stCondLst>
                                        </p:cTn>
                                        <p:tgtEl>
                                          <p:spTgt spid="219142"/>
                                        </p:tgtEl>
                                        <p:attrNameLst>
                                          <p:attrName>style.visibility</p:attrName>
                                        </p:attrNameLst>
                                      </p:cBhvr>
                                      <p:to>
                                        <p:strVal val="visible"/>
                                      </p:to>
                                    </p:set>
                                    <p:anim calcmode="lin" valueType="num">
                                      <p:cBhvr>
                                        <p:cTn id="28" dur="1000" fill="hold"/>
                                        <p:tgtEl>
                                          <p:spTgt spid="219142"/>
                                        </p:tgtEl>
                                        <p:attrNameLst>
                                          <p:attrName>ppt_w</p:attrName>
                                        </p:attrNameLst>
                                      </p:cBhvr>
                                      <p:tavLst>
                                        <p:tav tm="0">
                                          <p:val>
                                            <p:strVal val="#ppt_w*0.70"/>
                                          </p:val>
                                        </p:tav>
                                        <p:tav tm="100000">
                                          <p:val>
                                            <p:strVal val="#ppt_w"/>
                                          </p:val>
                                        </p:tav>
                                      </p:tavLst>
                                    </p:anim>
                                    <p:anim calcmode="lin" valueType="num">
                                      <p:cBhvr>
                                        <p:cTn id="29" dur="1000" fill="hold"/>
                                        <p:tgtEl>
                                          <p:spTgt spid="219142"/>
                                        </p:tgtEl>
                                        <p:attrNameLst>
                                          <p:attrName>ppt_h</p:attrName>
                                        </p:attrNameLst>
                                      </p:cBhvr>
                                      <p:tavLst>
                                        <p:tav tm="0">
                                          <p:val>
                                            <p:strVal val="#ppt_h"/>
                                          </p:val>
                                        </p:tav>
                                        <p:tav tm="100000">
                                          <p:val>
                                            <p:strVal val="#ppt_h"/>
                                          </p:val>
                                        </p:tav>
                                      </p:tavLst>
                                    </p:anim>
                                    <p:animEffect transition="in" filter="fade">
                                      <p:cBhvr>
                                        <p:cTn id="30" dur="1000"/>
                                        <p:tgtEl>
                                          <p:spTgt spid="219142"/>
                                        </p:tgtEl>
                                      </p:cBhvr>
                                    </p:animEffect>
                                  </p:childTnLst>
                                </p:cTn>
                              </p:par>
                              <p:par>
                                <p:cTn id="31" presetID="55" presetClass="entr" presetSubtype="0" fill="hold" nodeType="withEffect">
                                  <p:stCondLst>
                                    <p:cond delay="0"/>
                                  </p:stCondLst>
                                  <p:childTnLst>
                                    <p:set>
                                      <p:cBhvr>
                                        <p:cTn id="32" dur="1" fill="hold">
                                          <p:stCondLst>
                                            <p:cond delay="0"/>
                                          </p:stCondLst>
                                        </p:cTn>
                                        <p:tgtEl>
                                          <p:spTgt spid="219143"/>
                                        </p:tgtEl>
                                        <p:attrNameLst>
                                          <p:attrName>style.visibility</p:attrName>
                                        </p:attrNameLst>
                                      </p:cBhvr>
                                      <p:to>
                                        <p:strVal val="visible"/>
                                      </p:to>
                                    </p:set>
                                    <p:anim calcmode="lin" valueType="num">
                                      <p:cBhvr>
                                        <p:cTn id="33" dur="1000" fill="hold"/>
                                        <p:tgtEl>
                                          <p:spTgt spid="219143"/>
                                        </p:tgtEl>
                                        <p:attrNameLst>
                                          <p:attrName>ppt_w</p:attrName>
                                        </p:attrNameLst>
                                      </p:cBhvr>
                                      <p:tavLst>
                                        <p:tav tm="0">
                                          <p:val>
                                            <p:strVal val="#ppt_w*0.70"/>
                                          </p:val>
                                        </p:tav>
                                        <p:tav tm="100000">
                                          <p:val>
                                            <p:strVal val="#ppt_w"/>
                                          </p:val>
                                        </p:tav>
                                      </p:tavLst>
                                    </p:anim>
                                    <p:anim calcmode="lin" valueType="num">
                                      <p:cBhvr>
                                        <p:cTn id="34" dur="1000" fill="hold"/>
                                        <p:tgtEl>
                                          <p:spTgt spid="219143"/>
                                        </p:tgtEl>
                                        <p:attrNameLst>
                                          <p:attrName>ppt_h</p:attrName>
                                        </p:attrNameLst>
                                      </p:cBhvr>
                                      <p:tavLst>
                                        <p:tav tm="0">
                                          <p:val>
                                            <p:strVal val="#ppt_h"/>
                                          </p:val>
                                        </p:tav>
                                        <p:tav tm="100000">
                                          <p:val>
                                            <p:strVal val="#ppt_h"/>
                                          </p:val>
                                        </p:tav>
                                      </p:tavLst>
                                    </p:anim>
                                    <p:animEffect transition="in" filter="fade">
                                      <p:cBhvr>
                                        <p:cTn id="35" dur="1000"/>
                                        <p:tgtEl>
                                          <p:spTgt spid="219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0" grpId="0" animBg="1"/>
      <p:bldP spid="219145"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日期占位符 3"/>
          <p:cNvSpPr>
            <a:spLocks noGrp="1"/>
          </p:cNvSpPr>
          <p:nvPr>
            <p:ph type="dt" sz="quarter" idx="10"/>
          </p:nvPr>
        </p:nvSpPr>
        <p:spPr/>
        <p:txBody>
          <a:bodyPr/>
          <a:lstStyle/>
          <a:p>
            <a:pPr>
              <a:defRPr/>
            </a:pPr>
            <a:fld id="{FB8C66E1-A05C-43D3-AB37-04A71740B84B}" type="datetime1">
              <a:rPr lang="zh-CN" altLang="en-US"/>
            </a:fld>
            <a:endParaRPr lang="zh-CN" altLang="en-US"/>
          </a:p>
        </p:txBody>
      </p:sp>
      <p:sp>
        <p:nvSpPr>
          <p:cNvPr id="78851" name="Rectangle 2"/>
          <p:cNvSpPr>
            <a:spLocks noGrp="1" noChangeArrowheads="1"/>
          </p:cNvSpPr>
          <p:nvPr>
            <p:ph type="title" idx="4294967295"/>
          </p:nvPr>
        </p:nvSpPr>
        <p:spPr>
          <a:xfrm>
            <a:off x="900113" y="766763"/>
            <a:ext cx="6934200" cy="376237"/>
          </a:xfrm>
          <a:solidFill>
            <a:schemeClr val="bg1"/>
          </a:solidFill>
          <a:effectLst>
            <a:outerShdw dist="35921" dir="2700000" algn="ctr" rotWithShape="0">
              <a:srgbClr val="808080"/>
            </a:outerShdw>
          </a:effectLst>
        </p:spPr>
        <p:txBody>
          <a:bodyPr/>
          <a:lstStyle/>
          <a:p>
            <a:r>
              <a:rPr lang="zh-CN" altLang="en-US" sz="2100" b="1"/>
              <a:t>利用傅立叶级数的对称性判断所含有的频率分量</a:t>
            </a:r>
            <a:endParaRPr lang="zh-CN" altLang="en-US" sz="2100" b="1"/>
          </a:p>
        </p:txBody>
      </p:sp>
      <p:grpSp>
        <p:nvGrpSpPr>
          <p:cNvPr id="78852" name="Group 3"/>
          <p:cNvGrpSpPr/>
          <p:nvPr/>
        </p:nvGrpSpPr>
        <p:grpSpPr bwMode="auto">
          <a:xfrm>
            <a:off x="827088" y="1268413"/>
            <a:ext cx="3810000" cy="2362200"/>
            <a:chOff x="480" y="1207"/>
            <a:chExt cx="2400" cy="1488"/>
          </a:xfrm>
        </p:grpSpPr>
        <p:sp>
          <p:nvSpPr>
            <p:cNvPr id="78878" name="Line 4"/>
            <p:cNvSpPr>
              <a:spLocks noChangeShapeType="1"/>
            </p:cNvSpPr>
            <p:nvPr/>
          </p:nvSpPr>
          <p:spPr bwMode="auto">
            <a:xfrm>
              <a:off x="480" y="1920"/>
              <a:ext cx="2400"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9" name="Line 5"/>
            <p:cNvSpPr>
              <a:spLocks noChangeShapeType="1"/>
            </p:cNvSpPr>
            <p:nvPr/>
          </p:nvSpPr>
          <p:spPr bwMode="auto">
            <a:xfrm flipV="1">
              <a:off x="1565" y="1207"/>
              <a:ext cx="0" cy="1488"/>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0" name="Line 6"/>
            <p:cNvSpPr>
              <a:spLocks noChangeShapeType="1"/>
            </p:cNvSpPr>
            <p:nvPr/>
          </p:nvSpPr>
          <p:spPr bwMode="auto">
            <a:xfrm flipV="1">
              <a:off x="1565" y="1488"/>
              <a:ext cx="547" cy="853"/>
            </a:xfrm>
            <a:prstGeom prst="line">
              <a:avLst/>
            </a:prstGeom>
            <a:noFill/>
            <a:ln w="952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1" name="Line 7"/>
            <p:cNvSpPr>
              <a:spLocks noChangeShapeType="1"/>
            </p:cNvSpPr>
            <p:nvPr/>
          </p:nvSpPr>
          <p:spPr bwMode="auto">
            <a:xfrm>
              <a:off x="2112" y="1488"/>
              <a:ext cx="480" cy="816"/>
            </a:xfrm>
            <a:prstGeom prst="line">
              <a:avLst/>
            </a:prstGeom>
            <a:noFill/>
            <a:ln w="952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2" name="Line 8"/>
            <p:cNvSpPr>
              <a:spLocks noChangeShapeType="1"/>
            </p:cNvSpPr>
            <p:nvPr/>
          </p:nvSpPr>
          <p:spPr bwMode="auto">
            <a:xfrm flipH="1" flipV="1">
              <a:off x="1104" y="1536"/>
              <a:ext cx="464" cy="812"/>
            </a:xfrm>
            <a:prstGeom prst="line">
              <a:avLst/>
            </a:prstGeom>
            <a:noFill/>
            <a:ln w="952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83" name="Line 9"/>
            <p:cNvSpPr>
              <a:spLocks noChangeShapeType="1"/>
            </p:cNvSpPr>
            <p:nvPr/>
          </p:nvSpPr>
          <p:spPr bwMode="auto">
            <a:xfrm flipH="1">
              <a:off x="624" y="1536"/>
              <a:ext cx="480" cy="768"/>
            </a:xfrm>
            <a:prstGeom prst="line">
              <a:avLst/>
            </a:prstGeom>
            <a:noFill/>
            <a:ln w="952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0170" name="Text Box 10"/>
          <p:cNvSpPr txBox="1">
            <a:spLocks noChangeArrowheads="1"/>
          </p:cNvSpPr>
          <p:nvPr/>
        </p:nvSpPr>
        <p:spPr bwMode="auto">
          <a:xfrm>
            <a:off x="4589463" y="1235075"/>
            <a:ext cx="3789362" cy="523875"/>
          </a:xfrm>
          <a:prstGeom prst="rect">
            <a:avLst/>
          </a:prstGeom>
          <a:solidFill>
            <a:srgbClr val="FFFF00"/>
          </a:solidFill>
          <a:ln w="28575">
            <a:solidFill>
              <a:schemeClr val="bg1"/>
            </a:solidFill>
            <a:miter lim="800000"/>
          </a:ln>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800" b="1">
                <a:solidFill>
                  <a:srgbClr val="0000FF"/>
                </a:solidFill>
                <a:latin typeface="Times New Roman" panose="02020603050405020304" pitchFamily="18" charset="0"/>
                <a:ea typeface="宋体" panose="02010600030101010101" pitchFamily="2" charset="-122"/>
              </a:rPr>
              <a:t>周期偶函数，奇谐函数</a:t>
            </a:r>
            <a:endParaRPr kumimoji="1" lang="zh-CN" altLang="en-US" sz="2800" b="1">
              <a:solidFill>
                <a:srgbClr val="0000FF"/>
              </a:solidFill>
              <a:latin typeface="Times New Roman" panose="02020603050405020304" pitchFamily="18" charset="0"/>
              <a:ea typeface="宋体" panose="02010600030101010101" pitchFamily="2" charset="-122"/>
            </a:endParaRPr>
          </a:p>
        </p:txBody>
      </p:sp>
      <p:sp>
        <p:nvSpPr>
          <p:cNvPr id="220171" name="Text Box 11"/>
          <p:cNvSpPr txBox="1">
            <a:spLocks noChangeArrowheads="1"/>
          </p:cNvSpPr>
          <p:nvPr/>
        </p:nvSpPr>
        <p:spPr bwMode="auto">
          <a:xfrm>
            <a:off x="4881563" y="5275263"/>
            <a:ext cx="3429000" cy="974725"/>
          </a:xfrm>
          <a:prstGeom prst="rect">
            <a:avLst/>
          </a:prstGeom>
          <a:solidFill>
            <a:srgbClr val="009999"/>
          </a:solidFill>
          <a:ln w="28575">
            <a:solidFill>
              <a:srgbClr val="FF0000"/>
            </a:solidFill>
            <a:miter lim="800000"/>
          </a:ln>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800" b="1" dirty="0">
                <a:latin typeface="Times New Roman" panose="02020603050405020304" pitchFamily="18" charset="0"/>
                <a:ea typeface="宋体" panose="02010600030101010101" pitchFamily="2" charset="-122"/>
              </a:rPr>
              <a:t>只含基波和奇次谐波的正弦分量</a:t>
            </a:r>
            <a:endParaRPr kumimoji="1" lang="zh-CN" altLang="en-US" sz="2400" b="1" dirty="0">
              <a:latin typeface="Times New Roman" panose="02020603050405020304" pitchFamily="18" charset="0"/>
              <a:ea typeface="宋体" panose="02010600030101010101" pitchFamily="2" charset="-122"/>
            </a:endParaRPr>
          </a:p>
        </p:txBody>
      </p:sp>
      <p:grpSp>
        <p:nvGrpSpPr>
          <p:cNvPr id="78855" name="Group 12"/>
          <p:cNvGrpSpPr/>
          <p:nvPr/>
        </p:nvGrpSpPr>
        <p:grpSpPr bwMode="auto">
          <a:xfrm>
            <a:off x="547688" y="4279900"/>
            <a:ext cx="3886200" cy="1905000"/>
            <a:chOff x="528" y="2928"/>
            <a:chExt cx="2448" cy="1200"/>
          </a:xfrm>
        </p:grpSpPr>
        <p:sp>
          <p:nvSpPr>
            <p:cNvPr id="78867" name="Line 13"/>
            <p:cNvSpPr>
              <a:spLocks noChangeShapeType="1"/>
            </p:cNvSpPr>
            <p:nvPr/>
          </p:nvSpPr>
          <p:spPr bwMode="auto">
            <a:xfrm>
              <a:off x="528" y="3648"/>
              <a:ext cx="244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8" name="Line 14"/>
            <p:cNvSpPr>
              <a:spLocks noChangeShapeType="1"/>
            </p:cNvSpPr>
            <p:nvPr/>
          </p:nvSpPr>
          <p:spPr bwMode="auto">
            <a:xfrm flipV="1">
              <a:off x="1584" y="2928"/>
              <a:ext cx="0" cy="12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9" name="Line 15"/>
            <p:cNvSpPr>
              <a:spLocks noChangeShapeType="1"/>
            </p:cNvSpPr>
            <p:nvPr/>
          </p:nvSpPr>
          <p:spPr bwMode="auto">
            <a:xfrm>
              <a:off x="1573" y="3158"/>
              <a:ext cx="432"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0" name="Line 16"/>
            <p:cNvSpPr>
              <a:spLocks noChangeShapeType="1"/>
            </p:cNvSpPr>
            <p:nvPr/>
          </p:nvSpPr>
          <p:spPr bwMode="auto">
            <a:xfrm>
              <a:off x="1997" y="3158"/>
              <a:ext cx="0" cy="864"/>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1" name="Line 18"/>
            <p:cNvSpPr>
              <a:spLocks noChangeShapeType="1"/>
            </p:cNvSpPr>
            <p:nvPr/>
          </p:nvSpPr>
          <p:spPr bwMode="auto">
            <a:xfrm>
              <a:off x="1200" y="4032"/>
              <a:ext cx="384"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2" name="Line 19"/>
            <p:cNvSpPr>
              <a:spLocks noChangeShapeType="1"/>
            </p:cNvSpPr>
            <p:nvPr/>
          </p:nvSpPr>
          <p:spPr bwMode="auto">
            <a:xfrm flipV="1">
              <a:off x="1200" y="3216"/>
              <a:ext cx="0" cy="816"/>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3" name="Line 20"/>
            <p:cNvSpPr>
              <a:spLocks noChangeShapeType="1"/>
            </p:cNvSpPr>
            <p:nvPr/>
          </p:nvSpPr>
          <p:spPr bwMode="auto">
            <a:xfrm>
              <a:off x="816" y="3216"/>
              <a:ext cx="384"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4" name="Line 21"/>
            <p:cNvSpPr>
              <a:spLocks noChangeShapeType="1"/>
            </p:cNvSpPr>
            <p:nvPr/>
          </p:nvSpPr>
          <p:spPr bwMode="auto">
            <a:xfrm flipV="1">
              <a:off x="2426" y="3158"/>
              <a:ext cx="0" cy="864"/>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5" name="Line 22"/>
            <p:cNvSpPr>
              <a:spLocks noChangeShapeType="1"/>
            </p:cNvSpPr>
            <p:nvPr/>
          </p:nvSpPr>
          <p:spPr bwMode="auto">
            <a:xfrm>
              <a:off x="2448" y="3216"/>
              <a:ext cx="384"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6" name="Line 23"/>
            <p:cNvSpPr>
              <a:spLocks noChangeShapeType="1"/>
            </p:cNvSpPr>
            <p:nvPr/>
          </p:nvSpPr>
          <p:spPr bwMode="auto">
            <a:xfrm>
              <a:off x="816" y="3216"/>
              <a:ext cx="0" cy="624"/>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7" name="Line 24"/>
            <p:cNvSpPr>
              <a:spLocks noChangeShapeType="1"/>
            </p:cNvSpPr>
            <p:nvPr/>
          </p:nvSpPr>
          <p:spPr bwMode="auto">
            <a:xfrm flipV="1">
              <a:off x="1581" y="3158"/>
              <a:ext cx="0" cy="864"/>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0185" name="Text Box 25"/>
          <p:cNvSpPr txBox="1">
            <a:spLocks noChangeArrowheads="1"/>
          </p:cNvSpPr>
          <p:nvPr/>
        </p:nvSpPr>
        <p:spPr bwMode="auto">
          <a:xfrm>
            <a:off x="4859338" y="2289175"/>
            <a:ext cx="3429000" cy="974725"/>
          </a:xfrm>
          <a:prstGeom prst="rect">
            <a:avLst/>
          </a:prstGeom>
          <a:solidFill>
            <a:srgbClr val="FFFF00"/>
          </a:solidFill>
          <a:ln w="28575">
            <a:solidFill>
              <a:schemeClr val="bg2"/>
            </a:solidFill>
            <a:miter lim="800000"/>
          </a:ln>
          <a:effectLst>
            <a:outerShdw dist="35921" dir="2700000" algn="ctr" rotWithShape="0">
              <a:srgbClr val="808080"/>
            </a:outerShdw>
          </a:effec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800" b="1">
                <a:solidFill>
                  <a:srgbClr val="0000FF"/>
                </a:solidFill>
                <a:latin typeface="Times New Roman" panose="02020603050405020304" pitchFamily="18" charset="0"/>
                <a:ea typeface="宋体" panose="02010600030101010101" pitchFamily="2" charset="-122"/>
              </a:rPr>
              <a:t>只含基波和奇次谐波的余弦分量</a:t>
            </a:r>
            <a:endParaRPr kumimoji="1" lang="zh-CN" altLang="en-US" sz="2800" b="1">
              <a:solidFill>
                <a:srgbClr val="0000FF"/>
              </a:solidFill>
              <a:latin typeface="Times New Roman" panose="02020603050405020304" pitchFamily="18" charset="0"/>
              <a:ea typeface="宋体" panose="02010600030101010101" pitchFamily="2" charset="-122"/>
            </a:endParaRPr>
          </a:p>
        </p:txBody>
      </p:sp>
      <p:sp>
        <p:nvSpPr>
          <p:cNvPr id="220186" name="AutoShape 26"/>
          <p:cNvSpPr>
            <a:spLocks noChangeArrowheads="1"/>
          </p:cNvSpPr>
          <p:nvPr/>
        </p:nvSpPr>
        <p:spPr bwMode="auto">
          <a:xfrm>
            <a:off x="6397625" y="1789113"/>
            <a:ext cx="109538" cy="503237"/>
          </a:xfrm>
          <a:prstGeom prst="downArrow">
            <a:avLst>
              <a:gd name="adj1" fmla="val 50000"/>
              <a:gd name="adj2" fmla="val 114854"/>
            </a:avLst>
          </a:prstGeom>
          <a:solidFill>
            <a:schemeClr val="accent1"/>
          </a:solidFill>
          <a:ln w="9525">
            <a:solidFill>
              <a:schemeClr val="tx1"/>
            </a:solidFill>
            <a:miter lim="800000"/>
          </a:ln>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sp>
        <p:nvSpPr>
          <p:cNvPr id="220187" name="Text Box 27"/>
          <p:cNvSpPr txBox="1">
            <a:spLocks noChangeArrowheads="1"/>
          </p:cNvSpPr>
          <p:nvPr/>
        </p:nvSpPr>
        <p:spPr bwMode="auto">
          <a:xfrm>
            <a:off x="4533900" y="4187825"/>
            <a:ext cx="4149725" cy="519113"/>
          </a:xfrm>
          <a:prstGeom prst="rect">
            <a:avLst/>
          </a:prstGeom>
          <a:solidFill>
            <a:srgbClr val="009999"/>
          </a:solidFill>
          <a:ln>
            <a:solidFill>
              <a:srgbClr val="FF3300"/>
            </a:solidFill>
          </a:ln>
        </p:spPr>
        <p:style>
          <a:lnRef idx="2">
            <a:schemeClr val="accent2"/>
          </a:lnRef>
          <a:fillRef idx="1">
            <a:schemeClr val="lt1"/>
          </a:fillRef>
          <a:effectRef idx="0">
            <a:schemeClr val="accent2"/>
          </a:effectRef>
          <a:fontRef idx="minor">
            <a:schemeClr val="dk1"/>
          </a:fontRef>
        </p:style>
        <p:txBody>
          <a:bodyPr>
            <a:spAutoFit/>
          </a:bodyPr>
          <a:lstStyle/>
          <a:p>
            <a:pPr eaLnBrk="1" hangingPunct="1">
              <a:spcBef>
                <a:spcPct val="50000"/>
              </a:spcBef>
              <a:defRPr/>
            </a:pPr>
            <a:r>
              <a:rPr kumimoji="1" lang="zh-CN" altLang="en-US" b="1" dirty="0">
                <a:latin typeface="Times New Roman" panose="02020603050405020304" pitchFamily="18" charset="0"/>
                <a:ea typeface="宋体" panose="02010600030101010101" pitchFamily="2" charset="-122"/>
              </a:rPr>
              <a:t>周期奇函数，奇谐函数</a:t>
            </a:r>
            <a:endParaRPr kumimoji="1" lang="zh-CN" altLang="en-US" sz="2400" b="1" dirty="0">
              <a:latin typeface="Times New Roman" panose="02020603050405020304" pitchFamily="18" charset="0"/>
              <a:ea typeface="宋体" panose="02010600030101010101" pitchFamily="2" charset="-122"/>
            </a:endParaRPr>
          </a:p>
        </p:txBody>
      </p:sp>
      <p:sp>
        <p:nvSpPr>
          <p:cNvPr id="220188" name="AutoShape 28"/>
          <p:cNvSpPr>
            <a:spLocks noChangeArrowheads="1"/>
          </p:cNvSpPr>
          <p:nvPr/>
        </p:nvSpPr>
        <p:spPr bwMode="auto">
          <a:xfrm>
            <a:off x="6537325" y="4711700"/>
            <a:ext cx="130175" cy="571500"/>
          </a:xfrm>
          <a:prstGeom prst="downArrow">
            <a:avLst>
              <a:gd name="adj1" fmla="val 50000"/>
              <a:gd name="adj2" fmla="val 114858"/>
            </a:avLst>
          </a:prstGeom>
          <a:solidFill>
            <a:schemeClr val="accent1"/>
          </a:solidFill>
          <a:ln w="9525">
            <a:solidFill>
              <a:schemeClr val="tx1"/>
            </a:solidFill>
            <a:miter lim="800000"/>
          </a:ln>
        </p:spPr>
        <p:txBody>
          <a:bodyPr vert="eaVert"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aphicFrame>
        <p:nvGraphicFramePr>
          <p:cNvPr id="78860" name="Object 29"/>
          <p:cNvGraphicFramePr>
            <a:graphicFrameLocks noGrp="1" noChangeAspect="1"/>
          </p:cNvGraphicFramePr>
          <p:nvPr>
            <p:ph idx="4294967295"/>
          </p:nvPr>
        </p:nvGraphicFramePr>
        <p:xfrm>
          <a:off x="1547813" y="2565400"/>
          <a:ext cx="279400" cy="393700"/>
        </p:xfrm>
        <a:graphic>
          <a:graphicData uri="http://schemas.openxmlformats.org/presentationml/2006/ole">
            <mc:AlternateContent xmlns:mc="http://schemas.openxmlformats.org/markup-compatibility/2006">
              <mc:Choice xmlns:v="urn:schemas-microsoft-com:vml" Requires="v">
                <p:oleObj spid="_x0000_s79203" name="公式" r:id="rId1" imgW="279400" imgH="393700" progId="Equation.3">
                  <p:embed/>
                </p:oleObj>
              </mc:Choice>
              <mc:Fallback>
                <p:oleObj name="公式" r:id="rId1" imgW="279400" imgH="393700" progId="Equation.3">
                  <p:embed/>
                  <p:pic>
                    <p:nvPicPr>
                      <p:cNvPr id="0" name="Object 29"/>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2565400"/>
                        <a:ext cx="279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861" name="Object 30"/>
          <p:cNvGraphicFramePr>
            <a:graphicFrameLocks noChangeAspect="1"/>
          </p:cNvGraphicFramePr>
          <p:nvPr/>
        </p:nvGraphicFramePr>
        <p:xfrm>
          <a:off x="3333750" y="2565400"/>
          <a:ext cx="165100" cy="393700"/>
        </p:xfrm>
        <a:graphic>
          <a:graphicData uri="http://schemas.openxmlformats.org/presentationml/2006/ole">
            <mc:AlternateContent xmlns:mc="http://schemas.openxmlformats.org/markup-compatibility/2006">
              <mc:Choice xmlns:v="urn:schemas-microsoft-com:vml" Requires="v">
                <p:oleObj spid="_x0000_s79204" name="公式" r:id="rId3" imgW="165100" imgH="393065" progId="Equation.3">
                  <p:embed/>
                </p:oleObj>
              </mc:Choice>
              <mc:Fallback>
                <p:oleObj name="公式" r:id="rId3" imgW="165100" imgH="393065" progId="Equation.3">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50" y="2565400"/>
                        <a:ext cx="1651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62" name="Object 31"/>
          <p:cNvGraphicFramePr>
            <a:graphicFrameLocks noChangeAspect="1"/>
          </p:cNvGraphicFramePr>
          <p:nvPr/>
        </p:nvGraphicFramePr>
        <p:xfrm>
          <a:off x="1763713" y="5445125"/>
          <a:ext cx="279400" cy="393700"/>
        </p:xfrm>
        <a:graphic>
          <a:graphicData uri="http://schemas.openxmlformats.org/presentationml/2006/ole">
            <mc:AlternateContent xmlns:mc="http://schemas.openxmlformats.org/markup-compatibility/2006">
              <mc:Choice xmlns:v="urn:schemas-microsoft-com:vml" Requires="v">
                <p:oleObj spid="_x0000_s79205" name="公式" r:id="rId5" imgW="279400" imgH="393700" progId="Equation.3">
                  <p:embed/>
                </p:oleObj>
              </mc:Choice>
              <mc:Fallback>
                <p:oleObj name="公式" r:id="rId5" imgW="279400" imgH="393700" progId="Equation.3">
                  <p:embed/>
                  <p:pic>
                    <p:nvPicPr>
                      <p:cNvPr id="0" name="Object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5445125"/>
                        <a:ext cx="279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0192" name="Object 32"/>
          <p:cNvGraphicFramePr>
            <a:graphicFrameLocks noChangeAspect="1"/>
          </p:cNvGraphicFramePr>
          <p:nvPr/>
        </p:nvGraphicFramePr>
        <p:xfrm>
          <a:off x="3059113" y="5445125"/>
          <a:ext cx="165100" cy="393700"/>
        </p:xfrm>
        <a:graphic>
          <a:graphicData uri="http://schemas.openxmlformats.org/presentationml/2006/ole">
            <mc:AlternateContent xmlns:mc="http://schemas.openxmlformats.org/markup-compatibility/2006">
              <mc:Choice xmlns:v="urn:schemas-microsoft-com:vml" Requires="v">
                <p:oleObj spid="_x0000_s79206" name="公式" r:id="rId6" imgW="165100" imgH="393065" progId="Equation.3">
                  <p:embed/>
                </p:oleObj>
              </mc:Choice>
              <mc:Fallback>
                <p:oleObj name="公式" r:id="rId6" imgW="165100" imgH="393065" progId="Equation.3">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5445125"/>
                        <a:ext cx="1651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64" name="Object 33"/>
          <p:cNvGraphicFramePr>
            <a:graphicFrameLocks noChangeAspect="1"/>
          </p:cNvGraphicFramePr>
          <p:nvPr/>
        </p:nvGraphicFramePr>
        <p:xfrm>
          <a:off x="3132138" y="5445125"/>
          <a:ext cx="165100" cy="393700"/>
        </p:xfrm>
        <a:graphic>
          <a:graphicData uri="http://schemas.openxmlformats.org/presentationml/2006/ole">
            <mc:AlternateContent xmlns:mc="http://schemas.openxmlformats.org/markup-compatibility/2006">
              <mc:Choice xmlns:v="urn:schemas-microsoft-com:vml" Requires="v">
                <p:oleObj spid="_x0000_s79207" name="公式" r:id="rId7" imgW="165100" imgH="393065" progId="Equation.3">
                  <p:embed/>
                </p:oleObj>
              </mc:Choice>
              <mc:Fallback>
                <p:oleObj name="公式" r:id="rId7" imgW="165100" imgH="393065" progId="Equation.3">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5445125"/>
                        <a:ext cx="1651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865" name="Rectangle 34"/>
          <p:cNvSpPr>
            <a:spLocks noChangeArrowheads="1"/>
          </p:cNvSpPr>
          <p:nvPr/>
        </p:nvSpPr>
        <p:spPr bwMode="auto">
          <a:xfrm>
            <a:off x="609600" y="0"/>
            <a:ext cx="6197600" cy="60325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§3.3 </a:t>
            </a:r>
            <a:r>
              <a:rPr lang="zh-CN" altLang="en-US" sz="3200" b="1">
                <a:solidFill>
                  <a:srgbClr val="0000FF"/>
                </a:solidFill>
                <a:ea typeface="宋体" panose="02010600030101010101" pitchFamily="2" charset="-122"/>
              </a:rPr>
              <a:t>信号表示为傅立叶级数</a:t>
            </a:r>
            <a:endParaRPr lang="zh-CN" altLang="en-US" sz="3200" b="1">
              <a:solidFill>
                <a:srgbClr val="0000FF"/>
              </a:solidFill>
              <a:ea typeface="宋体" panose="02010600030101010101" pitchFamily="2" charset="-122"/>
            </a:endParaRPr>
          </a:p>
        </p:txBody>
      </p:sp>
      <p:cxnSp>
        <p:nvCxnSpPr>
          <p:cNvPr id="78866" name="直接连接符 47"/>
          <p:cNvCxnSpPr>
            <a:cxnSpLocks noChangeShapeType="1"/>
          </p:cNvCxnSpPr>
          <p:nvPr/>
        </p:nvCxnSpPr>
        <p:spPr bwMode="auto">
          <a:xfrm>
            <a:off x="2879725" y="6019800"/>
            <a:ext cx="685800" cy="1588"/>
          </a:xfrm>
          <a:prstGeom prst="line">
            <a:avLst/>
          </a:prstGeom>
          <a:noFill/>
          <a:ln w="28575" algn="ctr">
            <a:solidFill>
              <a:srgbClr val="0000FF"/>
            </a:solidFill>
            <a:round/>
            <a:tailEnd type="none" w="sm" len="sm"/>
          </a:ln>
          <a:extLst>
            <a:ext uri="{909E8E84-426E-40DD-AFC4-6F175D3DCCD1}">
              <a14:hiddenFill xmlns:a14="http://schemas.microsoft.com/office/drawing/2010/main">
                <a:noFill/>
              </a14:hiddenFill>
            </a:ext>
          </a:extLst>
        </p:spPr>
      </p:cxnSp>
    </p:spTree>
    <p:custDataLst>
      <p:tags r:id="rId8"/>
    </p:custDataLst>
  </p:cSld>
  <p:clrMapOvr>
    <a:masterClrMapping/>
  </p:clrMapOvr>
  <p:transition advTm="13311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20170"/>
                                        </p:tgtEl>
                                        <p:attrNameLst>
                                          <p:attrName>style.visibility</p:attrName>
                                        </p:attrNameLst>
                                      </p:cBhvr>
                                      <p:to>
                                        <p:strVal val="visible"/>
                                      </p:to>
                                    </p:set>
                                    <p:anim calcmode="lin" valueType="num">
                                      <p:cBhvr>
                                        <p:cTn id="7" dur="1000" fill="hold"/>
                                        <p:tgtEl>
                                          <p:spTgt spid="220170"/>
                                        </p:tgtEl>
                                        <p:attrNameLst>
                                          <p:attrName>ppt_w</p:attrName>
                                        </p:attrNameLst>
                                      </p:cBhvr>
                                      <p:tavLst>
                                        <p:tav tm="0">
                                          <p:val>
                                            <p:strVal val="#ppt_w*0.70"/>
                                          </p:val>
                                        </p:tav>
                                        <p:tav tm="100000">
                                          <p:val>
                                            <p:strVal val="#ppt_w"/>
                                          </p:val>
                                        </p:tav>
                                      </p:tavLst>
                                    </p:anim>
                                    <p:anim calcmode="lin" valueType="num">
                                      <p:cBhvr>
                                        <p:cTn id="8" dur="1000" fill="hold"/>
                                        <p:tgtEl>
                                          <p:spTgt spid="220170"/>
                                        </p:tgtEl>
                                        <p:attrNameLst>
                                          <p:attrName>ppt_h</p:attrName>
                                        </p:attrNameLst>
                                      </p:cBhvr>
                                      <p:tavLst>
                                        <p:tav tm="0">
                                          <p:val>
                                            <p:strVal val="#ppt_h"/>
                                          </p:val>
                                        </p:tav>
                                        <p:tav tm="100000">
                                          <p:val>
                                            <p:strVal val="#ppt_h"/>
                                          </p:val>
                                        </p:tav>
                                      </p:tavLst>
                                    </p:anim>
                                    <p:animEffect transition="in" filter="fade">
                                      <p:cBhvr>
                                        <p:cTn id="9" dur="1000"/>
                                        <p:tgtEl>
                                          <p:spTgt spid="22017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20186"/>
                                        </p:tgtEl>
                                        <p:attrNameLst>
                                          <p:attrName>style.visibility</p:attrName>
                                        </p:attrNameLst>
                                      </p:cBhvr>
                                      <p:to>
                                        <p:strVal val="visible"/>
                                      </p:to>
                                    </p:set>
                                    <p:anim calcmode="lin" valueType="num">
                                      <p:cBhvr>
                                        <p:cTn id="14" dur="1000" fill="hold"/>
                                        <p:tgtEl>
                                          <p:spTgt spid="220186"/>
                                        </p:tgtEl>
                                        <p:attrNameLst>
                                          <p:attrName>ppt_w</p:attrName>
                                        </p:attrNameLst>
                                      </p:cBhvr>
                                      <p:tavLst>
                                        <p:tav tm="0">
                                          <p:val>
                                            <p:strVal val="#ppt_w*0.70"/>
                                          </p:val>
                                        </p:tav>
                                        <p:tav tm="100000">
                                          <p:val>
                                            <p:strVal val="#ppt_w"/>
                                          </p:val>
                                        </p:tav>
                                      </p:tavLst>
                                    </p:anim>
                                    <p:anim calcmode="lin" valueType="num">
                                      <p:cBhvr>
                                        <p:cTn id="15" dur="1000" fill="hold"/>
                                        <p:tgtEl>
                                          <p:spTgt spid="220186"/>
                                        </p:tgtEl>
                                        <p:attrNameLst>
                                          <p:attrName>ppt_h</p:attrName>
                                        </p:attrNameLst>
                                      </p:cBhvr>
                                      <p:tavLst>
                                        <p:tav tm="0">
                                          <p:val>
                                            <p:strVal val="#ppt_h"/>
                                          </p:val>
                                        </p:tav>
                                        <p:tav tm="100000">
                                          <p:val>
                                            <p:strVal val="#ppt_h"/>
                                          </p:val>
                                        </p:tav>
                                      </p:tavLst>
                                    </p:anim>
                                    <p:animEffect transition="in" filter="fade">
                                      <p:cBhvr>
                                        <p:cTn id="16" dur="1000"/>
                                        <p:tgtEl>
                                          <p:spTgt spid="220186"/>
                                        </p:tgtEl>
                                      </p:cBhvr>
                                    </p:animEffect>
                                  </p:childTnLst>
                                </p:cTn>
                              </p:par>
                            </p:childTnLst>
                          </p:cTn>
                        </p:par>
                        <p:par>
                          <p:cTn id="17" fill="hold">
                            <p:stCondLst>
                              <p:cond delay="1000"/>
                            </p:stCondLst>
                            <p:childTnLst>
                              <p:par>
                                <p:cTn id="18" presetID="55" presetClass="entr" presetSubtype="0" fill="hold" grpId="0" nodeType="afterEffect">
                                  <p:stCondLst>
                                    <p:cond delay="0"/>
                                  </p:stCondLst>
                                  <p:childTnLst>
                                    <p:set>
                                      <p:cBhvr>
                                        <p:cTn id="19" dur="1" fill="hold">
                                          <p:stCondLst>
                                            <p:cond delay="0"/>
                                          </p:stCondLst>
                                        </p:cTn>
                                        <p:tgtEl>
                                          <p:spTgt spid="220185"/>
                                        </p:tgtEl>
                                        <p:attrNameLst>
                                          <p:attrName>style.visibility</p:attrName>
                                        </p:attrNameLst>
                                      </p:cBhvr>
                                      <p:to>
                                        <p:strVal val="visible"/>
                                      </p:to>
                                    </p:set>
                                    <p:anim calcmode="lin" valueType="num">
                                      <p:cBhvr>
                                        <p:cTn id="20" dur="1000" fill="hold"/>
                                        <p:tgtEl>
                                          <p:spTgt spid="220185"/>
                                        </p:tgtEl>
                                        <p:attrNameLst>
                                          <p:attrName>ppt_w</p:attrName>
                                        </p:attrNameLst>
                                      </p:cBhvr>
                                      <p:tavLst>
                                        <p:tav tm="0">
                                          <p:val>
                                            <p:strVal val="#ppt_w*0.70"/>
                                          </p:val>
                                        </p:tav>
                                        <p:tav tm="100000">
                                          <p:val>
                                            <p:strVal val="#ppt_w"/>
                                          </p:val>
                                        </p:tav>
                                      </p:tavLst>
                                    </p:anim>
                                    <p:anim calcmode="lin" valueType="num">
                                      <p:cBhvr>
                                        <p:cTn id="21" dur="1000" fill="hold"/>
                                        <p:tgtEl>
                                          <p:spTgt spid="220185"/>
                                        </p:tgtEl>
                                        <p:attrNameLst>
                                          <p:attrName>ppt_h</p:attrName>
                                        </p:attrNameLst>
                                      </p:cBhvr>
                                      <p:tavLst>
                                        <p:tav tm="0">
                                          <p:val>
                                            <p:strVal val="#ppt_h"/>
                                          </p:val>
                                        </p:tav>
                                        <p:tav tm="100000">
                                          <p:val>
                                            <p:strVal val="#ppt_h"/>
                                          </p:val>
                                        </p:tav>
                                      </p:tavLst>
                                    </p:anim>
                                    <p:animEffect transition="in" filter="fade">
                                      <p:cBhvr>
                                        <p:cTn id="22" dur="1000"/>
                                        <p:tgtEl>
                                          <p:spTgt spid="220185"/>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220187"/>
                                        </p:tgtEl>
                                        <p:attrNameLst>
                                          <p:attrName>style.visibility</p:attrName>
                                        </p:attrNameLst>
                                      </p:cBhvr>
                                      <p:to>
                                        <p:strVal val="visible"/>
                                      </p:to>
                                    </p:set>
                                    <p:anim calcmode="lin" valueType="num">
                                      <p:cBhvr>
                                        <p:cTn id="27" dur="1000" fill="hold"/>
                                        <p:tgtEl>
                                          <p:spTgt spid="220187"/>
                                        </p:tgtEl>
                                        <p:attrNameLst>
                                          <p:attrName>ppt_w</p:attrName>
                                        </p:attrNameLst>
                                      </p:cBhvr>
                                      <p:tavLst>
                                        <p:tav tm="0">
                                          <p:val>
                                            <p:strVal val="#ppt_w*0.70"/>
                                          </p:val>
                                        </p:tav>
                                        <p:tav tm="100000">
                                          <p:val>
                                            <p:strVal val="#ppt_w"/>
                                          </p:val>
                                        </p:tav>
                                      </p:tavLst>
                                    </p:anim>
                                    <p:anim calcmode="lin" valueType="num">
                                      <p:cBhvr>
                                        <p:cTn id="28" dur="1000" fill="hold"/>
                                        <p:tgtEl>
                                          <p:spTgt spid="220187"/>
                                        </p:tgtEl>
                                        <p:attrNameLst>
                                          <p:attrName>ppt_h</p:attrName>
                                        </p:attrNameLst>
                                      </p:cBhvr>
                                      <p:tavLst>
                                        <p:tav tm="0">
                                          <p:val>
                                            <p:strVal val="#ppt_h"/>
                                          </p:val>
                                        </p:tav>
                                        <p:tav tm="100000">
                                          <p:val>
                                            <p:strVal val="#ppt_h"/>
                                          </p:val>
                                        </p:tav>
                                      </p:tavLst>
                                    </p:anim>
                                    <p:animEffect transition="in" filter="fade">
                                      <p:cBhvr>
                                        <p:cTn id="29" dur="1000"/>
                                        <p:tgtEl>
                                          <p:spTgt spid="220187"/>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220188"/>
                                        </p:tgtEl>
                                        <p:attrNameLst>
                                          <p:attrName>style.visibility</p:attrName>
                                        </p:attrNameLst>
                                      </p:cBhvr>
                                      <p:to>
                                        <p:strVal val="visible"/>
                                      </p:to>
                                    </p:set>
                                    <p:anim calcmode="lin" valueType="num">
                                      <p:cBhvr>
                                        <p:cTn id="34" dur="1000" fill="hold"/>
                                        <p:tgtEl>
                                          <p:spTgt spid="220188"/>
                                        </p:tgtEl>
                                        <p:attrNameLst>
                                          <p:attrName>ppt_w</p:attrName>
                                        </p:attrNameLst>
                                      </p:cBhvr>
                                      <p:tavLst>
                                        <p:tav tm="0">
                                          <p:val>
                                            <p:strVal val="#ppt_w*0.70"/>
                                          </p:val>
                                        </p:tav>
                                        <p:tav tm="100000">
                                          <p:val>
                                            <p:strVal val="#ppt_w"/>
                                          </p:val>
                                        </p:tav>
                                      </p:tavLst>
                                    </p:anim>
                                    <p:anim calcmode="lin" valueType="num">
                                      <p:cBhvr>
                                        <p:cTn id="35" dur="1000" fill="hold"/>
                                        <p:tgtEl>
                                          <p:spTgt spid="220188"/>
                                        </p:tgtEl>
                                        <p:attrNameLst>
                                          <p:attrName>ppt_h</p:attrName>
                                        </p:attrNameLst>
                                      </p:cBhvr>
                                      <p:tavLst>
                                        <p:tav tm="0">
                                          <p:val>
                                            <p:strVal val="#ppt_h"/>
                                          </p:val>
                                        </p:tav>
                                        <p:tav tm="100000">
                                          <p:val>
                                            <p:strVal val="#ppt_h"/>
                                          </p:val>
                                        </p:tav>
                                      </p:tavLst>
                                    </p:anim>
                                    <p:animEffect transition="in" filter="fade">
                                      <p:cBhvr>
                                        <p:cTn id="36" dur="1000"/>
                                        <p:tgtEl>
                                          <p:spTgt spid="220188"/>
                                        </p:tgtEl>
                                      </p:cBhvr>
                                    </p:animEffect>
                                  </p:childTnLst>
                                </p:cTn>
                              </p:par>
                            </p:childTnLst>
                          </p:cTn>
                        </p:par>
                        <p:par>
                          <p:cTn id="37" fill="hold">
                            <p:stCondLst>
                              <p:cond delay="1000"/>
                            </p:stCondLst>
                            <p:childTnLst>
                              <p:par>
                                <p:cTn id="38" presetID="55" presetClass="entr" presetSubtype="0" fill="hold" grpId="0" nodeType="afterEffect">
                                  <p:stCondLst>
                                    <p:cond delay="0"/>
                                  </p:stCondLst>
                                  <p:childTnLst>
                                    <p:set>
                                      <p:cBhvr>
                                        <p:cTn id="39" dur="1" fill="hold">
                                          <p:stCondLst>
                                            <p:cond delay="0"/>
                                          </p:stCondLst>
                                        </p:cTn>
                                        <p:tgtEl>
                                          <p:spTgt spid="220171"/>
                                        </p:tgtEl>
                                        <p:attrNameLst>
                                          <p:attrName>style.visibility</p:attrName>
                                        </p:attrNameLst>
                                      </p:cBhvr>
                                      <p:to>
                                        <p:strVal val="visible"/>
                                      </p:to>
                                    </p:set>
                                    <p:anim calcmode="lin" valueType="num">
                                      <p:cBhvr>
                                        <p:cTn id="40" dur="1000" fill="hold"/>
                                        <p:tgtEl>
                                          <p:spTgt spid="220171"/>
                                        </p:tgtEl>
                                        <p:attrNameLst>
                                          <p:attrName>ppt_w</p:attrName>
                                        </p:attrNameLst>
                                      </p:cBhvr>
                                      <p:tavLst>
                                        <p:tav tm="0">
                                          <p:val>
                                            <p:strVal val="#ppt_w*0.70"/>
                                          </p:val>
                                        </p:tav>
                                        <p:tav tm="100000">
                                          <p:val>
                                            <p:strVal val="#ppt_w"/>
                                          </p:val>
                                        </p:tav>
                                      </p:tavLst>
                                    </p:anim>
                                    <p:anim calcmode="lin" valueType="num">
                                      <p:cBhvr>
                                        <p:cTn id="41" dur="1000" fill="hold"/>
                                        <p:tgtEl>
                                          <p:spTgt spid="220171"/>
                                        </p:tgtEl>
                                        <p:attrNameLst>
                                          <p:attrName>ppt_h</p:attrName>
                                        </p:attrNameLst>
                                      </p:cBhvr>
                                      <p:tavLst>
                                        <p:tav tm="0">
                                          <p:val>
                                            <p:strVal val="#ppt_h"/>
                                          </p:val>
                                        </p:tav>
                                        <p:tav tm="100000">
                                          <p:val>
                                            <p:strVal val="#ppt_h"/>
                                          </p:val>
                                        </p:tav>
                                      </p:tavLst>
                                    </p:anim>
                                    <p:animEffect transition="in" filter="fade">
                                      <p:cBhvr>
                                        <p:cTn id="42" dur="1000"/>
                                        <p:tgtEl>
                                          <p:spTgt spid="22017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220192"/>
                                        </p:tgtEl>
                                        <p:attrNameLst>
                                          <p:attrName>style.visibility</p:attrName>
                                        </p:attrNameLst>
                                      </p:cBhvr>
                                      <p:to>
                                        <p:strVal val="visible"/>
                                      </p:to>
                                    </p:set>
                                    <p:animEffect transition="in" filter="barn(outHorizontal)">
                                      <p:cBhvr>
                                        <p:cTn id="47" dur="500"/>
                                        <p:tgtEl>
                                          <p:spTgt spid="220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70" grpId="0" bldLvl="0" animBg="1"/>
      <p:bldP spid="220171" grpId="0" bldLvl="0" animBg="1"/>
      <p:bldP spid="220185" grpId="0" bldLvl="0" animBg="1"/>
      <p:bldP spid="220186" grpId="0" bldLvl="0" animBg="1"/>
      <p:bldP spid="220187" grpId="0" bldLvl="0" animBg="1"/>
      <p:bldP spid="220188"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92DDCCA3-701F-4F84-829C-AA08911A5CF6}" type="datetime1">
              <a:rPr lang="zh-CN" altLang="en-US"/>
            </a:fld>
            <a:endParaRPr lang="zh-CN" altLang="en-US"/>
          </a:p>
        </p:txBody>
      </p:sp>
      <p:sp>
        <p:nvSpPr>
          <p:cNvPr id="58371" name="Rectangle 2"/>
          <p:cNvSpPr>
            <a:spLocks noGrp="1" noChangeArrowheads="1"/>
          </p:cNvSpPr>
          <p:nvPr>
            <p:ph type="body" sz="half" idx="4294967295"/>
          </p:nvPr>
        </p:nvSpPr>
        <p:spPr bwMode="blackGray">
          <a:xfrm>
            <a:off x="971550" y="260350"/>
            <a:ext cx="1297305" cy="441960"/>
          </a:xfrm>
          <a:solidFill>
            <a:schemeClr val="bg1"/>
          </a:solidFill>
          <a:effectLst>
            <a:outerShdw dist="35921" dir="2700000" algn="ctr" rotWithShape="0">
              <a:srgbClr val="808080"/>
            </a:outerShdw>
          </a:effectLst>
        </p:spPr>
        <p:txBody>
          <a:bodyPr/>
          <a:lstStyle/>
          <a:p>
            <a:pPr marL="363855" lvl="1" indent="-184150">
              <a:buFont typeface="Wingdings" panose="05000000000000000000" pitchFamily="2" charset="2"/>
              <a:buNone/>
            </a:pPr>
            <a:r>
              <a:rPr lang="zh-CN" altLang="en-US" sz="2200" b="1" dirty="0">
                <a:solidFill>
                  <a:srgbClr val="FF0000"/>
                </a:solidFill>
              </a:rPr>
              <a:t>回顾</a:t>
            </a:r>
            <a:endParaRPr lang="zh-CN" altLang="en-US" sz="2200" b="1" dirty="0">
              <a:solidFill>
                <a:srgbClr val="FF0000"/>
              </a:solidFill>
            </a:endParaRPr>
          </a:p>
        </p:txBody>
      </p:sp>
      <p:sp>
        <p:nvSpPr>
          <p:cNvPr id="58372" name="Rectangle 3"/>
          <p:cNvSpPr>
            <a:spLocks noChangeArrowheads="1"/>
          </p:cNvSpPr>
          <p:nvPr/>
        </p:nvSpPr>
        <p:spPr bwMode="blackGray">
          <a:xfrm>
            <a:off x="3671570" y="277495"/>
            <a:ext cx="3424555" cy="485775"/>
          </a:xfrm>
          <a:prstGeom prst="rect">
            <a:avLst/>
          </a:prstGeom>
          <a:solidFill>
            <a:schemeClr val="bg1"/>
          </a:solidFill>
          <a:ln w="9525">
            <a:solidFill>
              <a:srgbClr val="9900FF"/>
            </a:solidFill>
            <a:miter lim="800000"/>
          </a:ln>
          <a:effectLst>
            <a:outerShdw dist="35921" dir="2700000" algn="ctr" rotWithShape="0">
              <a:schemeClr val="bg2"/>
            </a:outerShdw>
          </a:effec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dirty="0">
                <a:solidFill>
                  <a:srgbClr val="FF0000"/>
                </a:solidFill>
              </a:rPr>
              <a:t>函数的正交条件</a:t>
            </a:r>
            <a:endParaRPr lang="zh-CN" altLang="en-US" sz="2200" b="1" dirty="0">
              <a:solidFill>
                <a:srgbClr val="FF0000"/>
              </a:solidFill>
            </a:endParaRPr>
          </a:p>
        </p:txBody>
      </p:sp>
      <mc:AlternateContent xmlns:mc="http://schemas.openxmlformats.org/markup-compatibility/2006">
        <mc:Choice xmlns:a14="http://schemas.microsoft.com/office/drawing/2010/main" Requires="a14">
          <p:sp>
            <p:nvSpPr>
              <p:cNvPr id="58376" name="Object 5"/>
              <p:cNvSpPr txBox="1"/>
              <p:nvPr/>
            </p:nvSpPr>
            <p:spPr bwMode="auto">
              <a:xfrm>
                <a:off x="447040" y="1047115"/>
                <a:ext cx="8832215" cy="913130"/>
              </a:xfrm>
              <a:prstGeom prst="rect">
                <a:avLst/>
              </a:prstGeom>
              <a:solidFill>
                <a:schemeClr val="bg1"/>
              </a:solidFill>
              <a:ln>
                <a:noFill/>
              </a:ln>
              <a:effectLst>
                <a:outerShdw dist="35921" dir="2700000" algn="ctr" rotWithShape="0">
                  <a:schemeClr val="bg2"/>
                </a:outerShdw>
              </a:effectLst>
            </p:spPr>
            <p:txBody>
              <a:bodyPr>
                <a:noAutofit/>
              </a:bodyPr>
              <a:lstStyle/>
              <a:p>
                <a14:m>
                  <m:oMathPara xmlns:m="http://schemas.openxmlformats.org/officeDocument/2006/math">
                    <m:oMathParaPr>
                      <m:jc m:val="left"/>
                    </m:oMathParaPr>
                    <m:oMath xmlns:m="http://schemas.openxmlformats.org/officeDocument/2006/math">
                      <m:r>
                        <a:rPr lang="en-US" altLang="zh-CN" sz="2400" b="0" i="1" smtClean="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在区间（</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𝑡</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内，一个函数集</m:t>
                      </m:r>
                      <m:d>
                        <m:dPr>
                          <m:begChr m:val="{"/>
                          <m:endChr m:val="}"/>
                          <m:ctrlPr>
                            <a:rPr lang="zh-CN" altLang="en-US" sz="2400" i="1">
                              <a:solidFill>
                                <a:srgbClr val="000000"/>
                              </a:solidFill>
                              <a:latin typeface="Cambria Math" panose="02040503050406030204" pitchFamily="18" charset="0"/>
                            </a:rPr>
                          </m:ctrlPr>
                        </m:dP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𝑔</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𝑔</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𝑔</m:t>
                              </m:r>
                            </m:e>
                            <m:sub>
                              <m:r>
                                <a:rPr lang="zh-CN" altLang="en-US" sz="2400" i="1">
                                  <a:solidFill>
                                    <a:srgbClr val="000000"/>
                                  </a:solidFill>
                                  <a:latin typeface="Cambria Math" panose="02040503050406030204" pitchFamily="18" charset="0"/>
                                </a:rPr>
                                <m:t>𝑛</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e>
                      </m:d>
                    </m:oMath>
                    <m:oMath xmlns:m="http://schemas.openxmlformats.org/officeDocument/2006/math">
                      <m:r>
                        <a:rPr lang="zh-CN" altLang="en-US" sz="2400" i="1">
                          <a:solidFill>
                            <a:srgbClr val="000000"/>
                          </a:solidFill>
                          <a:latin typeface="Cambria Math" panose="02040503050406030204" pitchFamily="18" charset="0"/>
                          <a:ea typeface="MS Mincho" panose="02020609040205080304" charset="-128"/>
                          <a:cs typeface="Cambria Math" panose="02040503050406030204" pitchFamily="18" charset="0"/>
                        </a:rPr>
                        <m:t>组成一个正交信号空间，其正交条件位：</m:t>
                      </m:r>
                    </m:oMath>
                  </m:oMathPara>
                </a14:m>
                <a:endParaRPr lang="zh-CN" altLang="en-US" sz="2400" i="1" dirty="0">
                  <a:solidFill>
                    <a:srgbClr val="000000"/>
                  </a:solidFill>
                  <a:latin typeface="Cambria Math" panose="02040503050406030204" pitchFamily="18" charset="0"/>
                  <a:ea typeface="MS Mincho" panose="02020609040205080304" charset="-128"/>
                  <a:cs typeface="Cambria Math" panose="02040503050406030204" pitchFamily="18" charset="0"/>
                </a:endParaRPr>
              </a:p>
            </p:txBody>
          </p:sp>
        </mc:Choice>
        <mc:Fallback>
          <p:sp>
            <p:nvSpPr>
              <p:cNvPr id="58376" name="Object 5"/>
              <p:cNvSpPr txBox="1">
                <a:spLocks noRot="1" noChangeAspect="1" noMove="1" noResize="1" noEditPoints="1" noAdjustHandles="1" noChangeArrowheads="1" noChangeShapeType="1" noTextEdit="1"/>
              </p:cNvSpPr>
              <p:nvPr/>
            </p:nvSpPr>
            <p:spPr bwMode="auto">
              <a:xfrm>
                <a:off x="447040" y="1047115"/>
                <a:ext cx="8832215" cy="913130"/>
              </a:xfrm>
              <a:prstGeom prst="rect">
                <a:avLst/>
              </a:prstGeom>
              <a:blipFill rotWithShape="1">
                <a:blip r:embed="rId1"/>
                <a:stretch>
                  <a:fillRect r="-280" b="-2712"/>
                </a:stretch>
              </a:blipFill>
              <a:ln>
                <a:noFill/>
              </a:ln>
              <a:effectLst>
                <a:outerShdw dist="35921" dir="2700000" algn="ctr" rotWithShape="0">
                  <a:schemeClr val="bg2"/>
                </a:outerShdw>
              </a:effectLst>
            </p:spPr>
            <p:txBody>
              <a:bodyPr/>
              <a:lstStyle/>
              <a:p>
                <a:r>
                  <a:rPr lang="zh-CN" altLang="en-US">
                    <a:noFill/>
                  </a:rPr>
                  <a:t> </a:t>
                </a:r>
              </a:p>
            </p:txBody>
          </p:sp>
        </mc:Fallback>
      </mc:AlternateContent>
      <p:graphicFrame>
        <p:nvGraphicFramePr>
          <p:cNvPr id="199687" name="Object 7"/>
          <p:cNvGraphicFramePr>
            <a:graphicFrameLocks noChangeAspect="1"/>
          </p:cNvGraphicFramePr>
          <p:nvPr/>
        </p:nvGraphicFramePr>
        <p:xfrm>
          <a:off x="917575" y="2244090"/>
          <a:ext cx="6938010" cy="1891030"/>
        </p:xfrm>
        <a:graphic>
          <a:graphicData uri="http://schemas.openxmlformats.org/presentationml/2006/ole">
            <mc:AlternateContent xmlns:mc="http://schemas.openxmlformats.org/markup-compatibility/2006">
              <mc:Choice xmlns:v="urn:schemas-microsoft-com:vml" Requires="v">
                <p:oleObj spid="_x0000_s281613" name="公式" r:id="rId2" imgW="2590800" imgH="685800" progId="Equation.3">
                  <p:embed/>
                </p:oleObj>
              </mc:Choice>
              <mc:Fallback>
                <p:oleObj name="公式" r:id="rId2" imgW="2590800" imgH="685800" progId="Equation.3">
                  <p:embed/>
                  <p:pic>
                    <p:nvPicPr>
                      <p:cNvPr id="0" name="Object 7"/>
                      <p:cNvPicPr>
                        <a:picLocks noChangeAspect="1" noChangeArrowheads="1"/>
                      </p:cNvPicPr>
                      <p:nvPr/>
                    </p:nvPicPr>
                    <p:blipFill>
                      <a:blip r:embed="rId3"/>
                      <a:srcRect/>
                      <a:stretch>
                        <a:fillRect/>
                      </a:stretch>
                    </p:blipFill>
                    <p:spPr bwMode="auto">
                      <a:xfrm>
                        <a:off x="917575" y="2244090"/>
                        <a:ext cx="6938010" cy="189103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9688" name="Object 8"/>
          <p:cNvGraphicFramePr>
            <a:graphicFrameLocks noGrp="1" noChangeAspect="1"/>
          </p:cNvGraphicFramePr>
          <p:nvPr>
            <p:ph sz="quarter" idx="4294967295"/>
          </p:nvPr>
        </p:nvGraphicFramePr>
        <p:xfrm>
          <a:off x="917877" y="4387690"/>
          <a:ext cx="8097520" cy="1999615"/>
        </p:xfrm>
        <a:graphic>
          <a:graphicData uri="http://schemas.openxmlformats.org/presentationml/2006/ole">
            <mc:AlternateContent xmlns:mc="http://schemas.openxmlformats.org/markup-compatibility/2006">
              <mc:Choice xmlns:v="urn:schemas-microsoft-com:vml" Requires="v">
                <p:oleObj spid="_x0000_s281614" name="公式" r:id="rId4" imgW="2984500" imgH="736600" progId="Equation.3">
                  <p:embed/>
                </p:oleObj>
              </mc:Choice>
              <mc:Fallback>
                <p:oleObj name="公式" r:id="rId4" imgW="2984500" imgH="736600" progId="Equation.3">
                  <p:embed/>
                  <p:pic>
                    <p:nvPicPr>
                      <p:cNvPr id="0" name="Object 8"/>
                      <p:cNvPicPr>
                        <a:picLocks noGrp="1" noChangeAspect="1" noChangeArrowheads="1"/>
                      </p:cNvPicPr>
                      <p:nvPr/>
                    </p:nvPicPr>
                    <p:blipFill>
                      <a:blip r:embed="rId5"/>
                      <a:srcRect/>
                      <a:stretch>
                        <a:fillRect/>
                      </a:stretch>
                    </p:blipFill>
                    <p:spPr bwMode="auto">
                      <a:xfrm>
                        <a:off x="917877" y="4387690"/>
                        <a:ext cx="8097520" cy="1999615"/>
                      </a:xfrm>
                      <a:prstGeom prst="rect">
                        <a:avLst/>
                      </a:prstGeom>
                      <a:solidFill>
                        <a:srgbClr val="FFFF00"/>
                      </a:solidFill>
                      <a:ln>
                        <a:noFill/>
                      </a:ln>
                      <a:effectLst/>
                    </p:spPr>
                  </p:pic>
                </p:oleObj>
              </mc:Fallback>
            </mc:AlternateContent>
          </a:graphicData>
        </a:graphic>
      </p:graphicFrame>
    </p:spTree>
    <p:custDataLst>
      <p:tags r:id="rId6"/>
    </p:custDataLst>
  </p:cSld>
  <p:clrMapOvr>
    <a:masterClrMapping/>
  </p:clrMapOvr>
  <p:transition spd="slow" advTm="4834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99687"/>
                                        </p:tgtEl>
                                        <p:attrNameLst>
                                          <p:attrName>style.visibility</p:attrName>
                                        </p:attrNameLst>
                                      </p:cBhvr>
                                      <p:to>
                                        <p:strVal val="visible"/>
                                      </p:to>
                                    </p:set>
                                    <p:anim calcmode="lin" valueType="num">
                                      <p:cBhvr>
                                        <p:cTn id="7" dur="1000" fill="hold"/>
                                        <p:tgtEl>
                                          <p:spTgt spid="199687"/>
                                        </p:tgtEl>
                                        <p:attrNameLst>
                                          <p:attrName>ppt_w</p:attrName>
                                        </p:attrNameLst>
                                      </p:cBhvr>
                                      <p:tavLst>
                                        <p:tav tm="0">
                                          <p:val>
                                            <p:strVal val="#ppt_w*0.70"/>
                                          </p:val>
                                        </p:tav>
                                        <p:tav tm="100000">
                                          <p:val>
                                            <p:strVal val="#ppt_w"/>
                                          </p:val>
                                        </p:tav>
                                      </p:tavLst>
                                    </p:anim>
                                    <p:anim calcmode="lin" valueType="num">
                                      <p:cBhvr>
                                        <p:cTn id="8" dur="1000" fill="hold"/>
                                        <p:tgtEl>
                                          <p:spTgt spid="199687"/>
                                        </p:tgtEl>
                                        <p:attrNameLst>
                                          <p:attrName>ppt_h</p:attrName>
                                        </p:attrNameLst>
                                      </p:cBhvr>
                                      <p:tavLst>
                                        <p:tav tm="0">
                                          <p:val>
                                            <p:strVal val="#ppt_h"/>
                                          </p:val>
                                        </p:tav>
                                        <p:tav tm="100000">
                                          <p:val>
                                            <p:strVal val="#ppt_h"/>
                                          </p:val>
                                        </p:tav>
                                      </p:tavLst>
                                    </p:anim>
                                    <p:animEffect transition="in" filter="fade">
                                      <p:cBhvr>
                                        <p:cTn id="9" dur="1000"/>
                                        <p:tgtEl>
                                          <p:spTgt spid="19968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99688"/>
                                        </p:tgtEl>
                                        <p:attrNameLst>
                                          <p:attrName>style.visibility</p:attrName>
                                        </p:attrNameLst>
                                      </p:cBhvr>
                                      <p:to>
                                        <p:strVal val="visible"/>
                                      </p:to>
                                    </p:set>
                                    <p:anim calcmode="lin" valueType="num">
                                      <p:cBhvr>
                                        <p:cTn id="14" dur="1000" fill="hold"/>
                                        <p:tgtEl>
                                          <p:spTgt spid="199688"/>
                                        </p:tgtEl>
                                        <p:attrNameLst>
                                          <p:attrName>ppt_w</p:attrName>
                                        </p:attrNameLst>
                                      </p:cBhvr>
                                      <p:tavLst>
                                        <p:tav tm="0">
                                          <p:val>
                                            <p:strVal val="#ppt_w*0.70"/>
                                          </p:val>
                                        </p:tav>
                                        <p:tav tm="100000">
                                          <p:val>
                                            <p:strVal val="#ppt_w"/>
                                          </p:val>
                                        </p:tav>
                                      </p:tavLst>
                                    </p:anim>
                                    <p:anim calcmode="lin" valueType="num">
                                      <p:cBhvr>
                                        <p:cTn id="15" dur="1000" fill="hold"/>
                                        <p:tgtEl>
                                          <p:spTgt spid="199688"/>
                                        </p:tgtEl>
                                        <p:attrNameLst>
                                          <p:attrName>ppt_h</p:attrName>
                                        </p:attrNameLst>
                                      </p:cBhvr>
                                      <p:tavLst>
                                        <p:tav tm="0">
                                          <p:val>
                                            <p:strVal val="#ppt_h"/>
                                          </p:val>
                                        </p:tav>
                                        <p:tav tm="100000">
                                          <p:val>
                                            <p:strVal val="#ppt_h"/>
                                          </p:val>
                                        </p:tav>
                                      </p:tavLst>
                                    </p:anim>
                                    <p:animEffect transition="in" filter="fade">
                                      <p:cBhvr>
                                        <p:cTn id="16" dur="1000"/>
                                        <p:tgtEl>
                                          <p:spTgt spid="199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81F6A371-9579-4443-BB91-0B9A46CD47D0}" type="datetime1">
              <a:rPr lang="zh-CN" altLang="en-US"/>
            </a:fld>
            <a:endParaRPr lang="zh-CN" altLang="en-US"/>
          </a:p>
        </p:txBody>
      </p:sp>
      <p:graphicFrame>
        <p:nvGraphicFramePr>
          <p:cNvPr id="200706" name="Object 2"/>
          <p:cNvGraphicFramePr>
            <a:graphicFrameLocks noGrp="1" noChangeAspect="1"/>
          </p:cNvGraphicFramePr>
          <p:nvPr>
            <p:ph sz="half" idx="4294967295"/>
          </p:nvPr>
        </p:nvGraphicFramePr>
        <p:xfrm>
          <a:off x="1306636" y="1858962"/>
          <a:ext cx="1223963" cy="576263"/>
        </p:xfrm>
        <a:graphic>
          <a:graphicData uri="http://schemas.openxmlformats.org/presentationml/2006/ole">
            <mc:AlternateContent xmlns:mc="http://schemas.openxmlformats.org/markup-compatibility/2006">
              <mc:Choice xmlns:v="urn:schemas-microsoft-com:vml" Requires="v">
                <p:oleObj spid="_x0000_s282649" name="公式" r:id="rId1" imgW="431800" imgH="203200" progId="Equation.3">
                  <p:embed/>
                </p:oleObj>
              </mc:Choice>
              <mc:Fallback>
                <p:oleObj name="公式" r:id="rId1" imgW="431800" imgH="2032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636" y="1858962"/>
                        <a:ext cx="1223963" cy="576263"/>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59401" name="Object 4"/>
              <p:cNvSpPr txBox="1"/>
              <p:nvPr/>
            </p:nvSpPr>
            <p:spPr bwMode="auto">
              <a:xfrm>
                <a:off x="684432" y="911094"/>
                <a:ext cx="8246026" cy="922974"/>
              </a:xfrm>
              <a:prstGeom prst="rect">
                <a:avLst/>
              </a:prstGeom>
              <a:noFill/>
              <a:ln>
                <a:noFill/>
              </a:ln>
              <a:effectLst/>
            </p:spPr>
            <p:txBody>
              <a:bodyPr>
                <a:normAutofit fontScale="92500"/>
              </a:bodyPr>
              <a:lstStyle/>
              <a:p>
                <a:r>
                  <a:rPr lang="zh-CN" altLang="en-US" dirty="0">
                    <a:solidFill>
                      <a:srgbClr val="000000"/>
                    </a:solidFill>
                  </a:rPr>
                  <a:t>若</a:t>
                </a:r>
                <a14:m>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e>
                    </m:d>
                    <m:r>
                      <a:rPr lang="zh-CN" altLang="en-US" i="1">
                        <a:solidFill>
                          <a:srgbClr val="000000"/>
                        </a:solidFill>
                        <a:latin typeface="Cambria Math" panose="02040503050406030204" pitchFamily="18" charset="0"/>
                      </a:rPr>
                      <m:t>为完备正交函数集，</m:t>
                    </m:r>
                  </m:oMath>
                </a14:m>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包含无限多个相互正交的函数时：</m:t>
                      </m:r>
                    </m:oMath>
                  </m:oMathPara>
                </a14:m>
                <a:endParaRPr lang="zh-CN" altLang="en-US" dirty="0"/>
              </a:p>
            </p:txBody>
          </p:sp>
        </mc:Choice>
        <mc:Fallback>
          <p:sp>
            <p:nvSpPr>
              <p:cNvPr id="59401" name="Object 4"/>
              <p:cNvSpPr txBox="1">
                <a:spLocks noRot="1" noChangeAspect="1" noMove="1" noResize="1" noEditPoints="1" noAdjustHandles="1" noChangeArrowheads="1" noChangeShapeType="1" noTextEdit="1"/>
              </p:cNvSpPr>
              <p:nvPr/>
            </p:nvSpPr>
            <p:spPr bwMode="auto">
              <a:xfrm>
                <a:off x="684432" y="911094"/>
                <a:ext cx="8246026" cy="922974"/>
              </a:xfrm>
              <a:prstGeom prst="rect">
                <a:avLst/>
              </a:prstGeom>
              <a:blipFill rotWithShape="1">
                <a:blip r:embed="rId3"/>
                <a:stretch>
                  <a:fillRect l="-7" t="-55" r="5" b="20"/>
                </a:stretch>
              </a:blipFill>
              <a:ln>
                <a:noFill/>
              </a:ln>
              <a:effectLst/>
            </p:spPr>
            <p:txBody>
              <a:bodyPr/>
              <a:lstStyle/>
              <a:p>
                <a:r>
                  <a:rPr lang="zh-CN" altLang="en-US">
                    <a:noFill/>
                  </a:rPr>
                  <a:t> </a:t>
                </a:r>
              </a:p>
            </p:txBody>
          </p:sp>
        </mc:Fallback>
      </mc:AlternateContent>
      <p:sp>
        <p:nvSpPr>
          <p:cNvPr id="59397" name="Rectangle 6"/>
          <p:cNvSpPr>
            <a:spLocks noChangeArrowheads="1"/>
          </p:cNvSpPr>
          <p:nvPr/>
        </p:nvSpPr>
        <p:spPr bwMode="blackGray">
          <a:xfrm>
            <a:off x="971550" y="260350"/>
            <a:ext cx="1296988" cy="50323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a:solidFill>
                  <a:srgbClr val="FF0000"/>
                </a:solidFill>
              </a:rPr>
              <a:t>回顾</a:t>
            </a:r>
            <a:endParaRPr lang="zh-CN" altLang="en-US" sz="2200" b="1">
              <a:solidFill>
                <a:srgbClr val="FF0000"/>
              </a:solidFill>
            </a:endParaRPr>
          </a:p>
        </p:txBody>
      </p:sp>
      <p:graphicFrame>
        <p:nvGraphicFramePr>
          <p:cNvPr id="200711" name="Object 7"/>
          <p:cNvGraphicFramePr>
            <a:graphicFrameLocks noChangeAspect="1"/>
          </p:cNvGraphicFramePr>
          <p:nvPr/>
        </p:nvGraphicFramePr>
        <p:xfrm>
          <a:off x="2196305" y="4390606"/>
          <a:ext cx="3595688" cy="1814513"/>
        </p:xfrm>
        <a:graphic>
          <a:graphicData uri="http://schemas.openxmlformats.org/presentationml/2006/ole">
            <mc:AlternateContent xmlns:mc="http://schemas.openxmlformats.org/markup-compatibility/2006">
              <mc:Choice xmlns:v="urn:schemas-microsoft-com:vml" Requires="v">
                <p:oleObj spid="_x0000_s282650" name="Equation" r:id="rId4" imgW="1358900" imgH="685800" progId="Equation.DSMT4">
                  <p:embed/>
                </p:oleObj>
              </mc:Choice>
              <mc:Fallback>
                <p:oleObj name="Equation" r:id="rId4" imgW="1358900" imgH="6858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6305" y="4390606"/>
                        <a:ext cx="3595688" cy="181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12" name="Object 8"/>
          <p:cNvGraphicFramePr>
            <a:graphicFrameLocks noChangeAspect="1"/>
          </p:cNvGraphicFramePr>
          <p:nvPr/>
        </p:nvGraphicFramePr>
        <p:xfrm>
          <a:off x="2196305" y="2625724"/>
          <a:ext cx="3563938" cy="1809750"/>
        </p:xfrm>
        <a:graphic>
          <a:graphicData uri="http://schemas.openxmlformats.org/presentationml/2006/ole">
            <mc:AlternateContent xmlns:mc="http://schemas.openxmlformats.org/markup-compatibility/2006">
              <mc:Choice xmlns:v="urn:schemas-microsoft-com:vml" Requires="v">
                <p:oleObj spid="_x0000_s282651" name="Equation" r:id="rId6" imgW="1282700" imgH="685800" progId="Equation.DSMT4">
                  <p:embed/>
                </p:oleObj>
              </mc:Choice>
              <mc:Fallback>
                <p:oleObj name="Equation" r:id="rId6" imgW="1282700" imgH="6858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6305" y="2625724"/>
                        <a:ext cx="3563938"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0713" name="Object 9"/>
          <p:cNvGraphicFramePr>
            <a:graphicFrameLocks noChangeAspect="1"/>
          </p:cNvGraphicFramePr>
          <p:nvPr/>
        </p:nvGraphicFramePr>
        <p:xfrm>
          <a:off x="2601118" y="1858963"/>
          <a:ext cx="5832475" cy="576263"/>
        </p:xfrm>
        <a:graphic>
          <a:graphicData uri="http://schemas.openxmlformats.org/presentationml/2006/ole">
            <mc:AlternateContent xmlns:mc="http://schemas.openxmlformats.org/markup-compatibility/2006">
              <mc:Choice xmlns:v="urn:schemas-microsoft-com:vml" Requires="v">
                <p:oleObj spid="_x0000_s282652" name="公式" r:id="rId8" imgW="2019300" imgH="215900" progId="Equation.3">
                  <p:embed/>
                </p:oleObj>
              </mc:Choice>
              <mc:Fallback>
                <p:oleObj name="公式" r:id="rId8" imgW="2019300" imgH="2159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1118" y="1858963"/>
                        <a:ext cx="5832475" cy="576263"/>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 name="Rectangle 3"/>
          <p:cNvSpPr>
            <a:spLocks noChangeArrowheads="1"/>
          </p:cNvSpPr>
          <p:nvPr/>
        </p:nvSpPr>
        <p:spPr bwMode="blackGray">
          <a:xfrm>
            <a:off x="3671886" y="277812"/>
            <a:ext cx="3424295" cy="503237"/>
          </a:xfrm>
          <a:prstGeom prst="rect">
            <a:avLst/>
          </a:prstGeom>
          <a:solidFill>
            <a:schemeClr val="bg1"/>
          </a:solidFill>
          <a:ln w="9525">
            <a:solidFill>
              <a:srgbClr val="9900FF"/>
            </a:solidFill>
            <a:miter lim="800000"/>
          </a:ln>
          <a:effectLst>
            <a:outerShdw dist="35921" dir="2700000" algn="ctr" rotWithShape="0">
              <a:schemeClr val="bg2"/>
            </a:outerShdw>
          </a:effec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dirty="0">
                <a:solidFill>
                  <a:srgbClr val="FF0000"/>
                </a:solidFill>
              </a:rPr>
              <a:t>函数的正交分解</a:t>
            </a:r>
            <a:endParaRPr lang="zh-CN" altLang="en-US" sz="2200" b="1" dirty="0">
              <a:solidFill>
                <a:srgbClr val="FF0000"/>
              </a:solidFill>
            </a:endParaRPr>
          </a:p>
        </p:txBody>
      </p:sp>
    </p:spTree>
    <p:custDataLst>
      <p:tags r:id="rId10"/>
    </p:custDataLst>
  </p:cSld>
  <p:clrMapOvr>
    <a:masterClrMapping/>
  </p:clrMapOvr>
  <p:transition spd="slow" advTm="7617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00706"/>
                                        </p:tgtEl>
                                        <p:attrNameLst>
                                          <p:attrName>style.visibility</p:attrName>
                                        </p:attrNameLst>
                                      </p:cBhvr>
                                      <p:to>
                                        <p:strVal val="visible"/>
                                      </p:to>
                                    </p:set>
                                    <p:anim calcmode="lin" valueType="num">
                                      <p:cBhvr>
                                        <p:cTn id="7" dur="1000" fill="hold"/>
                                        <p:tgtEl>
                                          <p:spTgt spid="200706"/>
                                        </p:tgtEl>
                                        <p:attrNameLst>
                                          <p:attrName>ppt_w</p:attrName>
                                        </p:attrNameLst>
                                      </p:cBhvr>
                                      <p:tavLst>
                                        <p:tav tm="0">
                                          <p:val>
                                            <p:strVal val="#ppt_w*0.70"/>
                                          </p:val>
                                        </p:tav>
                                        <p:tav tm="100000">
                                          <p:val>
                                            <p:strVal val="#ppt_w"/>
                                          </p:val>
                                        </p:tav>
                                      </p:tavLst>
                                    </p:anim>
                                    <p:anim calcmode="lin" valueType="num">
                                      <p:cBhvr>
                                        <p:cTn id="8" dur="1000" fill="hold"/>
                                        <p:tgtEl>
                                          <p:spTgt spid="200706"/>
                                        </p:tgtEl>
                                        <p:attrNameLst>
                                          <p:attrName>ppt_h</p:attrName>
                                        </p:attrNameLst>
                                      </p:cBhvr>
                                      <p:tavLst>
                                        <p:tav tm="0">
                                          <p:val>
                                            <p:strVal val="#ppt_h"/>
                                          </p:val>
                                        </p:tav>
                                        <p:tav tm="100000">
                                          <p:val>
                                            <p:strVal val="#ppt_h"/>
                                          </p:val>
                                        </p:tav>
                                      </p:tavLst>
                                    </p:anim>
                                    <p:animEffect transition="in" filter="fade">
                                      <p:cBhvr>
                                        <p:cTn id="9" dur="1000"/>
                                        <p:tgtEl>
                                          <p:spTgt spid="20070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00713"/>
                                        </p:tgtEl>
                                        <p:attrNameLst>
                                          <p:attrName>style.visibility</p:attrName>
                                        </p:attrNameLst>
                                      </p:cBhvr>
                                      <p:to>
                                        <p:strVal val="visible"/>
                                      </p:to>
                                    </p:set>
                                    <p:anim calcmode="lin" valueType="num">
                                      <p:cBhvr>
                                        <p:cTn id="14" dur="1000" fill="hold"/>
                                        <p:tgtEl>
                                          <p:spTgt spid="200713"/>
                                        </p:tgtEl>
                                        <p:attrNameLst>
                                          <p:attrName>ppt_w</p:attrName>
                                        </p:attrNameLst>
                                      </p:cBhvr>
                                      <p:tavLst>
                                        <p:tav tm="0">
                                          <p:val>
                                            <p:strVal val="#ppt_w*0.70"/>
                                          </p:val>
                                        </p:tav>
                                        <p:tav tm="100000">
                                          <p:val>
                                            <p:strVal val="#ppt_w"/>
                                          </p:val>
                                        </p:tav>
                                      </p:tavLst>
                                    </p:anim>
                                    <p:anim calcmode="lin" valueType="num">
                                      <p:cBhvr>
                                        <p:cTn id="15" dur="1000" fill="hold"/>
                                        <p:tgtEl>
                                          <p:spTgt spid="200713"/>
                                        </p:tgtEl>
                                        <p:attrNameLst>
                                          <p:attrName>ppt_h</p:attrName>
                                        </p:attrNameLst>
                                      </p:cBhvr>
                                      <p:tavLst>
                                        <p:tav tm="0">
                                          <p:val>
                                            <p:strVal val="#ppt_h"/>
                                          </p:val>
                                        </p:tav>
                                        <p:tav tm="100000">
                                          <p:val>
                                            <p:strVal val="#ppt_h"/>
                                          </p:val>
                                        </p:tav>
                                      </p:tavLst>
                                    </p:anim>
                                    <p:animEffect transition="in" filter="fade">
                                      <p:cBhvr>
                                        <p:cTn id="16" dur="1000"/>
                                        <p:tgtEl>
                                          <p:spTgt spid="200713"/>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00712"/>
                                        </p:tgtEl>
                                        <p:attrNameLst>
                                          <p:attrName>style.visibility</p:attrName>
                                        </p:attrNameLst>
                                      </p:cBhvr>
                                      <p:to>
                                        <p:strVal val="visible"/>
                                      </p:to>
                                    </p:set>
                                    <p:anim calcmode="lin" valueType="num">
                                      <p:cBhvr>
                                        <p:cTn id="21" dur="1000" fill="hold"/>
                                        <p:tgtEl>
                                          <p:spTgt spid="200712"/>
                                        </p:tgtEl>
                                        <p:attrNameLst>
                                          <p:attrName>ppt_w</p:attrName>
                                        </p:attrNameLst>
                                      </p:cBhvr>
                                      <p:tavLst>
                                        <p:tav tm="0">
                                          <p:val>
                                            <p:strVal val="#ppt_w*0.70"/>
                                          </p:val>
                                        </p:tav>
                                        <p:tav tm="100000">
                                          <p:val>
                                            <p:strVal val="#ppt_w"/>
                                          </p:val>
                                        </p:tav>
                                      </p:tavLst>
                                    </p:anim>
                                    <p:anim calcmode="lin" valueType="num">
                                      <p:cBhvr>
                                        <p:cTn id="22" dur="1000" fill="hold"/>
                                        <p:tgtEl>
                                          <p:spTgt spid="200712"/>
                                        </p:tgtEl>
                                        <p:attrNameLst>
                                          <p:attrName>ppt_h</p:attrName>
                                        </p:attrNameLst>
                                      </p:cBhvr>
                                      <p:tavLst>
                                        <p:tav tm="0">
                                          <p:val>
                                            <p:strVal val="#ppt_h"/>
                                          </p:val>
                                        </p:tav>
                                        <p:tav tm="100000">
                                          <p:val>
                                            <p:strVal val="#ppt_h"/>
                                          </p:val>
                                        </p:tav>
                                      </p:tavLst>
                                    </p:anim>
                                    <p:animEffect transition="in" filter="fade">
                                      <p:cBhvr>
                                        <p:cTn id="23" dur="1000"/>
                                        <p:tgtEl>
                                          <p:spTgt spid="200712"/>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200711"/>
                                        </p:tgtEl>
                                        <p:attrNameLst>
                                          <p:attrName>style.visibility</p:attrName>
                                        </p:attrNameLst>
                                      </p:cBhvr>
                                      <p:to>
                                        <p:strVal val="visible"/>
                                      </p:to>
                                    </p:set>
                                    <p:anim calcmode="lin" valueType="num">
                                      <p:cBhvr>
                                        <p:cTn id="27" dur="1000" fill="hold"/>
                                        <p:tgtEl>
                                          <p:spTgt spid="200711"/>
                                        </p:tgtEl>
                                        <p:attrNameLst>
                                          <p:attrName>ppt_w</p:attrName>
                                        </p:attrNameLst>
                                      </p:cBhvr>
                                      <p:tavLst>
                                        <p:tav tm="0">
                                          <p:val>
                                            <p:strVal val="#ppt_w*0.70"/>
                                          </p:val>
                                        </p:tav>
                                        <p:tav tm="100000">
                                          <p:val>
                                            <p:strVal val="#ppt_w"/>
                                          </p:val>
                                        </p:tav>
                                      </p:tavLst>
                                    </p:anim>
                                    <p:anim calcmode="lin" valueType="num">
                                      <p:cBhvr>
                                        <p:cTn id="28" dur="1000" fill="hold"/>
                                        <p:tgtEl>
                                          <p:spTgt spid="200711"/>
                                        </p:tgtEl>
                                        <p:attrNameLst>
                                          <p:attrName>ppt_h</p:attrName>
                                        </p:attrNameLst>
                                      </p:cBhvr>
                                      <p:tavLst>
                                        <p:tav tm="0">
                                          <p:val>
                                            <p:strVal val="#ppt_h"/>
                                          </p:val>
                                        </p:tav>
                                        <p:tav tm="100000">
                                          <p:val>
                                            <p:strVal val="#ppt_h"/>
                                          </p:val>
                                        </p:tav>
                                      </p:tavLst>
                                    </p:anim>
                                    <p:animEffect transition="in" filter="fade">
                                      <p:cBhvr>
                                        <p:cTn id="29" dur="1000"/>
                                        <p:tgtEl>
                                          <p:spTgt spid="200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424C6CCB-923A-42F5-AF8B-100E0D8FA14C}" type="datetime1">
              <a:rPr lang="zh-CN" altLang="en-US"/>
            </a:fld>
            <a:endParaRPr lang="zh-CN" altLang="en-US"/>
          </a:p>
        </p:txBody>
      </p:sp>
      <p:graphicFrame>
        <p:nvGraphicFramePr>
          <p:cNvPr id="54276" name="Object 3"/>
          <p:cNvGraphicFramePr>
            <a:graphicFrameLocks noChangeAspect="1"/>
          </p:cNvGraphicFramePr>
          <p:nvPr/>
        </p:nvGraphicFramePr>
        <p:xfrm>
          <a:off x="4800600" y="3749144"/>
          <a:ext cx="3781425" cy="871537"/>
        </p:xfrm>
        <a:graphic>
          <a:graphicData uri="http://schemas.openxmlformats.org/presentationml/2006/ole">
            <mc:AlternateContent xmlns:mc="http://schemas.openxmlformats.org/markup-compatibility/2006">
              <mc:Choice xmlns:v="urn:schemas-microsoft-com:vml" Requires="v">
                <p:oleObj spid="_x0000_s283691" name="公式" r:id="rId1" imgW="1663700" imgH="393700" progId="Equation.3">
                  <p:embed/>
                </p:oleObj>
              </mc:Choice>
              <mc:Fallback>
                <p:oleObj name="公式" r:id="rId1" imgW="1663700" imgH="39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3749144"/>
                        <a:ext cx="3781425" cy="871537"/>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54277" name="Object 4"/>
          <p:cNvGraphicFramePr>
            <a:graphicFrameLocks noChangeAspect="1"/>
          </p:cNvGraphicFramePr>
          <p:nvPr/>
        </p:nvGraphicFramePr>
        <p:xfrm>
          <a:off x="898525" y="3801531"/>
          <a:ext cx="3519488" cy="827088"/>
        </p:xfrm>
        <a:graphic>
          <a:graphicData uri="http://schemas.openxmlformats.org/presentationml/2006/ole">
            <mc:AlternateContent xmlns:mc="http://schemas.openxmlformats.org/markup-compatibility/2006">
              <mc:Choice xmlns:v="urn:schemas-microsoft-com:vml" Requires="v">
                <p:oleObj spid="_x0000_s283692" name="公式" r:id="rId3" imgW="1701800" imgH="393700" progId="Equation.3">
                  <p:embed/>
                </p:oleObj>
              </mc:Choice>
              <mc:Fallback>
                <p:oleObj name="公式" r:id="rId3" imgW="17018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525" y="3801531"/>
                        <a:ext cx="3519488" cy="827088"/>
                      </a:xfrm>
                      <a:prstGeom prst="rect">
                        <a:avLst/>
                      </a:prstGeom>
                      <a:solidFill>
                        <a:srgbClr val="FFFF00"/>
                      </a:solidFill>
                      <a:ln>
                        <a:noFill/>
                      </a:ln>
                      <a:effectLst>
                        <a:outerShdw dist="35921" dir="2700000" algn="ctr" rotWithShape="0">
                          <a:srgbClr val="808080"/>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96613" name="Object 5"/>
          <p:cNvGraphicFramePr>
            <a:graphicFrameLocks noGrp="1" noChangeAspect="1"/>
          </p:cNvGraphicFramePr>
          <p:nvPr>
            <p:ph sz="half" idx="4294967295"/>
          </p:nvPr>
        </p:nvGraphicFramePr>
        <p:xfrm>
          <a:off x="1511675" y="5806440"/>
          <a:ext cx="5556250" cy="1042670"/>
        </p:xfrm>
        <a:graphic>
          <a:graphicData uri="http://schemas.openxmlformats.org/presentationml/2006/ole">
            <mc:AlternateContent xmlns:mc="http://schemas.openxmlformats.org/markup-compatibility/2006">
              <mc:Choice xmlns:v="urn:schemas-microsoft-com:vml" Requires="v">
                <p:oleObj spid="_x0000_s283693" name="公式" r:id="rId5" imgW="2019300" imgH="457200" progId="Equation.3">
                  <p:embed/>
                </p:oleObj>
              </mc:Choice>
              <mc:Fallback>
                <p:oleObj name="公式" r:id="rId5" imgW="2019300" imgH="457200" progId="Equation.3">
                  <p:embed/>
                  <p:pic>
                    <p:nvPicPr>
                      <p:cNvPr id="0"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1675" y="5806440"/>
                        <a:ext cx="5556250" cy="1042670"/>
                      </a:xfrm>
                      <a:prstGeom prst="rect">
                        <a:avLst/>
                      </a:prstGeom>
                      <a:solidFill>
                        <a:schemeClr val="bg1"/>
                      </a:solidFill>
                      <a:ln w="57150">
                        <a:solidFill>
                          <a:srgbClr val="FF0000"/>
                        </a:solidFill>
                        <a:miter lim="800000"/>
                        <a:headEnd/>
                        <a:tailEnd/>
                      </a:ln>
                      <a:effectLst/>
                    </p:spPr>
                  </p:pic>
                </p:oleObj>
              </mc:Fallback>
            </mc:AlternateContent>
          </a:graphicData>
        </a:graphic>
      </p:graphicFrame>
      <p:graphicFrame>
        <p:nvGraphicFramePr>
          <p:cNvPr id="54279" name="Object 6"/>
          <p:cNvGraphicFramePr>
            <a:graphicFrameLocks noGrp="1" noChangeAspect="1"/>
          </p:cNvGraphicFramePr>
          <p:nvPr>
            <p:ph sz="quarter" idx="4294967295"/>
          </p:nvPr>
        </p:nvGraphicFramePr>
        <p:xfrm>
          <a:off x="1066800" y="4628719"/>
          <a:ext cx="2592388" cy="777875"/>
        </p:xfrm>
        <a:graphic>
          <a:graphicData uri="http://schemas.openxmlformats.org/presentationml/2006/ole">
            <mc:AlternateContent xmlns:mc="http://schemas.openxmlformats.org/markup-compatibility/2006">
              <mc:Choice xmlns:v="urn:schemas-microsoft-com:vml" Requires="v">
                <p:oleObj spid="_x0000_s283694" name="公式" r:id="rId7" imgW="1015365" imgH="304800" progId="Equation.3">
                  <p:embed/>
                </p:oleObj>
              </mc:Choice>
              <mc:Fallback>
                <p:oleObj name="公式" r:id="rId7" imgW="1015365" imgH="304800" progId="Equation.3">
                  <p:embed/>
                  <p:pic>
                    <p:nvPicPr>
                      <p:cNvPr id="0" name="Object 6"/>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628719"/>
                        <a:ext cx="2592388"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0" name="Object 7"/>
          <p:cNvGraphicFramePr>
            <a:graphicFrameLocks noGrp="1" noChangeAspect="1"/>
          </p:cNvGraphicFramePr>
          <p:nvPr>
            <p:ph sz="quarter" idx="4294967295"/>
          </p:nvPr>
        </p:nvGraphicFramePr>
        <p:xfrm>
          <a:off x="4800283" y="4593794"/>
          <a:ext cx="3251200" cy="977900"/>
        </p:xfrm>
        <a:graphic>
          <a:graphicData uri="http://schemas.openxmlformats.org/presentationml/2006/ole">
            <mc:AlternateContent xmlns:mc="http://schemas.openxmlformats.org/markup-compatibility/2006">
              <mc:Choice xmlns:v="urn:schemas-microsoft-com:vml" Requires="v">
                <p:oleObj spid="_x0000_s283695" name="公式" r:id="rId9" imgW="1078865" imgH="431800" progId="Equation.3">
                  <p:embed/>
                </p:oleObj>
              </mc:Choice>
              <mc:Fallback>
                <p:oleObj name="公式" r:id="rId9" imgW="1078865" imgH="431800" progId="Equation.3">
                  <p:embed/>
                  <p:pic>
                    <p:nvPicPr>
                      <p:cNvPr id="0" name="Object 7"/>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283" y="4593794"/>
                        <a:ext cx="3251200"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282" name="Object 8"/>
          <p:cNvGraphicFramePr>
            <a:graphicFrameLocks noChangeAspect="1"/>
          </p:cNvGraphicFramePr>
          <p:nvPr/>
        </p:nvGraphicFramePr>
        <p:xfrm>
          <a:off x="1478371" y="1986631"/>
          <a:ext cx="5784442" cy="1738006"/>
        </p:xfrm>
        <a:graphic>
          <a:graphicData uri="http://schemas.openxmlformats.org/presentationml/2006/ole">
            <mc:AlternateContent xmlns:mc="http://schemas.openxmlformats.org/markup-compatibility/2006">
              <mc:Choice xmlns:v="urn:schemas-microsoft-com:vml" Requires="v">
                <p:oleObj spid="_x0000_s283696" name="" r:id="rId11" imgW="2959100" imgH="889000" progId="Equation.3">
                  <p:embed/>
                </p:oleObj>
              </mc:Choice>
              <mc:Fallback>
                <p:oleObj name="" r:id="rId11" imgW="2959100" imgH="8890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8371" y="1986631"/>
                        <a:ext cx="5784442" cy="1738006"/>
                      </a:xfrm>
                      <a:prstGeom prst="rect">
                        <a:avLst/>
                      </a:prstGeom>
                      <a:noFill/>
                      <a:ln>
                        <a:noFill/>
                      </a:ln>
                    </p:spPr>
                  </p:pic>
                </p:oleObj>
              </mc:Fallback>
            </mc:AlternateContent>
          </a:graphicData>
        </a:graphic>
      </p:graphicFrame>
      <p:sp>
        <p:nvSpPr>
          <p:cNvPr id="11" name="Rectangle 3"/>
          <p:cNvSpPr txBox="1">
            <a:spLocks noChangeArrowheads="1"/>
          </p:cNvSpPr>
          <p:nvPr/>
        </p:nvSpPr>
        <p:spPr bwMode="auto">
          <a:xfrm>
            <a:off x="673518" y="149627"/>
            <a:ext cx="1439863" cy="431800"/>
          </a:xfrm>
          <a:prstGeom prst="rect">
            <a:avLst/>
          </a:prstGeom>
          <a:solidFill>
            <a:schemeClr val="bg1"/>
          </a:solidFill>
          <a:ln>
            <a:noFill/>
          </a:ln>
          <a:effectLst>
            <a:outerShdw dist="35921" dir="2700000" algn="ctr" rotWithShape="0">
              <a:schemeClr val="bg2"/>
            </a:outerShdw>
          </a:effectLst>
        </p:spPr>
        <p:txBody>
          <a:bodyPr anchor="ct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2500" b="1" kern="0" dirty="0">
                <a:solidFill>
                  <a:srgbClr val="FF0000"/>
                </a:solidFill>
              </a:rPr>
              <a:t>回顾</a:t>
            </a:r>
            <a:endParaRPr lang="zh-CN" altLang="en-US" sz="2500" b="1" kern="0" dirty="0">
              <a:solidFill>
                <a:srgbClr val="FF0000"/>
              </a:solidFill>
            </a:endParaRPr>
          </a:p>
        </p:txBody>
      </p:sp>
      <p:sp>
        <p:nvSpPr>
          <p:cNvPr id="12" name="Rectangle 4"/>
          <p:cNvSpPr>
            <a:spLocks noChangeArrowheads="1"/>
          </p:cNvSpPr>
          <p:nvPr/>
        </p:nvSpPr>
        <p:spPr bwMode="blackGray">
          <a:xfrm>
            <a:off x="2914393" y="78382"/>
            <a:ext cx="2665412" cy="503238"/>
          </a:xfrm>
          <a:prstGeom prst="rect">
            <a:avLst/>
          </a:prstGeom>
          <a:solidFill>
            <a:schemeClr val="bg1"/>
          </a:solidFill>
          <a:ln w="9525">
            <a:solidFill>
              <a:srgbClr val="9900FF"/>
            </a:solidFill>
            <a:miter lim="800000"/>
          </a:ln>
          <a:effectLst>
            <a:outerShdw dist="35921" dir="2700000" algn="ctr" rotWithShape="0">
              <a:schemeClr val="bg2"/>
            </a:outerShdw>
          </a:effec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dirty="0">
                <a:solidFill>
                  <a:srgbClr val="FF3300"/>
                </a:solidFill>
              </a:rPr>
              <a:t>三角傅立叶级数</a:t>
            </a:r>
            <a:endParaRPr lang="zh-CN" altLang="en-US" sz="2200" b="1" dirty="0">
              <a:solidFill>
                <a:srgbClr val="FF3300"/>
              </a:solidFill>
            </a:endParaRPr>
          </a:p>
        </p:txBody>
      </p:sp>
      <p:graphicFrame>
        <p:nvGraphicFramePr>
          <p:cNvPr id="14" name="Object 3"/>
          <p:cNvGraphicFramePr>
            <a:graphicFrameLocks noChangeAspect="1"/>
          </p:cNvGraphicFramePr>
          <p:nvPr/>
        </p:nvGraphicFramePr>
        <p:xfrm>
          <a:off x="2347492" y="698779"/>
          <a:ext cx="6192733" cy="1305825"/>
        </p:xfrm>
        <a:graphic>
          <a:graphicData uri="http://schemas.openxmlformats.org/presentationml/2006/ole">
            <mc:AlternateContent xmlns:mc="http://schemas.openxmlformats.org/markup-compatibility/2006">
              <mc:Choice xmlns:v="urn:schemas-microsoft-com:vml" Requires="v">
                <p:oleObj spid="_x0000_s283697" name="公式" r:id="rId13" imgW="2108200" imgH="685800" progId="Equation.3">
                  <p:embed/>
                </p:oleObj>
              </mc:Choice>
              <mc:Fallback>
                <p:oleObj name="公式" r:id="rId13" imgW="2108200" imgH="685800" progId="Equation.3">
                  <p:embed/>
                  <p:pic>
                    <p:nvPicPr>
                      <p:cNvPr id="0" name="Object 3"/>
                      <p:cNvPicPr>
                        <a:picLocks noGrp="1"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47492" y="698779"/>
                        <a:ext cx="6192733" cy="1305825"/>
                      </a:xfrm>
                      <a:prstGeom prst="rect">
                        <a:avLst/>
                      </a:prstGeom>
                      <a:noFill/>
                      <a:ln>
                        <a:noFill/>
                      </a:ln>
                      <a:effectLst/>
                    </p:spPr>
                  </p:pic>
                </p:oleObj>
              </mc:Fallback>
            </mc:AlternateContent>
          </a:graphicData>
        </a:graphic>
      </p:graphicFrame>
      <p:sp>
        <p:nvSpPr>
          <p:cNvPr id="15" name="Text Box 7"/>
          <p:cNvSpPr txBox="1">
            <a:spLocks noChangeArrowheads="1"/>
          </p:cNvSpPr>
          <p:nvPr/>
        </p:nvSpPr>
        <p:spPr bwMode="auto">
          <a:xfrm>
            <a:off x="547688" y="530225"/>
            <a:ext cx="1855787"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ts val="1400"/>
              </a:spcBef>
              <a:spcAft>
                <a:spcPts val="1500"/>
              </a:spcAft>
              <a:buClrTx/>
              <a:buFontTx/>
              <a:buNone/>
            </a:pPr>
            <a:r>
              <a:rPr kumimoji="1" lang="zh-CN" altLang="en-US" sz="2400" b="1" dirty="0">
                <a:solidFill>
                  <a:srgbClr val="003300"/>
                </a:solidFill>
                <a:latin typeface="Tahoma" panose="020B0604030504040204" pitchFamily="34" charset="0"/>
                <a:ea typeface="宋体" panose="02010600030101010101" pitchFamily="2" charset="-122"/>
              </a:rPr>
              <a:t>完备的实正交函数集：</a:t>
            </a:r>
            <a:endParaRPr kumimoji="1" lang="zh-CN" altLang="en-US" sz="2800" b="1" dirty="0">
              <a:solidFill>
                <a:srgbClr val="003300"/>
              </a:solidFill>
              <a:latin typeface="Arial" panose="020B0604020202020204" pitchFamily="34" charset="0"/>
            </a:endParaRPr>
          </a:p>
        </p:txBody>
      </p:sp>
    </p:spTree>
    <p:custDataLst>
      <p:tags r:id="rId15"/>
    </p:custDataLst>
  </p:cSld>
  <p:clrMapOvr>
    <a:masterClrMapping/>
  </p:clrMapOvr>
  <p:transition spd="slow" advTm="18398"/>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42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428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66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A686FB38-B909-4636-864F-8D62106767ED}" type="datetime1">
              <a:rPr lang="zh-CN" altLang="en-US"/>
            </a:fld>
            <a:endParaRPr lang="zh-CN" altLang="en-US"/>
          </a:p>
        </p:txBody>
      </p:sp>
      <p:sp>
        <p:nvSpPr>
          <p:cNvPr id="8" name="Rectangle 3"/>
          <p:cNvSpPr txBox="1">
            <a:spLocks noChangeArrowheads="1"/>
          </p:cNvSpPr>
          <p:nvPr/>
        </p:nvSpPr>
        <p:spPr bwMode="auto">
          <a:xfrm>
            <a:off x="755650" y="71755"/>
            <a:ext cx="1439863" cy="431800"/>
          </a:xfrm>
          <a:prstGeom prst="rect">
            <a:avLst/>
          </a:prstGeom>
          <a:solidFill>
            <a:schemeClr val="bg1"/>
          </a:solidFill>
          <a:ln>
            <a:noFill/>
          </a:ln>
          <a:effectLst>
            <a:outerShdw dist="35921" dir="2700000" algn="ctr" rotWithShape="0">
              <a:schemeClr val="bg2"/>
            </a:outerShdw>
          </a:effectLst>
        </p:spPr>
        <p:txBody>
          <a:bodyPr anchor="ct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2500" b="1" kern="0" dirty="0">
                <a:solidFill>
                  <a:srgbClr val="FF0000"/>
                </a:solidFill>
              </a:rPr>
              <a:t>回顾</a:t>
            </a:r>
            <a:endParaRPr lang="zh-CN" altLang="en-US" sz="2500" b="1" kern="0" dirty="0">
              <a:solidFill>
                <a:srgbClr val="FF0000"/>
              </a:solidFill>
            </a:endParaRPr>
          </a:p>
        </p:txBody>
      </p:sp>
      <p:sp>
        <p:nvSpPr>
          <p:cNvPr id="87044" name="Rectangle 4"/>
          <p:cNvSpPr>
            <a:spLocks noChangeArrowheads="1"/>
          </p:cNvSpPr>
          <p:nvPr/>
        </p:nvSpPr>
        <p:spPr bwMode="blackGray">
          <a:xfrm>
            <a:off x="2843213" y="0"/>
            <a:ext cx="2665412" cy="503238"/>
          </a:xfrm>
          <a:prstGeom prst="rect">
            <a:avLst/>
          </a:prstGeom>
          <a:solidFill>
            <a:schemeClr val="bg1"/>
          </a:solidFill>
          <a:ln w="9525">
            <a:solidFill>
              <a:srgbClr val="9900FF"/>
            </a:solidFill>
            <a:miter lim="800000"/>
          </a:ln>
          <a:effectLst>
            <a:outerShdw dist="35921" dir="2700000" algn="ctr" rotWithShape="0">
              <a:schemeClr val="bg2"/>
            </a:outerShdw>
          </a:effec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dirty="0">
                <a:solidFill>
                  <a:srgbClr val="FF3300"/>
                </a:solidFill>
              </a:rPr>
              <a:t>复指数傅立叶级数</a:t>
            </a:r>
            <a:endParaRPr lang="zh-CN" altLang="en-US" sz="2200" b="1" dirty="0">
              <a:solidFill>
                <a:srgbClr val="FF3300"/>
              </a:solidFill>
            </a:endParaRPr>
          </a:p>
        </p:txBody>
      </p:sp>
      <p:sp>
        <p:nvSpPr>
          <p:cNvPr id="87045" name="Text Box 7"/>
          <p:cNvSpPr txBox="1">
            <a:spLocks noChangeArrowheads="1"/>
          </p:cNvSpPr>
          <p:nvPr/>
        </p:nvSpPr>
        <p:spPr bwMode="auto">
          <a:xfrm>
            <a:off x="548005" y="530225"/>
            <a:ext cx="229489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ts val="1400"/>
              </a:spcBef>
              <a:spcAft>
                <a:spcPts val="1500"/>
              </a:spcAft>
              <a:buClrTx/>
              <a:buFontTx/>
              <a:buNone/>
            </a:pPr>
            <a:r>
              <a:rPr kumimoji="1" lang="zh-CN" altLang="en-US" sz="2400" b="1" dirty="0">
                <a:solidFill>
                  <a:srgbClr val="003300"/>
                </a:solidFill>
                <a:latin typeface="Tahoma" panose="020B0604030504040204" pitchFamily="34" charset="0"/>
                <a:ea typeface="宋体" panose="02010600030101010101" pitchFamily="2" charset="-122"/>
              </a:rPr>
              <a:t>完备的复指数正交函数集：</a:t>
            </a:r>
            <a:endParaRPr kumimoji="1" lang="zh-CN" altLang="en-US" sz="2800" b="1" dirty="0">
              <a:solidFill>
                <a:srgbClr val="003300"/>
              </a:solidFill>
              <a:latin typeface="Arial" panose="020B0604020202020204" pitchFamily="34" charset="0"/>
            </a:endParaRPr>
          </a:p>
        </p:txBody>
      </p:sp>
      <p:graphicFrame>
        <p:nvGraphicFramePr>
          <p:cNvPr id="87046" name="Object 9"/>
          <p:cNvGraphicFramePr>
            <a:graphicFrameLocks noChangeAspect="1"/>
          </p:cNvGraphicFramePr>
          <p:nvPr/>
        </p:nvGraphicFramePr>
        <p:xfrm>
          <a:off x="3911283" y="901700"/>
          <a:ext cx="3352800" cy="517525"/>
        </p:xfrm>
        <a:graphic>
          <a:graphicData uri="http://schemas.openxmlformats.org/presentationml/2006/ole">
            <mc:AlternateContent xmlns:mc="http://schemas.openxmlformats.org/markup-compatibility/2006">
              <mc:Choice xmlns:v="urn:schemas-microsoft-com:vml" Requires="v">
                <p:oleObj spid="_x0000_s284709" name="Equation" r:id="rId1" imgW="1562100" imgH="215900" progId="Equation.3">
                  <p:embed/>
                </p:oleObj>
              </mc:Choice>
              <mc:Fallback>
                <p:oleObj name="Equation" r:id="rId1" imgW="1562100" imgH="2159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1283" y="901700"/>
                        <a:ext cx="3352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047" name="Text Box 10"/>
          <p:cNvSpPr txBox="1">
            <a:spLocks noChangeArrowheads="1"/>
          </p:cNvSpPr>
          <p:nvPr/>
        </p:nvSpPr>
        <p:spPr bwMode="auto">
          <a:xfrm>
            <a:off x="7293928" y="9017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en-US" altLang="zh-CN" sz="2400" b="1">
                <a:solidFill>
                  <a:srgbClr val="003300"/>
                </a:solidFill>
                <a:latin typeface="Tahoma" panose="020B0604030504040204" pitchFamily="34" charset="0"/>
                <a:ea typeface="宋体" panose="02010600030101010101" pitchFamily="2" charset="-122"/>
              </a:rPr>
              <a:t>( t</a:t>
            </a:r>
            <a:r>
              <a:rPr kumimoji="1" lang="en-US" altLang="zh-CN" sz="2400" b="1" baseline="-25000">
                <a:solidFill>
                  <a:srgbClr val="003300"/>
                </a:solidFill>
                <a:latin typeface="Tahoma" panose="020B0604030504040204" pitchFamily="34" charset="0"/>
                <a:ea typeface="宋体" panose="02010600030101010101" pitchFamily="2" charset="-122"/>
              </a:rPr>
              <a:t>0</a:t>
            </a:r>
            <a:r>
              <a:rPr kumimoji="1" lang="zh-CN" altLang="en-US" sz="2400" b="1">
                <a:solidFill>
                  <a:srgbClr val="003300"/>
                </a:solidFill>
                <a:latin typeface="Tahoma" panose="020B0604030504040204" pitchFamily="34" charset="0"/>
                <a:ea typeface="宋体" panose="02010600030101010101" pitchFamily="2" charset="-122"/>
              </a:rPr>
              <a:t>，</a:t>
            </a:r>
            <a:r>
              <a:rPr kumimoji="1" lang="en-US" altLang="zh-CN" sz="2400" b="1">
                <a:solidFill>
                  <a:srgbClr val="003300"/>
                </a:solidFill>
                <a:latin typeface="Tahoma" panose="020B0604030504040204" pitchFamily="34" charset="0"/>
                <a:ea typeface="宋体" panose="02010600030101010101" pitchFamily="2" charset="-122"/>
              </a:rPr>
              <a:t>t</a:t>
            </a:r>
            <a:r>
              <a:rPr kumimoji="1" lang="en-US" altLang="zh-CN" sz="2400" b="1" baseline="-25000">
                <a:solidFill>
                  <a:srgbClr val="003300"/>
                </a:solidFill>
                <a:latin typeface="Tahoma" panose="020B0604030504040204" pitchFamily="34" charset="0"/>
                <a:ea typeface="宋体" panose="02010600030101010101" pitchFamily="2" charset="-122"/>
              </a:rPr>
              <a:t>0 </a:t>
            </a:r>
            <a:r>
              <a:rPr kumimoji="1" lang="en-US" altLang="zh-CN" sz="2400" b="1">
                <a:solidFill>
                  <a:srgbClr val="003300"/>
                </a:solidFill>
                <a:latin typeface="Tahoma" panose="020B0604030504040204" pitchFamily="34" charset="0"/>
                <a:ea typeface="宋体" panose="02010600030101010101" pitchFamily="2" charset="-122"/>
              </a:rPr>
              <a:t>+T )</a:t>
            </a:r>
            <a:r>
              <a:rPr kumimoji="1" lang="en-US" altLang="zh-CN" sz="2400" b="1">
                <a:solidFill>
                  <a:srgbClr val="800000"/>
                </a:solidFill>
                <a:latin typeface="Tahoma" panose="020B0604030504040204" pitchFamily="34" charset="0"/>
                <a:ea typeface="宋体" panose="02010600030101010101" pitchFamily="2" charset="-122"/>
              </a:rPr>
              <a:t> </a:t>
            </a:r>
            <a:endParaRPr kumimoji="1" lang="en-US" altLang="zh-CN" sz="2400" b="1">
              <a:solidFill>
                <a:srgbClr val="800000"/>
              </a:solidFill>
              <a:latin typeface="Tahoma" panose="020B0604030504040204" pitchFamily="34" charset="0"/>
              <a:ea typeface="宋体" panose="02010600030101010101" pitchFamily="2" charset="-122"/>
            </a:endParaRPr>
          </a:p>
        </p:txBody>
      </p:sp>
      <p:graphicFrame>
        <p:nvGraphicFramePr>
          <p:cNvPr id="87048" name="Object 8"/>
          <p:cNvGraphicFramePr>
            <a:graphicFrameLocks noChangeAspect="1"/>
          </p:cNvGraphicFramePr>
          <p:nvPr/>
        </p:nvGraphicFramePr>
        <p:xfrm>
          <a:off x="2663508" y="891540"/>
          <a:ext cx="1163637" cy="582613"/>
        </p:xfrm>
        <a:graphic>
          <a:graphicData uri="http://schemas.openxmlformats.org/presentationml/2006/ole">
            <mc:AlternateContent xmlns:mc="http://schemas.openxmlformats.org/markup-compatibility/2006">
              <mc:Choice xmlns:v="urn:schemas-microsoft-com:vml" Requires="v">
                <p:oleObj spid="_x0000_s284710" name="Equation" r:id="rId3" imgW="508000" imgH="254000" progId="Equation.3">
                  <p:embed/>
                </p:oleObj>
              </mc:Choice>
              <mc:Fallback>
                <p:oleObj name="Equation" r:id="rId3" imgW="508000" imgH="2540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3508" y="891540"/>
                        <a:ext cx="1163637"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2"/>
          <p:cNvGraphicFramePr>
            <a:graphicFrameLocks noChangeAspect="1"/>
          </p:cNvGraphicFramePr>
          <p:nvPr/>
        </p:nvGraphicFramePr>
        <p:xfrm>
          <a:off x="500063" y="1862138"/>
          <a:ext cx="7416800" cy="501650"/>
        </p:xfrm>
        <a:graphic>
          <a:graphicData uri="http://schemas.openxmlformats.org/presentationml/2006/ole">
            <mc:AlternateContent xmlns:mc="http://schemas.openxmlformats.org/markup-compatibility/2006">
              <mc:Choice xmlns:v="urn:schemas-microsoft-com:vml" Requires="v">
                <p:oleObj spid="_x0000_s284711" name="公式" r:id="rId5" imgW="3200400" imgH="215900" progId="Equation.3">
                  <p:embed/>
                </p:oleObj>
              </mc:Choice>
              <mc:Fallback>
                <p:oleObj name="公式" r:id="rId5" imgW="3200400" imgH="2159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063" y="1862138"/>
                        <a:ext cx="7416800" cy="50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99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3"/>
          <p:cNvGraphicFramePr>
            <a:graphicFrameLocks noChangeAspect="1"/>
          </p:cNvGraphicFramePr>
          <p:nvPr/>
        </p:nvGraphicFramePr>
        <p:xfrm>
          <a:off x="1360488" y="4981575"/>
          <a:ext cx="1482725" cy="1160463"/>
        </p:xfrm>
        <a:graphic>
          <a:graphicData uri="http://schemas.openxmlformats.org/presentationml/2006/ole">
            <mc:AlternateContent xmlns:mc="http://schemas.openxmlformats.org/markup-compatibility/2006">
              <mc:Choice xmlns:v="urn:schemas-microsoft-com:vml" Requires="v">
                <p:oleObj spid="_x0000_s284712" name="公式" r:id="rId7" imgW="292100" imgH="228600" progId="Equation.3">
                  <p:embed/>
                </p:oleObj>
              </mc:Choice>
              <mc:Fallback>
                <p:oleObj name="公式" r:id="rId7" imgW="292100" imgH="2286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0488" y="4981575"/>
                        <a:ext cx="1482725" cy="1160463"/>
                      </a:xfrm>
                      <a:prstGeom prst="rect">
                        <a:avLst/>
                      </a:prstGeom>
                      <a:solidFill>
                        <a:schemeClr val="bg1"/>
                      </a:solidFill>
                      <a:ln>
                        <a:noFill/>
                      </a:ln>
                      <a:effectLst/>
                      <a:extLst>
                        <a:ext uri="{91240B29-F687-4F45-9708-019B960494DF}">
                          <a14:hiddenLine xmlns:a14="http://schemas.microsoft.com/office/drawing/2010/main" w="57150">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4"/>
          <p:cNvGraphicFramePr>
            <a:graphicFrameLocks noChangeAspect="1"/>
          </p:cNvGraphicFramePr>
          <p:nvPr/>
        </p:nvGraphicFramePr>
        <p:xfrm>
          <a:off x="1116013" y="2570163"/>
          <a:ext cx="7278687" cy="1597025"/>
        </p:xfrm>
        <a:graphic>
          <a:graphicData uri="http://schemas.openxmlformats.org/presentationml/2006/ole">
            <mc:AlternateContent xmlns:mc="http://schemas.openxmlformats.org/markup-compatibility/2006">
              <mc:Choice xmlns:v="urn:schemas-microsoft-com:vml" Requires="v">
                <p:oleObj spid="_x0000_s284713" name="公式" r:id="rId9" imgW="3048000" imgH="685800" progId="Equation.3">
                  <p:embed/>
                </p:oleObj>
              </mc:Choice>
              <mc:Fallback>
                <p:oleObj name="公式" r:id="rId9" imgW="3048000" imgH="6858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2570163"/>
                        <a:ext cx="7278687" cy="1597025"/>
                      </a:xfrm>
                      <a:prstGeom prst="rect">
                        <a:avLst/>
                      </a:prstGeom>
                      <a:noFill/>
                      <a:ln w="57150">
                        <a:solidFill>
                          <a:srgbClr val="99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6"/>
          <p:cNvGraphicFramePr>
            <a:graphicFrameLocks noChangeAspect="1"/>
          </p:cNvGraphicFramePr>
          <p:nvPr/>
        </p:nvGraphicFramePr>
        <p:xfrm>
          <a:off x="2843213" y="4570413"/>
          <a:ext cx="5759450" cy="1711325"/>
        </p:xfrm>
        <a:graphic>
          <a:graphicData uri="http://schemas.openxmlformats.org/presentationml/2006/ole">
            <mc:AlternateContent xmlns:mc="http://schemas.openxmlformats.org/markup-compatibility/2006">
              <mc:Choice xmlns:v="urn:schemas-microsoft-com:vml" Requires="v">
                <p:oleObj spid="_x0000_s284714" name="公式" r:id="rId11" imgW="2311400" imgH="685800" progId="Equation.3">
                  <p:embed/>
                </p:oleObj>
              </mc:Choice>
              <mc:Fallback>
                <p:oleObj name="公式" r:id="rId11" imgW="2311400" imgH="6858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4570413"/>
                        <a:ext cx="5759450" cy="17113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57150">
                            <a:solidFill>
                              <a:srgbClr val="FF9900"/>
                            </a:solidFill>
                            <a:miter lim="800000"/>
                            <a:headEnd/>
                            <a:tailEnd/>
                          </a14:hiddenLine>
                        </a:ext>
                      </a:extLst>
                    </p:spPr>
                  </p:pic>
                </p:oleObj>
              </mc:Fallback>
            </mc:AlternateContent>
          </a:graphicData>
        </a:graphic>
      </p:graphicFrame>
    </p:spTree>
    <p:custDataLst>
      <p:tags r:id="rId13"/>
    </p:custDataLst>
  </p:cSld>
  <p:clrMapOvr>
    <a:masterClrMapping/>
  </p:clrMapOvr>
  <p:transition spd="slow" advTm="7744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strVal val="#ppt_w*0.70"/>
                                          </p:val>
                                        </p:tav>
                                        <p:tav tm="100000">
                                          <p:val>
                                            <p:strVal val="#ppt_w"/>
                                          </p:val>
                                        </p:tav>
                                      </p:tavLst>
                                    </p:anim>
                                    <p:anim calcmode="lin" valueType="num">
                                      <p:cBhvr>
                                        <p:cTn id="8" dur="1000" fill="hold"/>
                                        <p:tgtEl>
                                          <p:spTgt spid="14"/>
                                        </p:tgtEl>
                                        <p:attrNameLst>
                                          <p:attrName>ppt_h</p:attrName>
                                        </p:attrNameLst>
                                      </p:cBhvr>
                                      <p:tavLst>
                                        <p:tav tm="0">
                                          <p:val>
                                            <p:strVal val="#ppt_h"/>
                                          </p:val>
                                        </p:tav>
                                        <p:tav tm="100000">
                                          <p:val>
                                            <p:strVal val="#ppt_h"/>
                                          </p:val>
                                        </p:tav>
                                      </p:tavLst>
                                    </p:anim>
                                    <p:animEffect transition="in" filter="fade">
                                      <p:cBhvr>
                                        <p:cTn id="9" dur="1000"/>
                                        <p:tgtEl>
                                          <p:spTgt spid="1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p:cTn id="13" dur="1000" fill="hold"/>
                                        <p:tgtEl>
                                          <p:spTgt spid="16"/>
                                        </p:tgtEl>
                                        <p:attrNameLst>
                                          <p:attrName>ppt_w</p:attrName>
                                        </p:attrNameLst>
                                      </p:cBhvr>
                                      <p:tavLst>
                                        <p:tav tm="0">
                                          <p:val>
                                            <p:strVal val="#ppt_w*0.70"/>
                                          </p:val>
                                        </p:tav>
                                        <p:tav tm="100000">
                                          <p:val>
                                            <p:strVal val="#ppt_w"/>
                                          </p:val>
                                        </p:tav>
                                      </p:tavLst>
                                    </p:anim>
                                    <p:anim calcmode="lin" valueType="num">
                                      <p:cBhvr>
                                        <p:cTn id="14" dur="1000" fill="hold"/>
                                        <p:tgtEl>
                                          <p:spTgt spid="16"/>
                                        </p:tgtEl>
                                        <p:attrNameLst>
                                          <p:attrName>ppt_h</p:attrName>
                                        </p:attrNameLst>
                                      </p:cBhvr>
                                      <p:tavLst>
                                        <p:tav tm="0">
                                          <p:val>
                                            <p:strVal val="#ppt_h"/>
                                          </p:val>
                                        </p:tav>
                                        <p:tav tm="100000">
                                          <p:val>
                                            <p:strVal val="#ppt_h"/>
                                          </p:val>
                                        </p:tav>
                                      </p:tavLst>
                                    </p:anim>
                                    <p:animEffect transition="in" filter="fade">
                                      <p:cBhvr>
                                        <p:cTn id="15" dur="1000"/>
                                        <p:tgtEl>
                                          <p:spTgt spid="16"/>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1000" fill="hold"/>
                                        <p:tgtEl>
                                          <p:spTgt spid="15"/>
                                        </p:tgtEl>
                                        <p:attrNameLst>
                                          <p:attrName>ppt_w</p:attrName>
                                        </p:attrNameLst>
                                      </p:cBhvr>
                                      <p:tavLst>
                                        <p:tav tm="0">
                                          <p:val>
                                            <p:strVal val="#ppt_w*0.70"/>
                                          </p:val>
                                        </p:tav>
                                        <p:tav tm="100000">
                                          <p:val>
                                            <p:strVal val="#ppt_w"/>
                                          </p:val>
                                        </p:tav>
                                      </p:tavLst>
                                    </p:anim>
                                    <p:anim calcmode="lin" valueType="num">
                                      <p:cBhvr>
                                        <p:cTn id="20" dur="1000" fill="hold"/>
                                        <p:tgtEl>
                                          <p:spTgt spid="15"/>
                                        </p:tgtEl>
                                        <p:attrNameLst>
                                          <p:attrName>ppt_h</p:attrName>
                                        </p:attrNameLst>
                                      </p:cBhvr>
                                      <p:tavLst>
                                        <p:tav tm="0">
                                          <p:val>
                                            <p:strVal val="#ppt_h"/>
                                          </p:val>
                                        </p:tav>
                                        <p:tav tm="100000">
                                          <p:val>
                                            <p:strVal val="#ppt_h"/>
                                          </p:val>
                                        </p:tav>
                                      </p:tavLst>
                                    </p:anim>
                                    <p:animEffect transition="in" filter="fade">
                                      <p:cBhvr>
                                        <p:cTn id="21" dur="10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p:cTn id="26" dur="1000" fill="hold"/>
                                        <p:tgtEl>
                                          <p:spTgt spid="17"/>
                                        </p:tgtEl>
                                        <p:attrNameLst>
                                          <p:attrName>ppt_w</p:attrName>
                                        </p:attrNameLst>
                                      </p:cBhvr>
                                      <p:tavLst>
                                        <p:tav tm="0">
                                          <p:val>
                                            <p:strVal val="#ppt_w*0.70"/>
                                          </p:val>
                                        </p:tav>
                                        <p:tav tm="100000">
                                          <p:val>
                                            <p:strVal val="#ppt_w"/>
                                          </p:val>
                                        </p:tav>
                                      </p:tavLst>
                                    </p:anim>
                                    <p:anim calcmode="lin" valueType="num">
                                      <p:cBhvr>
                                        <p:cTn id="27" dur="1000" fill="hold"/>
                                        <p:tgtEl>
                                          <p:spTgt spid="17"/>
                                        </p:tgtEl>
                                        <p:attrNameLst>
                                          <p:attrName>ppt_h</p:attrName>
                                        </p:attrNameLst>
                                      </p:cBhvr>
                                      <p:tavLst>
                                        <p:tav tm="0">
                                          <p:val>
                                            <p:strVal val="#ppt_h"/>
                                          </p:val>
                                        </p:tav>
                                        <p:tav tm="100000">
                                          <p:val>
                                            <p:strVal val="#ppt_h"/>
                                          </p:val>
                                        </p:tav>
                                      </p:tavLst>
                                    </p:anim>
                                    <p:animEffect transition="in" filter="fade">
                                      <p:cBhvr>
                                        <p:cTn id="2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14"/>
          <p:cNvGraphicFramePr>
            <a:graphicFrameLocks noGrp="1" noChangeAspect="1"/>
          </p:cNvGraphicFramePr>
          <p:nvPr>
            <p:ph sz="half" idx="1"/>
          </p:nvPr>
        </p:nvGraphicFramePr>
        <p:xfrm>
          <a:off x="1116013" y="831215"/>
          <a:ext cx="3014662" cy="885825"/>
        </p:xfrm>
        <a:graphic>
          <a:graphicData uri="http://schemas.openxmlformats.org/presentationml/2006/ole">
            <mc:AlternateContent xmlns:mc="http://schemas.openxmlformats.org/markup-compatibility/2006">
              <mc:Choice xmlns:v="urn:schemas-microsoft-com:vml" Requires="v">
                <p:oleObj spid="_x0000_s285715" name="" r:id="rId1" imgW="1206500" imgH="431800" progId="Equation.3">
                  <p:embed/>
                </p:oleObj>
              </mc:Choice>
              <mc:Fallback>
                <p:oleObj name="" r:id="rId1" imgW="1206500" imgH="431800" progId="Equation.3">
                  <p:embed/>
                  <p:pic>
                    <p:nvPicPr>
                      <p:cNvPr id="0" name="Object 1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831215"/>
                        <a:ext cx="3014662" cy="885825"/>
                      </a:xfrm>
                      <a:prstGeom prst="rect">
                        <a:avLst/>
                      </a:prstGeom>
                      <a:solidFill>
                        <a:schemeClr val="bg1"/>
                      </a:solidFill>
                      <a:ln w="9525">
                        <a:solidFill>
                          <a:schemeClr val="folHlink"/>
                        </a:solidFill>
                        <a:miter lim="800000"/>
                        <a:headEnd/>
                        <a:tailEnd/>
                      </a:ln>
                    </p:spPr>
                  </p:pic>
                </p:oleObj>
              </mc:Fallback>
            </mc:AlternateContent>
          </a:graphicData>
        </a:graphic>
      </p:graphicFrame>
      <p:cxnSp>
        <p:nvCxnSpPr>
          <p:cNvPr id="4" name="直接连接符 3"/>
          <p:cNvCxnSpPr/>
          <p:nvPr/>
        </p:nvCxnSpPr>
        <p:spPr>
          <a:xfrm>
            <a:off x="983298" y="2301558"/>
            <a:ext cx="7681912"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graphicFrame>
        <p:nvGraphicFramePr>
          <p:cNvPr id="67588" name="Object 2"/>
          <p:cNvGraphicFramePr>
            <a:graphicFrameLocks noGrp="1" noChangeAspect="1"/>
          </p:cNvGraphicFramePr>
          <p:nvPr/>
        </p:nvGraphicFramePr>
        <p:xfrm>
          <a:off x="4691063" y="916623"/>
          <a:ext cx="3741737" cy="800100"/>
        </p:xfrm>
        <a:graphic>
          <a:graphicData uri="http://schemas.openxmlformats.org/presentationml/2006/ole">
            <mc:AlternateContent xmlns:mc="http://schemas.openxmlformats.org/markup-compatibility/2006">
              <mc:Choice xmlns:v="urn:schemas-microsoft-com:vml" Requires="v">
                <p:oleObj spid="_x0000_s285716" name="" r:id="rId3" imgW="2019300" imgH="431800" progId="Equation.3">
                  <p:embed/>
                </p:oleObj>
              </mc:Choice>
              <mc:Fallback>
                <p:oleObj name="" r:id="rId3" imgW="2019300" imgH="431800" progId="Equation.3">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1063" y="916623"/>
                        <a:ext cx="3741737" cy="800100"/>
                      </a:xfrm>
                      <a:prstGeom prst="rect">
                        <a:avLst/>
                      </a:prstGeom>
                      <a:solidFill>
                        <a:schemeClr val="bg1"/>
                      </a:solidFill>
                      <a:ln w="9525">
                        <a:solidFill>
                          <a:schemeClr val="folHlink"/>
                        </a:solidFill>
                        <a:miter lim="800000"/>
                        <a:headEnd/>
                        <a:tailEnd/>
                      </a:ln>
                    </p:spPr>
                  </p:pic>
                </p:oleObj>
              </mc:Fallback>
            </mc:AlternateContent>
          </a:graphicData>
        </a:graphic>
      </p:graphicFrame>
      <p:sp>
        <p:nvSpPr>
          <p:cNvPr id="54274" name="Text Box 8"/>
          <p:cNvSpPr txBox="1">
            <a:spLocks noChangeArrowheads="1"/>
          </p:cNvSpPr>
          <p:nvPr/>
        </p:nvSpPr>
        <p:spPr bwMode="auto">
          <a:xfrm>
            <a:off x="905510" y="2458085"/>
            <a:ext cx="7856855" cy="10147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5430"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5000"/>
              </a:lnSpc>
              <a:spcBef>
                <a:spcPct val="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指数傅里叶级数虽然和三角傅里叶级数的形式不同，但都是将一信号表示为直流分量和谐波分量之和；</a:t>
            </a:r>
            <a:endParaRPr lang="zh-CN" altLang="en-US" sz="2400" b="1">
              <a:latin typeface="Times New Roman" panose="02020603050405020304" pitchFamily="18" charset="0"/>
              <a:ea typeface="宋体" panose="02010600030101010101" pitchFamily="2" charset="-122"/>
            </a:endParaRPr>
          </a:p>
        </p:txBody>
      </p:sp>
      <p:grpSp>
        <p:nvGrpSpPr>
          <p:cNvPr id="5" name="组合 4"/>
          <p:cNvGrpSpPr/>
          <p:nvPr/>
        </p:nvGrpSpPr>
        <p:grpSpPr bwMode="auto">
          <a:xfrm>
            <a:off x="905193" y="4049713"/>
            <a:ext cx="7974867" cy="1014531"/>
            <a:chOff x="1757" y="6345"/>
            <a:chExt cx="12560" cy="1597"/>
          </a:xfrm>
        </p:grpSpPr>
        <p:sp>
          <p:nvSpPr>
            <p:cNvPr id="67591" name="Text Box 8"/>
            <p:cNvSpPr txBox="1">
              <a:spLocks noChangeArrowheads="1"/>
            </p:cNvSpPr>
            <p:nvPr/>
          </p:nvSpPr>
          <p:spPr bwMode="auto">
            <a:xfrm>
              <a:off x="1757" y="6345"/>
              <a:ext cx="12560" cy="15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5430"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5000"/>
                </a:lnSpc>
                <a:spcBef>
                  <a:spcPct val="0"/>
                </a:spcBef>
                <a:buClrTx/>
                <a:buFont typeface="Wingdings" panose="05000000000000000000" pitchFamily="2" charset="2"/>
                <a:buChar char="l"/>
              </a:pPr>
              <a:r>
                <a:rPr lang="zh-CN" altLang="en-US" sz="2400" b="1">
                  <a:latin typeface="Times New Roman" panose="02020603050405020304" pitchFamily="18" charset="0"/>
                  <a:ea typeface="宋体" panose="02010600030101010101" pitchFamily="2" charset="-122"/>
                </a:rPr>
                <a:t>三角傅里叶级数谐波概念较为直观，但指数级数更为方便，只需求出复数振幅</a:t>
              </a:r>
              <a:r>
                <a:rPr lang="en-US" altLang="zh-CN" sz="2400" b="1">
                  <a:latin typeface="Times New Roman" panose="02020603050405020304" pitchFamily="18" charset="0"/>
                  <a:ea typeface="宋体" panose="02010600030101010101" pitchFamily="2" charset="-122"/>
                </a:rPr>
                <a:t>           </a:t>
              </a:r>
              <a:r>
                <a:rPr lang="zh-CN" altLang="en-US" sz="2400" b="1">
                  <a:latin typeface="Times New Roman" panose="02020603050405020304" pitchFamily="18" charset="0"/>
                  <a:ea typeface="宋体" panose="02010600030101010101" pitchFamily="2" charset="-122"/>
                  <a:sym typeface="+mn-ea"/>
                </a:rPr>
                <a:t>，</a:t>
              </a:r>
              <a:r>
                <a:rPr lang="zh-CN" altLang="en-US" sz="2400" b="1">
                  <a:latin typeface="Times New Roman" panose="02020603050405020304" pitchFamily="18" charset="0"/>
                  <a:ea typeface="宋体" panose="02010600030101010101" pitchFamily="2" charset="-122"/>
                </a:rPr>
                <a:t>信号分解任务就完成。</a:t>
              </a:r>
              <a:endParaRPr lang="zh-CN" altLang="en-US" sz="2400" b="1">
                <a:latin typeface="Times New Roman" panose="02020603050405020304" pitchFamily="18" charset="0"/>
                <a:ea typeface="宋体" panose="02010600030101010101" pitchFamily="2" charset="-122"/>
              </a:endParaRPr>
            </a:p>
          </p:txBody>
        </p:sp>
        <p:graphicFrame>
          <p:nvGraphicFramePr>
            <p:cNvPr id="67592" name="Object 9"/>
            <p:cNvGraphicFramePr>
              <a:graphicFrameLocks noChangeAspect="1"/>
            </p:cNvGraphicFramePr>
            <p:nvPr/>
          </p:nvGraphicFramePr>
          <p:xfrm>
            <a:off x="7415" y="7174"/>
            <a:ext cx="662" cy="668"/>
          </p:xfrm>
          <a:graphic>
            <a:graphicData uri="http://schemas.openxmlformats.org/presentationml/2006/ole">
              <mc:AlternateContent xmlns:mc="http://schemas.openxmlformats.org/markup-compatibility/2006">
                <mc:Choice xmlns:v="urn:schemas-microsoft-com:vml" Requires="v">
                  <p:oleObj spid="_x0000_s285717" name="" r:id="rId5" imgW="228600" imgH="317500" progId="Equation.3">
                    <p:embed/>
                  </p:oleObj>
                </mc:Choice>
                <mc:Fallback>
                  <p:oleObj name="" r:id="rId5" imgW="228600" imgH="3175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15" y="7174"/>
                          <a:ext cx="662" cy="668"/>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1" name="Rectangle 3"/>
          <p:cNvSpPr txBox="1">
            <a:spLocks noChangeArrowheads="1"/>
          </p:cNvSpPr>
          <p:nvPr>
            <p:custDataLst>
              <p:tags r:id="rId7"/>
            </p:custDataLst>
          </p:nvPr>
        </p:nvSpPr>
        <p:spPr bwMode="auto">
          <a:xfrm>
            <a:off x="673518" y="28342"/>
            <a:ext cx="1439863" cy="431800"/>
          </a:xfrm>
          <a:prstGeom prst="rect">
            <a:avLst/>
          </a:prstGeom>
          <a:solidFill>
            <a:schemeClr val="bg1"/>
          </a:solidFill>
          <a:ln>
            <a:noFill/>
          </a:ln>
          <a:effectLst>
            <a:outerShdw dist="35921" dir="2700000" algn="ctr" rotWithShape="0">
              <a:schemeClr val="bg2"/>
            </a:outerShdw>
          </a:effectLst>
        </p:spPr>
        <p:txBody>
          <a:bodyPr anchor="ct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2500" b="1" kern="0" dirty="0">
                <a:solidFill>
                  <a:srgbClr val="FF0000"/>
                </a:solidFill>
              </a:rPr>
              <a:t>回顾</a:t>
            </a:r>
            <a:endParaRPr lang="zh-CN" altLang="en-US" sz="2500" b="1" kern="0" dirty="0">
              <a:solidFill>
                <a:srgbClr val="FF0000"/>
              </a:solidFill>
            </a:endParaRPr>
          </a:p>
        </p:txBody>
      </p:sp>
      <p:sp>
        <p:nvSpPr>
          <p:cNvPr id="12" name="Rectangle 4"/>
          <p:cNvSpPr>
            <a:spLocks noChangeArrowheads="1"/>
          </p:cNvSpPr>
          <p:nvPr>
            <p:custDataLst>
              <p:tags r:id="rId8"/>
            </p:custDataLst>
          </p:nvPr>
        </p:nvSpPr>
        <p:spPr bwMode="blackGray">
          <a:xfrm>
            <a:off x="2914650" y="78105"/>
            <a:ext cx="5749925" cy="503555"/>
          </a:xfrm>
          <a:prstGeom prst="rect">
            <a:avLst/>
          </a:prstGeom>
          <a:solidFill>
            <a:schemeClr val="bg1"/>
          </a:solidFill>
          <a:ln w="9525">
            <a:solidFill>
              <a:srgbClr val="9900FF"/>
            </a:solidFill>
            <a:miter lim="800000"/>
          </a:ln>
          <a:effectLst>
            <a:outerShdw dist="35921" dir="2700000" algn="ctr" rotWithShape="0">
              <a:schemeClr val="bg2"/>
            </a:outerShdw>
          </a:effec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363855" indent="-1841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buFont typeface="Wingdings" panose="05000000000000000000" pitchFamily="2" charset="2"/>
              <a:buNone/>
            </a:pPr>
            <a:r>
              <a:rPr lang="zh-CN" altLang="en-US" sz="2200" b="1" dirty="0">
                <a:solidFill>
                  <a:srgbClr val="FF3300"/>
                </a:solidFill>
              </a:rPr>
              <a:t>三角傅立叶级数与指数傅里叶级数的关系</a:t>
            </a:r>
            <a:endParaRPr lang="zh-CN" altLang="en-US" sz="2200" b="1" dirty="0">
              <a:solidFill>
                <a:srgbClr val="FF3300"/>
              </a:solidFill>
            </a:endParaRPr>
          </a:p>
        </p:txBody>
      </p:sp>
    </p:spTree>
    <p:custDataLst>
      <p:tags r:id="rId9"/>
    </p:custDataLst>
  </p:cSld>
  <p:clrMapOvr>
    <a:masterClrMapping/>
  </p:clrMapOvr>
  <p:transition spd="med" advTm="152976">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p:cTn id="7" dur="500" fill="hold"/>
                                        <p:tgtEl>
                                          <p:spTgt spid="54274"/>
                                        </p:tgtEl>
                                        <p:attrNameLst>
                                          <p:attrName>ppt_x</p:attrName>
                                        </p:attrNameLst>
                                      </p:cBhvr>
                                      <p:tavLst>
                                        <p:tav tm="0">
                                          <p:val>
                                            <p:strVal val="#ppt_x"/>
                                          </p:val>
                                        </p:tav>
                                        <p:tav tm="100000">
                                          <p:val>
                                            <p:strVal val="#ppt_x"/>
                                          </p:val>
                                        </p:tav>
                                      </p:tavLst>
                                    </p:anim>
                                    <p:anim calcmode="lin" valueType="num">
                                      <p:cBhvr>
                                        <p:cTn id="8" dur="500" fill="hold"/>
                                        <p:tgtEl>
                                          <p:spTgt spid="542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ox(in)">
                                      <p:cBhvr>
                                        <p:cTn id="1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78158F5A-B726-4DBB-BEB2-9B57499A0576}" type="datetime1">
              <a:rPr lang="zh-CN" altLang="en-US"/>
            </a:fld>
            <a:endParaRPr lang="zh-CN" altLang="en-US"/>
          </a:p>
        </p:txBody>
      </p:sp>
      <p:sp>
        <p:nvSpPr>
          <p:cNvPr id="91139" name="Rectangle 2"/>
          <p:cNvSpPr>
            <a:spLocks noGrp="1" noChangeArrowheads="1"/>
          </p:cNvSpPr>
          <p:nvPr>
            <p:ph type="title" idx="4294967295"/>
          </p:nvPr>
        </p:nvSpPr>
        <p:spPr>
          <a:xfrm>
            <a:off x="2643188" y="-26988"/>
            <a:ext cx="6500812" cy="581026"/>
          </a:xfrm>
          <a:solidFill>
            <a:schemeClr val="bg1"/>
          </a:solidFill>
          <a:effectLst>
            <a:outerShdw dist="35921" dir="2700000" algn="ctr" rotWithShape="0">
              <a:srgbClr val="808080"/>
            </a:outerShdw>
          </a:effectLst>
        </p:spPr>
        <p:txBody>
          <a:bodyPr/>
          <a:lstStyle/>
          <a:p>
            <a:r>
              <a:rPr lang="zh-CN" altLang="en-US" sz="2500" b="1">
                <a:solidFill>
                  <a:srgbClr val="FF3300"/>
                </a:solidFill>
              </a:rPr>
              <a:t>函数的对称性质与谐波分量的关系</a:t>
            </a:r>
            <a:endParaRPr lang="zh-CN" altLang="en-US" sz="2500" b="1">
              <a:solidFill>
                <a:srgbClr val="FF3300"/>
              </a:solidFill>
            </a:endParaRPr>
          </a:p>
        </p:txBody>
      </p:sp>
      <p:sp>
        <p:nvSpPr>
          <p:cNvPr id="14" name="Rectangle 3"/>
          <p:cNvSpPr txBox="1">
            <a:spLocks noChangeArrowheads="1"/>
          </p:cNvSpPr>
          <p:nvPr/>
        </p:nvSpPr>
        <p:spPr bwMode="auto">
          <a:xfrm>
            <a:off x="715010" y="122555"/>
            <a:ext cx="1439863" cy="431800"/>
          </a:xfrm>
          <a:prstGeom prst="rect">
            <a:avLst/>
          </a:prstGeom>
          <a:solidFill>
            <a:schemeClr val="bg1"/>
          </a:solidFill>
          <a:ln>
            <a:noFill/>
          </a:ln>
          <a:effectLst>
            <a:outerShdw dist="35921" dir="2700000" algn="ctr" rotWithShape="0">
              <a:schemeClr val="bg2"/>
            </a:outerShdw>
          </a:effectLst>
        </p:spPr>
        <p:txBody>
          <a:bodyPr anchor="ct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2500" b="1" kern="0" dirty="0">
                <a:solidFill>
                  <a:srgbClr val="FF0000"/>
                </a:solidFill>
              </a:rPr>
              <a:t>回顾</a:t>
            </a:r>
            <a:endParaRPr lang="zh-CN" altLang="en-US" sz="2500" b="1" kern="0" dirty="0">
              <a:solidFill>
                <a:srgbClr val="FF0000"/>
              </a:solidFill>
            </a:endParaRPr>
          </a:p>
        </p:txBody>
      </p:sp>
      <p:sp>
        <p:nvSpPr>
          <p:cNvPr id="6" name="Rectangle 3"/>
          <p:cNvSpPr txBox="1">
            <a:spLocks noChangeArrowheads="1"/>
          </p:cNvSpPr>
          <p:nvPr/>
        </p:nvSpPr>
        <p:spPr bwMode="auto">
          <a:xfrm>
            <a:off x="715010" y="1364658"/>
            <a:ext cx="8291513" cy="3646487"/>
          </a:xfrm>
          <a:prstGeom prst="rect">
            <a:avLst/>
          </a:prstGeom>
          <a:noFill/>
          <a:ln w="38100">
            <a:solidFill>
              <a:srgbClr val="0000CC"/>
            </a:solidFill>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10000"/>
              </a:lnSpc>
              <a:buFont typeface="Wingdings" panose="05000000000000000000" pitchFamily="2" charset="2"/>
              <a:buNone/>
            </a:pPr>
            <a:r>
              <a:rPr lang="zh-CN" altLang="en-US" sz="2600" b="1" kern="0">
                <a:solidFill>
                  <a:srgbClr val="FF0000"/>
                </a:solidFill>
              </a:rPr>
              <a:t>四种对称：</a:t>
            </a:r>
            <a:endParaRPr lang="zh-CN" altLang="en-US" sz="2600" b="1" kern="0">
              <a:solidFill>
                <a:srgbClr val="FF0000"/>
              </a:solidFill>
            </a:endParaRPr>
          </a:p>
          <a:p>
            <a:pPr>
              <a:lnSpc>
                <a:spcPct val="110000"/>
              </a:lnSpc>
            </a:pPr>
            <a:r>
              <a:rPr lang="zh-CN" altLang="en-US" sz="2600" b="1" kern="0"/>
              <a:t>偶函数 ：</a:t>
            </a:r>
            <a:r>
              <a:rPr lang="en-US" altLang="zh-CN" sz="2600" b="1" kern="0"/>
              <a:t>f (t )=f (-t)</a:t>
            </a:r>
            <a:r>
              <a:rPr lang="zh-CN" altLang="en-US" sz="2600" b="1" kern="0"/>
              <a:t>，</a:t>
            </a:r>
            <a:r>
              <a:rPr lang="zh-CN" altLang="en-US" sz="2600" b="1" kern="0">
                <a:solidFill>
                  <a:srgbClr val="FF0000"/>
                </a:solidFill>
              </a:rPr>
              <a:t>只有直流与余弦分量</a:t>
            </a:r>
            <a:endParaRPr lang="en-US" altLang="zh-CN" sz="2600" b="1" kern="0">
              <a:solidFill>
                <a:srgbClr val="FF0000"/>
              </a:solidFill>
            </a:endParaRPr>
          </a:p>
          <a:p>
            <a:pPr>
              <a:lnSpc>
                <a:spcPct val="110000"/>
              </a:lnSpc>
            </a:pPr>
            <a:r>
              <a:rPr lang="zh-CN" altLang="en-US" sz="2600" b="1" kern="0"/>
              <a:t>奇函数 ：</a:t>
            </a:r>
            <a:r>
              <a:rPr lang="en-US" altLang="zh-CN" sz="2600" b="1" kern="0"/>
              <a:t>f (t )= - f (-t)</a:t>
            </a:r>
            <a:r>
              <a:rPr lang="zh-CN" altLang="en-US" sz="2600" b="1" kern="0"/>
              <a:t>，</a:t>
            </a:r>
            <a:r>
              <a:rPr lang="zh-CN" altLang="en-US" sz="2600" b="1" kern="0">
                <a:solidFill>
                  <a:srgbClr val="FF0000"/>
                </a:solidFill>
              </a:rPr>
              <a:t>只有正弦分量</a:t>
            </a:r>
            <a:endParaRPr lang="en-US" altLang="zh-CN" sz="2600" b="1" kern="0">
              <a:solidFill>
                <a:srgbClr val="FF0000"/>
              </a:solidFill>
            </a:endParaRPr>
          </a:p>
          <a:p>
            <a:pPr>
              <a:lnSpc>
                <a:spcPct val="110000"/>
              </a:lnSpc>
            </a:pPr>
            <a:r>
              <a:rPr lang="zh-CN" altLang="en-US" sz="2600" b="1" kern="0"/>
              <a:t>偶谐函数 ：半周期重叠对称</a:t>
            </a:r>
            <a:r>
              <a:rPr lang="en-US" altLang="zh-CN" sz="2600" b="1" kern="0"/>
              <a:t>f(t)=f(t</a:t>
            </a:r>
            <a:r>
              <a:rPr lang="en-US" altLang="zh-CN" sz="2600" b="1" kern="0">
                <a:sym typeface="Symbol" panose="05050102010706020507" pitchFamily="18" charset="2"/>
              </a:rPr>
              <a:t>T/2)</a:t>
            </a:r>
            <a:r>
              <a:rPr lang="zh-CN" altLang="en-US" sz="2600" b="1" kern="0">
                <a:sym typeface="Symbol" panose="05050102010706020507" pitchFamily="18" charset="2"/>
              </a:rPr>
              <a:t>，</a:t>
            </a:r>
            <a:r>
              <a:rPr lang="zh-CN" altLang="en-US" sz="2600" b="1" kern="0">
                <a:solidFill>
                  <a:srgbClr val="FF0000"/>
                </a:solidFill>
                <a:sym typeface="Symbol" panose="05050102010706020507" pitchFamily="18" charset="2"/>
              </a:rPr>
              <a:t>只有直流和偶次谐波分量</a:t>
            </a:r>
            <a:endParaRPr lang="en-US" altLang="zh-CN" sz="2600" b="1" kern="0">
              <a:solidFill>
                <a:srgbClr val="FF0000"/>
              </a:solidFill>
            </a:endParaRPr>
          </a:p>
          <a:p>
            <a:pPr>
              <a:lnSpc>
                <a:spcPct val="110000"/>
              </a:lnSpc>
            </a:pPr>
            <a:r>
              <a:rPr lang="zh-CN" altLang="en-US" sz="2600" b="1" kern="0"/>
              <a:t>奇谐函数 ：半周期镜像对称</a:t>
            </a:r>
            <a:r>
              <a:rPr lang="en-US" altLang="zh-CN" sz="2600" b="1" kern="0"/>
              <a:t>f(t)=-f(t</a:t>
            </a:r>
            <a:r>
              <a:rPr lang="en-US" altLang="zh-CN" sz="2600" b="1" kern="0">
                <a:sym typeface="Symbol" panose="05050102010706020507" pitchFamily="18" charset="2"/>
              </a:rPr>
              <a:t>T/2)</a:t>
            </a:r>
            <a:r>
              <a:rPr lang="zh-CN" altLang="en-US" sz="2600" b="1" kern="0">
                <a:sym typeface="Symbol" panose="05050102010706020507" pitchFamily="18" charset="2"/>
              </a:rPr>
              <a:t>，</a:t>
            </a:r>
            <a:r>
              <a:rPr lang="zh-CN" altLang="en-US" sz="2600" b="1" kern="0">
                <a:solidFill>
                  <a:srgbClr val="FF0000"/>
                </a:solidFill>
                <a:sym typeface="Symbol" panose="05050102010706020507" pitchFamily="18" charset="2"/>
              </a:rPr>
              <a:t>只有奇次谐波分量</a:t>
            </a:r>
            <a:endParaRPr lang="en-US" altLang="zh-CN" sz="2600" b="1" kern="0">
              <a:solidFill>
                <a:srgbClr val="FF0000"/>
              </a:solidFill>
              <a:sym typeface="Symbol" panose="05050102010706020507" pitchFamily="18" charset="2"/>
            </a:endParaRPr>
          </a:p>
        </p:txBody>
      </p:sp>
    </p:spTree>
  </p:cSld>
  <p:clrMapOvr>
    <a:masterClrMapping/>
  </p:clrMapOvr>
  <p:transition advTm="13291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6">
                                            <p:bg/>
                                          </p:spTgt>
                                        </p:tgtEl>
                                        <p:attrNameLst>
                                          <p:attrName>style.visibility</p:attrName>
                                        </p:attrNameLst>
                                      </p:cBhvr>
                                      <p:to>
                                        <p:strVal val="visible"/>
                                      </p:to>
                                    </p:set>
                                    <p:anim calcmode="lin" valueType="num">
                                      <p:cBhvr>
                                        <p:cTn id="7" dur="1000" fill="hold"/>
                                        <p:tgtEl>
                                          <p:spTgt spid="6">
                                            <p:bg/>
                                          </p:spTgt>
                                        </p:tgtEl>
                                        <p:attrNameLst>
                                          <p:attrName>ppt_w</p:attrName>
                                        </p:attrNameLst>
                                      </p:cBhvr>
                                      <p:tavLst>
                                        <p:tav tm="0">
                                          <p:val>
                                            <p:strVal val="#ppt_w*0.70"/>
                                          </p:val>
                                        </p:tav>
                                        <p:tav tm="100000">
                                          <p:val>
                                            <p:strVal val="#ppt_w"/>
                                          </p:val>
                                        </p:tav>
                                      </p:tavLst>
                                    </p:anim>
                                    <p:anim calcmode="lin" valueType="num">
                                      <p:cBhvr>
                                        <p:cTn id="8" dur="1000" fill="hold"/>
                                        <p:tgtEl>
                                          <p:spTgt spid="6">
                                            <p:bg/>
                                          </p:spTgt>
                                        </p:tgtEl>
                                        <p:attrNameLst>
                                          <p:attrName>ppt_h</p:attrName>
                                        </p:attrNameLst>
                                      </p:cBhvr>
                                      <p:tavLst>
                                        <p:tav tm="0">
                                          <p:val>
                                            <p:strVal val="#ppt_h"/>
                                          </p:val>
                                        </p:tav>
                                        <p:tav tm="100000">
                                          <p:val>
                                            <p:strVal val="#ppt_h"/>
                                          </p:val>
                                        </p:tav>
                                      </p:tavLst>
                                    </p:anim>
                                    <p:animEffect transition="in" filter="fade">
                                      <p:cBhvr>
                                        <p:cTn id="9" dur="1000"/>
                                        <p:tgtEl>
                                          <p:spTgt spid="6">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p:cTn id="12" dur="1000" fill="hold"/>
                                        <p:tgtEl>
                                          <p:spTgt spid="6">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6">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6">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 calcmode="lin" valueType="num">
                                      <p:cBhvr>
                                        <p:cTn id="17" dur="1000" fill="hold"/>
                                        <p:tgtEl>
                                          <p:spTgt spid="6">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6">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6">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 calcmode="lin" valueType="num">
                                      <p:cBhvr>
                                        <p:cTn id="22" dur="1000" fill="hold"/>
                                        <p:tgtEl>
                                          <p:spTgt spid="6">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6">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6">
                                            <p:txEl>
                                              <p:pRg st="2" end="2"/>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 calcmode="lin" valueType="num">
                                      <p:cBhvr>
                                        <p:cTn id="27" dur="1000" fill="hold"/>
                                        <p:tgtEl>
                                          <p:spTgt spid="6">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6">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6">
                                            <p:txEl>
                                              <p:pRg st="3" end="3"/>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 calcmode="lin" valueType="num">
                                      <p:cBhvr>
                                        <p:cTn id="32" dur="1000" fill="hold"/>
                                        <p:tgtEl>
                                          <p:spTgt spid="6">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6">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78158F5A-B726-4DBB-BEB2-9B57499A0576}" type="datetime1">
              <a:rPr lang="zh-CN" altLang="en-US"/>
            </a:fld>
            <a:endParaRPr lang="zh-CN" altLang="en-US"/>
          </a:p>
        </p:txBody>
      </p:sp>
      <p:sp>
        <p:nvSpPr>
          <p:cNvPr id="91139" name="Rectangle 2"/>
          <p:cNvSpPr>
            <a:spLocks noGrp="1" noChangeArrowheads="1"/>
          </p:cNvSpPr>
          <p:nvPr>
            <p:ph type="title" idx="4294967295"/>
          </p:nvPr>
        </p:nvSpPr>
        <p:spPr>
          <a:xfrm>
            <a:off x="2643188" y="-26988"/>
            <a:ext cx="6500812" cy="581026"/>
          </a:xfrm>
          <a:solidFill>
            <a:schemeClr val="bg1"/>
          </a:solidFill>
          <a:effectLst>
            <a:outerShdw dist="35921" dir="2700000" algn="ctr" rotWithShape="0">
              <a:srgbClr val="808080"/>
            </a:outerShdw>
          </a:effectLst>
        </p:spPr>
        <p:txBody>
          <a:bodyPr/>
          <a:lstStyle/>
          <a:p>
            <a:r>
              <a:rPr lang="zh-CN" altLang="en-US" sz="2500" b="1">
                <a:solidFill>
                  <a:srgbClr val="FF3300"/>
                </a:solidFill>
              </a:rPr>
              <a:t>函数的对称性质与谐波分量的关系</a:t>
            </a:r>
            <a:endParaRPr lang="zh-CN" altLang="en-US" sz="2500" b="1">
              <a:solidFill>
                <a:srgbClr val="FF3300"/>
              </a:solidFill>
            </a:endParaRPr>
          </a:p>
        </p:txBody>
      </p:sp>
      <p:sp>
        <p:nvSpPr>
          <p:cNvPr id="14" name="Rectangle 3"/>
          <p:cNvSpPr txBox="1">
            <a:spLocks noChangeArrowheads="1"/>
          </p:cNvSpPr>
          <p:nvPr/>
        </p:nvSpPr>
        <p:spPr bwMode="auto">
          <a:xfrm>
            <a:off x="715010" y="122555"/>
            <a:ext cx="1439863" cy="431800"/>
          </a:xfrm>
          <a:prstGeom prst="rect">
            <a:avLst/>
          </a:prstGeom>
          <a:solidFill>
            <a:schemeClr val="bg1"/>
          </a:solidFill>
          <a:ln>
            <a:noFill/>
          </a:ln>
          <a:effectLst>
            <a:outerShdw dist="35921" dir="2700000" algn="ctr" rotWithShape="0">
              <a:schemeClr val="bg2"/>
            </a:outerShdw>
          </a:effectLst>
        </p:spPr>
        <p:txBody>
          <a:bodyPr anchor="ctr"/>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2500" b="1" kern="0" dirty="0">
                <a:solidFill>
                  <a:srgbClr val="FF0000"/>
                </a:solidFill>
              </a:rPr>
              <a:t>回顾</a:t>
            </a:r>
            <a:endParaRPr lang="zh-CN" altLang="en-US" sz="2500" b="1" kern="0" dirty="0">
              <a:solidFill>
                <a:srgbClr val="FF0000"/>
              </a:solidFill>
            </a:endParaRPr>
          </a:p>
        </p:txBody>
      </p:sp>
      <p:pic>
        <p:nvPicPr>
          <p:cNvPr id="3" name="图形 2"/>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1081" y="689906"/>
            <a:ext cx="8508164" cy="5672109"/>
          </a:xfrm>
          <a:prstGeom prst="rect">
            <a:avLst/>
          </a:prstGeom>
        </p:spPr>
      </p:pic>
    </p:spTree>
  </p:cSld>
  <p:clrMapOvr>
    <a:masterClrMapping/>
  </p:clrMapOvr>
  <p:transition advTm="13291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E00385C2-1D39-4B10-B8D0-0CFF14B38B61}" type="datetime1">
              <a:rPr lang="zh-CN" altLang="en-US"/>
            </a:fld>
            <a:endParaRPr lang="zh-CN" altLang="en-US"/>
          </a:p>
        </p:txBody>
      </p:sp>
      <p:sp>
        <p:nvSpPr>
          <p:cNvPr id="223234" name="Rectangle 2"/>
          <p:cNvSpPr>
            <a:spLocks noGrp="1" noChangeArrowheads="1"/>
          </p:cNvSpPr>
          <p:nvPr>
            <p:ph type="body" idx="4294967295"/>
          </p:nvPr>
        </p:nvSpPr>
        <p:spPr>
          <a:xfrm>
            <a:off x="971550" y="1052513"/>
            <a:ext cx="7777163" cy="2663825"/>
          </a:xfrm>
          <a:ln w="38100">
            <a:solidFill>
              <a:srgbClr val="000000"/>
            </a:solidFill>
            <a:miter lim="800000"/>
          </a:ln>
        </p:spPr>
        <p:txBody>
          <a:bodyPr/>
          <a:lstStyle/>
          <a:p>
            <a:pPr>
              <a:buClr>
                <a:schemeClr val="tx1"/>
              </a:buClr>
              <a:buFont typeface="Wingdings" panose="05000000000000000000" pitchFamily="2" charset="2"/>
              <a:buChar char="l"/>
            </a:pPr>
            <a:r>
              <a:rPr lang="zh-CN" altLang="en-US" sz="2100" b="1"/>
              <a:t> 若将各次谐波（包括基波和直流分量）的振幅大小 按照其频率的高低画在同一频率轴上，就可以得到一幅反映振幅值与频率间关系的图，该图称为信号的</a:t>
            </a:r>
            <a:r>
              <a:rPr lang="zh-CN" altLang="en-US" sz="2100" b="1">
                <a:solidFill>
                  <a:srgbClr val="6600CC"/>
                </a:solidFill>
              </a:rPr>
              <a:t>振幅频谱图</a:t>
            </a:r>
            <a:r>
              <a:rPr lang="zh-CN" altLang="en-US" sz="2100" b="1"/>
              <a:t>，简称</a:t>
            </a:r>
            <a:r>
              <a:rPr lang="zh-CN" altLang="en-US" sz="2100" b="1">
                <a:solidFill>
                  <a:srgbClr val="6600CC"/>
                </a:solidFill>
              </a:rPr>
              <a:t>振幅谱</a:t>
            </a:r>
            <a:r>
              <a:rPr lang="zh-CN" altLang="en-US" sz="2100" b="1"/>
              <a:t>。</a:t>
            </a:r>
            <a:endParaRPr lang="zh-CN" altLang="en-US" sz="2100" b="1"/>
          </a:p>
          <a:p>
            <a:pPr>
              <a:buClr>
                <a:schemeClr val="tx1"/>
              </a:buClr>
              <a:buFont typeface="Wingdings" panose="05000000000000000000" pitchFamily="2" charset="2"/>
              <a:buChar char="l"/>
            </a:pPr>
            <a:r>
              <a:rPr lang="zh-CN" altLang="en-US" sz="2100" b="1"/>
              <a:t>   类似地可以得到信号的</a:t>
            </a:r>
            <a:r>
              <a:rPr lang="zh-CN" altLang="en-US" sz="2100" b="1">
                <a:solidFill>
                  <a:srgbClr val="6600CC"/>
                </a:solidFill>
              </a:rPr>
              <a:t>相位频谱图</a:t>
            </a:r>
            <a:r>
              <a:rPr lang="zh-CN" altLang="en-US" sz="2100" b="1"/>
              <a:t>，简称</a:t>
            </a:r>
            <a:r>
              <a:rPr lang="zh-CN" altLang="en-US" sz="2100" b="1">
                <a:solidFill>
                  <a:srgbClr val="6600CC"/>
                </a:solidFill>
              </a:rPr>
              <a:t>相位谱</a:t>
            </a:r>
            <a:r>
              <a:rPr lang="zh-CN" altLang="en-US" sz="2100" b="1"/>
              <a:t>。</a:t>
            </a:r>
            <a:endParaRPr lang="zh-CN" altLang="en-US" sz="2100" b="1"/>
          </a:p>
          <a:p>
            <a:pPr>
              <a:buClr>
                <a:schemeClr val="tx1"/>
              </a:buClr>
              <a:buFont typeface="Wingdings" panose="05000000000000000000" pitchFamily="2" charset="2"/>
              <a:buChar char="l"/>
            </a:pPr>
            <a:r>
              <a:rPr lang="zh-CN" altLang="en-US" sz="2100" b="1"/>
              <a:t> 一般情况下称信号的频谱，常指信号的</a:t>
            </a:r>
            <a:r>
              <a:rPr lang="zh-CN" altLang="en-US" sz="2100" b="1">
                <a:solidFill>
                  <a:srgbClr val="FF0000"/>
                </a:solidFill>
              </a:rPr>
              <a:t>振幅谱</a:t>
            </a:r>
            <a:r>
              <a:rPr lang="zh-CN" altLang="en-US" sz="2100" b="1"/>
              <a:t>。  </a:t>
            </a:r>
            <a:endParaRPr lang="zh-CN" altLang="en-US" sz="2100" b="1"/>
          </a:p>
        </p:txBody>
      </p:sp>
      <p:grpSp>
        <p:nvGrpSpPr>
          <p:cNvPr id="79876" name="Group 3"/>
          <p:cNvGrpSpPr/>
          <p:nvPr/>
        </p:nvGrpSpPr>
        <p:grpSpPr bwMode="auto">
          <a:xfrm>
            <a:off x="1116013" y="3789363"/>
            <a:ext cx="7550150" cy="2600325"/>
            <a:chOff x="703" y="2387"/>
            <a:chExt cx="4756" cy="1638"/>
          </a:xfrm>
        </p:grpSpPr>
        <p:pic>
          <p:nvPicPr>
            <p:cNvPr id="7987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51" y="2387"/>
              <a:ext cx="1808" cy="1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8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 y="2478"/>
              <a:ext cx="2676" cy="1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9877" name="Rectangle 6"/>
          <p:cNvSpPr>
            <a:spLocks noGrp="1" noChangeArrowheads="1"/>
          </p:cNvSpPr>
          <p:nvPr>
            <p:ph type="title" idx="4294967295"/>
          </p:nvPr>
        </p:nvSpPr>
        <p:spPr>
          <a:xfrm>
            <a:off x="762000" y="65088"/>
            <a:ext cx="3810000" cy="503237"/>
          </a:xfrm>
          <a:solidFill>
            <a:srgbClr val="0000CC"/>
          </a:solidFill>
          <a:effectLst>
            <a:outerShdw dist="35921" dir="2700000" algn="ctr" rotWithShape="0">
              <a:schemeClr val="bg2"/>
            </a:outerShdw>
          </a:effectLst>
        </p:spPr>
        <p:txBody>
          <a:bodyPr anchor="ctr"/>
          <a:lstStyle/>
          <a:p>
            <a:r>
              <a:rPr lang="en-US" altLang="zh-CN" sz="2100">
                <a:solidFill>
                  <a:schemeClr val="bg1"/>
                </a:solidFill>
              </a:rPr>
              <a:t>§3.4 </a:t>
            </a:r>
            <a:r>
              <a:rPr lang="zh-CN" altLang="en-US" sz="2100">
                <a:solidFill>
                  <a:schemeClr val="bg1"/>
                </a:solidFill>
              </a:rPr>
              <a:t>周期信号的频谱</a:t>
            </a:r>
            <a:endParaRPr lang="zh-CN" altLang="en-US" sz="2100">
              <a:solidFill>
                <a:schemeClr val="bg1"/>
              </a:solidFill>
            </a:endParaRPr>
          </a:p>
        </p:txBody>
      </p:sp>
      <p:sp>
        <p:nvSpPr>
          <p:cNvPr id="79878" name="Rectangle 7"/>
          <p:cNvSpPr>
            <a:spLocks noChangeArrowheads="1"/>
          </p:cNvSpPr>
          <p:nvPr/>
        </p:nvSpPr>
        <p:spPr bwMode="auto">
          <a:xfrm>
            <a:off x="582613" y="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§3.4 </a:t>
            </a:r>
            <a:r>
              <a:rPr lang="zh-CN" altLang="en-US" sz="3200" b="1">
                <a:solidFill>
                  <a:srgbClr val="0000FF"/>
                </a:solidFill>
                <a:ea typeface="宋体" panose="02010600030101010101" pitchFamily="2" charset="-122"/>
              </a:rPr>
              <a:t>周期信号的频谱</a:t>
            </a:r>
            <a:endParaRPr lang="zh-CN" altLang="en-US" sz="3200" b="1">
              <a:solidFill>
                <a:srgbClr val="0000FF"/>
              </a:solidFill>
              <a:ea typeface="宋体" panose="02010600030101010101" pitchFamily="2" charset="-122"/>
            </a:endParaRPr>
          </a:p>
        </p:txBody>
      </p:sp>
    </p:spTree>
  </p:cSld>
  <p:clrMapOvr>
    <a:masterClrMapping/>
  </p:clrMapOvr>
  <p:transition spd="slow" advTm="11451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23234">
                                            <p:bg/>
                                          </p:spTgt>
                                        </p:tgtEl>
                                        <p:attrNameLst>
                                          <p:attrName>style.visibility</p:attrName>
                                        </p:attrNameLst>
                                      </p:cBhvr>
                                      <p:to>
                                        <p:strVal val="visible"/>
                                      </p:to>
                                    </p:set>
                                    <p:anim calcmode="lin" valueType="num">
                                      <p:cBhvr>
                                        <p:cTn id="7" dur="1000" fill="hold"/>
                                        <p:tgtEl>
                                          <p:spTgt spid="223234">
                                            <p:bg/>
                                          </p:spTgt>
                                        </p:tgtEl>
                                        <p:attrNameLst>
                                          <p:attrName>ppt_w</p:attrName>
                                        </p:attrNameLst>
                                      </p:cBhvr>
                                      <p:tavLst>
                                        <p:tav tm="0">
                                          <p:val>
                                            <p:strVal val="#ppt_w*0.70"/>
                                          </p:val>
                                        </p:tav>
                                        <p:tav tm="100000">
                                          <p:val>
                                            <p:strVal val="#ppt_w"/>
                                          </p:val>
                                        </p:tav>
                                      </p:tavLst>
                                    </p:anim>
                                    <p:anim calcmode="lin" valueType="num">
                                      <p:cBhvr>
                                        <p:cTn id="8" dur="1000" fill="hold"/>
                                        <p:tgtEl>
                                          <p:spTgt spid="223234">
                                            <p:bg/>
                                          </p:spTgt>
                                        </p:tgtEl>
                                        <p:attrNameLst>
                                          <p:attrName>ppt_h</p:attrName>
                                        </p:attrNameLst>
                                      </p:cBhvr>
                                      <p:tavLst>
                                        <p:tav tm="0">
                                          <p:val>
                                            <p:strVal val="#ppt_h"/>
                                          </p:val>
                                        </p:tav>
                                        <p:tav tm="100000">
                                          <p:val>
                                            <p:strVal val="#ppt_h"/>
                                          </p:val>
                                        </p:tav>
                                      </p:tavLst>
                                    </p:anim>
                                    <p:animEffect transition="in" filter="fade">
                                      <p:cBhvr>
                                        <p:cTn id="9" dur="1000"/>
                                        <p:tgtEl>
                                          <p:spTgt spid="223234">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23234">
                                            <p:txEl>
                                              <p:pRg st="0" end="0"/>
                                            </p:txEl>
                                          </p:spTgt>
                                        </p:tgtEl>
                                        <p:attrNameLst>
                                          <p:attrName>style.visibility</p:attrName>
                                        </p:attrNameLst>
                                      </p:cBhvr>
                                      <p:to>
                                        <p:strVal val="visible"/>
                                      </p:to>
                                    </p:set>
                                    <p:anim calcmode="lin" valueType="num">
                                      <p:cBhvr>
                                        <p:cTn id="12" dur="1000" fill="hold"/>
                                        <p:tgtEl>
                                          <p:spTgt spid="223234">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223234">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223234">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23234">
                                            <p:txEl>
                                              <p:pRg st="1" end="1"/>
                                            </p:txEl>
                                          </p:spTgt>
                                        </p:tgtEl>
                                        <p:attrNameLst>
                                          <p:attrName>style.visibility</p:attrName>
                                        </p:attrNameLst>
                                      </p:cBhvr>
                                      <p:to>
                                        <p:strVal val="visible"/>
                                      </p:to>
                                    </p:set>
                                    <p:anim calcmode="lin" valueType="num">
                                      <p:cBhvr>
                                        <p:cTn id="17" dur="1000" fill="hold"/>
                                        <p:tgtEl>
                                          <p:spTgt spid="223234">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223234">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223234">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223234">
                                            <p:txEl>
                                              <p:pRg st="2" end="2"/>
                                            </p:txEl>
                                          </p:spTgt>
                                        </p:tgtEl>
                                        <p:attrNameLst>
                                          <p:attrName>style.visibility</p:attrName>
                                        </p:attrNameLst>
                                      </p:cBhvr>
                                      <p:to>
                                        <p:strVal val="visible"/>
                                      </p:to>
                                    </p:set>
                                    <p:anim calcmode="lin" valueType="num">
                                      <p:cBhvr>
                                        <p:cTn id="22" dur="1000" fill="hold"/>
                                        <p:tgtEl>
                                          <p:spTgt spid="223234">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223234">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2232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4" grpId="0" animBg="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9202" name="Object 2"/>
          <p:cNvGraphicFramePr>
            <a:graphicFrameLocks noChangeAspect="1"/>
          </p:cNvGraphicFramePr>
          <p:nvPr/>
        </p:nvGraphicFramePr>
        <p:xfrm>
          <a:off x="1670050" y="4000500"/>
          <a:ext cx="2305050" cy="2387600"/>
        </p:xfrm>
        <a:graphic>
          <a:graphicData uri="http://schemas.openxmlformats.org/presentationml/2006/ole">
            <mc:AlternateContent xmlns:mc="http://schemas.openxmlformats.org/markup-compatibility/2006">
              <mc:Choice xmlns:v="urn:schemas-microsoft-com:vml" Requires="v">
                <p:oleObj spid="_x0000_s81417" name="" r:id="rId1" imgW="2590800" imgH="2819400" progId="Paint.Picture">
                  <p:embed/>
                </p:oleObj>
              </mc:Choice>
              <mc:Fallback>
                <p:oleObj name="" r:id="rId1" imgW="2590800" imgH="281940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50" y="4000500"/>
                        <a:ext cx="230505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899" name="Object 5"/>
          <p:cNvGraphicFramePr>
            <a:graphicFrameLocks noChangeAspect="1"/>
          </p:cNvGraphicFramePr>
          <p:nvPr/>
        </p:nvGraphicFramePr>
        <p:xfrm>
          <a:off x="909638" y="14288"/>
          <a:ext cx="5754687" cy="1173162"/>
        </p:xfrm>
        <a:graphic>
          <a:graphicData uri="http://schemas.openxmlformats.org/presentationml/2006/ole">
            <mc:AlternateContent xmlns:mc="http://schemas.openxmlformats.org/markup-compatibility/2006">
              <mc:Choice xmlns:v="urn:schemas-microsoft-com:vml" Requires="v">
                <p:oleObj spid="_x0000_s81418" name="" r:id="rId3" imgW="2908300" imgH="685800" progId="Equation.3">
                  <p:embed/>
                </p:oleObj>
              </mc:Choice>
              <mc:Fallback>
                <p:oleObj name="" r:id="rId3" imgW="2908300" imgH="685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638" y="14288"/>
                        <a:ext cx="5754687"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9207" name="Rectangle 7"/>
          <p:cNvSpPr>
            <a:spLocks noChangeArrowheads="1"/>
          </p:cNvSpPr>
          <p:nvPr/>
        </p:nvSpPr>
        <p:spPr bwMode="auto">
          <a:xfrm>
            <a:off x="730250" y="1630363"/>
            <a:ext cx="20859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en-US" altLang="zh-CN" sz="2000" b="1">
                <a:solidFill>
                  <a:srgbClr val="FF0000"/>
                </a:solidFill>
              </a:rPr>
              <a:t>1</a:t>
            </a:r>
            <a:r>
              <a:rPr lang="zh-CN" altLang="en-US" sz="2000" b="1">
                <a:solidFill>
                  <a:srgbClr val="FF0000"/>
                </a:solidFill>
              </a:rPr>
              <a:t>）余弦形式：</a:t>
            </a:r>
            <a:endParaRPr lang="zh-CN" altLang="en-US" sz="2000" b="1">
              <a:solidFill>
                <a:srgbClr val="FF0000"/>
              </a:solidFill>
            </a:endParaRPr>
          </a:p>
        </p:txBody>
      </p:sp>
      <p:graphicFrame>
        <p:nvGraphicFramePr>
          <p:cNvPr id="179208" name="Object 8"/>
          <p:cNvGraphicFramePr>
            <a:graphicFrameLocks noChangeAspect="1"/>
          </p:cNvGraphicFramePr>
          <p:nvPr/>
        </p:nvGraphicFramePr>
        <p:xfrm>
          <a:off x="909638" y="2333625"/>
          <a:ext cx="4922837" cy="762000"/>
        </p:xfrm>
        <a:graphic>
          <a:graphicData uri="http://schemas.openxmlformats.org/presentationml/2006/ole">
            <mc:AlternateContent xmlns:mc="http://schemas.openxmlformats.org/markup-compatibility/2006">
              <mc:Choice xmlns:v="urn:schemas-microsoft-com:vml" Requires="v">
                <p:oleObj spid="_x0000_s81419" name="" r:id="rId5" imgW="2806700" imgH="431800" progId="Equation.3">
                  <p:embed/>
                </p:oleObj>
              </mc:Choice>
              <mc:Fallback>
                <p:oleObj name="" r:id="rId5" imgW="2806700" imgH="431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9638" y="2333625"/>
                        <a:ext cx="49228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9210" name="Object 10"/>
          <p:cNvGraphicFramePr>
            <a:graphicFrameLocks noChangeAspect="1"/>
          </p:cNvGraphicFramePr>
          <p:nvPr/>
        </p:nvGraphicFramePr>
        <p:xfrm>
          <a:off x="2816225" y="3498850"/>
          <a:ext cx="1711325" cy="1200150"/>
        </p:xfrm>
        <a:graphic>
          <a:graphicData uri="http://schemas.openxmlformats.org/presentationml/2006/ole">
            <mc:AlternateContent xmlns:mc="http://schemas.openxmlformats.org/markup-compatibility/2006">
              <mc:Choice xmlns:v="urn:schemas-microsoft-com:vml" Requires="v">
                <p:oleObj spid="_x0000_s81420" name="" r:id="rId7" imgW="1016000" imgH="711200" progId="Equation.3">
                  <p:embed/>
                </p:oleObj>
              </mc:Choice>
              <mc:Fallback>
                <p:oleObj name="" r:id="rId7" imgW="1016000" imgH="711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6225" y="3498850"/>
                        <a:ext cx="17113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9211" name="Object 11"/>
          <p:cNvGraphicFramePr>
            <a:graphicFrameLocks noChangeAspect="1"/>
          </p:cNvGraphicFramePr>
          <p:nvPr/>
        </p:nvGraphicFramePr>
        <p:xfrm>
          <a:off x="6249988" y="3321050"/>
          <a:ext cx="1782762" cy="1211263"/>
        </p:xfrm>
        <a:graphic>
          <a:graphicData uri="http://schemas.openxmlformats.org/presentationml/2006/ole">
            <mc:AlternateContent xmlns:mc="http://schemas.openxmlformats.org/markup-compatibility/2006">
              <mc:Choice xmlns:v="urn:schemas-microsoft-com:vml" Requires="v">
                <p:oleObj spid="_x0000_s81421" name="" r:id="rId9" imgW="774065" imgH="685800" progId="Equation.3">
                  <p:embed/>
                </p:oleObj>
              </mc:Choice>
              <mc:Fallback>
                <p:oleObj name="" r:id="rId9" imgW="774065" imgH="6858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9988" y="3321050"/>
                        <a:ext cx="1782762" cy="121126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9212" name="Object 12"/>
          <p:cNvGraphicFramePr>
            <a:graphicFrameLocks noChangeAspect="1"/>
          </p:cNvGraphicFramePr>
          <p:nvPr/>
        </p:nvGraphicFramePr>
        <p:xfrm>
          <a:off x="6153150" y="4835525"/>
          <a:ext cx="2424113" cy="1939925"/>
        </p:xfrm>
        <a:graphic>
          <a:graphicData uri="http://schemas.openxmlformats.org/presentationml/2006/ole">
            <mc:AlternateContent xmlns:mc="http://schemas.openxmlformats.org/markup-compatibility/2006">
              <mc:Choice xmlns:v="urn:schemas-microsoft-com:vml" Requires="v">
                <p:oleObj spid="_x0000_s81422" name="" r:id="rId11" imgW="2114550" imgH="1952625" progId="Paint.Picture">
                  <p:embed/>
                </p:oleObj>
              </mc:Choice>
              <mc:Fallback>
                <p:oleObj name="" r:id="rId11" imgW="2114550" imgH="1952625" progId="Paint.Picture">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53150" y="4835525"/>
                        <a:ext cx="242411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5" name="Object 13"/>
          <p:cNvGraphicFramePr>
            <a:graphicFrameLocks noChangeAspect="1"/>
          </p:cNvGraphicFramePr>
          <p:nvPr/>
        </p:nvGraphicFramePr>
        <p:xfrm>
          <a:off x="2503488" y="1477963"/>
          <a:ext cx="3163887" cy="703262"/>
        </p:xfrm>
        <a:graphic>
          <a:graphicData uri="http://schemas.openxmlformats.org/presentationml/2006/ole">
            <mc:AlternateContent xmlns:mc="http://schemas.openxmlformats.org/markup-compatibility/2006">
              <mc:Choice xmlns:v="urn:schemas-microsoft-com:vml" Requires="v">
                <p:oleObj spid="_x0000_s81423" name="" r:id="rId13" imgW="1930400" imgH="431800" progId="Equation.3">
                  <p:embed/>
                </p:oleObj>
              </mc:Choice>
              <mc:Fallback>
                <p:oleObj name="" r:id="rId13" imgW="1930400" imgH="4318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03488" y="1477963"/>
                        <a:ext cx="3163887"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0906" name="Object 14"/>
          <p:cNvGraphicFramePr>
            <a:graphicFrameLocks noChangeAspect="1"/>
          </p:cNvGraphicFramePr>
          <p:nvPr/>
        </p:nvGraphicFramePr>
        <p:xfrm>
          <a:off x="6464300" y="1477963"/>
          <a:ext cx="1800225" cy="1228725"/>
        </p:xfrm>
        <a:graphic>
          <a:graphicData uri="http://schemas.openxmlformats.org/presentationml/2006/ole">
            <mc:AlternateContent xmlns:mc="http://schemas.openxmlformats.org/markup-compatibility/2006">
              <mc:Choice xmlns:v="urn:schemas-microsoft-com:vml" Requires="v">
                <p:oleObj spid="_x0000_s81424" name="" r:id="rId15" imgW="1079500" imgH="736600" progId="Equation.3">
                  <p:embed/>
                </p:oleObj>
              </mc:Choice>
              <mc:Fallback>
                <p:oleObj name="" r:id="rId15" imgW="1079500" imgH="7366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464300" y="1477963"/>
                        <a:ext cx="180022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4" name="直接连接符 3"/>
          <p:cNvCxnSpPr/>
          <p:nvPr/>
        </p:nvCxnSpPr>
        <p:spPr>
          <a:xfrm>
            <a:off x="730250" y="1311275"/>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a:off x="730250" y="3095625"/>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Tree>
    <p:custDataLst>
      <p:tags r:id="rId17"/>
    </p:custDataLst>
  </p:cSld>
  <p:clrMapOvr>
    <a:masterClrMapping/>
  </p:clrMapOvr>
  <p:transition spd="med" advTm="161762">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179207"/>
                                        </p:tgtEl>
                                        <p:attrNameLst>
                                          <p:attrName>style.visibility</p:attrName>
                                        </p:attrNameLst>
                                      </p:cBhvr>
                                      <p:to>
                                        <p:strVal val="visible"/>
                                      </p:to>
                                    </p:set>
                                    <p:animEffect transition="in" filter="barn(outHorizontal)">
                                      <p:cBhvr>
                                        <p:cTn id="7" dur="500"/>
                                        <p:tgtEl>
                                          <p:spTgt spid="17920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79208"/>
                                        </p:tgtEl>
                                        <p:attrNameLst>
                                          <p:attrName>style.visibility</p:attrName>
                                        </p:attrNameLst>
                                      </p:cBhvr>
                                      <p:to>
                                        <p:strVal val="visible"/>
                                      </p:to>
                                    </p:set>
                                    <p:animEffect transition="in" filter="barn(outHorizontal)">
                                      <p:cBhvr>
                                        <p:cTn id="12" dur="500"/>
                                        <p:tgtEl>
                                          <p:spTgt spid="17920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79210"/>
                                        </p:tgtEl>
                                        <p:attrNameLst>
                                          <p:attrName>style.visibility</p:attrName>
                                        </p:attrNameLst>
                                      </p:cBhvr>
                                      <p:to>
                                        <p:strVal val="visible"/>
                                      </p:to>
                                    </p:set>
                                    <p:anim calcmode="lin" valueType="num">
                                      <p:cBhvr>
                                        <p:cTn id="17" dur="500" fill="hold"/>
                                        <p:tgtEl>
                                          <p:spTgt spid="179210"/>
                                        </p:tgtEl>
                                        <p:attrNameLst>
                                          <p:attrName>ppt_x</p:attrName>
                                        </p:attrNameLst>
                                      </p:cBhvr>
                                      <p:tavLst>
                                        <p:tav tm="0">
                                          <p:val>
                                            <p:strVal val="0-#ppt_w/2"/>
                                          </p:val>
                                        </p:tav>
                                        <p:tav tm="100000">
                                          <p:val>
                                            <p:strVal val="#ppt_x"/>
                                          </p:val>
                                        </p:tav>
                                      </p:tavLst>
                                    </p:anim>
                                    <p:anim calcmode="lin" valueType="num">
                                      <p:cBhvr>
                                        <p:cTn id="18" dur="500" fill="hold"/>
                                        <p:tgtEl>
                                          <p:spTgt spid="179210"/>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 presetClass="entr" presetSubtype="8" fill="hold" nodeType="afterEffect">
                                  <p:stCondLst>
                                    <p:cond delay="0"/>
                                  </p:stCondLst>
                                  <p:childTnLst>
                                    <p:set>
                                      <p:cBhvr>
                                        <p:cTn id="21" dur="1" fill="hold">
                                          <p:stCondLst>
                                            <p:cond delay="0"/>
                                          </p:stCondLst>
                                        </p:cTn>
                                        <p:tgtEl>
                                          <p:spTgt spid="179202"/>
                                        </p:tgtEl>
                                        <p:attrNameLst>
                                          <p:attrName>style.visibility</p:attrName>
                                        </p:attrNameLst>
                                      </p:cBhvr>
                                      <p:to>
                                        <p:strVal val="visible"/>
                                      </p:to>
                                    </p:set>
                                    <p:anim calcmode="lin" valueType="num">
                                      <p:cBhvr>
                                        <p:cTn id="22" dur="500" fill="hold"/>
                                        <p:tgtEl>
                                          <p:spTgt spid="179202"/>
                                        </p:tgtEl>
                                        <p:attrNameLst>
                                          <p:attrName>ppt_x</p:attrName>
                                        </p:attrNameLst>
                                      </p:cBhvr>
                                      <p:tavLst>
                                        <p:tav tm="0">
                                          <p:val>
                                            <p:strVal val="0-#ppt_w/2"/>
                                          </p:val>
                                        </p:tav>
                                        <p:tav tm="100000">
                                          <p:val>
                                            <p:strVal val="#ppt_x"/>
                                          </p:val>
                                        </p:tav>
                                      </p:tavLst>
                                    </p:anim>
                                    <p:anim calcmode="lin" valueType="num">
                                      <p:cBhvr>
                                        <p:cTn id="23" dur="500" fill="hold"/>
                                        <p:tgtEl>
                                          <p:spTgt spid="17920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nodeType="clickEffect">
                                  <p:stCondLst>
                                    <p:cond delay="0"/>
                                  </p:stCondLst>
                                  <p:childTnLst>
                                    <p:set>
                                      <p:cBhvr>
                                        <p:cTn id="27" dur="1" fill="hold">
                                          <p:stCondLst>
                                            <p:cond delay="0"/>
                                          </p:stCondLst>
                                        </p:cTn>
                                        <p:tgtEl>
                                          <p:spTgt spid="179211"/>
                                        </p:tgtEl>
                                        <p:attrNameLst>
                                          <p:attrName>style.visibility</p:attrName>
                                        </p:attrNameLst>
                                      </p:cBhvr>
                                      <p:to>
                                        <p:strVal val="visible"/>
                                      </p:to>
                                    </p:set>
                                    <p:animEffect transition="in" filter="barn(outHorizontal)">
                                      <p:cBhvr>
                                        <p:cTn id="28" dur="500"/>
                                        <p:tgtEl>
                                          <p:spTgt spid="179211"/>
                                        </p:tgtEl>
                                      </p:cBhvr>
                                    </p:animEffect>
                                  </p:childTnLst>
                                </p:cTn>
                              </p:par>
                            </p:childTnLst>
                          </p:cTn>
                        </p:par>
                        <p:par>
                          <p:cTn id="29" fill="hold">
                            <p:stCondLst>
                              <p:cond delay="500"/>
                            </p:stCondLst>
                            <p:childTnLst>
                              <p:par>
                                <p:cTn id="30" presetID="2" presetClass="entr" presetSubtype="2" fill="hold" nodeType="afterEffect">
                                  <p:stCondLst>
                                    <p:cond delay="0"/>
                                  </p:stCondLst>
                                  <p:childTnLst>
                                    <p:set>
                                      <p:cBhvr>
                                        <p:cTn id="31" dur="1" fill="hold">
                                          <p:stCondLst>
                                            <p:cond delay="0"/>
                                          </p:stCondLst>
                                        </p:cTn>
                                        <p:tgtEl>
                                          <p:spTgt spid="179212"/>
                                        </p:tgtEl>
                                        <p:attrNameLst>
                                          <p:attrName>style.visibility</p:attrName>
                                        </p:attrNameLst>
                                      </p:cBhvr>
                                      <p:to>
                                        <p:strVal val="visible"/>
                                      </p:to>
                                    </p:set>
                                    <p:anim calcmode="lin" valueType="num">
                                      <p:cBhvr>
                                        <p:cTn id="32" dur="500" fill="hold"/>
                                        <p:tgtEl>
                                          <p:spTgt spid="179212"/>
                                        </p:tgtEl>
                                        <p:attrNameLst>
                                          <p:attrName>ppt_x</p:attrName>
                                        </p:attrNameLst>
                                      </p:cBhvr>
                                      <p:tavLst>
                                        <p:tav tm="0">
                                          <p:val>
                                            <p:strVal val="1+#ppt_w/2"/>
                                          </p:val>
                                        </p:tav>
                                        <p:tav tm="100000">
                                          <p:val>
                                            <p:strVal val="#ppt_x"/>
                                          </p:val>
                                        </p:tav>
                                      </p:tavLst>
                                    </p:anim>
                                    <p:anim calcmode="lin" valueType="num">
                                      <p:cBhvr>
                                        <p:cTn id="33" dur="500" fill="hold"/>
                                        <p:tgtEl>
                                          <p:spTgt spid="1792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6A5C7661-7C10-4A30-9663-8A9195804394}" type="datetime1">
              <a:rPr lang="zh-CN" altLang="en-US"/>
            </a:fld>
            <a:endParaRPr lang="zh-CN" altLang="en-US"/>
          </a:p>
        </p:txBody>
      </p:sp>
      <p:sp>
        <p:nvSpPr>
          <p:cNvPr id="92163" name="Rectangle 2"/>
          <p:cNvSpPr>
            <a:spLocks noGrp="1" noChangeArrowheads="1"/>
          </p:cNvSpPr>
          <p:nvPr>
            <p:ph type="title" idx="4294967295"/>
          </p:nvPr>
        </p:nvSpPr>
        <p:spPr>
          <a:xfrm>
            <a:off x="900113" y="188913"/>
            <a:ext cx="4176712" cy="576262"/>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92164" name="Rectangle 3"/>
          <p:cNvSpPr>
            <a:spLocks noGrp="1" noChangeArrowheads="1"/>
          </p:cNvSpPr>
          <p:nvPr>
            <p:ph type="body" sz="half" idx="4294967295"/>
          </p:nvPr>
        </p:nvSpPr>
        <p:spPr>
          <a:xfrm>
            <a:off x="1432878" y="1553210"/>
            <a:ext cx="6767512" cy="2016125"/>
          </a:xfrm>
          <a:ln w="38100">
            <a:solidFill>
              <a:srgbClr val="9900FF"/>
            </a:solidFill>
            <a:miter lim="800000"/>
          </a:ln>
        </p:spPr>
        <p:txBody>
          <a:bodyPr/>
          <a:lstStyle/>
          <a:p>
            <a:pPr marL="0" indent="0">
              <a:lnSpc>
                <a:spcPct val="135000"/>
              </a:lnSpc>
              <a:buFont typeface="Wingdings" panose="05000000000000000000" pitchFamily="2" charset="2"/>
              <a:buNone/>
            </a:pPr>
            <a:r>
              <a:rPr lang="zh-CN" altLang="en-US" sz="2200" b="1"/>
              <a:t>       下面我们举一例来说明周期性信号的频谱分析过程，并由此得出一些有普遍意义的结论，以</a:t>
            </a:r>
            <a:r>
              <a:rPr lang="zh-CN" altLang="en-US" sz="2200" b="1">
                <a:solidFill>
                  <a:srgbClr val="6600CC"/>
                </a:solidFill>
              </a:rPr>
              <a:t>周期性矩形脉冲</a:t>
            </a:r>
            <a:r>
              <a:rPr lang="zh-CN" altLang="en-US" sz="2200" b="1"/>
              <a:t>信号为例，该信号在数字信号处理等方面具有十分重要的典型意义。</a:t>
            </a:r>
            <a:endParaRPr lang="zh-CN" altLang="en-US" sz="2200" b="1"/>
          </a:p>
        </p:txBody>
      </p:sp>
      <p:pic>
        <p:nvPicPr>
          <p:cNvPr id="92165" name="Picture 4" descr="55"/>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a:xfrm>
            <a:off x="2509520" y="3644900"/>
            <a:ext cx="4510405" cy="3143250"/>
          </a:xfrm>
        </p:spPr>
      </p:pic>
      <p:sp>
        <p:nvSpPr>
          <p:cNvPr id="92166" name="Rectangle 5"/>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§3.4 </a:t>
            </a:r>
            <a:r>
              <a:rPr lang="zh-CN" altLang="en-US" sz="3200" b="1">
                <a:solidFill>
                  <a:srgbClr val="0000FF"/>
                </a:solidFill>
                <a:ea typeface="宋体" panose="02010600030101010101" pitchFamily="2" charset="-122"/>
              </a:rPr>
              <a:t>周期信号的频谱</a:t>
            </a:r>
            <a:endParaRPr lang="zh-CN" altLang="en-US" sz="3200" b="1">
              <a:solidFill>
                <a:srgbClr val="0000FF"/>
              </a:solidFill>
              <a:ea typeface="宋体" panose="02010600030101010101" pitchFamily="2" charset="-122"/>
            </a:endParaRPr>
          </a:p>
        </p:txBody>
      </p:sp>
      <p:sp>
        <p:nvSpPr>
          <p:cNvPr id="92167" name="Rectangle 2"/>
          <p:cNvSpPr>
            <a:spLocks noGrp="1" noChangeArrowheads="1"/>
          </p:cNvSpPr>
          <p:nvPr/>
        </p:nvSpPr>
        <p:spPr bwMode="auto">
          <a:xfrm>
            <a:off x="1108075" y="1052513"/>
            <a:ext cx="22526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ClrTx/>
              <a:buFontTx/>
              <a:buNone/>
            </a:pPr>
            <a:r>
              <a:rPr lang="zh-CN" altLang="en-US" sz="2400" b="1">
                <a:solidFill>
                  <a:srgbClr val="FF0000"/>
                </a:solidFill>
                <a:latin typeface="华文中宋" panose="02010600040101010101" pitchFamily="2" charset="-122"/>
                <a:ea typeface="华文中宋" panose="02010600040101010101" pitchFamily="2" charset="-122"/>
              </a:rPr>
              <a:t>频谱分析过程</a:t>
            </a:r>
            <a:endParaRPr lang="zh-CN" altLang="en-US" sz="2400" b="1">
              <a:solidFill>
                <a:srgbClr val="FF0000"/>
              </a:solidFill>
              <a:latin typeface="华文中宋" panose="02010600040101010101" pitchFamily="2" charset="-122"/>
              <a:ea typeface="华文中宋" panose="02010600040101010101" pitchFamily="2" charset="-122"/>
            </a:endParaRPr>
          </a:p>
        </p:txBody>
      </p:sp>
    </p:spTree>
  </p:cSld>
  <p:clrMapOvr>
    <a:masterClrMapping/>
  </p:clrMapOvr>
  <p:transition spd="slow" advTm="52553"/>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body" sz="half" idx="1"/>
          </p:nvPr>
        </p:nvSpPr>
        <p:spPr>
          <a:xfrm>
            <a:off x="827088" y="260350"/>
            <a:ext cx="2197100" cy="577850"/>
          </a:xfrm>
        </p:spPr>
        <p:txBody>
          <a:bodyPr/>
          <a:lstStyle/>
          <a:p>
            <a:pPr eaLnBrk="1" hangingPunct="1">
              <a:buFontTx/>
              <a:buNone/>
            </a:pPr>
            <a:r>
              <a:rPr lang="zh-CN" altLang="en-US" sz="2400">
                <a:solidFill>
                  <a:srgbClr val="FF0000"/>
                </a:solidFill>
              </a:rPr>
              <a:t>频谱分析过程</a:t>
            </a:r>
            <a:endParaRPr lang="zh-CN" altLang="en-US" sz="2400">
              <a:solidFill>
                <a:srgbClr val="FF0000"/>
              </a:solidFill>
            </a:endParaRPr>
          </a:p>
        </p:txBody>
      </p:sp>
      <p:sp>
        <p:nvSpPr>
          <p:cNvPr id="93187" name="Rectangle 3"/>
          <p:cNvSpPr>
            <a:spLocks noChangeArrowheads="1"/>
          </p:cNvSpPr>
          <p:nvPr/>
        </p:nvSpPr>
        <p:spPr bwMode="auto">
          <a:xfrm>
            <a:off x="-1139825" y="1143000"/>
            <a:ext cx="520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en-US" altLang="zh-CN" sz="1600">
                <a:latin typeface="Arial" panose="020B0604020202020204" pitchFamily="34" charset="0"/>
              </a:rPr>
              <a:t>     </a:t>
            </a:r>
            <a:r>
              <a:rPr lang="en-US" altLang="zh-CN" sz="1600"/>
              <a:t> </a:t>
            </a:r>
            <a:endParaRPr lang="en-US" altLang="zh-CN" sz="1800">
              <a:latin typeface="Arial" panose="020B0604020202020204" pitchFamily="34" charset="0"/>
            </a:endParaRPr>
          </a:p>
        </p:txBody>
      </p:sp>
      <p:sp>
        <p:nvSpPr>
          <p:cNvPr id="161797" name="Rectangle 5"/>
          <p:cNvSpPr>
            <a:spLocks noChangeArrowheads="1"/>
          </p:cNvSpPr>
          <p:nvPr/>
        </p:nvSpPr>
        <p:spPr bwMode="auto">
          <a:xfrm>
            <a:off x="971550" y="1125538"/>
            <a:ext cx="7169150" cy="6635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5000"/>
              </a:lnSpc>
              <a:buClrTx/>
              <a:buFontTx/>
              <a:buNone/>
            </a:pPr>
            <a:r>
              <a:rPr lang="en-US" altLang="zh-CN" sz="2400" b="1">
                <a:solidFill>
                  <a:srgbClr val="6600CC"/>
                </a:solidFill>
                <a:latin typeface="华文中宋" panose="02010600040101010101" pitchFamily="2" charset="-122"/>
                <a:ea typeface="华文中宋" panose="02010600040101010101" pitchFamily="2" charset="-122"/>
              </a:rPr>
              <a:t>1</a:t>
            </a:r>
            <a:r>
              <a:rPr lang="zh-CN" altLang="en-US" sz="2400" b="1">
                <a:solidFill>
                  <a:srgbClr val="6600CC"/>
                </a:solidFill>
                <a:latin typeface="华文中宋" panose="02010600040101010101" pitchFamily="2" charset="-122"/>
                <a:ea typeface="华文中宋" panose="02010600040101010101" pitchFamily="2" charset="-122"/>
              </a:rPr>
              <a:t>）写出信号的</a:t>
            </a:r>
            <a:r>
              <a:rPr lang="en-US" altLang="zh-CN" sz="2400" b="1">
                <a:solidFill>
                  <a:srgbClr val="6600CC"/>
                </a:solidFill>
                <a:latin typeface="华文中宋" panose="02010600040101010101" pitchFamily="2" charset="-122"/>
                <a:ea typeface="华文中宋" panose="02010600040101010101" pitchFamily="2" charset="-122"/>
              </a:rPr>
              <a:t>Fourier</a:t>
            </a:r>
            <a:r>
              <a:rPr lang="zh-CN" altLang="en-US" sz="2400" b="1">
                <a:solidFill>
                  <a:srgbClr val="6600CC"/>
                </a:solidFill>
                <a:latin typeface="华文中宋" panose="02010600040101010101" pitchFamily="2" charset="-122"/>
                <a:ea typeface="华文中宋" panose="02010600040101010101" pitchFamily="2" charset="-122"/>
              </a:rPr>
              <a:t>级数分解式</a:t>
            </a:r>
            <a:r>
              <a:rPr lang="en-US" altLang="zh-CN" sz="2400" b="1">
                <a:solidFill>
                  <a:srgbClr val="6600CC"/>
                </a:solidFill>
                <a:latin typeface="华文中宋" panose="02010600040101010101" pitchFamily="2" charset="-122"/>
                <a:ea typeface="华文中宋" panose="02010600040101010101" pitchFamily="2" charset="-122"/>
              </a:rPr>
              <a:t>—</a:t>
            </a:r>
            <a:r>
              <a:rPr lang="zh-CN" altLang="en-US" sz="2400" b="1">
                <a:solidFill>
                  <a:srgbClr val="6600CC"/>
                </a:solidFill>
                <a:latin typeface="华文中宋" panose="02010600040101010101" pitchFamily="2" charset="-122"/>
                <a:ea typeface="华文中宋" panose="02010600040101010101" pitchFamily="2" charset="-122"/>
              </a:rPr>
              <a:t>求分量系数</a:t>
            </a:r>
            <a:endParaRPr lang="zh-CN" altLang="en-US" sz="2400" b="1">
              <a:solidFill>
                <a:srgbClr val="6600CC"/>
              </a:solidFill>
              <a:latin typeface="华文中宋" panose="02010600040101010101" pitchFamily="2" charset="-122"/>
              <a:ea typeface="华文中宋" panose="02010600040101010101" pitchFamily="2" charset="-122"/>
            </a:endParaRPr>
          </a:p>
        </p:txBody>
      </p:sp>
      <p:sp>
        <p:nvSpPr>
          <p:cNvPr id="161798" name="Rectangle 6"/>
          <p:cNvSpPr>
            <a:spLocks noChangeArrowheads="1"/>
          </p:cNvSpPr>
          <p:nvPr/>
        </p:nvSpPr>
        <p:spPr bwMode="auto">
          <a:xfrm>
            <a:off x="1308100" y="1989138"/>
            <a:ext cx="6831013" cy="3448050"/>
          </a:xfrm>
          <a:prstGeom prst="rect">
            <a:avLst/>
          </a:prstGeom>
          <a:solidFill>
            <a:schemeClr val="bg1"/>
          </a:solidFill>
          <a:ln w="19050">
            <a:solidFill>
              <a:schemeClr val="bg2"/>
            </a:solidFill>
            <a:miter lim="800000"/>
          </a:ln>
          <a:effectLst>
            <a:outerShdw dist="35921" dir="2700000" algn="ctr" rotWithShape="0">
              <a:schemeClr val="bg2"/>
            </a:outerShdw>
          </a:effec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630555" indent="-428625">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eaLnBrk="1" hangingPunct="1">
              <a:lnSpc>
                <a:spcPct val="150000"/>
              </a:lnSpc>
              <a:spcBef>
                <a:spcPct val="0"/>
              </a:spcBef>
              <a:buClrTx/>
              <a:buFontTx/>
              <a:buNone/>
            </a:pPr>
            <a:r>
              <a:rPr lang="en-US" altLang="zh-CN" sz="2400" dirty="0">
                <a:solidFill>
                  <a:srgbClr val="0000CC"/>
                </a:solidFill>
                <a:latin typeface="宋体" panose="02010600030101010101" pitchFamily="2" charset="-122"/>
                <a:ea typeface="宋体" panose="02010600030101010101" pitchFamily="2" charset="-122"/>
              </a:rPr>
              <a:t>① </a:t>
            </a:r>
            <a:r>
              <a:rPr lang="zh-CN" altLang="en-US" sz="2400" dirty="0">
                <a:latin typeface="宋体" panose="02010600030101010101" pitchFamily="2" charset="-122"/>
                <a:ea typeface="宋体" panose="02010600030101010101" pitchFamily="2" charset="-122"/>
              </a:rPr>
              <a:t>写出信号在一个周期内的函数式；</a:t>
            </a:r>
            <a:endParaRPr lang="zh-CN" altLang="en-US" sz="2400" dirty="0">
              <a:latin typeface="宋体" panose="02010600030101010101" pitchFamily="2" charset="-122"/>
              <a:ea typeface="宋体" panose="02010600030101010101" pitchFamily="2" charset="-122"/>
            </a:endParaRPr>
          </a:p>
          <a:p>
            <a:pPr lvl="1" eaLnBrk="1" hangingPunct="1">
              <a:lnSpc>
                <a:spcPct val="150000"/>
              </a:lnSpc>
              <a:spcBef>
                <a:spcPct val="0"/>
              </a:spcBef>
              <a:buClrTx/>
              <a:buFontTx/>
              <a:buNone/>
            </a:pPr>
            <a:r>
              <a:rPr lang="en-US" altLang="zh-CN" sz="2400" dirty="0">
                <a:latin typeface="华文中宋" panose="02010600040101010101" pitchFamily="2" charset="-122"/>
                <a:ea typeface="华文中宋" panose="02010600040101010101" pitchFamily="2" charset="-122"/>
                <a:sym typeface="华文中宋" panose="02010600040101010101" pitchFamily="2" charset="-122"/>
              </a:rPr>
              <a:t>② </a:t>
            </a:r>
            <a:r>
              <a:rPr lang="zh-CN" altLang="en-US" sz="2400" dirty="0">
                <a:latin typeface="华文中宋" panose="02010600040101010101" pitchFamily="2" charset="-122"/>
                <a:ea typeface="华文中宋" panose="02010600040101010101" pitchFamily="2" charset="-122"/>
                <a:sym typeface="华文中宋" panose="02010600040101010101" pitchFamily="2" charset="-122"/>
              </a:rPr>
              <a:t>分析函数特点（</a:t>
            </a:r>
            <a:r>
              <a:rPr lang="zh-CN" altLang="en-US" sz="2400" dirty="0">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奇、偶性，奇偶谐性</a:t>
            </a:r>
            <a:r>
              <a:rPr lang="zh-CN" altLang="en-US" sz="2400" dirty="0">
                <a:latin typeface="华文中宋" panose="02010600040101010101" pitchFamily="2" charset="-122"/>
                <a:ea typeface="华文中宋" panose="02010600040101010101" pitchFamily="2" charset="-122"/>
                <a:sym typeface="华文中宋" panose="02010600040101010101" pitchFamily="2" charset="-122"/>
              </a:rPr>
              <a:t>）确定其</a:t>
            </a:r>
            <a:r>
              <a:rPr lang="en-US" altLang="zh-CN" sz="2400" dirty="0">
                <a:latin typeface="华文中宋" panose="02010600040101010101" pitchFamily="2" charset="-122"/>
                <a:ea typeface="华文中宋" panose="02010600040101010101" pitchFamily="2" charset="-122"/>
                <a:sym typeface="华文中宋" panose="02010600040101010101" pitchFamily="2" charset="-122"/>
              </a:rPr>
              <a:t>Fourier</a:t>
            </a:r>
            <a:r>
              <a:rPr lang="zh-CN" altLang="en-US" sz="2400" dirty="0">
                <a:latin typeface="华文中宋" panose="02010600040101010101" pitchFamily="2" charset="-122"/>
                <a:ea typeface="华文中宋" panose="02010600040101010101" pitchFamily="2" charset="-122"/>
                <a:sym typeface="华文中宋" panose="02010600040101010101" pitchFamily="2" charset="-122"/>
              </a:rPr>
              <a:t>级数含有哪些谐波分量。</a:t>
            </a:r>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a:p>
            <a:pPr lvl="1" eaLnBrk="1" hangingPunct="1">
              <a:lnSpc>
                <a:spcPct val="150000"/>
              </a:lnSpc>
              <a:spcBef>
                <a:spcPct val="0"/>
              </a:spcBef>
              <a:buClrTx/>
              <a:buFontTx/>
              <a:buNone/>
            </a:pPr>
            <a:r>
              <a:rPr lang="en-US" altLang="zh-CN" sz="2400" dirty="0">
                <a:latin typeface="Times New Roman" panose="02020603050405020304" pitchFamily="18" charset="0"/>
                <a:ea typeface="宋体" panose="02010600030101010101" pitchFamily="2" charset="-122"/>
                <a:sym typeface="华文中宋" panose="02010600040101010101" pitchFamily="2" charset="-122"/>
              </a:rPr>
              <a:t>③  </a:t>
            </a:r>
            <a:r>
              <a:rPr lang="zh-CN" altLang="en-US" sz="2400" dirty="0">
                <a:latin typeface="Times New Roman" panose="02020603050405020304" pitchFamily="18" charset="0"/>
                <a:ea typeface="宋体" panose="02010600030101010101" pitchFamily="2" charset="-122"/>
                <a:sym typeface="华文中宋" panose="02010600040101010101" pitchFamily="2" charset="-122"/>
              </a:rPr>
              <a:t>确定分量系数</a:t>
            </a:r>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a:p>
            <a:pPr lvl="1" eaLnBrk="1" hangingPunct="1">
              <a:lnSpc>
                <a:spcPct val="150000"/>
              </a:lnSpc>
              <a:spcBef>
                <a:spcPct val="0"/>
              </a:spcBef>
              <a:buClrTx/>
              <a:buFontTx/>
              <a:buNone/>
            </a:pPr>
            <a:r>
              <a:rPr lang="en-US" altLang="zh-CN" sz="2400" dirty="0">
                <a:latin typeface="Times New Roman" panose="02020603050405020304" pitchFamily="18" charset="0"/>
                <a:ea typeface="宋体" panose="02010600030101010101" pitchFamily="2" charset="-122"/>
                <a:sym typeface="华文中宋" panose="02010600040101010101" pitchFamily="2" charset="-122"/>
              </a:rPr>
              <a:t>④  </a:t>
            </a:r>
            <a:r>
              <a:rPr lang="zh-CN" altLang="en-US" sz="2400" dirty="0">
                <a:latin typeface="Times New Roman" panose="02020603050405020304" pitchFamily="18" charset="0"/>
                <a:ea typeface="宋体" panose="02010600030101010101" pitchFamily="2" charset="-122"/>
                <a:sym typeface="华文中宋" panose="02010600040101010101" pitchFamily="2" charset="-122"/>
              </a:rPr>
              <a:t>写出</a:t>
            </a:r>
            <a:r>
              <a:rPr lang="en-US" altLang="zh-CN" sz="2400" dirty="0">
                <a:latin typeface="Times New Roman" panose="02020603050405020304" pitchFamily="18" charset="0"/>
                <a:ea typeface="宋体" panose="02010600030101010101" pitchFamily="2" charset="-122"/>
                <a:sym typeface="华文中宋" panose="02010600040101010101" pitchFamily="2" charset="-122"/>
              </a:rPr>
              <a:t>Fourier</a:t>
            </a:r>
            <a:r>
              <a:rPr lang="zh-CN" altLang="en-US" sz="2400" dirty="0">
                <a:latin typeface="Times New Roman" panose="02020603050405020304" pitchFamily="18" charset="0"/>
                <a:ea typeface="宋体" panose="02010600030101010101" pitchFamily="2" charset="-122"/>
                <a:sym typeface="华文中宋" panose="02010600040101010101" pitchFamily="2" charset="-122"/>
              </a:rPr>
              <a:t>分解式</a:t>
            </a:r>
            <a:r>
              <a:rPr lang="en-US" altLang="zh-CN" sz="2400" dirty="0">
                <a:latin typeface="Times New Roman" panose="02020603050405020304" pitchFamily="18" charset="0"/>
                <a:ea typeface="宋体" panose="02010600030101010101" pitchFamily="2" charset="-122"/>
                <a:sym typeface="华文中宋" panose="02010600040101010101" pitchFamily="2" charset="-122"/>
              </a:rPr>
              <a:t>--</a:t>
            </a:r>
            <a:r>
              <a:rPr lang="zh-CN" altLang="en-US" sz="2400" dirty="0">
                <a:latin typeface="Times New Roman" panose="02020603050405020304" pitchFamily="18" charset="0"/>
                <a:ea typeface="宋体" panose="02010600030101010101" pitchFamily="2" charset="-122"/>
                <a:sym typeface="华文中宋" panose="02010600040101010101" pitchFamily="2" charset="-122"/>
              </a:rPr>
              <a:t>级数 ，写出振幅</a:t>
            </a:r>
            <a:r>
              <a:rPr lang="en-US" altLang="zh-CN" sz="2400" dirty="0">
                <a:latin typeface="Times New Roman" panose="02020603050405020304" pitchFamily="18" charset="0"/>
                <a:ea typeface="宋体" panose="02010600030101010101" pitchFamily="2" charset="-122"/>
                <a:sym typeface="华文中宋" panose="02010600040101010101" pitchFamily="2" charset="-122"/>
              </a:rPr>
              <a:t>/</a:t>
            </a:r>
            <a:r>
              <a:rPr lang="zh-CN" altLang="en-US" sz="2400" dirty="0">
                <a:latin typeface="Times New Roman" panose="02020603050405020304" pitchFamily="18" charset="0"/>
                <a:ea typeface="宋体" panose="02010600030101010101" pitchFamily="2" charset="-122"/>
                <a:sym typeface="华文中宋" panose="02010600040101010101" pitchFamily="2" charset="-122"/>
              </a:rPr>
              <a:t>频率、相位</a:t>
            </a:r>
            <a:r>
              <a:rPr lang="en-US" altLang="zh-CN" sz="2400" dirty="0">
                <a:latin typeface="Times New Roman" panose="02020603050405020304" pitchFamily="18" charset="0"/>
                <a:ea typeface="宋体" panose="02010600030101010101" pitchFamily="2" charset="-122"/>
                <a:sym typeface="华文中宋" panose="02010600040101010101" pitchFamily="2" charset="-122"/>
              </a:rPr>
              <a:t>/</a:t>
            </a:r>
            <a:r>
              <a:rPr lang="zh-CN" altLang="en-US" sz="2400" dirty="0">
                <a:latin typeface="Times New Roman" panose="02020603050405020304" pitchFamily="18" charset="0"/>
                <a:ea typeface="宋体" panose="02010600030101010101" pitchFamily="2" charset="-122"/>
                <a:sym typeface="华文中宋" panose="02010600040101010101" pitchFamily="2" charset="-122"/>
              </a:rPr>
              <a:t>频率的关系式；</a:t>
            </a:r>
            <a:endParaRPr lang="zh-CN" altLang="en-US" sz="2400" dirty="0">
              <a:latin typeface="宋体" panose="02010600030101010101" pitchFamily="2" charset="-122"/>
              <a:ea typeface="宋体" panose="02010600030101010101" pitchFamily="2" charset="-122"/>
              <a:sym typeface="华文中宋" panose="02010600040101010101" pitchFamily="2" charset="-122"/>
            </a:endParaRPr>
          </a:p>
          <a:p>
            <a:pPr lvl="1" eaLnBrk="1" hangingPunct="1">
              <a:buClrTx/>
              <a:buFontTx/>
              <a:buNone/>
            </a:pPr>
            <a:r>
              <a:rPr lang="zh-CN" altLang="en-US" sz="2400" dirty="0">
                <a:solidFill>
                  <a:srgbClr val="0000CC"/>
                </a:solidFill>
                <a:latin typeface="宋体" panose="02010600030101010101" pitchFamily="2" charset="-122"/>
                <a:ea typeface="宋体" panose="02010600030101010101" pitchFamily="2" charset="-122"/>
              </a:rPr>
              <a:t>      </a:t>
            </a:r>
            <a:endParaRPr lang="zh-CN" altLang="en-US" sz="2400" dirty="0">
              <a:solidFill>
                <a:srgbClr val="0000CC"/>
              </a:solidFill>
              <a:latin typeface="宋体" panose="02010600030101010101" pitchFamily="2" charset="-122"/>
              <a:ea typeface="宋体" panose="02010600030101010101" pitchFamily="2" charset="-122"/>
            </a:endParaRPr>
          </a:p>
          <a:p>
            <a:pPr>
              <a:spcBef>
                <a:spcPct val="0"/>
              </a:spcBef>
              <a:buClrTx/>
              <a:buFontTx/>
              <a:buNone/>
            </a:pPr>
            <a:endParaRPr lang="en-US" altLang="zh-CN" sz="2400" dirty="0">
              <a:solidFill>
                <a:srgbClr val="0000CC"/>
              </a:solidFill>
              <a:latin typeface="宋体" panose="02010600030101010101" pitchFamily="2" charset="-122"/>
              <a:ea typeface="宋体" panose="02010600030101010101" pitchFamily="2" charset="-122"/>
            </a:endParaRPr>
          </a:p>
        </p:txBody>
      </p:sp>
      <p:sp>
        <p:nvSpPr>
          <p:cNvPr id="74757" name="Rectangle 4"/>
          <p:cNvSpPr>
            <a:spLocks noChangeArrowheads="1"/>
          </p:cNvSpPr>
          <p:nvPr/>
        </p:nvSpPr>
        <p:spPr bwMode="auto">
          <a:xfrm>
            <a:off x="1212850" y="5799138"/>
            <a:ext cx="2879725"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ClrTx/>
              <a:buFontTx/>
              <a:buNone/>
            </a:pPr>
            <a:r>
              <a:rPr lang="en-US" altLang="zh-CN" sz="2400" b="1">
                <a:solidFill>
                  <a:srgbClr val="6600CC"/>
                </a:solidFill>
                <a:latin typeface="华文中宋" panose="02010600040101010101" pitchFamily="2" charset="-122"/>
                <a:ea typeface="华文中宋" panose="02010600040101010101" pitchFamily="2" charset="-122"/>
              </a:rPr>
              <a:t>2</a:t>
            </a:r>
            <a:r>
              <a:rPr lang="zh-CN" altLang="en-US" sz="2400" b="1">
                <a:solidFill>
                  <a:srgbClr val="6600CC"/>
                </a:solidFill>
                <a:latin typeface="华文中宋" panose="02010600040101010101" pitchFamily="2" charset="-122"/>
                <a:ea typeface="华文中宋" panose="02010600040101010101" pitchFamily="2" charset="-122"/>
              </a:rPr>
              <a:t>）画出频谱图</a:t>
            </a:r>
            <a:endParaRPr lang="zh-CN" altLang="en-US" sz="2400" b="1">
              <a:latin typeface="华文中宋" panose="02010600040101010101" pitchFamily="2" charset="-122"/>
              <a:ea typeface="华文中宋" panose="02010600040101010101" pitchFamily="2" charset="-122"/>
            </a:endParaRPr>
          </a:p>
        </p:txBody>
      </p:sp>
    </p:spTree>
    <p:custDataLst>
      <p:tags r:id="rId1"/>
    </p:custDataLst>
  </p:cSld>
  <p:clrMapOvr>
    <a:masterClrMapping/>
  </p:clrMapOvr>
  <p:transition spd="slow" advTm="8545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61797"/>
                                        </p:tgtEl>
                                        <p:attrNameLst>
                                          <p:attrName>style.visibility</p:attrName>
                                        </p:attrNameLst>
                                      </p:cBhvr>
                                      <p:to>
                                        <p:strVal val="visible"/>
                                      </p:to>
                                    </p:set>
                                    <p:animEffect transition="in" filter="diamond(in)">
                                      <p:cBhvr>
                                        <p:cTn id="7" dur="500"/>
                                        <p:tgtEl>
                                          <p:spTgt spid="161797"/>
                                        </p:tgtEl>
                                      </p:cBhvr>
                                    </p:animEffect>
                                  </p:childTnLst>
                                </p:cTn>
                              </p:par>
                            </p:childTnLst>
                          </p:cTn>
                        </p:par>
                        <p:par>
                          <p:cTn id="8" fill="hold">
                            <p:stCondLst>
                              <p:cond delay="500"/>
                            </p:stCondLst>
                            <p:childTnLst>
                              <p:par>
                                <p:cTn id="9" presetID="21" presetClass="entr" presetSubtype="4" fill="hold" grpId="0" nodeType="afterEffect">
                                  <p:stCondLst>
                                    <p:cond delay="0"/>
                                  </p:stCondLst>
                                  <p:childTnLst>
                                    <p:set>
                                      <p:cBhvr>
                                        <p:cTn id="10" dur="1" fill="hold">
                                          <p:stCondLst>
                                            <p:cond delay="0"/>
                                          </p:stCondLst>
                                        </p:cTn>
                                        <p:tgtEl>
                                          <p:spTgt spid="161798"/>
                                        </p:tgtEl>
                                        <p:attrNameLst>
                                          <p:attrName>style.visibility</p:attrName>
                                        </p:attrNameLst>
                                      </p:cBhvr>
                                      <p:to>
                                        <p:strVal val="visible"/>
                                      </p:to>
                                    </p:set>
                                    <p:animEffect transition="in" filter="wheel(4)">
                                      <p:cBhvr>
                                        <p:cTn id="11" dur="500"/>
                                        <p:tgtEl>
                                          <p:spTgt spid="161798"/>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74757"/>
                                        </p:tgtEl>
                                        <p:attrNameLst>
                                          <p:attrName>style.visibility</p:attrName>
                                        </p:attrNameLst>
                                      </p:cBhvr>
                                      <p:to>
                                        <p:strVal val="visible"/>
                                      </p:to>
                                    </p:set>
                                    <p:animEffect transition="in" filter="checkerboard(across)">
                                      <p:cBhvr>
                                        <p:cTn id="16" dur="500"/>
                                        <p:tgtEl>
                                          <p:spTgt spid="747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7" grpId="0" bldLvl="0" animBg="1"/>
      <p:bldP spid="161798" grpId="0" bldLvl="0" animBg="1"/>
      <p:bldP spid="7475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ChangeArrowheads="1"/>
          </p:cNvSpPr>
          <p:nvPr/>
        </p:nvSpPr>
        <p:spPr bwMode="auto">
          <a:xfrm>
            <a:off x="-1139825" y="1143000"/>
            <a:ext cx="520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en-US" altLang="zh-CN" sz="1600">
                <a:latin typeface="Arial" panose="020B0604020202020204" pitchFamily="34" charset="0"/>
              </a:rPr>
              <a:t>     </a:t>
            </a:r>
            <a:r>
              <a:rPr lang="en-US" altLang="zh-CN" sz="1600"/>
              <a:t> </a:t>
            </a:r>
            <a:endParaRPr lang="en-US" altLang="zh-CN" sz="1800">
              <a:latin typeface="Arial" panose="020B0604020202020204" pitchFamily="34" charset="0"/>
            </a:endParaRPr>
          </a:p>
        </p:txBody>
      </p:sp>
      <p:graphicFrame>
        <p:nvGraphicFramePr>
          <p:cNvPr id="94211" name="Object 4"/>
          <p:cNvGraphicFramePr>
            <a:graphicFrameLocks noGrp="1" noChangeAspect="1"/>
          </p:cNvGraphicFramePr>
          <p:nvPr>
            <p:ph sz="half" idx="2"/>
          </p:nvPr>
        </p:nvGraphicFramePr>
        <p:xfrm>
          <a:off x="4448175" y="358775"/>
          <a:ext cx="4040188" cy="1327150"/>
        </p:xfrm>
        <a:graphic>
          <a:graphicData uri="http://schemas.openxmlformats.org/presentationml/2006/ole">
            <mc:AlternateContent xmlns:mc="http://schemas.openxmlformats.org/markup-compatibility/2006">
              <mc:Choice xmlns:v="urn:schemas-microsoft-com:vml" Requires="v">
                <p:oleObj spid="_x0000_s94539" name="" r:id="rId1" imgW="2552700" imgH="838200" progId="Equation.3">
                  <p:embed/>
                </p:oleObj>
              </mc:Choice>
              <mc:Fallback>
                <p:oleObj name="" r:id="rId1" imgW="2552700" imgH="8382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8175" y="358775"/>
                        <a:ext cx="4040188" cy="132715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4212" name="Picture 7" descr="55"/>
          <p:cNvPicPr>
            <a:picLocks noChangeAspect="1" noChangeArrowheads="1"/>
          </p:cNvPicPr>
          <p:nvPr/>
        </p:nvPicPr>
        <p:blipFill>
          <a:blip r:embed="rId3">
            <a:extLst>
              <a:ext uri="{28A0092B-C50C-407E-A947-70E740481C1C}">
                <a14:useLocalDpi xmlns:a14="http://schemas.microsoft.com/office/drawing/2010/main" val="0"/>
              </a:ext>
            </a:extLst>
          </a:blip>
          <a:srcRect t="13911" b="13367"/>
          <a:stretch>
            <a:fillRect/>
          </a:stretch>
        </p:blipFill>
        <p:spPr bwMode="auto">
          <a:xfrm>
            <a:off x="696913" y="155575"/>
            <a:ext cx="31321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2821" name="Object 5"/>
          <p:cNvGraphicFramePr>
            <a:graphicFrameLocks noGrp="1" noChangeAspect="1"/>
          </p:cNvGraphicFramePr>
          <p:nvPr/>
        </p:nvGraphicFramePr>
        <p:xfrm>
          <a:off x="2160588" y="2095500"/>
          <a:ext cx="5337175" cy="2062163"/>
        </p:xfrm>
        <a:graphic>
          <a:graphicData uri="http://schemas.openxmlformats.org/presentationml/2006/ole">
            <mc:AlternateContent xmlns:mc="http://schemas.openxmlformats.org/markup-compatibility/2006">
              <mc:Choice xmlns:v="urn:schemas-microsoft-com:vml" Requires="v">
                <p:oleObj spid="_x0000_s94540" name="" r:id="rId4" imgW="3403600" imgH="1270000" progId="Equation.3">
                  <p:embed/>
                </p:oleObj>
              </mc:Choice>
              <mc:Fallback>
                <p:oleObj name="" r:id="rId4" imgW="3403600" imgH="1270000" progId="Equation.3">
                  <p:embed/>
                  <p:pic>
                    <p:nvPicPr>
                      <p:cNvPr id="0" name="Object 5"/>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0588" y="2095500"/>
                        <a:ext cx="5337175" cy="2062163"/>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 name="Object 5"/>
          <p:cNvGraphicFramePr>
            <a:graphicFrameLocks noGrp="1" noChangeAspect="1"/>
          </p:cNvGraphicFramePr>
          <p:nvPr/>
        </p:nvGraphicFramePr>
        <p:xfrm>
          <a:off x="984250" y="2268538"/>
          <a:ext cx="730250" cy="412750"/>
        </p:xfrm>
        <a:graphic>
          <a:graphicData uri="http://schemas.openxmlformats.org/presentationml/2006/ole">
            <mc:AlternateContent xmlns:mc="http://schemas.openxmlformats.org/markup-compatibility/2006">
              <mc:Choice xmlns:v="urn:schemas-microsoft-com:vml" Requires="v">
                <p:oleObj spid="_x0000_s94541" name="" r:id="rId6" imgW="405765" imgH="228600" progId="Equation.3">
                  <p:embed/>
                </p:oleObj>
              </mc:Choice>
              <mc:Fallback>
                <p:oleObj name="" r:id="rId6" imgW="405765" imgH="228600" progId="Equation.3">
                  <p:embed/>
                  <p:pic>
                    <p:nvPicPr>
                      <p:cNvPr id="0" name="Object 5"/>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4250" y="2268538"/>
                        <a:ext cx="730250" cy="412750"/>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10" name="直接连接符 9"/>
          <p:cNvCxnSpPr/>
          <p:nvPr/>
        </p:nvCxnSpPr>
        <p:spPr>
          <a:xfrm>
            <a:off x="890588" y="2095500"/>
            <a:ext cx="7681912"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graphicFrame>
        <p:nvGraphicFramePr>
          <p:cNvPr id="75783" name="Object 3"/>
          <p:cNvGraphicFramePr>
            <a:graphicFrameLocks noGrp="1" noChangeAspect="1"/>
          </p:cNvGraphicFramePr>
          <p:nvPr/>
        </p:nvGraphicFramePr>
        <p:xfrm>
          <a:off x="2298700" y="5495925"/>
          <a:ext cx="3462338" cy="781050"/>
        </p:xfrm>
        <a:graphic>
          <a:graphicData uri="http://schemas.openxmlformats.org/presentationml/2006/ole">
            <mc:AlternateContent xmlns:mc="http://schemas.openxmlformats.org/markup-compatibility/2006">
              <mc:Choice xmlns:v="urn:schemas-microsoft-com:vml" Requires="v">
                <p:oleObj spid="_x0000_s94542" name="" r:id="rId8" imgW="1625600" imgH="431800" progId="Equation.3">
                  <p:embed/>
                </p:oleObj>
              </mc:Choice>
              <mc:Fallback>
                <p:oleObj name="" r:id="rId8" imgW="1625600" imgH="431800" progId="Equation.3">
                  <p:embed/>
                  <p:pic>
                    <p:nvPicPr>
                      <p:cNvPr id="0" name="Object 3"/>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8700" y="5495925"/>
                        <a:ext cx="3462338"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4217" name="Rectangle 2"/>
          <p:cNvSpPr>
            <a:spLocks noGrp="1" noChangeArrowheads="1"/>
          </p:cNvSpPr>
          <p:nvPr>
            <p:ph type="body" sz="half" idx="1"/>
          </p:nvPr>
        </p:nvSpPr>
        <p:spPr>
          <a:xfrm>
            <a:off x="2160588" y="155575"/>
            <a:ext cx="2225675" cy="481013"/>
          </a:xfrm>
        </p:spPr>
        <p:txBody>
          <a:bodyPr/>
          <a:lstStyle/>
          <a:p>
            <a:pPr eaLnBrk="1" hangingPunct="1">
              <a:buFontTx/>
              <a:buNone/>
            </a:pPr>
            <a:r>
              <a:rPr lang="zh-CN" altLang="en-US" sz="2400">
                <a:solidFill>
                  <a:srgbClr val="FF0000"/>
                </a:solidFill>
              </a:rPr>
              <a:t>频谱分析过程：</a:t>
            </a:r>
            <a:endParaRPr lang="zh-CN" altLang="en-US" sz="2400">
              <a:solidFill>
                <a:srgbClr val="FF0000"/>
              </a:solidFill>
            </a:endParaRPr>
          </a:p>
        </p:txBody>
      </p:sp>
      <p:graphicFrame>
        <p:nvGraphicFramePr>
          <p:cNvPr id="163843" name="Object 3"/>
          <p:cNvGraphicFramePr>
            <a:graphicFrameLocks noGrp="1" noChangeAspect="1"/>
          </p:cNvGraphicFramePr>
          <p:nvPr/>
        </p:nvGraphicFramePr>
        <p:xfrm>
          <a:off x="1357313" y="4357688"/>
          <a:ext cx="6481762" cy="1138237"/>
        </p:xfrm>
        <a:graphic>
          <a:graphicData uri="http://schemas.openxmlformats.org/presentationml/2006/ole">
            <mc:AlternateContent xmlns:mc="http://schemas.openxmlformats.org/markup-compatibility/2006">
              <mc:Choice xmlns:v="urn:schemas-microsoft-com:vml" Requires="v">
                <p:oleObj spid="_x0000_s94543" name="" r:id="rId10" imgW="3759200" imgH="660400" progId="Equation.3">
                  <p:embed/>
                </p:oleObj>
              </mc:Choice>
              <mc:Fallback>
                <p:oleObj name="" r:id="rId10" imgW="3759200" imgH="660400" progId="Equation.3">
                  <p:embed/>
                  <p:pic>
                    <p:nvPicPr>
                      <p:cNvPr id="0" name="Object 3"/>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57313" y="4357688"/>
                        <a:ext cx="6481762" cy="1138237"/>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4" name="直接连接符 3"/>
          <p:cNvCxnSpPr/>
          <p:nvPr/>
        </p:nvCxnSpPr>
        <p:spPr>
          <a:xfrm>
            <a:off x="806450" y="4157663"/>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3" name="墨迹 2"/>
          <p:cNvSpPr/>
          <p:nvPr/>
        </p:nvSpPr>
        <p:spPr bwMode="auto">
          <a:xfrm>
            <a:off x="2105280" y="1573560"/>
            <a:ext cx="6747840" cy="4043520"/>
          </a:xfrm>
          <a:prstGeom prst="rect">
            <a:avLst/>
          </a:prstGeom>
        </p:spPr>
      </p:sp>
    </p:spTree>
    <p:custDataLst>
      <p:tags r:id="rId12"/>
    </p:custDataLst>
  </p:cSld>
  <p:clrMapOvr>
    <a:masterClrMapping/>
  </p:clrMapOvr>
  <p:transition spd="slow" advTm="24660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edg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62821"/>
                                        </p:tgtEl>
                                        <p:attrNameLst>
                                          <p:attrName>style.visibility</p:attrName>
                                        </p:attrNameLst>
                                      </p:cBhvr>
                                      <p:to>
                                        <p:strVal val="visible"/>
                                      </p:to>
                                    </p:set>
                                    <p:animEffect transition="in" filter="wedge">
                                      <p:cBhvr>
                                        <p:cTn id="17" dur="500"/>
                                        <p:tgtEl>
                                          <p:spTgt spid="162821"/>
                                        </p:tgtEl>
                                      </p:cBhvr>
                                    </p:animEffect>
                                  </p:childTnLst>
                                </p:cTn>
                              </p:par>
                            </p:childTnLst>
                          </p:cTn>
                        </p:par>
                        <p:par>
                          <p:cTn id="18" fill="hold">
                            <p:stCondLst>
                              <p:cond delay="500"/>
                            </p:stCondLst>
                            <p:childTnLst>
                              <p:par>
                                <p:cTn id="19" presetID="5" presetClass="entr" presetSubtype="10" fill="hold" nodeType="afterEffect">
                                  <p:stCondLst>
                                    <p:cond delay="0"/>
                                  </p:stCondLst>
                                  <p:childTnLst>
                                    <p:set>
                                      <p:cBhvr>
                                        <p:cTn id="20" dur="1" fill="hold">
                                          <p:stCondLst>
                                            <p:cond delay="0"/>
                                          </p:stCondLst>
                                        </p:cTn>
                                        <p:tgtEl>
                                          <p:spTgt spid="163843"/>
                                        </p:tgtEl>
                                        <p:attrNameLst>
                                          <p:attrName>style.visibility</p:attrName>
                                        </p:attrNameLst>
                                      </p:cBhvr>
                                      <p:to>
                                        <p:strVal val="visible"/>
                                      </p:to>
                                    </p:set>
                                    <p:animEffect transition="in" filter="checkerboard(across)">
                                      <p:cBhvr>
                                        <p:cTn id="21" dur="500"/>
                                        <p:tgtEl>
                                          <p:spTgt spid="163843"/>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75783"/>
                                        </p:tgtEl>
                                        <p:attrNameLst>
                                          <p:attrName>style.visibility</p:attrName>
                                        </p:attrNameLst>
                                      </p:cBhvr>
                                      <p:to>
                                        <p:strVal val="visible"/>
                                      </p:to>
                                    </p:set>
                                    <p:animEffect transition="in" filter="checkerboard(across)">
                                      <p:cBhvr>
                                        <p:cTn id="26" dur="500"/>
                                        <p:tgtEl>
                                          <p:spTgt spid="75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59D23C6F-B35D-439C-9B70-2C890089DA1E}" type="datetime1">
              <a:rPr lang="zh-CN" altLang="en-US"/>
            </a:fld>
            <a:endParaRPr lang="zh-CN" altLang="en-US"/>
          </a:p>
        </p:txBody>
      </p:sp>
      <p:graphicFrame>
        <p:nvGraphicFramePr>
          <p:cNvPr id="95235" name="Object 3"/>
          <p:cNvGraphicFramePr>
            <a:graphicFrameLocks noGrp="1" noChangeAspect="1"/>
          </p:cNvGraphicFramePr>
          <p:nvPr>
            <p:ph sz="half" idx="4294967295"/>
          </p:nvPr>
        </p:nvGraphicFramePr>
        <p:xfrm>
          <a:off x="3456274" y="109183"/>
          <a:ext cx="4659312" cy="687387"/>
        </p:xfrm>
        <a:graphic>
          <a:graphicData uri="http://schemas.openxmlformats.org/presentationml/2006/ole">
            <mc:AlternateContent xmlns:mc="http://schemas.openxmlformats.org/markup-compatibility/2006">
              <mc:Choice xmlns:v="urn:schemas-microsoft-com:vml" Requires="v">
                <p:oleObj spid="_x0000_s95700" name="Equation" r:id="rId1" imgW="2565400" imgH="431800" progId="Equation.DSMT4">
                  <p:embed/>
                </p:oleObj>
              </mc:Choice>
              <mc:Fallback>
                <p:oleObj name="Equation" r:id="rId1" imgW="2565400" imgH="431800" progId="Equation.DSMT4">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6274" y="109183"/>
                        <a:ext cx="4659312"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6" name="Rectangle 4"/>
          <p:cNvSpPr>
            <a:spLocks noChangeArrowheads="1"/>
          </p:cNvSpPr>
          <p:nvPr/>
        </p:nvSpPr>
        <p:spPr bwMode="auto">
          <a:xfrm>
            <a:off x="900113" y="260350"/>
            <a:ext cx="28797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en-US" altLang="zh-CN" sz="2200" b="1">
                <a:solidFill>
                  <a:srgbClr val="FF0000"/>
                </a:solidFill>
              </a:rPr>
              <a:t>2</a:t>
            </a:r>
            <a:r>
              <a:rPr lang="zh-CN" altLang="en-US" sz="2200" b="1">
                <a:solidFill>
                  <a:srgbClr val="FF0000"/>
                </a:solidFill>
              </a:rPr>
              <a:t>、画出频谱图</a:t>
            </a:r>
            <a:endParaRPr lang="zh-CN" altLang="en-US" sz="2200" b="1">
              <a:solidFill>
                <a:srgbClr val="FF0000"/>
              </a:solidFill>
            </a:endParaRPr>
          </a:p>
        </p:txBody>
      </p:sp>
      <p:sp>
        <p:nvSpPr>
          <p:cNvPr id="234501" name="Oval 5"/>
          <p:cNvSpPr>
            <a:spLocks noChangeArrowheads="1"/>
          </p:cNvSpPr>
          <p:nvPr/>
        </p:nvSpPr>
        <p:spPr bwMode="auto">
          <a:xfrm>
            <a:off x="5534025" y="209288"/>
            <a:ext cx="504825" cy="290633"/>
          </a:xfrm>
          <a:prstGeom prst="ellipse">
            <a:avLst/>
          </a:prstGeom>
          <a:noFill/>
          <a:ln w="9525" cap="rnd">
            <a:solidFill>
              <a:srgbClr val="FF0000"/>
            </a:solidFill>
            <a:prstDash val="sys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endParaRPr lang="zh-CN" altLang="en-US" sz="2400" b="1">
              <a:solidFill>
                <a:srgbClr val="FF0000"/>
              </a:solidFill>
              <a:latin typeface="Times New Roman" panose="02020603050405020304" pitchFamily="18" charset="0"/>
              <a:ea typeface="宋体" panose="02010600030101010101" pitchFamily="2" charset="-122"/>
            </a:endParaRPr>
          </a:p>
        </p:txBody>
      </p:sp>
      <p:sp>
        <p:nvSpPr>
          <p:cNvPr id="234502" name="Rectangle 6"/>
          <p:cNvSpPr>
            <a:spLocks noChangeArrowheads="1"/>
          </p:cNvSpPr>
          <p:nvPr/>
        </p:nvSpPr>
        <p:spPr bwMode="auto">
          <a:xfrm>
            <a:off x="5960832" y="-51057"/>
            <a:ext cx="673100" cy="400110"/>
          </a:xfrm>
          <a:prstGeom prst="rect">
            <a:avLst/>
          </a:prstGeom>
          <a:noFill/>
          <a:ln w="9525">
            <a:noFill/>
            <a:miter lim="800000"/>
          </a:ln>
          <a:effectLst/>
        </p:spPr>
        <p:txBody>
          <a:bodyPr>
            <a:spAutoFit/>
          </a:bodyPr>
          <a:lstStyle/>
          <a:p>
            <a:pPr eaLnBrk="1" hangingPunct="1">
              <a:defRPr/>
            </a:pPr>
            <a:r>
              <a:rPr lang="en-US" altLang="zh-CN" sz="2000" b="1" dirty="0">
                <a:solidFill>
                  <a:srgbClr val="FF0000"/>
                </a:solidFill>
                <a:effectLst>
                  <a:outerShdw blurRad="38100" dist="38100" dir="2700000" algn="tl">
                    <a:srgbClr val="C0C0C0"/>
                  </a:outerShdw>
                </a:effectLst>
                <a:latin typeface="楷体_GB2312" pitchFamily="49" charset="-122"/>
                <a:ea typeface="楷体_GB2312" pitchFamily="49" charset="-122"/>
              </a:rPr>
              <a:t>ω</a:t>
            </a:r>
            <a:endParaRPr lang="en-US" altLang="zh-CN" sz="2000" b="1"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234505" name="Rectangle 9"/>
          <p:cNvSpPr>
            <a:spLocks noChangeArrowheads="1"/>
          </p:cNvSpPr>
          <p:nvPr/>
        </p:nvSpPr>
        <p:spPr bwMode="auto">
          <a:xfrm>
            <a:off x="684213" y="6340475"/>
            <a:ext cx="6191250" cy="647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179705">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a:lnSpc>
                <a:spcPct val="125000"/>
              </a:lnSpc>
              <a:buFont typeface="Wingdings" panose="05000000000000000000" pitchFamily="2" charset="2"/>
              <a:buNone/>
            </a:pPr>
            <a:endParaRPr lang="zh-CN" altLang="en-US" sz="2400" b="1">
              <a:solidFill>
                <a:srgbClr val="FF3300"/>
              </a:solidFill>
              <a:latin typeface="Times New Roman" panose="02020603050405020304" pitchFamily="18" charset="0"/>
              <a:cs typeface="Times New Roman" panose="02020603050405020304" pitchFamily="18" charset="0"/>
            </a:endParaRPr>
          </a:p>
        </p:txBody>
      </p:sp>
      <p:grpSp>
        <p:nvGrpSpPr>
          <p:cNvPr id="4" name="组合 3"/>
          <p:cNvGrpSpPr/>
          <p:nvPr/>
        </p:nvGrpSpPr>
        <p:grpSpPr>
          <a:xfrm>
            <a:off x="4180681" y="796290"/>
            <a:ext cx="4629150" cy="871537"/>
            <a:chOff x="4180681" y="908050"/>
            <a:chExt cx="4629150" cy="871537"/>
          </a:xfrm>
        </p:grpSpPr>
        <p:graphicFrame>
          <p:nvGraphicFramePr>
            <p:cNvPr id="232451" name="Object 3"/>
            <p:cNvGraphicFramePr>
              <a:graphicFrameLocks noChangeAspect="1"/>
            </p:cNvGraphicFramePr>
            <p:nvPr/>
          </p:nvGraphicFramePr>
          <p:xfrm>
            <a:off x="4180681" y="908050"/>
            <a:ext cx="4629150" cy="871537"/>
          </p:xfrm>
          <a:graphic>
            <a:graphicData uri="http://schemas.openxmlformats.org/presentationml/2006/ole">
              <mc:AlternateContent xmlns:mc="http://schemas.openxmlformats.org/markup-compatibility/2006">
                <mc:Choice xmlns:v="urn:schemas-microsoft-com:vml" Requires="v">
                  <p:oleObj spid="_x0000_s95701" name="Equation" r:id="rId3" imgW="2590800" imgH="635000" progId="Equation.DSMT4">
                    <p:embed/>
                  </p:oleObj>
                </mc:Choice>
                <mc:Fallback>
                  <p:oleObj name="Equation" r:id="rId3" imgW="2590800" imgH="635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0681" y="908050"/>
                          <a:ext cx="4629150" cy="871537"/>
                        </a:xfrm>
                        <a:prstGeom prst="rect">
                          <a:avLst/>
                        </a:prstGeom>
                        <a:solidFill>
                          <a:srgbClr val="FFFF00"/>
                        </a:solidFill>
                        <a:ln w="38100">
                          <a:solidFill>
                            <a:schemeClr val="bg2"/>
                          </a:solidFill>
                          <a:miter lim="800000"/>
                          <a:headEnd/>
                          <a:tailEnd/>
                        </a:ln>
                        <a:effectLst>
                          <a:outerShdw dist="35921" dir="2700000" algn="ctr" rotWithShape="0">
                            <a:srgbClr val="808080"/>
                          </a:outerShdw>
                        </a:effectLst>
                      </p:spPr>
                    </p:pic>
                  </p:oleObj>
                </mc:Fallback>
              </mc:AlternateContent>
            </a:graphicData>
          </a:graphic>
        </p:graphicFrame>
        <p:sp>
          <p:nvSpPr>
            <p:cNvPr id="95241" name="TextBox 1"/>
            <p:cNvSpPr txBox="1">
              <a:spLocks noChangeArrowheads="1"/>
            </p:cNvSpPr>
            <p:nvPr/>
          </p:nvSpPr>
          <p:spPr bwMode="auto">
            <a:xfrm>
              <a:off x="7881937" y="1281113"/>
              <a:ext cx="233363" cy="3698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dirty="0">
                  <a:latin typeface="黑体" panose="02010609060101010101" pitchFamily="49" charset="-122"/>
                  <a:ea typeface="宋体" panose="02010600030101010101" pitchFamily="2" charset="-122"/>
                </a:rPr>
                <a:t>偶</a:t>
              </a:r>
              <a:endParaRPr lang="zh-CN" altLang="en-US" sz="1800" dirty="0">
                <a:latin typeface="黑体" panose="02010609060101010101" pitchFamily="49" charset="-122"/>
                <a:ea typeface="宋体" panose="02010600030101010101" pitchFamily="2" charset="-122"/>
              </a:endParaRPr>
            </a:p>
          </p:txBody>
        </p:sp>
      </p:grpSp>
      <p:sp>
        <p:nvSpPr>
          <p:cNvPr id="13" name="Rectangle 2"/>
          <p:cNvSpPr txBox="1">
            <a:spLocks noChangeArrowheads="1"/>
          </p:cNvSpPr>
          <p:nvPr/>
        </p:nvSpPr>
        <p:spPr bwMode="auto">
          <a:xfrm>
            <a:off x="538163" y="908050"/>
            <a:ext cx="1801812" cy="647700"/>
          </a:xfrm>
          <a:prstGeom prst="rect">
            <a:avLst/>
          </a:prstGeom>
          <a:noFill/>
          <a:ln>
            <a:noFill/>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marL="179705" lvl="1" indent="0" eaLnBrk="1" hangingPunct="1">
              <a:lnSpc>
                <a:spcPct val="125000"/>
              </a:lnSpc>
              <a:buFontTx/>
              <a:buNone/>
              <a:defRPr/>
            </a:pPr>
            <a:r>
              <a:rPr lang="en-US" altLang="zh-CN" sz="2400" kern="0" dirty="0">
                <a:solidFill>
                  <a:srgbClr val="0000CC"/>
                </a:solidFill>
              </a:rPr>
              <a:t>①</a:t>
            </a:r>
            <a:r>
              <a:rPr lang="zh-CN" altLang="en-US" sz="2400" kern="0" dirty="0">
                <a:solidFill>
                  <a:srgbClr val="0000CC"/>
                </a:solidFill>
              </a:rPr>
              <a:t>振幅谱： </a:t>
            </a:r>
            <a:endParaRPr lang="zh-CN" altLang="en-US" sz="2000" kern="0" dirty="0"/>
          </a:p>
        </p:txBody>
      </p:sp>
      <p:sp>
        <p:nvSpPr>
          <p:cNvPr id="14" name="Rectangle 9"/>
          <p:cNvSpPr>
            <a:spLocks noChangeArrowheads="1"/>
          </p:cNvSpPr>
          <p:nvPr/>
        </p:nvSpPr>
        <p:spPr bwMode="auto">
          <a:xfrm>
            <a:off x="954405" y="6371590"/>
            <a:ext cx="5252720" cy="563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179705">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eaLnBrk="1" hangingPunct="1">
              <a:lnSpc>
                <a:spcPct val="125000"/>
              </a:lnSpc>
              <a:buClrTx/>
              <a:buFont typeface="Arial" panose="020B0604020202020204" pitchFamily="34" charset="0"/>
              <a:buNone/>
            </a:pPr>
            <a:r>
              <a:rPr lang="en-US" altLang="zh-CN" sz="20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N=T/τ</a:t>
            </a:r>
            <a:r>
              <a:rPr lang="zh-CN" altLang="en-US" sz="20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，即谱线以 </a:t>
            </a:r>
            <a:r>
              <a:rPr lang="en-US" altLang="zh-CN" sz="20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T/τ</a:t>
            </a:r>
            <a:r>
              <a:rPr lang="zh-CN" altLang="en-US" sz="20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rPr>
              <a:t> 为周期</a:t>
            </a:r>
            <a:endParaRPr lang="zh-CN" altLang="en-US" sz="2000" b="1" dirty="0">
              <a:solidFill>
                <a:srgbClr val="FF3300"/>
              </a:solidFill>
              <a:latin typeface="Times New Roman" panose="02020603050405020304" pitchFamily="18" charset="0"/>
              <a:ea typeface="宋体" panose="02010600030101010101" pitchFamily="2" charset="-122"/>
              <a:cs typeface="Times New Roman" panose="02020603050405020304" pitchFamily="18" charset="0"/>
            </a:endParaRPr>
          </a:p>
          <a:p>
            <a:pPr lvl="1" eaLnBrk="1" hangingPunct="1">
              <a:lnSpc>
                <a:spcPct val="125000"/>
              </a:lnSpc>
              <a:buClrTx/>
              <a:buFontTx/>
              <a:buNone/>
            </a:pPr>
            <a:r>
              <a:rPr lang="en-US" altLang="zh-CN" sz="1800" b="1" dirty="0">
                <a:solidFill>
                  <a:srgbClr val="0000CC"/>
                </a:solidFill>
                <a:latin typeface="华文中宋" panose="02010600040101010101" pitchFamily="2" charset="-122"/>
                <a:ea typeface="华文中宋" panose="02010600040101010101" pitchFamily="2" charset="-122"/>
                <a:cs typeface="Times New Roman" panose="02020603050405020304" pitchFamily="18" charset="0"/>
              </a:rPr>
              <a:t> </a:t>
            </a:r>
            <a:r>
              <a:rPr lang="en-US" altLang="zh-CN" sz="2000" b="1" dirty="0">
                <a:solidFill>
                  <a:srgbClr val="0000CC"/>
                </a:solidFill>
                <a:latin typeface="华文中宋" panose="02010600040101010101" pitchFamily="2" charset="-122"/>
                <a:ea typeface="华文中宋" panose="02010600040101010101" pitchFamily="2" charset="-122"/>
                <a:cs typeface="Times New Roman" panose="02020603050405020304" pitchFamily="18" charset="0"/>
              </a:rPr>
              <a:t> </a:t>
            </a:r>
            <a:endParaRPr lang="en-US" altLang="zh-CN" sz="2000" b="1" dirty="0">
              <a:solidFill>
                <a:srgbClr val="0000CC"/>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15" name="Group 10"/>
          <p:cNvGrpSpPr/>
          <p:nvPr/>
        </p:nvGrpSpPr>
        <p:grpSpPr bwMode="auto">
          <a:xfrm>
            <a:off x="5021032" y="1845469"/>
            <a:ext cx="3898900" cy="2073275"/>
            <a:chOff x="2268" y="1833"/>
            <a:chExt cx="3433" cy="1850"/>
          </a:xfrm>
        </p:grpSpPr>
        <p:pic>
          <p:nvPicPr>
            <p:cNvPr id="95251" name="Picture 11" descr="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 y="1833"/>
              <a:ext cx="3433" cy="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52" name="Oval 12"/>
            <p:cNvSpPr>
              <a:spLocks noChangeArrowheads="1"/>
            </p:cNvSpPr>
            <p:nvPr/>
          </p:nvSpPr>
          <p:spPr bwMode="auto">
            <a:xfrm>
              <a:off x="3243" y="3369"/>
              <a:ext cx="70" cy="68"/>
            </a:xfrm>
            <a:prstGeom prst="ellipse">
              <a:avLst/>
            </a:prstGeom>
            <a:solidFill>
              <a:schemeClr val="tx1"/>
            </a:solidFill>
            <a:ln w="9525">
              <a:solidFill>
                <a:schemeClr val="tx1"/>
              </a:solidFill>
              <a:round/>
            </a:ln>
          </p:spPr>
          <p:txBody>
            <a:bodyPr wrap="none" anchor="ct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endParaRPr lang="zh-CN" altLang="en-US"/>
            </a:p>
          </p:txBody>
        </p:sp>
        <p:sp>
          <p:nvSpPr>
            <p:cNvPr id="95253" name="Oval 13"/>
            <p:cNvSpPr>
              <a:spLocks noChangeArrowheads="1"/>
            </p:cNvSpPr>
            <p:nvPr/>
          </p:nvSpPr>
          <p:spPr bwMode="auto">
            <a:xfrm>
              <a:off x="4105" y="3369"/>
              <a:ext cx="70" cy="68"/>
            </a:xfrm>
            <a:prstGeom prst="ellipse">
              <a:avLst/>
            </a:prstGeom>
            <a:solidFill>
              <a:schemeClr val="tx1"/>
            </a:solidFill>
            <a:ln w="9525">
              <a:solidFill>
                <a:schemeClr val="tx1"/>
              </a:solidFill>
              <a:round/>
            </a:ln>
          </p:spPr>
          <p:txBody>
            <a:bodyPr wrap="none" anchor="ct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endParaRPr lang="zh-CN" altLang="en-US"/>
            </a:p>
          </p:txBody>
        </p:sp>
        <p:sp>
          <p:nvSpPr>
            <p:cNvPr id="95254" name="Oval 14"/>
            <p:cNvSpPr>
              <a:spLocks noChangeArrowheads="1"/>
            </p:cNvSpPr>
            <p:nvPr/>
          </p:nvSpPr>
          <p:spPr bwMode="auto">
            <a:xfrm>
              <a:off x="5103" y="3369"/>
              <a:ext cx="70" cy="68"/>
            </a:xfrm>
            <a:prstGeom prst="ellipse">
              <a:avLst/>
            </a:prstGeom>
            <a:solidFill>
              <a:schemeClr val="tx1"/>
            </a:solidFill>
            <a:ln w="9525">
              <a:solidFill>
                <a:schemeClr val="tx1"/>
              </a:solidFill>
              <a:round/>
            </a:ln>
          </p:spPr>
          <p:txBody>
            <a:bodyPr wrap="none" anchor="ct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endParaRPr lang="zh-CN" altLang="en-US"/>
            </a:p>
          </p:txBody>
        </p:sp>
      </p:grpSp>
      <p:graphicFrame>
        <p:nvGraphicFramePr>
          <p:cNvPr id="20" name="Object 3"/>
          <p:cNvGraphicFramePr>
            <a:graphicFrameLocks noGrp="1" noChangeAspect="1"/>
          </p:cNvGraphicFramePr>
          <p:nvPr/>
        </p:nvGraphicFramePr>
        <p:xfrm>
          <a:off x="722313" y="5202238"/>
          <a:ext cx="4884737" cy="1147762"/>
        </p:xfrm>
        <a:graphic>
          <a:graphicData uri="http://schemas.openxmlformats.org/presentationml/2006/ole">
            <mc:AlternateContent xmlns:mc="http://schemas.openxmlformats.org/markup-compatibility/2006">
              <mc:Choice xmlns:v="urn:schemas-microsoft-com:vml" Requires="v">
                <p:oleObj spid="_x0000_s95702" name="" r:id="rId6" imgW="2667000" imgH="634365" progId="Equation.3">
                  <p:embed/>
                </p:oleObj>
              </mc:Choice>
              <mc:Fallback>
                <p:oleObj name="" r:id="rId6" imgW="2667000" imgH="634365" progId="Equation.3">
                  <p:embed/>
                  <p:pic>
                    <p:nvPicPr>
                      <p:cNvPr id="0" name="Object 3"/>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2313" y="5202238"/>
                        <a:ext cx="4884737" cy="114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3"/>
          <p:cNvGraphicFramePr>
            <a:graphicFrameLocks noGrp="1" noChangeAspect="1"/>
          </p:cNvGraphicFramePr>
          <p:nvPr/>
        </p:nvGraphicFramePr>
        <p:xfrm>
          <a:off x="451644" y="1705452"/>
          <a:ext cx="4328795" cy="712470"/>
        </p:xfrm>
        <a:graphic>
          <a:graphicData uri="http://schemas.openxmlformats.org/presentationml/2006/ole">
            <mc:AlternateContent xmlns:mc="http://schemas.openxmlformats.org/markup-compatibility/2006">
              <mc:Choice xmlns:v="urn:schemas-microsoft-com:vml" Requires="v">
                <p:oleObj spid="_x0000_s95703" name="" r:id="rId8" imgW="2032000" imgH="393700" progId="Equation.3">
                  <p:embed/>
                </p:oleObj>
              </mc:Choice>
              <mc:Fallback>
                <p:oleObj name="" r:id="rId8" imgW="2032000" imgH="393700" progId="Equation.3">
                  <p:embed/>
                  <p:pic>
                    <p:nvPicPr>
                      <p:cNvPr id="0" name="Object 3"/>
                      <p:cNvPicPr>
                        <a:picLocks noGrp="1" noChangeAspect="1" noChangeArrowheads="1"/>
                      </p:cNvPicPr>
                      <p:nvPr/>
                    </p:nvPicPr>
                    <p:blipFill>
                      <a:blip r:embed="rId9"/>
                      <a:srcRect/>
                      <a:stretch>
                        <a:fillRect/>
                      </a:stretch>
                    </p:blipFill>
                    <p:spPr bwMode="auto">
                      <a:xfrm>
                        <a:off x="451644" y="1705452"/>
                        <a:ext cx="4328795" cy="712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 name="对象 21"/>
          <p:cNvGraphicFramePr/>
          <p:nvPr/>
        </p:nvGraphicFramePr>
        <p:xfrm>
          <a:off x="735013" y="2379663"/>
          <a:ext cx="2878137" cy="714375"/>
        </p:xfrm>
        <a:graphic>
          <a:graphicData uri="http://schemas.openxmlformats.org/presentationml/2006/ole">
            <mc:AlternateContent xmlns:mc="http://schemas.openxmlformats.org/markup-compatibility/2006">
              <mc:Choice xmlns:v="urn:schemas-microsoft-com:vml" Requires="v">
                <p:oleObj spid="_x0000_s95704" name="" r:id="rId10" imgW="2350135" imgH="647700" progId="Equation.KSEE3">
                  <p:embed/>
                </p:oleObj>
              </mc:Choice>
              <mc:Fallback>
                <p:oleObj name="" r:id="rId10" imgW="2350135" imgH="647700" progId="Equation.KSEE3">
                  <p:embed/>
                  <p:pic>
                    <p:nvPicPr>
                      <p:cNvPr id="0" name="对象 2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5013" y="2379663"/>
                        <a:ext cx="287813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3" name="对象 22"/>
          <p:cNvGraphicFramePr/>
          <p:nvPr/>
        </p:nvGraphicFramePr>
        <p:xfrm>
          <a:off x="722313" y="3738563"/>
          <a:ext cx="5408612" cy="744537"/>
        </p:xfrm>
        <a:graphic>
          <a:graphicData uri="http://schemas.openxmlformats.org/presentationml/2006/ole">
            <mc:AlternateContent xmlns:mc="http://schemas.openxmlformats.org/markup-compatibility/2006">
              <mc:Choice xmlns:v="urn:schemas-microsoft-com:vml" Requires="v">
                <p:oleObj spid="_x0000_s95705" name="" r:id="rId12" imgW="3873500" imgH="714375" progId="Equation.KSEE3">
                  <p:embed/>
                </p:oleObj>
              </mc:Choice>
              <mc:Fallback>
                <p:oleObj name="" r:id="rId12" imgW="3873500" imgH="714375" progId="Equation.KSEE3">
                  <p:embed/>
                  <p:pic>
                    <p:nvPicPr>
                      <p:cNvPr id="0" name="对象 2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2313" y="3738563"/>
                        <a:ext cx="5408612"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 name="对象 23"/>
          <p:cNvGraphicFramePr/>
          <p:nvPr/>
        </p:nvGraphicFramePr>
        <p:xfrm>
          <a:off x="722313" y="4502150"/>
          <a:ext cx="6502400" cy="760413"/>
        </p:xfrm>
        <a:graphic>
          <a:graphicData uri="http://schemas.openxmlformats.org/presentationml/2006/ole">
            <mc:AlternateContent xmlns:mc="http://schemas.openxmlformats.org/markup-compatibility/2006">
              <mc:Choice xmlns:v="urn:schemas-microsoft-com:vml" Requires="v">
                <p:oleObj spid="_x0000_s95706" name="" r:id="rId14" imgW="6437630" imgH="774700" progId="Equation.KSEE3">
                  <p:embed/>
                </p:oleObj>
              </mc:Choice>
              <mc:Fallback>
                <p:oleObj name="" r:id="rId14" imgW="6437630" imgH="774700" progId="Equation.KSEE3">
                  <p:embed/>
                  <p:pic>
                    <p:nvPicPr>
                      <p:cNvPr id="0" name="对象 2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2313" y="4502150"/>
                        <a:ext cx="6502400"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 name="Rectangle 8"/>
          <p:cNvSpPr>
            <a:spLocks noChangeArrowheads="1"/>
          </p:cNvSpPr>
          <p:nvPr/>
        </p:nvSpPr>
        <p:spPr bwMode="auto">
          <a:xfrm>
            <a:off x="6207125" y="3829050"/>
            <a:ext cx="576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179705">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vl="1" eaLnBrk="1" hangingPunct="1">
              <a:lnSpc>
                <a:spcPct val="125000"/>
              </a:lnSpc>
              <a:buClrTx/>
              <a:buFontTx/>
              <a:buNone/>
            </a:pPr>
            <a:r>
              <a:rPr lang="en-US" altLang="zh-CN" sz="2400" b="1" dirty="0">
                <a:solidFill>
                  <a:srgbClr val="0000CC"/>
                </a:solidFill>
                <a:latin typeface="华文中宋" panose="02010600040101010101" pitchFamily="2" charset="-122"/>
                <a:ea typeface="华文中宋" panose="02010600040101010101" pitchFamily="2" charset="-122"/>
              </a:rPr>
              <a:t>0 </a:t>
            </a:r>
            <a:endParaRPr lang="en-US" altLang="zh-CN" sz="2000" b="1" dirty="0">
              <a:latin typeface="华文中宋" panose="02010600040101010101" pitchFamily="2" charset="-122"/>
              <a:ea typeface="华文中宋" panose="02010600040101010101" pitchFamily="2" charset="-122"/>
            </a:endParaRPr>
          </a:p>
        </p:txBody>
      </p:sp>
    </p:spTree>
    <p:custDataLst>
      <p:tags r:id="rId16"/>
    </p:custDataLst>
  </p:cSld>
  <p:clrMapOvr>
    <a:masterClrMapping/>
  </p:clrMapOvr>
  <p:transition spd="slow" advTm="40838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234502"/>
                                        </p:tgtEl>
                                        <p:attrNameLst>
                                          <p:attrName>style.visibility</p:attrName>
                                        </p:attrNameLst>
                                      </p:cBhvr>
                                      <p:to>
                                        <p:strVal val="visible"/>
                                      </p:to>
                                    </p:set>
                                    <p:animEffect transition="in" filter="strips(downRight)">
                                      <p:cBhvr>
                                        <p:cTn id="7" dur="500"/>
                                        <p:tgtEl>
                                          <p:spTgt spid="234502"/>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234501"/>
                                        </p:tgtEl>
                                        <p:attrNameLst>
                                          <p:attrName>style.visibility</p:attrName>
                                        </p:attrNameLst>
                                      </p:cBhvr>
                                      <p:to>
                                        <p:strVal val="visible"/>
                                      </p:to>
                                    </p:set>
                                    <p:animEffect transition="in" filter="strips(downRight)">
                                      <p:cBhvr>
                                        <p:cTn id="10" dur="500"/>
                                        <p:tgtEl>
                                          <p:spTgt spid="234501"/>
                                        </p:tgtEl>
                                      </p:cBhvr>
                                    </p:animEffect>
                                  </p:childTnLst>
                                </p:cTn>
                              </p:par>
                            </p:childTnLst>
                          </p:cTn>
                        </p:par>
                      </p:childTnLst>
                    </p:cTn>
                  </p:par>
                  <p:par>
                    <p:cTn id="11" fill="hold">
                      <p:stCondLst>
                        <p:cond delay="indefinite"/>
                      </p:stCondLst>
                      <p:childTnLst>
                        <p:par>
                          <p:cTn id="12" fill="hold">
                            <p:stCondLst>
                              <p:cond delay="0"/>
                            </p:stCondLst>
                            <p:childTnLst>
                              <p:par>
                                <p:cTn id="13" presetID="20"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Effect transition="in" filter="wedge">
                                      <p:cBhvr>
                                        <p:cTn id="15" dur="500"/>
                                        <p:tgtEl>
                                          <p:spTgt spid="13">
                                            <p:txEl>
                                              <p:pRg st="0" end="0"/>
                                            </p:txEl>
                                          </p:spTgt>
                                        </p:tgtEl>
                                      </p:cBhvr>
                                    </p:animEffect>
                                  </p:childTnLst>
                                </p:cTn>
                              </p:par>
                            </p:childTnLst>
                          </p:cTn>
                        </p:par>
                        <p:par>
                          <p:cTn id="16" fill="hold">
                            <p:stCondLst>
                              <p:cond delay="500"/>
                            </p:stCondLst>
                            <p:childTnLst>
                              <p:par>
                                <p:cTn id="17" presetID="55"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1000" fill="hold"/>
                                        <p:tgtEl>
                                          <p:spTgt spid="15"/>
                                        </p:tgtEl>
                                        <p:attrNameLst>
                                          <p:attrName>ppt_w</p:attrName>
                                        </p:attrNameLst>
                                      </p:cBhvr>
                                      <p:tavLst>
                                        <p:tav tm="0">
                                          <p:val>
                                            <p:strVal val="#ppt_w*0.70"/>
                                          </p:val>
                                        </p:tav>
                                        <p:tav tm="100000">
                                          <p:val>
                                            <p:strVal val="#ppt_w"/>
                                          </p:val>
                                        </p:tav>
                                      </p:tavLst>
                                    </p:anim>
                                    <p:anim calcmode="lin" valueType="num">
                                      <p:cBhvr>
                                        <p:cTn id="20" dur="1000" fill="hold"/>
                                        <p:tgtEl>
                                          <p:spTgt spid="15"/>
                                        </p:tgtEl>
                                        <p:attrNameLst>
                                          <p:attrName>ppt_h</p:attrName>
                                        </p:attrNameLst>
                                      </p:cBhvr>
                                      <p:tavLst>
                                        <p:tav tm="0">
                                          <p:val>
                                            <p:strVal val="#ppt_h"/>
                                          </p:val>
                                        </p:tav>
                                        <p:tav tm="100000">
                                          <p:val>
                                            <p:strVal val="#ppt_h"/>
                                          </p:val>
                                        </p:tav>
                                      </p:tavLst>
                                    </p:anim>
                                    <p:animEffect transition="in" filter="fade">
                                      <p:cBhvr>
                                        <p:cTn id="21" dur="10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checkerboard(across)">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checkerboard(across)">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checkerboard(across)">
                                      <p:cBhvr>
                                        <p:cTn id="36" dur="500"/>
                                        <p:tgtEl>
                                          <p:spTgt spid="23"/>
                                        </p:tgtEl>
                                      </p:cBhvr>
                                    </p:animEffect>
                                  </p:childTnLst>
                                </p:cTn>
                              </p:par>
                            </p:childTnLst>
                          </p:cTn>
                        </p:par>
                      </p:childTnLst>
                    </p:cTn>
                  </p:par>
                  <p:par>
                    <p:cTn id="37" fill="hold">
                      <p:stCondLst>
                        <p:cond delay="indefinite"/>
                      </p:stCondLst>
                      <p:childTnLst>
                        <p:par>
                          <p:cTn id="38" fill="hold">
                            <p:stCondLst>
                              <p:cond delay="0"/>
                            </p:stCondLst>
                            <p:childTnLst>
                              <p:par>
                                <p:cTn id="39" presetID="20" presetClass="entr" presetSubtype="0" fill="hold" grpId="0" nodeType="clickEffect">
                                  <p:stCondLst>
                                    <p:cond delay="0"/>
                                  </p:stCondLst>
                                  <p:childTnLst>
                                    <p:set>
                                      <p:cBhvr>
                                        <p:cTn id="40" dur="1" fill="hold">
                                          <p:stCondLst>
                                            <p:cond delay="0"/>
                                          </p:stCondLst>
                                        </p:cTn>
                                        <p:tgtEl>
                                          <p:spTgt spid="25">
                                            <p:txEl>
                                              <p:pRg st="0" end="0"/>
                                            </p:txEl>
                                          </p:spTgt>
                                        </p:tgtEl>
                                        <p:attrNameLst>
                                          <p:attrName>style.visibility</p:attrName>
                                        </p:attrNameLst>
                                      </p:cBhvr>
                                      <p:to>
                                        <p:strVal val="visible"/>
                                      </p:to>
                                    </p:set>
                                    <p:animEffect transition="in" filter="wedge">
                                      <p:cBhvr>
                                        <p:cTn id="41" dur="500"/>
                                        <p:tgtEl>
                                          <p:spTgt spid="25">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 presetClass="entr" presetSubtype="10"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checkerboard(across)">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checkerboard(across)">
                                      <p:cBhvr>
                                        <p:cTn id="51" dur="500"/>
                                        <p:tgtEl>
                                          <p:spTgt spid="20"/>
                                        </p:tgtEl>
                                      </p:cBhvr>
                                    </p:animEffect>
                                  </p:childTnLst>
                                </p:cTn>
                              </p:par>
                            </p:childTnLst>
                          </p:cTn>
                        </p:par>
                      </p:childTnLst>
                    </p:cTn>
                  </p:par>
                  <p:par>
                    <p:cTn id="52" fill="hold">
                      <p:stCondLst>
                        <p:cond delay="indefinite"/>
                      </p:stCondLst>
                      <p:childTnLst>
                        <p:par>
                          <p:cTn id="53" fill="hold">
                            <p:stCondLst>
                              <p:cond delay="0"/>
                            </p:stCondLst>
                            <p:childTnLst>
                              <p:par>
                                <p:cTn id="54" presetID="20" presetClass="entr" presetSubtype="0" fill="hold" grpId="0" nodeType="clickEffect">
                                  <p:stCondLst>
                                    <p:cond delay="0"/>
                                  </p:stCondLst>
                                  <p:childTnLst>
                                    <p:set>
                                      <p:cBhvr>
                                        <p:cTn id="55" dur="1" fill="hold">
                                          <p:stCondLst>
                                            <p:cond delay="0"/>
                                          </p:stCondLst>
                                        </p:cTn>
                                        <p:tgtEl>
                                          <p:spTgt spid="14">
                                            <p:txEl>
                                              <p:pRg st="0" end="0"/>
                                            </p:txEl>
                                          </p:spTgt>
                                        </p:tgtEl>
                                        <p:attrNameLst>
                                          <p:attrName>style.visibility</p:attrName>
                                        </p:attrNameLst>
                                      </p:cBhvr>
                                      <p:to>
                                        <p:strVal val="visible"/>
                                      </p:to>
                                    </p:set>
                                    <p:animEffect transition="in" filter="wedge">
                                      <p:cBhvr>
                                        <p:cTn id="56" dur="500"/>
                                        <p:tgtEl>
                                          <p:spTgt spid="14">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0" presetClass="entr" presetSubtype="0" fill="hold" grpId="0" nodeType="clickEffect">
                                  <p:stCondLst>
                                    <p:cond delay="0"/>
                                  </p:stCondLst>
                                  <p:childTnLst>
                                    <p:set>
                                      <p:cBhvr>
                                        <p:cTn id="60" dur="1" fill="hold">
                                          <p:stCondLst>
                                            <p:cond delay="0"/>
                                          </p:stCondLst>
                                        </p:cTn>
                                        <p:tgtEl>
                                          <p:spTgt spid="14">
                                            <p:txEl>
                                              <p:pRg st="1" end="1"/>
                                            </p:txEl>
                                          </p:spTgt>
                                        </p:tgtEl>
                                        <p:attrNameLst>
                                          <p:attrName>style.visibility</p:attrName>
                                        </p:attrNameLst>
                                      </p:cBhvr>
                                      <p:to>
                                        <p:strVal val="visible"/>
                                      </p:to>
                                    </p:set>
                                    <p:animEffect transition="in" filter="wedge">
                                      <p:cBhvr>
                                        <p:cTn id="61"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1" grpId="0" animBg="1"/>
      <p:bldP spid="234502" grpId="0"/>
      <p:bldP spid="13" grpId="0" build="p"/>
      <p:bldP spid="14" grpId="0" build="p"/>
      <p:bldP spid="2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824DB6DC-4A53-46E0-8310-F6EE7C27DA24}" type="datetime1">
              <a:rPr lang="zh-CN" altLang="en-US"/>
            </a:fld>
            <a:endParaRPr lang="zh-CN" altLang="en-US"/>
          </a:p>
        </p:txBody>
      </p:sp>
      <p:sp>
        <p:nvSpPr>
          <p:cNvPr id="96259" name="Rectangle 2"/>
          <p:cNvSpPr>
            <a:spLocks noGrp="1" noChangeArrowheads="1"/>
          </p:cNvSpPr>
          <p:nvPr>
            <p:ph type="title" idx="4294967295"/>
          </p:nvPr>
        </p:nvSpPr>
        <p:spPr>
          <a:xfrm>
            <a:off x="827088" y="115888"/>
            <a:ext cx="4465637" cy="649287"/>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96260" name="Rectangle 3"/>
          <p:cNvSpPr>
            <a:spLocks noGrp="1" noChangeArrowheads="1"/>
          </p:cNvSpPr>
          <p:nvPr>
            <p:ph type="body" sz="half" idx="4294967295"/>
          </p:nvPr>
        </p:nvSpPr>
        <p:spPr>
          <a:xfrm>
            <a:off x="1116013" y="1268413"/>
            <a:ext cx="7632700" cy="1439862"/>
          </a:xfrm>
          <a:solidFill>
            <a:schemeClr val="bg1"/>
          </a:solidFill>
          <a:ln>
            <a:solidFill>
              <a:schemeClr val="folHlink"/>
            </a:solidFill>
            <a:miter lim="800000"/>
          </a:ln>
          <a:effectLst>
            <a:outerShdw dist="35921" dir="2700000" algn="ctr" rotWithShape="0">
              <a:srgbClr val="808080"/>
            </a:outerShdw>
          </a:effectLst>
        </p:spPr>
        <p:txBody>
          <a:bodyPr/>
          <a:lstStyle/>
          <a:p>
            <a:pPr>
              <a:lnSpc>
                <a:spcPct val="145000"/>
              </a:lnSpc>
              <a:buClr>
                <a:schemeClr val="tx1"/>
              </a:buClr>
              <a:buFont typeface="Wingdings" panose="05000000000000000000" pitchFamily="2" charset="2"/>
              <a:buChar char="l"/>
            </a:pPr>
            <a:r>
              <a:rPr lang="zh-CN" altLang="en-US" sz="2200" b="1">
                <a:latin typeface="Times New Roman" panose="02020603050405020304" pitchFamily="18" charset="0"/>
                <a:cs typeface="Times New Roman" panose="02020603050405020304" pitchFamily="18" charset="0"/>
              </a:rPr>
              <a:t>在一个</a:t>
            </a:r>
            <a:r>
              <a:rPr lang="en-US" altLang="zh-CN" sz="2200" b="1">
                <a:latin typeface="Times New Roman" panose="02020603050405020304" pitchFamily="18" charset="0"/>
                <a:cs typeface="Times New Roman" panose="02020603050405020304" pitchFamily="18" charset="0"/>
              </a:rPr>
              <a:t>A</a:t>
            </a:r>
            <a:r>
              <a:rPr lang="en-US" altLang="zh-CN" sz="2200" b="1" baseline="-25000">
                <a:latin typeface="Times New Roman" panose="02020603050405020304" pitchFamily="18" charset="0"/>
                <a:cs typeface="Times New Roman" panose="02020603050405020304" pitchFamily="18" charset="0"/>
              </a:rPr>
              <a:t>n</a:t>
            </a:r>
            <a:r>
              <a:rPr lang="zh-CN" altLang="en-US" sz="2200" b="1">
                <a:latin typeface="Times New Roman" panose="02020603050405020304" pitchFamily="18" charset="0"/>
                <a:cs typeface="Times New Roman" panose="02020603050405020304" pitchFamily="18" charset="0"/>
              </a:rPr>
              <a:t>归零周期里，谱线条数为： </a:t>
            </a:r>
            <a:r>
              <a:rPr lang="en-US" altLang="zh-CN" sz="2200" b="1">
                <a:latin typeface="Times New Roman" panose="02020603050405020304" pitchFamily="18" charset="0"/>
                <a:cs typeface="Times New Roman" panose="02020603050405020304" pitchFamily="18" charset="0"/>
              </a:rPr>
              <a:t>T/τ      </a:t>
            </a:r>
            <a:endParaRPr lang="en-US" altLang="zh-CN" sz="2200" b="1">
              <a:latin typeface="Times New Roman" panose="02020603050405020304" pitchFamily="18" charset="0"/>
              <a:cs typeface="Times New Roman" panose="02020603050405020304" pitchFamily="18" charset="0"/>
            </a:endParaRPr>
          </a:p>
          <a:p>
            <a:pPr>
              <a:lnSpc>
                <a:spcPct val="145000"/>
              </a:lnSpc>
              <a:buClr>
                <a:schemeClr val="tx1"/>
              </a:buClr>
              <a:buFont typeface="Wingdings" panose="05000000000000000000" pitchFamily="2" charset="2"/>
              <a:buChar char="l"/>
            </a:pPr>
            <a:r>
              <a:rPr lang="zh-CN" altLang="en-US" sz="2200" b="1">
                <a:latin typeface="Times New Roman" panose="02020603050405020304" pitchFamily="18" charset="0"/>
                <a:cs typeface="Times New Roman" panose="02020603050405020304" pitchFamily="18" charset="0"/>
              </a:rPr>
              <a:t>设</a:t>
            </a:r>
            <a:r>
              <a:rPr lang="en-US" altLang="zh-CN" sz="2200" b="1">
                <a:latin typeface="Times New Roman" panose="02020603050405020304" pitchFamily="18" charset="0"/>
                <a:cs typeface="Times New Roman" panose="02020603050405020304" pitchFamily="18" charset="0"/>
              </a:rPr>
              <a:t>T=5τ</a:t>
            </a:r>
            <a:r>
              <a:rPr lang="zh-CN" altLang="en-US" sz="2200" b="1">
                <a:latin typeface="Times New Roman" panose="02020603050405020304" pitchFamily="18" charset="0"/>
                <a:cs typeface="Times New Roman" panose="02020603050405020304" pitchFamily="18" charset="0"/>
              </a:rPr>
              <a:t>，可得：</a:t>
            </a:r>
            <a:r>
              <a:rPr lang="en-US" altLang="zh-CN" sz="2200" b="1">
                <a:latin typeface="Times New Roman" panose="02020603050405020304" pitchFamily="18" charset="0"/>
                <a:cs typeface="Times New Roman" panose="02020603050405020304" pitchFamily="18" charset="0"/>
              </a:rPr>
              <a:t>A</a:t>
            </a:r>
            <a:r>
              <a:rPr lang="en-US" altLang="zh-CN" sz="2200" b="1" baseline="-25000">
                <a:latin typeface="Times New Roman" panose="02020603050405020304" pitchFamily="18" charset="0"/>
                <a:cs typeface="Times New Roman" panose="02020603050405020304" pitchFamily="18" charset="0"/>
              </a:rPr>
              <a:t>0</a:t>
            </a:r>
            <a:r>
              <a:rPr lang="en-US" altLang="zh-CN" sz="2200" b="1">
                <a:latin typeface="Times New Roman" panose="02020603050405020304" pitchFamily="18" charset="0"/>
                <a:cs typeface="Times New Roman" panose="02020603050405020304" pitchFamily="18" charset="0"/>
              </a:rPr>
              <a:t>=2Aτ/T=2A/5</a:t>
            </a:r>
            <a:r>
              <a:rPr lang="zh-CN" altLang="en-US" sz="2200" b="1">
                <a:latin typeface="Times New Roman" panose="02020603050405020304" pitchFamily="18" charset="0"/>
                <a:cs typeface="Times New Roman" panose="02020603050405020304" pitchFamily="18" charset="0"/>
              </a:rPr>
              <a:t>，包含</a:t>
            </a:r>
            <a:r>
              <a:rPr lang="en-US" altLang="zh-CN" sz="2200" b="1">
                <a:latin typeface="Times New Roman" panose="02020603050405020304" pitchFamily="18" charset="0"/>
                <a:cs typeface="Times New Roman" panose="02020603050405020304" pitchFamily="18" charset="0"/>
              </a:rPr>
              <a:t>5</a:t>
            </a:r>
            <a:r>
              <a:rPr lang="zh-CN" altLang="en-US" sz="2200" b="1">
                <a:latin typeface="Times New Roman" panose="02020603050405020304" pitchFamily="18" charset="0"/>
                <a:cs typeface="Times New Roman" panose="02020603050405020304" pitchFamily="18" charset="0"/>
              </a:rPr>
              <a:t>条谱线。</a:t>
            </a:r>
            <a:endParaRPr lang="zh-CN" altLang="en-US" sz="2200" b="1">
              <a:latin typeface="Times New Roman" panose="02020603050405020304" pitchFamily="18" charset="0"/>
              <a:cs typeface="Times New Roman" panose="02020603050405020304" pitchFamily="18" charset="0"/>
            </a:endParaRPr>
          </a:p>
        </p:txBody>
      </p:sp>
      <p:grpSp>
        <p:nvGrpSpPr>
          <p:cNvPr id="96261" name="组合 1"/>
          <p:cNvGrpSpPr/>
          <p:nvPr/>
        </p:nvGrpSpPr>
        <p:grpSpPr bwMode="auto">
          <a:xfrm>
            <a:off x="1711325" y="2938463"/>
            <a:ext cx="5510213" cy="3097212"/>
            <a:chOff x="1711325" y="2938463"/>
            <a:chExt cx="5510213" cy="3097212"/>
          </a:xfrm>
        </p:grpSpPr>
        <p:pic>
          <p:nvPicPr>
            <p:cNvPr id="96263" name="Picture 5" descr="0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11325" y="2938463"/>
              <a:ext cx="5510213"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4" name="Oval 6"/>
            <p:cNvSpPr>
              <a:spLocks noChangeArrowheads="1"/>
            </p:cNvSpPr>
            <p:nvPr/>
          </p:nvSpPr>
          <p:spPr bwMode="auto">
            <a:xfrm>
              <a:off x="4030663" y="5037138"/>
              <a:ext cx="112713" cy="114300"/>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黑体" panose="02010609060101010101" pitchFamily="49" charset="-122"/>
              </a:endParaRPr>
            </a:p>
          </p:txBody>
        </p:sp>
        <p:sp>
          <p:nvSpPr>
            <p:cNvPr id="96265" name="Oval 7"/>
            <p:cNvSpPr>
              <a:spLocks noChangeArrowheads="1"/>
            </p:cNvSpPr>
            <p:nvPr/>
          </p:nvSpPr>
          <p:spPr bwMode="auto">
            <a:xfrm>
              <a:off x="5273675" y="5022850"/>
              <a:ext cx="112713" cy="114300"/>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黑体" panose="02010609060101010101" pitchFamily="49" charset="-122"/>
              </a:endParaRPr>
            </a:p>
          </p:txBody>
        </p:sp>
        <p:sp>
          <p:nvSpPr>
            <p:cNvPr id="96266" name="Oval 8"/>
            <p:cNvSpPr>
              <a:spLocks noChangeArrowheads="1"/>
            </p:cNvSpPr>
            <p:nvPr/>
          </p:nvSpPr>
          <p:spPr bwMode="auto">
            <a:xfrm>
              <a:off x="6623050" y="5037138"/>
              <a:ext cx="112713" cy="114300"/>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黑体" panose="02010609060101010101" pitchFamily="49" charset="-122"/>
              </a:endParaRPr>
            </a:p>
          </p:txBody>
        </p:sp>
      </p:grpSp>
      <p:sp>
        <p:nvSpPr>
          <p:cNvPr id="96262" name="Rectangle 9"/>
          <p:cNvSpPr>
            <a:spLocks noChangeArrowheads="1"/>
          </p:cNvSpPr>
          <p:nvPr/>
        </p:nvSpPr>
        <p:spPr bwMode="auto">
          <a:xfrm>
            <a:off x="528638" y="0"/>
            <a:ext cx="5457825" cy="71437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§3.4 </a:t>
            </a:r>
            <a:r>
              <a:rPr lang="zh-CN" altLang="en-US" sz="3200" b="1">
                <a:solidFill>
                  <a:srgbClr val="0000FF"/>
                </a:solidFill>
                <a:ea typeface="宋体" panose="02010600030101010101" pitchFamily="2" charset="-122"/>
              </a:rPr>
              <a:t>周期信号的频谱</a:t>
            </a:r>
            <a:endParaRPr lang="zh-CN" altLang="en-US" sz="3200" b="1">
              <a:solidFill>
                <a:srgbClr val="0000FF"/>
              </a:solidFill>
              <a:ea typeface="宋体" panose="02010600030101010101" pitchFamily="2" charset="-122"/>
            </a:endParaRPr>
          </a:p>
        </p:txBody>
      </p:sp>
    </p:spTree>
  </p:cSld>
  <p:clrMapOvr>
    <a:masterClrMapping/>
  </p:clrMapOvr>
  <p:transition spd="slow" advTm="72524"/>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684213" y="142875"/>
            <a:ext cx="4967287" cy="549275"/>
          </a:xfrm>
        </p:spPr>
        <p:txBody>
          <a:bodyPr/>
          <a:lstStyle/>
          <a:p>
            <a:pPr eaLnBrk="1" hangingPunct="1">
              <a:defRPr/>
            </a:pPr>
            <a:r>
              <a:rPr lang="en-US" altLang="zh-CN" sz="2800">
                <a:solidFill>
                  <a:srgbClr val="0000CC"/>
                </a:solidFill>
                <a:effectLst>
                  <a:outerShdw blurRad="38100" dist="38100" dir="2700000" algn="tl">
                    <a:srgbClr val="000000"/>
                  </a:outerShdw>
                </a:effectLst>
              </a:rPr>
              <a:t>§3.4 </a:t>
            </a:r>
            <a:r>
              <a:rPr lang="zh-CN" altLang="en-US" sz="2800">
                <a:solidFill>
                  <a:srgbClr val="0000CC"/>
                </a:solidFill>
                <a:effectLst>
                  <a:outerShdw blurRad="38100" dist="38100" dir="2700000" algn="tl">
                    <a:srgbClr val="000000"/>
                  </a:outerShdw>
                </a:effectLst>
              </a:rPr>
              <a:t>周期信号的频谱</a:t>
            </a:r>
            <a:endParaRPr lang="zh-CN" altLang="en-US" sz="2800">
              <a:solidFill>
                <a:srgbClr val="0000CC"/>
              </a:solidFill>
              <a:effectLst>
                <a:outerShdw blurRad="38100" dist="38100" dir="2700000" algn="tl">
                  <a:srgbClr val="000000"/>
                </a:outerShdw>
              </a:effectLst>
            </a:endParaRPr>
          </a:p>
        </p:txBody>
      </p:sp>
      <p:sp>
        <p:nvSpPr>
          <p:cNvPr id="97283" name="Rectangle 3"/>
          <p:cNvSpPr>
            <a:spLocks noGrp="1" noChangeArrowheads="1"/>
          </p:cNvSpPr>
          <p:nvPr>
            <p:ph type="body" sz="half" idx="1"/>
          </p:nvPr>
        </p:nvSpPr>
        <p:spPr>
          <a:xfrm>
            <a:off x="900113" y="1482725"/>
            <a:ext cx="1727200" cy="465138"/>
          </a:xfrm>
          <a:solidFill>
            <a:schemeClr val="bg1"/>
          </a:solidFill>
        </p:spPr>
        <p:txBody>
          <a:bodyPr/>
          <a:lstStyle/>
          <a:p>
            <a:pPr eaLnBrk="1" hangingPunct="1">
              <a:lnSpc>
                <a:spcPct val="80000"/>
              </a:lnSpc>
              <a:buFontTx/>
              <a:buNone/>
            </a:pPr>
            <a:r>
              <a:rPr lang="en-US" altLang="zh-CN" sz="2400">
                <a:solidFill>
                  <a:srgbClr val="0000CC"/>
                </a:solidFill>
              </a:rPr>
              <a:t>②</a:t>
            </a:r>
            <a:r>
              <a:rPr lang="zh-CN" altLang="en-US" sz="2400">
                <a:solidFill>
                  <a:srgbClr val="0000CC"/>
                </a:solidFill>
              </a:rPr>
              <a:t>相谱图：</a:t>
            </a:r>
            <a:endParaRPr lang="zh-CN" altLang="en-US" sz="2400">
              <a:solidFill>
                <a:srgbClr val="0000CC"/>
              </a:solidFill>
            </a:endParaRPr>
          </a:p>
          <a:p>
            <a:pPr eaLnBrk="1" hangingPunct="1">
              <a:lnSpc>
                <a:spcPct val="80000"/>
              </a:lnSpc>
              <a:buFontTx/>
              <a:buNone/>
            </a:pPr>
            <a:r>
              <a:rPr lang="zh-CN" altLang="en-US" sz="2400"/>
              <a:t>      </a:t>
            </a:r>
            <a:endParaRPr lang="zh-CN" altLang="en-US" sz="2400"/>
          </a:p>
        </p:txBody>
      </p:sp>
      <p:grpSp>
        <p:nvGrpSpPr>
          <p:cNvPr id="97284" name="Group 4"/>
          <p:cNvGrpSpPr/>
          <p:nvPr/>
        </p:nvGrpSpPr>
        <p:grpSpPr bwMode="auto">
          <a:xfrm>
            <a:off x="7029450" y="3171825"/>
            <a:ext cx="184150" cy="457200"/>
            <a:chOff x="-125225" y="-391586"/>
            <a:chExt cx="257695" cy="4042800"/>
          </a:xfrm>
        </p:grpSpPr>
        <p:pic>
          <p:nvPicPr>
            <p:cNvPr id="97291" name="Picture 5" descr="7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4" y="2341"/>
              <a:ext cx="2767" cy="1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92" name="Text Box 6"/>
            <p:cNvSpPr txBox="1">
              <a:spLocks noChangeArrowheads="1"/>
            </p:cNvSpPr>
            <p:nvPr/>
          </p:nvSpPr>
          <p:spPr bwMode="auto">
            <a:xfrm>
              <a:off x="-125225" y="-391586"/>
              <a:ext cx="257695" cy="4042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pPr>
                <a:spcBef>
                  <a:spcPct val="50000"/>
                </a:spcBef>
              </a:pPr>
              <a:endParaRPr lang="zh-CN" altLang="zh-CN"/>
            </a:p>
          </p:txBody>
        </p:sp>
        <p:graphicFrame>
          <p:nvGraphicFramePr>
            <p:cNvPr id="97293" name="Object 7"/>
            <p:cNvGraphicFramePr>
              <a:graphicFrameLocks noChangeAspect="1"/>
            </p:cNvGraphicFramePr>
            <p:nvPr/>
          </p:nvGraphicFramePr>
          <p:xfrm>
            <a:off x="9975" y="3316"/>
            <a:ext cx="312" cy="293"/>
          </p:xfrm>
          <a:graphic>
            <a:graphicData uri="http://schemas.openxmlformats.org/presentationml/2006/ole">
              <mc:AlternateContent xmlns:mc="http://schemas.openxmlformats.org/markup-compatibility/2006">
                <mc:Choice xmlns:v="urn:schemas-microsoft-com:vml" Requires="v">
                  <p:oleObj spid="_x0000_s97487" name="" r:id="rId2" imgW="393065" imgH="177800" progId="Equation.3">
                    <p:embed/>
                  </p:oleObj>
                </mc:Choice>
                <mc:Fallback>
                  <p:oleObj name="" r:id="rId2" imgW="393065" imgH="1778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75" y="3316"/>
                          <a:ext cx="312"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166924" name="Picture 12"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600" y="4256088"/>
            <a:ext cx="41036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7286" name="Object 12"/>
          <p:cNvGraphicFramePr>
            <a:graphicFrameLocks noChangeAspect="1"/>
          </p:cNvGraphicFramePr>
          <p:nvPr/>
        </p:nvGraphicFramePr>
        <p:xfrm>
          <a:off x="2978150" y="1320800"/>
          <a:ext cx="4338638" cy="750888"/>
        </p:xfrm>
        <a:graphic>
          <a:graphicData uri="http://schemas.openxmlformats.org/presentationml/2006/ole">
            <mc:AlternateContent xmlns:mc="http://schemas.openxmlformats.org/markup-compatibility/2006">
              <mc:Choice xmlns:v="urn:schemas-microsoft-com:vml" Requires="v">
                <p:oleObj spid="_x0000_s97488" name="" r:id="rId5" imgW="2273300" imgH="393700" progId="Equation.3">
                  <p:embed/>
                </p:oleObj>
              </mc:Choice>
              <mc:Fallback>
                <p:oleObj name="" r:id="rId5" imgW="2273300" imgH="3937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8150" y="1320800"/>
                        <a:ext cx="4338638"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 name="Object 12"/>
          <p:cNvGraphicFramePr>
            <a:graphicFrameLocks noChangeAspect="1"/>
          </p:cNvGraphicFramePr>
          <p:nvPr/>
        </p:nvGraphicFramePr>
        <p:xfrm>
          <a:off x="1271588" y="2190750"/>
          <a:ext cx="6613525" cy="2028825"/>
        </p:xfrm>
        <a:graphic>
          <a:graphicData uri="http://schemas.openxmlformats.org/presentationml/2006/ole">
            <mc:AlternateContent xmlns:mc="http://schemas.openxmlformats.org/markup-compatibility/2006">
              <mc:Choice xmlns:v="urn:schemas-microsoft-com:vml" Requires="v">
                <p:oleObj spid="_x0000_s97489" name="" r:id="rId7" imgW="3683000" imgH="1130300" progId="Equation.3">
                  <p:embed/>
                </p:oleObj>
              </mc:Choice>
              <mc:Fallback>
                <p:oleObj name="" r:id="rId7" imgW="3683000" imgH="11303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1588" y="2190750"/>
                        <a:ext cx="6613525"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13" name="直接连接符 12"/>
          <p:cNvCxnSpPr/>
          <p:nvPr/>
        </p:nvCxnSpPr>
        <p:spPr>
          <a:xfrm>
            <a:off x="900113" y="2190750"/>
            <a:ext cx="7681912"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738188" y="4219575"/>
            <a:ext cx="7681912"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827088" y="795338"/>
            <a:ext cx="7681912"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Tree>
    <p:custDataLst>
      <p:tags r:id="rId9"/>
    </p:custDataLst>
  </p:cSld>
  <p:clrMapOvr>
    <a:masterClrMapping/>
  </p:clrMapOvr>
  <p:transition spd="med" advTm="8089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nodeType="clickEffect">
                                  <p:stCondLst>
                                    <p:cond delay="0"/>
                                  </p:stCondLst>
                                  <p:childTnLst>
                                    <p:set>
                                      <p:cBhvr>
                                        <p:cTn id="12" dur="1" fill="hold">
                                          <p:stCondLst>
                                            <p:cond delay="0"/>
                                          </p:stCondLst>
                                        </p:cTn>
                                        <p:tgtEl>
                                          <p:spTgt spid="166924"/>
                                        </p:tgtEl>
                                        <p:attrNameLst>
                                          <p:attrName>style.visibility</p:attrName>
                                        </p:attrNameLst>
                                      </p:cBhvr>
                                      <p:to>
                                        <p:strVal val="visible"/>
                                      </p:to>
                                    </p:set>
                                    <p:anim calcmode="lin" valueType="num">
                                      <p:cBhvr>
                                        <p:cTn id="13" dur="1000" fill="hold"/>
                                        <p:tgtEl>
                                          <p:spTgt spid="166924"/>
                                        </p:tgtEl>
                                        <p:attrNameLst>
                                          <p:attrName>ppt_w</p:attrName>
                                        </p:attrNameLst>
                                      </p:cBhvr>
                                      <p:tavLst>
                                        <p:tav tm="0">
                                          <p:val>
                                            <p:strVal val="#ppt_w*0.70"/>
                                          </p:val>
                                        </p:tav>
                                        <p:tav tm="100000">
                                          <p:val>
                                            <p:strVal val="#ppt_w"/>
                                          </p:val>
                                        </p:tav>
                                      </p:tavLst>
                                    </p:anim>
                                    <p:anim calcmode="lin" valueType="num">
                                      <p:cBhvr>
                                        <p:cTn id="14" dur="1000" fill="hold"/>
                                        <p:tgtEl>
                                          <p:spTgt spid="166924"/>
                                        </p:tgtEl>
                                        <p:attrNameLst>
                                          <p:attrName>ppt_h</p:attrName>
                                        </p:attrNameLst>
                                      </p:cBhvr>
                                      <p:tavLst>
                                        <p:tav tm="0">
                                          <p:val>
                                            <p:strVal val="#ppt_h"/>
                                          </p:val>
                                        </p:tav>
                                        <p:tav tm="100000">
                                          <p:val>
                                            <p:strVal val="#ppt_h"/>
                                          </p:val>
                                        </p:tav>
                                      </p:tavLst>
                                    </p:anim>
                                    <p:animEffect transition="in" filter="fade">
                                      <p:cBhvr>
                                        <p:cTn id="15" dur="1000"/>
                                        <p:tgtEl>
                                          <p:spTgt spid="166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24B87CFA-B25B-43C4-A463-B27A7775CC7D}" type="datetime1">
              <a:rPr lang="zh-CN" altLang="en-US"/>
            </a:fld>
            <a:endParaRPr lang="zh-CN" altLang="en-US"/>
          </a:p>
        </p:txBody>
      </p:sp>
      <p:sp>
        <p:nvSpPr>
          <p:cNvPr id="237570" name="Rectangle 2"/>
          <p:cNvSpPr>
            <a:spLocks noGrp="1" noChangeArrowheads="1"/>
          </p:cNvSpPr>
          <p:nvPr>
            <p:ph type="body" idx="4294967295"/>
          </p:nvPr>
        </p:nvSpPr>
        <p:spPr>
          <a:xfrm>
            <a:off x="550863" y="1619250"/>
            <a:ext cx="7812087" cy="4772025"/>
          </a:xfrm>
        </p:spPr>
        <p:txBody>
          <a:bodyPr/>
          <a:lstStyle/>
          <a:p>
            <a:pPr>
              <a:buFont typeface="Wingdings" panose="05000000000000000000" pitchFamily="2" charset="2"/>
              <a:buNone/>
              <a:defRPr/>
            </a:pPr>
            <a:r>
              <a:rPr lang="zh-CN" altLang="en-US" sz="2600" b="1" dirty="0">
                <a:solidFill>
                  <a:srgbClr val="0000CC"/>
                </a:solidFill>
              </a:rPr>
              <a:t>③复振幅</a:t>
            </a:r>
            <a:r>
              <a:rPr lang="zh-CN" altLang="en-US" sz="2600" b="1" dirty="0"/>
              <a:t>：</a:t>
            </a:r>
            <a:endParaRPr lang="zh-CN" altLang="en-US" sz="2600" b="1" dirty="0"/>
          </a:p>
          <a:p>
            <a:pPr>
              <a:buFont typeface="Wingdings" panose="05000000000000000000" pitchFamily="2" charset="2"/>
              <a:buNone/>
              <a:defRPr/>
            </a:pPr>
            <a:r>
              <a:rPr lang="zh-CN" altLang="en-US" sz="2600" b="1" dirty="0"/>
              <a:t>       </a:t>
            </a:r>
            <a:r>
              <a:rPr lang="zh-CN" altLang="en-US" sz="2000" b="1" dirty="0"/>
              <a:t>按</a:t>
            </a:r>
            <a:r>
              <a:rPr lang="en-US" altLang="zh-CN" sz="2000" b="1" dirty="0"/>
              <a:t>A</a:t>
            </a:r>
            <a:r>
              <a:rPr lang="en-US" altLang="zh-CN" sz="2000" b="1" baseline="-25000" dirty="0"/>
              <a:t>n</a:t>
            </a:r>
            <a:r>
              <a:rPr lang="zh-CN" altLang="en-US" sz="2000" b="1" dirty="0"/>
              <a:t>的大小，振幅与相位同时画在图上：</a:t>
            </a:r>
            <a:endParaRPr lang="zh-CN" altLang="en-US" sz="2000" b="1" dirty="0"/>
          </a:p>
          <a:p>
            <a:pPr>
              <a:buFont typeface="Wingdings" panose="05000000000000000000" pitchFamily="2" charset="2"/>
              <a:buNone/>
              <a:defRPr/>
            </a:pPr>
            <a:r>
              <a:rPr lang="zh-CN" altLang="en-US" sz="2000" b="1" dirty="0"/>
              <a:t>         </a:t>
            </a:r>
            <a:endParaRPr lang="zh-CN" altLang="en-US" sz="2000" b="1" dirty="0"/>
          </a:p>
          <a:p>
            <a:pPr>
              <a:buFont typeface="Wingdings" panose="05000000000000000000" pitchFamily="2" charset="2"/>
              <a:buNone/>
              <a:defRPr/>
            </a:pPr>
            <a:endParaRPr lang="zh-CN" altLang="en-US" sz="2000" b="1" dirty="0"/>
          </a:p>
          <a:p>
            <a:pPr>
              <a:buFont typeface="Wingdings" panose="05000000000000000000" pitchFamily="2" charset="2"/>
              <a:buNone/>
              <a:defRPr/>
            </a:pPr>
            <a:endParaRPr lang="zh-CN" altLang="en-US" sz="2000" b="1" dirty="0"/>
          </a:p>
          <a:p>
            <a:pPr>
              <a:buFont typeface="Wingdings" panose="05000000000000000000" pitchFamily="2" charset="2"/>
              <a:buNone/>
              <a:defRPr/>
            </a:pPr>
            <a:r>
              <a:rPr lang="zh-CN" altLang="en-US" sz="2000" b="1" dirty="0"/>
              <a:t>                         </a:t>
            </a:r>
            <a:endParaRPr lang="zh-CN" altLang="en-US" sz="2000" b="1" dirty="0"/>
          </a:p>
          <a:p>
            <a:pPr>
              <a:buFont typeface="Wingdings" panose="05000000000000000000" pitchFamily="2" charset="2"/>
              <a:buNone/>
              <a:defRPr/>
            </a:pPr>
            <a:r>
              <a:rPr lang="zh-CN" altLang="en-US" sz="2000" b="1" dirty="0"/>
              <a:t>         </a:t>
            </a:r>
            <a:endParaRPr lang="zh-CN" altLang="en-US" sz="2000" b="1" dirty="0"/>
          </a:p>
          <a:p>
            <a:pPr>
              <a:buFont typeface="Wingdings" panose="05000000000000000000" pitchFamily="2" charset="2"/>
              <a:buNone/>
              <a:defRPr/>
            </a:pPr>
            <a:endParaRPr lang="zh-CN" altLang="en-US" sz="2000" b="1" dirty="0"/>
          </a:p>
          <a:p>
            <a:pPr>
              <a:buFont typeface="Wingdings" panose="05000000000000000000" pitchFamily="2" charset="2"/>
              <a:buNone/>
              <a:defRPr/>
            </a:pPr>
            <a:r>
              <a:rPr lang="zh-CN" altLang="en-US" sz="2000" b="1" dirty="0"/>
              <a:t>          </a:t>
            </a:r>
            <a:endParaRPr lang="zh-CN" altLang="en-US" sz="2000" b="1" dirty="0"/>
          </a:p>
          <a:p>
            <a:pPr>
              <a:buFont typeface="Wingdings" panose="05000000000000000000" pitchFamily="2" charset="2"/>
              <a:buNone/>
              <a:defRPr/>
            </a:pPr>
            <a:endParaRPr lang="zh-CN" altLang="en-US" sz="2000" b="1" dirty="0"/>
          </a:p>
          <a:p>
            <a:pPr>
              <a:buFont typeface="Wingdings" panose="05000000000000000000" pitchFamily="2" charset="2"/>
              <a:buNone/>
              <a:defRPr/>
            </a:pPr>
            <a:r>
              <a:rPr lang="zh-CN" altLang="en-US" sz="2000" b="1" dirty="0"/>
              <a:t>         该图可将振幅大小及与相位的关系明确地表示出来。  </a:t>
            </a:r>
            <a:endParaRPr lang="zh-CN" altLang="en-US" sz="2000" b="1" dirty="0"/>
          </a:p>
          <a:p>
            <a:pPr>
              <a:buFont typeface="Wingdings" panose="05000000000000000000" pitchFamily="2" charset="2"/>
              <a:buNone/>
              <a:defRPr/>
            </a:pPr>
            <a:r>
              <a:rPr lang="zh-CN" altLang="en-US" sz="2000" b="1" dirty="0"/>
              <a:t>         </a:t>
            </a:r>
            <a:r>
              <a:rPr lang="zh-CN" altLang="en-US" sz="2000" b="1" dirty="0">
                <a:solidFill>
                  <a:srgbClr val="FF0000"/>
                </a:solidFill>
              </a:rPr>
              <a:t>注意：</a:t>
            </a:r>
            <a:r>
              <a:rPr lang="zh-CN" altLang="en-US" sz="2000" b="1" dirty="0"/>
              <a:t>这里出现负值并不表示</a:t>
            </a:r>
            <a:r>
              <a:rPr lang="zh-CN" altLang="en-US" sz="2000" b="1" dirty="0">
                <a:solidFill>
                  <a:srgbClr val="0000FF"/>
                </a:solidFill>
              </a:rPr>
              <a:t>负振幅</a:t>
            </a:r>
            <a:r>
              <a:rPr lang="zh-CN" altLang="en-US" sz="2000" b="1" dirty="0"/>
              <a:t>，只表示</a:t>
            </a:r>
            <a:r>
              <a:rPr lang="zh-CN" altLang="en-US" sz="2000" b="1" dirty="0">
                <a:solidFill>
                  <a:srgbClr val="0000FF"/>
                </a:solidFill>
              </a:rPr>
              <a:t>相位为</a:t>
            </a:r>
            <a:r>
              <a:rPr lang="en-US" altLang="zh-CN" sz="2100" b="1" dirty="0">
                <a:solidFill>
                  <a:srgbClr val="FF3300"/>
                </a:solidFill>
                <a:latin typeface="+mj-ea"/>
                <a:ea typeface="+mj-ea"/>
              </a:rPr>
              <a:t>-π</a:t>
            </a:r>
            <a:r>
              <a:rPr lang="en-US" altLang="zh-CN" sz="2100" b="1" dirty="0">
                <a:latin typeface="+mj-ea"/>
                <a:ea typeface="+mj-ea"/>
              </a:rPr>
              <a:t> </a:t>
            </a:r>
            <a:r>
              <a:rPr lang="zh-CN" altLang="en-US" sz="2000" b="1" dirty="0">
                <a:solidFill>
                  <a:srgbClr val="0000FF"/>
                </a:solidFill>
              </a:rPr>
              <a:t>。</a:t>
            </a:r>
            <a:endParaRPr lang="zh-CN" altLang="en-US" sz="2000" b="1" dirty="0">
              <a:solidFill>
                <a:srgbClr val="0000FF"/>
              </a:solidFill>
            </a:endParaRPr>
          </a:p>
        </p:txBody>
      </p:sp>
      <p:grpSp>
        <p:nvGrpSpPr>
          <p:cNvPr id="2" name="Group 3"/>
          <p:cNvGrpSpPr/>
          <p:nvPr/>
        </p:nvGrpSpPr>
        <p:grpSpPr bwMode="auto">
          <a:xfrm>
            <a:off x="2124075" y="2741613"/>
            <a:ext cx="4895850" cy="2576512"/>
            <a:chOff x="1973" y="1434"/>
            <a:chExt cx="3175" cy="1661"/>
          </a:xfrm>
        </p:grpSpPr>
        <p:pic>
          <p:nvPicPr>
            <p:cNvPr id="98312" name="Picture 4" descr="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3" y="1434"/>
              <a:ext cx="3175" cy="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3" name="Oval 5"/>
            <p:cNvSpPr>
              <a:spLocks noChangeArrowheads="1"/>
            </p:cNvSpPr>
            <p:nvPr/>
          </p:nvSpPr>
          <p:spPr bwMode="auto">
            <a:xfrm>
              <a:off x="3123" y="2494"/>
              <a:ext cx="70" cy="68"/>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黑体" panose="02010609060101010101" pitchFamily="49" charset="-122"/>
              </a:endParaRPr>
            </a:p>
          </p:txBody>
        </p:sp>
        <p:sp>
          <p:nvSpPr>
            <p:cNvPr id="98314" name="Oval 6"/>
            <p:cNvSpPr>
              <a:spLocks noChangeArrowheads="1"/>
            </p:cNvSpPr>
            <p:nvPr/>
          </p:nvSpPr>
          <p:spPr bwMode="auto">
            <a:xfrm>
              <a:off x="3857" y="2486"/>
              <a:ext cx="70" cy="68"/>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黑体" panose="02010609060101010101" pitchFamily="49" charset="-122"/>
              </a:endParaRPr>
            </a:p>
          </p:txBody>
        </p:sp>
        <p:sp>
          <p:nvSpPr>
            <p:cNvPr id="98315" name="Oval 7"/>
            <p:cNvSpPr>
              <a:spLocks noChangeArrowheads="1"/>
            </p:cNvSpPr>
            <p:nvPr/>
          </p:nvSpPr>
          <p:spPr bwMode="auto">
            <a:xfrm>
              <a:off x="4777" y="2494"/>
              <a:ext cx="70" cy="68"/>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黑体" panose="02010609060101010101" pitchFamily="49" charset="-122"/>
              </a:endParaRPr>
            </a:p>
          </p:txBody>
        </p:sp>
      </p:grpSp>
      <p:sp>
        <p:nvSpPr>
          <p:cNvPr id="98309" name="Rectangle 8"/>
          <p:cNvSpPr>
            <a:spLocks noChangeArrowheads="1"/>
          </p:cNvSpPr>
          <p:nvPr/>
        </p:nvSpPr>
        <p:spPr bwMode="auto">
          <a:xfrm>
            <a:off x="900113" y="188913"/>
            <a:ext cx="4319587" cy="503237"/>
          </a:xfrm>
          <a:prstGeom prst="rect">
            <a:avLst/>
          </a:prstGeom>
          <a:solidFill>
            <a:srgbClr val="0000CC"/>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100" b="1">
                <a:solidFill>
                  <a:schemeClr val="bg1"/>
                </a:solidFill>
                <a:ea typeface="宋体" panose="02010600030101010101" pitchFamily="2" charset="-122"/>
              </a:rPr>
              <a:t>§3.4 </a:t>
            </a:r>
            <a:r>
              <a:rPr lang="zh-CN" altLang="en-US" sz="2100" b="1">
                <a:solidFill>
                  <a:schemeClr val="bg1"/>
                </a:solidFill>
                <a:ea typeface="宋体" panose="02010600030101010101" pitchFamily="2" charset="-122"/>
              </a:rPr>
              <a:t>周期信号的频谱</a:t>
            </a:r>
            <a:endParaRPr lang="zh-CN" altLang="en-US" sz="2100" b="1">
              <a:solidFill>
                <a:schemeClr val="bg1"/>
              </a:solidFill>
              <a:ea typeface="宋体" panose="02010600030101010101" pitchFamily="2" charset="-122"/>
            </a:endParaRPr>
          </a:p>
        </p:txBody>
      </p:sp>
      <p:sp>
        <p:nvSpPr>
          <p:cNvPr id="98310" name="Rectangle 9"/>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§3.4 </a:t>
            </a:r>
            <a:r>
              <a:rPr lang="zh-CN" altLang="en-US" sz="3200" b="1">
                <a:solidFill>
                  <a:srgbClr val="0000FF"/>
                </a:solidFill>
                <a:ea typeface="宋体" panose="02010600030101010101" pitchFamily="2" charset="-122"/>
              </a:rPr>
              <a:t>周期信号的频谱</a:t>
            </a:r>
            <a:endParaRPr lang="zh-CN" altLang="en-US" sz="3200" b="1">
              <a:solidFill>
                <a:srgbClr val="0000FF"/>
              </a:solidFill>
              <a:ea typeface="宋体" panose="02010600030101010101" pitchFamily="2" charset="-122"/>
            </a:endParaRPr>
          </a:p>
        </p:txBody>
      </p:sp>
      <p:sp>
        <p:nvSpPr>
          <p:cNvPr id="11" name="Rectangle 10"/>
          <p:cNvSpPr>
            <a:spLocks noChangeArrowheads="1"/>
          </p:cNvSpPr>
          <p:nvPr/>
        </p:nvSpPr>
        <p:spPr bwMode="auto">
          <a:xfrm>
            <a:off x="664713" y="1045723"/>
            <a:ext cx="6192837" cy="448115"/>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 typeface="Wingdings" panose="05000000000000000000" pitchFamily="2" charset="2"/>
              <a:buNone/>
            </a:pPr>
            <a:r>
              <a:rPr lang="zh-CN" altLang="en-US" sz="2200" b="1">
                <a:solidFill>
                  <a:srgbClr val="FF0000"/>
                </a:solidFill>
              </a:rPr>
              <a:t> 有时为简便起见，将相位谱画在振幅谱上。</a:t>
            </a:r>
            <a:endParaRPr lang="zh-CN" altLang="en-US" sz="2200" b="1">
              <a:solidFill>
                <a:srgbClr val="FF0000"/>
              </a:solidFill>
            </a:endParaRPr>
          </a:p>
        </p:txBody>
      </p:sp>
    </p:spTree>
    <p:custDataLst>
      <p:tags r:id="rId2"/>
    </p:custDataLst>
  </p:cSld>
  <p:clrMapOvr>
    <a:masterClrMapping/>
  </p:clrMapOvr>
  <p:transition spd="slow" advTm="9940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heel(4)">
                                      <p:cBhvr>
                                        <p:cTn id="7" dur="500"/>
                                        <p:tgtEl>
                                          <p:spTgt spid="11">
                                            <p:txEl>
                                              <p:pRg st="0" end="0"/>
                                            </p:txEl>
                                          </p:spTgt>
                                        </p:tgtEl>
                                      </p:cBhvr>
                                    </p:animEffect>
                                  </p:childTnLst>
                                </p:cTn>
                              </p:par>
                            </p:childTnLst>
                          </p:cTn>
                        </p:par>
                        <p:par>
                          <p:cTn id="8" fill="hold">
                            <p:stCondLst>
                              <p:cond delay="500"/>
                            </p:stCondLst>
                            <p:childTnLst>
                              <p:par>
                                <p:cTn id="9" presetID="21" presetClass="entr" presetSubtype="4" fill="hold" grpId="0" nodeType="afterEffect">
                                  <p:stCondLst>
                                    <p:cond delay="0"/>
                                  </p:stCondLst>
                                  <p:childTnLst>
                                    <p:set>
                                      <p:cBhvr>
                                        <p:cTn id="10" dur="1" fill="hold">
                                          <p:stCondLst>
                                            <p:cond delay="0"/>
                                          </p:stCondLst>
                                        </p:cTn>
                                        <p:tgtEl>
                                          <p:spTgt spid="237570">
                                            <p:txEl>
                                              <p:pRg st="0" end="0"/>
                                            </p:txEl>
                                          </p:spTgt>
                                        </p:tgtEl>
                                        <p:attrNameLst>
                                          <p:attrName>style.visibility</p:attrName>
                                        </p:attrNameLst>
                                      </p:cBhvr>
                                      <p:to>
                                        <p:strVal val="visible"/>
                                      </p:to>
                                    </p:set>
                                    <p:animEffect transition="in" filter="wheel(4)">
                                      <p:cBhvr>
                                        <p:cTn id="11" dur="500"/>
                                        <p:tgtEl>
                                          <p:spTgt spid="237570">
                                            <p:txEl>
                                              <p:pRg st="0" end="0"/>
                                            </p:txEl>
                                          </p:spTgt>
                                        </p:tgtEl>
                                      </p:cBhvr>
                                    </p:animEffect>
                                  </p:childTnLst>
                                </p:cTn>
                              </p:par>
                            </p:childTnLst>
                          </p:cTn>
                        </p:par>
                        <p:par>
                          <p:cTn id="12" fill="hold">
                            <p:stCondLst>
                              <p:cond delay="1000"/>
                            </p:stCondLst>
                            <p:childTnLst>
                              <p:par>
                                <p:cTn id="13" presetID="21" presetClass="entr" presetSubtype="4" fill="hold" grpId="0" nodeType="afterEffect">
                                  <p:stCondLst>
                                    <p:cond delay="0"/>
                                  </p:stCondLst>
                                  <p:childTnLst>
                                    <p:set>
                                      <p:cBhvr>
                                        <p:cTn id="14" dur="1" fill="hold">
                                          <p:stCondLst>
                                            <p:cond delay="0"/>
                                          </p:stCondLst>
                                        </p:cTn>
                                        <p:tgtEl>
                                          <p:spTgt spid="237570">
                                            <p:txEl>
                                              <p:pRg st="1" end="1"/>
                                            </p:txEl>
                                          </p:spTgt>
                                        </p:tgtEl>
                                        <p:attrNameLst>
                                          <p:attrName>style.visibility</p:attrName>
                                        </p:attrNameLst>
                                      </p:cBhvr>
                                      <p:to>
                                        <p:strVal val="visible"/>
                                      </p:to>
                                    </p:set>
                                    <p:animEffect transition="in" filter="wheel(4)">
                                      <p:cBhvr>
                                        <p:cTn id="15" dur="500"/>
                                        <p:tgtEl>
                                          <p:spTgt spid="237570">
                                            <p:txEl>
                                              <p:pRg st="1" end="1"/>
                                            </p:txEl>
                                          </p:spTgt>
                                        </p:tgtEl>
                                      </p:cBhvr>
                                    </p:animEffect>
                                  </p:childTnLst>
                                </p:cTn>
                              </p:par>
                            </p:childTnLst>
                          </p:cTn>
                        </p:par>
                        <p:par>
                          <p:cTn id="16" fill="hold">
                            <p:stCondLst>
                              <p:cond delay="1500"/>
                            </p:stCondLst>
                            <p:childTnLst>
                              <p:par>
                                <p:cTn id="17" presetID="16" presetClass="entr" presetSubtype="26"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arn(in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4" fill="hold" grpId="0" nodeType="clickEffect">
                                  <p:stCondLst>
                                    <p:cond delay="0"/>
                                  </p:stCondLst>
                                  <p:childTnLst>
                                    <p:set>
                                      <p:cBhvr>
                                        <p:cTn id="23" dur="1" fill="hold">
                                          <p:stCondLst>
                                            <p:cond delay="0"/>
                                          </p:stCondLst>
                                        </p:cTn>
                                        <p:tgtEl>
                                          <p:spTgt spid="237570">
                                            <p:txEl>
                                              <p:pRg st="8" end="8"/>
                                            </p:txEl>
                                          </p:spTgt>
                                        </p:tgtEl>
                                        <p:attrNameLst>
                                          <p:attrName>style.visibility</p:attrName>
                                        </p:attrNameLst>
                                      </p:cBhvr>
                                      <p:to>
                                        <p:strVal val="visible"/>
                                      </p:to>
                                    </p:set>
                                    <p:animEffect transition="in" filter="wheel(4)">
                                      <p:cBhvr>
                                        <p:cTn id="24" dur="500"/>
                                        <p:tgtEl>
                                          <p:spTgt spid="237570">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4" fill="hold" grpId="0" nodeType="clickEffect">
                                  <p:stCondLst>
                                    <p:cond delay="0"/>
                                  </p:stCondLst>
                                  <p:childTnLst>
                                    <p:set>
                                      <p:cBhvr>
                                        <p:cTn id="28" dur="1" fill="hold">
                                          <p:stCondLst>
                                            <p:cond delay="0"/>
                                          </p:stCondLst>
                                        </p:cTn>
                                        <p:tgtEl>
                                          <p:spTgt spid="237570">
                                            <p:txEl>
                                              <p:pRg st="10" end="10"/>
                                            </p:txEl>
                                          </p:spTgt>
                                        </p:tgtEl>
                                        <p:attrNameLst>
                                          <p:attrName>style.visibility</p:attrName>
                                        </p:attrNameLst>
                                      </p:cBhvr>
                                      <p:to>
                                        <p:strVal val="visible"/>
                                      </p:to>
                                    </p:set>
                                    <p:animEffect transition="in" filter="wheel(4)">
                                      <p:cBhvr>
                                        <p:cTn id="29" dur="500"/>
                                        <p:tgtEl>
                                          <p:spTgt spid="237570">
                                            <p:txEl>
                                              <p:pRg st="10" end="1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1" presetClass="entr" presetSubtype="4" fill="hold" grpId="0" nodeType="clickEffect">
                                  <p:stCondLst>
                                    <p:cond delay="0"/>
                                  </p:stCondLst>
                                  <p:childTnLst>
                                    <p:set>
                                      <p:cBhvr>
                                        <p:cTn id="33" dur="1" fill="hold">
                                          <p:stCondLst>
                                            <p:cond delay="0"/>
                                          </p:stCondLst>
                                        </p:cTn>
                                        <p:tgtEl>
                                          <p:spTgt spid="237570">
                                            <p:txEl>
                                              <p:pRg st="11" end="11"/>
                                            </p:txEl>
                                          </p:spTgt>
                                        </p:tgtEl>
                                        <p:attrNameLst>
                                          <p:attrName>style.visibility</p:attrName>
                                        </p:attrNameLst>
                                      </p:cBhvr>
                                      <p:to>
                                        <p:strVal val="visible"/>
                                      </p:to>
                                    </p:set>
                                    <p:animEffect transition="in" filter="wheel(4)">
                                      <p:cBhvr>
                                        <p:cTn id="34" dur="500"/>
                                        <p:tgtEl>
                                          <p:spTgt spid="237570">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build="p"/>
      <p:bldP spid="11" grpId="0" uiExpand="1"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3"/>
          <p:cNvSpPr>
            <a:spLocks noGrp="1"/>
          </p:cNvSpPr>
          <p:nvPr>
            <p:ph type="dt" sz="quarter" idx="10"/>
          </p:nvPr>
        </p:nvSpPr>
        <p:spPr/>
        <p:txBody>
          <a:bodyPr/>
          <a:lstStyle/>
          <a:p>
            <a:pPr>
              <a:defRPr/>
            </a:pPr>
            <a:fld id="{5BA0961F-5891-4B81-B77C-788ADF5F5D53}" type="datetime1">
              <a:rPr lang="zh-CN" altLang="en-US"/>
            </a:fld>
            <a:endParaRPr lang="zh-CN" altLang="en-US"/>
          </a:p>
        </p:txBody>
      </p:sp>
      <p:grpSp>
        <p:nvGrpSpPr>
          <p:cNvPr id="99331" name="Group 2"/>
          <p:cNvGrpSpPr/>
          <p:nvPr/>
        </p:nvGrpSpPr>
        <p:grpSpPr bwMode="auto">
          <a:xfrm>
            <a:off x="5369560" y="65088"/>
            <a:ext cx="3846830" cy="2514600"/>
            <a:chOff x="2119" y="1434"/>
            <a:chExt cx="3029" cy="1584"/>
          </a:xfrm>
        </p:grpSpPr>
        <p:pic>
          <p:nvPicPr>
            <p:cNvPr id="99341" name="Picture 3" descr="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19" y="1434"/>
              <a:ext cx="3029" cy="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42" name="Oval 4"/>
            <p:cNvSpPr>
              <a:spLocks noChangeArrowheads="1"/>
            </p:cNvSpPr>
            <p:nvPr/>
          </p:nvSpPr>
          <p:spPr bwMode="auto">
            <a:xfrm>
              <a:off x="3123" y="2494"/>
              <a:ext cx="70" cy="68"/>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Times New Roman" panose="02020603050405020304" pitchFamily="18" charset="0"/>
                <a:cs typeface="Times New Roman" panose="02020603050405020304" pitchFamily="18" charset="0"/>
              </a:endParaRPr>
            </a:p>
          </p:txBody>
        </p:sp>
        <p:sp>
          <p:nvSpPr>
            <p:cNvPr id="99343" name="Oval 5"/>
            <p:cNvSpPr>
              <a:spLocks noChangeArrowheads="1"/>
            </p:cNvSpPr>
            <p:nvPr/>
          </p:nvSpPr>
          <p:spPr bwMode="auto">
            <a:xfrm>
              <a:off x="3857" y="2486"/>
              <a:ext cx="70" cy="68"/>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Times New Roman" panose="02020603050405020304" pitchFamily="18" charset="0"/>
                <a:cs typeface="Times New Roman" panose="02020603050405020304" pitchFamily="18" charset="0"/>
              </a:endParaRPr>
            </a:p>
          </p:txBody>
        </p:sp>
        <p:sp>
          <p:nvSpPr>
            <p:cNvPr id="99344" name="Oval 6"/>
            <p:cNvSpPr>
              <a:spLocks noChangeArrowheads="1"/>
            </p:cNvSpPr>
            <p:nvPr/>
          </p:nvSpPr>
          <p:spPr bwMode="auto">
            <a:xfrm>
              <a:off x="4777" y="2494"/>
              <a:ext cx="70" cy="68"/>
            </a:xfrm>
            <a:prstGeom prst="ellipse">
              <a:avLst/>
            </a:prstGeom>
            <a:solidFill>
              <a:schemeClr val="tx1"/>
            </a:solidFill>
            <a:ln w="9525">
              <a:solidFill>
                <a:schemeClr val="tx1"/>
              </a:solidFill>
              <a:round/>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b="1">
                <a:latin typeface="Times New Roman" panose="02020603050405020304" pitchFamily="18" charset="0"/>
                <a:cs typeface="Times New Roman" panose="02020603050405020304" pitchFamily="18" charset="0"/>
              </a:endParaRPr>
            </a:p>
          </p:txBody>
        </p:sp>
      </p:grpSp>
      <p:sp>
        <p:nvSpPr>
          <p:cNvPr id="99332" name="Rectangle 7"/>
          <p:cNvSpPr>
            <a:spLocks noChangeArrowheads="1"/>
          </p:cNvSpPr>
          <p:nvPr/>
        </p:nvSpPr>
        <p:spPr bwMode="auto">
          <a:xfrm>
            <a:off x="746125" y="881063"/>
            <a:ext cx="4321175" cy="719137"/>
          </a:xfrm>
          <a:prstGeom prst="rect">
            <a:avLst/>
          </a:prstGeom>
          <a:noFill/>
          <a:ln w="5715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0000"/>
              </a:lnSpc>
              <a:buFont typeface="Wingdings" panose="05000000000000000000" pitchFamily="2" charset="2"/>
              <a:buNone/>
            </a:pPr>
            <a:r>
              <a:rPr lang="en-US" altLang="zh-CN" sz="2100" b="1">
                <a:solidFill>
                  <a:srgbClr val="FF0000"/>
                </a:solidFill>
                <a:latin typeface="Times New Roman" panose="02020603050405020304" pitchFamily="18" charset="0"/>
                <a:cs typeface="Times New Roman" panose="02020603050405020304" pitchFamily="18" charset="0"/>
              </a:rPr>
              <a:t>3</a:t>
            </a:r>
            <a:r>
              <a:rPr lang="zh-CN" altLang="en-US" sz="2100" b="1">
                <a:solidFill>
                  <a:srgbClr val="FF0000"/>
                </a:solidFill>
                <a:latin typeface="Times New Roman" panose="02020603050405020304" pitchFamily="18" charset="0"/>
                <a:cs typeface="Times New Roman" panose="02020603050405020304" pitchFamily="18" charset="0"/>
              </a:rPr>
              <a:t>、根据频谱图进行信号分析</a:t>
            </a:r>
            <a:endParaRPr lang="zh-CN" altLang="en-US" sz="2100" b="1">
              <a:solidFill>
                <a:srgbClr val="FF0000"/>
              </a:solidFill>
              <a:latin typeface="Times New Roman" panose="02020603050405020304" pitchFamily="18" charset="0"/>
              <a:cs typeface="Times New Roman" panose="02020603050405020304" pitchFamily="18" charset="0"/>
            </a:endParaRPr>
          </a:p>
        </p:txBody>
      </p:sp>
      <p:sp>
        <p:nvSpPr>
          <p:cNvPr id="238600" name="Rectangle 8"/>
          <p:cNvSpPr>
            <a:spLocks noChangeArrowheads="1"/>
          </p:cNvSpPr>
          <p:nvPr/>
        </p:nvSpPr>
        <p:spPr bwMode="auto">
          <a:xfrm>
            <a:off x="466725" y="2598738"/>
            <a:ext cx="5111750" cy="3743325"/>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57150">
                <a:solidFill>
                  <a:srgbClr val="000000"/>
                </a:solidFill>
                <a:miter lim="800000"/>
                <a:headEnd/>
                <a:tailEnd/>
              </a14:hiddenLine>
            </a:ext>
          </a:extLst>
        </p:spPr>
        <p:txBody>
          <a:bodyPr/>
          <a:lstStyle>
            <a:lvl1pPr marL="630555" indent="-63055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45000"/>
              </a:lnSpc>
              <a:spcBef>
                <a:spcPct val="50000"/>
              </a:spcBef>
              <a:spcAft>
                <a:spcPct val="30000"/>
              </a:spcAft>
              <a:buFont typeface="Wingdings" panose="05000000000000000000" pitchFamily="2" charset="2"/>
              <a:buNone/>
            </a:pPr>
            <a:r>
              <a:rPr lang="zh-CN" altLang="en-US" sz="2100" b="1">
                <a:latin typeface="Times New Roman" panose="02020603050405020304" pitchFamily="18" charset="0"/>
                <a:cs typeface="Times New Roman" panose="02020603050405020304" pitchFamily="18" charset="0"/>
              </a:rPr>
              <a:t>（</a:t>
            </a:r>
            <a:r>
              <a:rPr lang="en-US" altLang="zh-CN" sz="2100" b="1">
                <a:latin typeface="Times New Roman" panose="02020603050405020304" pitchFamily="18" charset="0"/>
                <a:cs typeface="Times New Roman" panose="02020603050405020304" pitchFamily="18" charset="0"/>
              </a:rPr>
              <a:t>1</a:t>
            </a:r>
            <a:r>
              <a:rPr lang="zh-CN" altLang="en-US" sz="2100" b="1">
                <a:latin typeface="Times New Roman" panose="02020603050405020304" pitchFamily="18" charset="0"/>
                <a:cs typeface="Times New Roman" panose="02020603050405020304" pitchFamily="18" charset="0"/>
              </a:rPr>
              <a:t>）周期信号的频谱是</a:t>
            </a:r>
            <a:r>
              <a:rPr lang="zh-CN" altLang="en-US" sz="2100" b="1">
                <a:solidFill>
                  <a:srgbClr val="0000FF"/>
                </a:solidFill>
                <a:latin typeface="Times New Roman" panose="02020603050405020304" pitchFamily="18" charset="0"/>
                <a:cs typeface="Times New Roman" panose="02020603050405020304" pitchFamily="18" charset="0"/>
              </a:rPr>
              <a:t>离散频谱</a:t>
            </a:r>
            <a:r>
              <a:rPr lang="zh-CN" altLang="en-US" sz="2100" b="1">
                <a:latin typeface="Times New Roman" panose="02020603050405020304" pitchFamily="18" charset="0"/>
                <a:cs typeface="Times New Roman" panose="02020603050405020304" pitchFamily="18" charset="0"/>
              </a:rPr>
              <a:t>；</a:t>
            </a:r>
            <a:endParaRPr lang="zh-CN" altLang="en-US" sz="2100" b="1">
              <a:latin typeface="Times New Roman" panose="02020603050405020304" pitchFamily="18" charset="0"/>
              <a:cs typeface="Times New Roman" panose="02020603050405020304" pitchFamily="18" charset="0"/>
            </a:endParaRPr>
          </a:p>
          <a:p>
            <a:pPr>
              <a:lnSpc>
                <a:spcPct val="145000"/>
              </a:lnSpc>
              <a:spcBef>
                <a:spcPct val="50000"/>
              </a:spcBef>
              <a:spcAft>
                <a:spcPct val="30000"/>
              </a:spcAft>
              <a:buFont typeface="Wingdings" panose="05000000000000000000" pitchFamily="2" charset="2"/>
              <a:buNone/>
            </a:pPr>
            <a:r>
              <a:rPr lang="zh-CN" altLang="en-US" sz="2100" b="1">
                <a:latin typeface="Times New Roman" panose="02020603050405020304" pitchFamily="18" charset="0"/>
                <a:cs typeface="Times New Roman" panose="02020603050405020304" pitchFamily="18" charset="0"/>
              </a:rPr>
              <a:t>（</a:t>
            </a:r>
            <a:r>
              <a:rPr lang="en-US" altLang="zh-CN" sz="2100" b="1">
                <a:latin typeface="Times New Roman" panose="02020603050405020304" pitchFamily="18" charset="0"/>
                <a:cs typeface="Times New Roman" panose="02020603050405020304" pitchFamily="18" charset="0"/>
              </a:rPr>
              <a:t>2</a:t>
            </a:r>
            <a:r>
              <a:rPr lang="zh-CN" altLang="en-US" sz="2100" b="1">
                <a:latin typeface="Times New Roman" panose="02020603050405020304" pitchFamily="18" charset="0"/>
                <a:cs typeface="Times New Roman" panose="02020603050405020304" pitchFamily="18" charset="0"/>
              </a:rPr>
              <a:t>）周期信号的频谱的谱线</a:t>
            </a:r>
            <a:r>
              <a:rPr lang="zh-CN" altLang="en-US" sz="2100" b="1">
                <a:solidFill>
                  <a:srgbClr val="0000FF"/>
                </a:solidFill>
                <a:latin typeface="Times New Roman" panose="02020603050405020304" pitchFamily="18" charset="0"/>
                <a:cs typeface="Times New Roman" panose="02020603050405020304" pitchFamily="18" charset="0"/>
              </a:rPr>
              <a:t>仅出现在</a:t>
            </a:r>
            <a:r>
              <a:rPr lang="en-US" altLang="zh-CN" sz="2100" b="1">
                <a:solidFill>
                  <a:srgbClr val="0000FF"/>
                </a:solidFill>
                <a:latin typeface="Times New Roman" panose="02020603050405020304" pitchFamily="18" charset="0"/>
                <a:cs typeface="Times New Roman" panose="02020603050405020304" pitchFamily="18" charset="0"/>
              </a:rPr>
              <a:t>Ω</a:t>
            </a:r>
            <a:r>
              <a:rPr lang="zh-CN" altLang="en-US" sz="2100" b="1">
                <a:solidFill>
                  <a:srgbClr val="0000FF"/>
                </a:solidFill>
                <a:latin typeface="Times New Roman" panose="02020603050405020304" pitchFamily="18" charset="0"/>
                <a:cs typeface="Times New Roman" panose="02020603050405020304" pitchFamily="18" charset="0"/>
              </a:rPr>
              <a:t>的整数倍频率上</a:t>
            </a:r>
            <a:r>
              <a:rPr lang="zh-CN" altLang="en-US" sz="2100" b="1">
                <a:latin typeface="Times New Roman" panose="02020603050405020304" pitchFamily="18" charset="0"/>
                <a:cs typeface="Times New Roman" panose="02020603050405020304" pitchFamily="18" charset="0"/>
              </a:rPr>
              <a:t>；</a:t>
            </a:r>
            <a:endParaRPr lang="zh-CN" altLang="en-US" sz="2100" b="1">
              <a:latin typeface="Times New Roman" panose="02020603050405020304" pitchFamily="18" charset="0"/>
              <a:cs typeface="Times New Roman" panose="02020603050405020304" pitchFamily="18" charset="0"/>
            </a:endParaRPr>
          </a:p>
          <a:p>
            <a:pPr>
              <a:lnSpc>
                <a:spcPct val="145000"/>
              </a:lnSpc>
              <a:spcBef>
                <a:spcPct val="50000"/>
              </a:spcBef>
              <a:spcAft>
                <a:spcPct val="30000"/>
              </a:spcAft>
              <a:buFont typeface="Wingdings" panose="05000000000000000000" pitchFamily="2" charset="2"/>
              <a:buNone/>
            </a:pPr>
            <a:r>
              <a:rPr lang="zh-CN" altLang="en-US" sz="2100" b="1">
                <a:latin typeface="Times New Roman" panose="02020603050405020304" pitchFamily="18" charset="0"/>
                <a:cs typeface="Times New Roman" panose="02020603050405020304" pitchFamily="18" charset="0"/>
              </a:rPr>
              <a:t>（</a:t>
            </a:r>
            <a:r>
              <a:rPr lang="en-US" altLang="zh-CN" sz="2100" b="1">
                <a:latin typeface="Times New Roman" panose="02020603050405020304" pitchFamily="18" charset="0"/>
                <a:cs typeface="Times New Roman" panose="02020603050405020304" pitchFamily="18" charset="0"/>
              </a:rPr>
              <a:t>3</a:t>
            </a:r>
            <a:r>
              <a:rPr lang="zh-CN" altLang="en-US" sz="2100" b="1">
                <a:latin typeface="Times New Roman" panose="02020603050405020304" pitchFamily="18" charset="0"/>
                <a:cs typeface="Times New Roman" panose="02020603050405020304" pitchFamily="18" charset="0"/>
              </a:rPr>
              <a:t>）周期信号的谱线高度</a:t>
            </a:r>
            <a:r>
              <a:rPr lang="zh-CN" altLang="en-US" sz="2100" b="1">
                <a:solidFill>
                  <a:srgbClr val="0000FF"/>
                </a:solidFill>
                <a:latin typeface="Times New Roman" panose="02020603050405020304" pitchFamily="18" charset="0"/>
                <a:cs typeface="Times New Roman" panose="02020603050405020304" pitchFamily="18" charset="0"/>
              </a:rPr>
              <a:t>总趋势是随频主增高而衰减</a:t>
            </a:r>
            <a:r>
              <a:rPr lang="zh-CN" altLang="en-US" sz="2100" b="1">
                <a:latin typeface="Times New Roman" panose="02020603050405020304" pitchFamily="18" charset="0"/>
                <a:cs typeface="Times New Roman" panose="02020603050405020304" pitchFamily="18" charset="0"/>
              </a:rPr>
              <a:t>；（本例是按</a:t>
            </a:r>
            <a:r>
              <a:rPr lang="en-US" altLang="zh-CN" sz="2100" b="1">
                <a:latin typeface="Times New Roman" panose="02020603050405020304" pitchFamily="18" charset="0"/>
                <a:cs typeface="Times New Roman" panose="02020603050405020304" pitchFamily="18" charset="0"/>
              </a:rPr>
              <a:t>Sa(t)</a:t>
            </a:r>
            <a:r>
              <a:rPr lang="zh-CN" altLang="en-US" sz="2100" b="1">
                <a:latin typeface="Times New Roman" panose="02020603050405020304" pitchFamily="18" charset="0"/>
                <a:cs typeface="Times New Roman" panose="02020603050405020304" pitchFamily="18" charset="0"/>
              </a:rPr>
              <a:t>正函数律衰减）</a:t>
            </a:r>
            <a:endParaRPr lang="zh-CN" altLang="en-US" sz="2100" b="1">
              <a:latin typeface="Times New Roman" panose="02020603050405020304" pitchFamily="18" charset="0"/>
              <a:cs typeface="Times New Roman" panose="02020603050405020304" pitchFamily="18" charset="0"/>
            </a:endParaRPr>
          </a:p>
        </p:txBody>
      </p:sp>
      <p:sp>
        <p:nvSpPr>
          <p:cNvPr id="238601" name="Rectangle 9"/>
          <p:cNvSpPr>
            <a:spLocks noChangeArrowheads="1"/>
          </p:cNvSpPr>
          <p:nvPr/>
        </p:nvSpPr>
        <p:spPr bwMode="auto">
          <a:xfrm>
            <a:off x="6516688" y="2685098"/>
            <a:ext cx="1223962" cy="6477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57150">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0000"/>
              </a:lnSpc>
              <a:buFont typeface="Wingdings" panose="05000000000000000000" pitchFamily="2" charset="2"/>
              <a:buNone/>
            </a:pPr>
            <a:r>
              <a:rPr lang="zh-CN" altLang="en-US" sz="2100" b="1">
                <a:solidFill>
                  <a:srgbClr val="9900FF"/>
                </a:solidFill>
                <a:latin typeface="Times New Roman" panose="02020603050405020304" pitchFamily="18" charset="0"/>
                <a:cs typeface="Times New Roman" panose="02020603050405020304" pitchFamily="18" charset="0"/>
              </a:rPr>
              <a:t>离散性</a:t>
            </a:r>
            <a:endParaRPr lang="zh-CN" altLang="en-US" sz="2100" b="1">
              <a:latin typeface="Times New Roman" panose="02020603050405020304" pitchFamily="18" charset="0"/>
              <a:cs typeface="Times New Roman" panose="02020603050405020304" pitchFamily="18" charset="0"/>
            </a:endParaRPr>
          </a:p>
        </p:txBody>
      </p:sp>
      <p:sp>
        <p:nvSpPr>
          <p:cNvPr id="238602" name="Rectangle 10"/>
          <p:cNvSpPr>
            <a:spLocks noChangeArrowheads="1"/>
          </p:cNvSpPr>
          <p:nvPr/>
        </p:nvSpPr>
        <p:spPr bwMode="auto">
          <a:xfrm>
            <a:off x="6516688" y="3897630"/>
            <a:ext cx="1223962" cy="6477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57150">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0000"/>
              </a:lnSpc>
              <a:buFont typeface="Wingdings" panose="05000000000000000000" pitchFamily="2" charset="2"/>
              <a:buNone/>
            </a:pPr>
            <a:r>
              <a:rPr lang="zh-CN" altLang="en-US" sz="2100" b="1">
                <a:solidFill>
                  <a:srgbClr val="9900FF"/>
                </a:solidFill>
                <a:latin typeface="Times New Roman" panose="02020603050405020304" pitchFamily="18" charset="0"/>
                <a:cs typeface="Times New Roman" panose="02020603050405020304" pitchFamily="18" charset="0"/>
              </a:rPr>
              <a:t>谐波性</a:t>
            </a:r>
            <a:endParaRPr lang="zh-CN" altLang="en-US" sz="2100" b="1">
              <a:solidFill>
                <a:srgbClr val="9900FF"/>
              </a:solidFill>
              <a:latin typeface="Times New Roman" panose="02020603050405020304" pitchFamily="18" charset="0"/>
              <a:cs typeface="Times New Roman" panose="02020603050405020304" pitchFamily="18" charset="0"/>
            </a:endParaRPr>
          </a:p>
        </p:txBody>
      </p:sp>
      <p:sp>
        <p:nvSpPr>
          <p:cNvPr id="238603" name="Rectangle 11"/>
          <p:cNvSpPr>
            <a:spLocks noChangeArrowheads="1"/>
          </p:cNvSpPr>
          <p:nvPr/>
        </p:nvSpPr>
        <p:spPr bwMode="auto">
          <a:xfrm>
            <a:off x="6560185" y="5109845"/>
            <a:ext cx="1223963" cy="6477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57150">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0000"/>
              </a:lnSpc>
              <a:buFont typeface="Wingdings" panose="05000000000000000000" pitchFamily="2" charset="2"/>
              <a:buNone/>
            </a:pPr>
            <a:r>
              <a:rPr lang="zh-CN" altLang="en-US" sz="2100" b="1">
                <a:solidFill>
                  <a:srgbClr val="9900FF"/>
                </a:solidFill>
                <a:latin typeface="Times New Roman" panose="02020603050405020304" pitchFamily="18" charset="0"/>
                <a:cs typeface="Times New Roman" panose="02020603050405020304" pitchFamily="18" charset="0"/>
              </a:rPr>
              <a:t>收敛性</a:t>
            </a:r>
            <a:endParaRPr lang="zh-CN" altLang="en-US" sz="2100" b="1">
              <a:solidFill>
                <a:srgbClr val="9900FF"/>
              </a:solidFill>
              <a:latin typeface="Times New Roman" panose="02020603050405020304" pitchFamily="18" charset="0"/>
              <a:cs typeface="Times New Roman" panose="02020603050405020304" pitchFamily="18" charset="0"/>
            </a:endParaRPr>
          </a:p>
        </p:txBody>
      </p:sp>
      <p:sp>
        <p:nvSpPr>
          <p:cNvPr id="238604" name="Line 12"/>
          <p:cNvSpPr>
            <a:spLocks noChangeShapeType="1"/>
          </p:cNvSpPr>
          <p:nvPr/>
        </p:nvSpPr>
        <p:spPr bwMode="auto">
          <a:xfrm>
            <a:off x="5724525" y="4221163"/>
            <a:ext cx="719138"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8605" name="Line 13"/>
          <p:cNvSpPr>
            <a:spLocks noChangeShapeType="1"/>
          </p:cNvSpPr>
          <p:nvPr/>
        </p:nvSpPr>
        <p:spPr bwMode="auto">
          <a:xfrm>
            <a:off x="5651500" y="2997200"/>
            <a:ext cx="719138"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8606" name="Line 14"/>
          <p:cNvSpPr>
            <a:spLocks noChangeShapeType="1"/>
          </p:cNvSpPr>
          <p:nvPr/>
        </p:nvSpPr>
        <p:spPr bwMode="auto">
          <a:xfrm>
            <a:off x="5795963" y="5373688"/>
            <a:ext cx="719137"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9340" name="Rectangle 15"/>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§3.4 </a:t>
            </a:r>
            <a:r>
              <a:rPr lang="zh-CN" altLang="en-US" sz="32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周期信号的频谱</a:t>
            </a:r>
            <a:endParaRPr lang="zh-CN" altLang="en-US" sz="32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Tree>
    <p:custDataLst>
      <p:tags r:id="rId2"/>
    </p:custDataLst>
  </p:cSld>
  <p:clrMapOvr>
    <a:masterClrMapping/>
  </p:clrMapOvr>
  <p:transition spd="slow" advTm="257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38600">
                                            <p:txEl>
                                              <p:pRg st="0" end="0"/>
                                            </p:txEl>
                                          </p:spTgt>
                                        </p:tgtEl>
                                        <p:attrNameLst>
                                          <p:attrName>style.visibility</p:attrName>
                                        </p:attrNameLst>
                                      </p:cBhvr>
                                      <p:to>
                                        <p:strVal val="visible"/>
                                      </p:to>
                                    </p:set>
                                    <p:anim calcmode="lin" valueType="num">
                                      <p:cBhvr>
                                        <p:cTn id="7" dur="1000" fill="hold"/>
                                        <p:tgtEl>
                                          <p:spTgt spid="23860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3860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38600">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38605"/>
                                        </p:tgtEl>
                                        <p:attrNameLst>
                                          <p:attrName>style.visibility</p:attrName>
                                        </p:attrNameLst>
                                      </p:cBhvr>
                                      <p:to>
                                        <p:strVal val="visible"/>
                                      </p:to>
                                    </p:set>
                                    <p:anim calcmode="lin" valueType="num">
                                      <p:cBhvr>
                                        <p:cTn id="13" dur="1000" fill="hold"/>
                                        <p:tgtEl>
                                          <p:spTgt spid="238605"/>
                                        </p:tgtEl>
                                        <p:attrNameLst>
                                          <p:attrName>ppt_w</p:attrName>
                                        </p:attrNameLst>
                                      </p:cBhvr>
                                      <p:tavLst>
                                        <p:tav tm="0">
                                          <p:val>
                                            <p:strVal val="#ppt_w*0.70"/>
                                          </p:val>
                                        </p:tav>
                                        <p:tav tm="100000">
                                          <p:val>
                                            <p:strVal val="#ppt_w"/>
                                          </p:val>
                                        </p:tav>
                                      </p:tavLst>
                                    </p:anim>
                                    <p:anim calcmode="lin" valueType="num">
                                      <p:cBhvr>
                                        <p:cTn id="14" dur="1000" fill="hold"/>
                                        <p:tgtEl>
                                          <p:spTgt spid="238605"/>
                                        </p:tgtEl>
                                        <p:attrNameLst>
                                          <p:attrName>ppt_h</p:attrName>
                                        </p:attrNameLst>
                                      </p:cBhvr>
                                      <p:tavLst>
                                        <p:tav tm="0">
                                          <p:val>
                                            <p:strVal val="#ppt_h"/>
                                          </p:val>
                                        </p:tav>
                                        <p:tav tm="100000">
                                          <p:val>
                                            <p:strVal val="#ppt_h"/>
                                          </p:val>
                                        </p:tav>
                                      </p:tavLst>
                                    </p:anim>
                                    <p:animEffect transition="in" filter="fade">
                                      <p:cBhvr>
                                        <p:cTn id="15" dur="1000"/>
                                        <p:tgtEl>
                                          <p:spTgt spid="238605"/>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238601"/>
                                        </p:tgtEl>
                                        <p:attrNameLst>
                                          <p:attrName>style.visibility</p:attrName>
                                        </p:attrNameLst>
                                      </p:cBhvr>
                                      <p:to>
                                        <p:strVal val="visible"/>
                                      </p:to>
                                    </p:set>
                                    <p:anim calcmode="lin" valueType="num">
                                      <p:cBhvr>
                                        <p:cTn id="19" dur="1000" fill="hold"/>
                                        <p:tgtEl>
                                          <p:spTgt spid="238601"/>
                                        </p:tgtEl>
                                        <p:attrNameLst>
                                          <p:attrName>ppt_w</p:attrName>
                                        </p:attrNameLst>
                                      </p:cBhvr>
                                      <p:tavLst>
                                        <p:tav tm="0">
                                          <p:val>
                                            <p:strVal val="#ppt_w*0.70"/>
                                          </p:val>
                                        </p:tav>
                                        <p:tav tm="100000">
                                          <p:val>
                                            <p:strVal val="#ppt_w"/>
                                          </p:val>
                                        </p:tav>
                                      </p:tavLst>
                                    </p:anim>
                                    <p:anim calcmode="lin" valueType="num">
                                      <p:cBhvr>
                                        <p:cTn id="20" dur="1000" fill="hold"/>
                                        <p:tgtEl>
                                          <p:spTgt spid="238601"/>
                                        </p:tgtEl>
                                        <p:attrNameLst>
                                          <p:attrName>ppt_h</p:attrName>
                                        </p:attrNameLst>
                                      </p:cBhvr>
                                      <p:tavLst>
                                        <p:tav tm="0">
                                          <p:val>
                                            <p:strVal val="#ppt_h"/>
                                          </p:val>
                                        </p:tav>
                                        <p:tav tm="100000">
                                          <p:val>
                                            <p:strVal val="#ppt_h"/>
                                          </p:val>
                                        </p:tav>
                                      </p:tavLst>
                                    </p:anim>
                                    <p:animEffect transition="in" filter="fade">
                                      <p:cBhvr>
                                        <p:cTn id="21" dur="1000"/>
                                        <p:tgtEl>
                                          <p:spTgt spid="238601"/>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238600">
                                            <p:txEl>
                                              <p:pRg st="1" end="1"/>
                                            </p:txEl>
                                          </p:spTgt>
                                        </p:tgtEl>
                                        <p:attrNameLst>
                                          <p:attrName>style.visibility</p:attrName>
                                        </p:attrNameLst>
                                      </p:cBhvr>
                                      <p:to>
                                        <p:strVal val="visible"/>
                                      </p:to>
                                    </p:set>
                                    <p:anim calcmode="lin" valueType="num">
                                      <p:cBhvr>
                                        <p:cTn id="26" dur="1000" fill="hold"/>
                                        <p:tgtEl>
                                          <p:spTgt spid="238600">
                                            <p:txEl>
                                              <p:pRg st="1" end="1"/>
                                            </p:txEl>
                                          </p:spTgt>
                                        </p:tgtEl>
                                        <p:attrNameLst>
                                          <p:attrName>ppt_w</p:attrName>
                                        </p:attrNameLst>
                                      </p:cBhvr>
                                      <p:tavLst>
                                        <p:tav tm="0">
                                          <p:val>
                                            <p:strVal val="#ppt_w*0.70"/>
                                          </p:val>
                                        </p:tav>
                                        <p:tav tm="100000">
                                          <p:val>
                                            <p:strVal val="#ppt_w"/>
                                          </p:val>
                                        </p:tav>
                                      </p:tavLst>
                                    </p:anim>
                                    <p:anim calcmode="lin" valueType="num">
                                      <p:cBhvr>
                                        <p:cTn id="27" dur="1000" fill="hold"/>
                                        <p:tgtEl>
                                          <p:spTgt spid="238600">
                                            <p:txEl>
                                              <p:pRg st="1" end="1"/>
                                            </p:txEl>
                                          </p:spTgt>
                                        </p:tgtEl>
                                        <p:attrNameLst>
                                          <p:attrName>ppt_h</p:attrName>
                                        </p:attrNameLst>
                                      </p:cBhvr>
                                      <p:tavLst>
                                        <p:tav tm="0">
                                          <p:val>
                                            <p:strVal val="#ppt_h"/>
                                          </p:val>
                                        </p:tav>
                                        <p:tav tm="100000">
                                          <p:val>
                                            <p:strVal val="#ppt_h"/>
                                          </p:val>
                                        </p:tav>
                                      </p:tavLst>
                                    </p:anim>
                                    <p:animEffect transition="in" filter="fade">
                                      <p:cBhvr>
                                        <p:cTn id="28" dur="1000"/>
                                        <p:tgtEl>
                                          <p:spTgt spid="238600">
                                            <p:txEl>
                                              <p:pRg st="1" end="1"/>
                                            </p:txEl>
                                          </p:spTgt>
                                        </p:tgtEl>
                                      </p:cBhvr>
                                    </p:animEffect>
                                  </p:childTnLst>
                                </p:cTn>
                              </p:par>
                            </p:childTnLst>
                          </p:cTn>
                        </p:par>
                        <p:par>
                          <p:cTn id="29" fill="hold">
                            <p:stCondLst>
                              <p:cond delay="1000"/>
                            </p:stCondLst>
                            <p:childTnLst>
                              <p:par>
                                <p:cTn id="30" presetID="55" presetClass="entr" presetSubtype="0" fill="hold" nodeType="afterEffect">
                                  <p:stCondLst>
                                    <p:cond delay="0"/>
                                  </p:stCondLst>
                                  <p:childTnLst>
                                    <p:set>
                                      <p:cBhvr>
                                        <p:cTn id="31" dur="1" fill="hold">
                                          <p:stCondLst>
                                            <p:cond delay="0"/>
                                          </p:stCondLst>
                                        </p:cTn>
                                        <p:tgtEl>
                                          <p:spTgt spid="238604"/>
                                        </p:tgtEl>
                                        <p:attrNameLst>
                                          <p:attrName>style.visibility</p:attrName>
                                        </p:attrNameLst>
                                      </p:cBhvr>
                                      <p:to>
                                        <p:strVal val="visible"/>
                                      </p:to>
                                    </p:set>
                                    <p:anim calcmode="lin" valueType="num">
                                      <p:cBhvr>
                                        <p:cTn id="32" dur="1000" fill="hold"/>
                                        <p:tgtEl>
                                          <p:spTgt spid="238604"/>
                                        </p:tgtEl>
                                        <p:attrNameLst>
                                          <p:attrName>ppt_w</p:attrName>
                                        </p:attrNameLst>
                                      </p:cBhvr>
                                      <p:tavLst>
                                        <p:tav tm="0">
                                          <p:val>
                                            <p:strVal val="#ppt_w*0.70"/>
                                          </p:val>
                                        </p:tav>
                                        <p:tav tm="100000">
                                          <p:val>
                                            <p:strVal val="#ppt_w"/>
                                          </p:val>
                                        </p:tav>
                                      </p:tavLst>
                                    </p:anim>
                                    <p:anim calcmode="lin" valueType="num">
                                      <p:cBhvr>
                                        <p:cTn id="33" dur="1000" fill="hold"/>
                                        <p:tgtEl>
                                          <p:spTgt spid="238604"/>
                                        </p:tgtEl>
                                        <p:attrNameLst>
                                          <p:attrName>ppt_h</p:attrName>
                                        </p:attrNameLst>
                                      </p:cBhvr>
                                      <p:tavLst>
                                        <p:tav tm="0">
                                          <p:val>
                                            <p:strVal val="#ppt_h"/>
                                          </p:val>
                                        </p:tav>
                                        <p:tav tm="100000">
                                          <p:val>
                                            <p:strVal val="#ppt_h"/>
                                          </p:val>
                                        </p:tav>
                                      </p:tavLst>
                                    </p:anim>
                                    <p:animEffect transition="in" filter="fade">
                                      <p:cBhvr>
                                        <p:cTn id="34" dur="1000"/>
                                        <p:tgtEl>
                                          <p:spTgt spid="238604"/>
                                        </p:tgtEl>
                                      </p:cBhvr>
                                    </p:animEffect>
                                  </p:childTnLst>
                                </p:cTn>
                              </p:par>
                            </p:childTnLst>
                          </p:cTn>
                        </p:par>
                        <p:par>
                          <p:cTn id="35" fill="hold">
                            <p:stCondLst>
                              <p:cond delay="2000"/>
                            </p:stCondLst>
                            <p:childTnLst>
                              <p:par>
                                <p:cTn id="36" presetID="55" presetClass="entr" presetSubtype="0" fill="hold" grpId="0" nodeType="afterEffect">
                                  <p:stCondLst>
                                    <p:cond delay="0"/>
                                  </p:stCondLst>
                                  <p:childTnLst>
                                    <p:set>
                                      <p:cBhvr>
                                        <p:cTn id="37" dur="1" fill="hold">
                                          <p:stCondLst>
                                            <p:cond delay="0"/>
                                          </p:stCondLst>
                                        </p:cTn>
                                        <p:tgtEl>
                                          <p:spTgt spid="238602"/>
                                        </p:tgtEl>
                                        <p:attrNameLst>
                                          <p:attrName>style.visibility</p:attrName>
                                        </p:attrNameLst>
                                      </p:cBhvr>
                                      <p:to>
                                        <p:strVal val="visible"/>
                                      </p:to>
                                    </p:set>
                                    <p:anim calcmode="lin" valueType="num">
                                      <p:cBhvr>
                                        <p:cTn id="38" dur="1000" fill="hold"/>
                                        <p:tgtEl>
                                          <p:spTgt spid="238602"/>
                                        </p:tgtEl>
                                        <p:attrNameLst>
                                          <p:attrName>ppt_w</p:attrName>
                                        </p:attrNameLst>
                                      </p:cBhvr>
                                      <p:tavLst>
                                        <p:tav tm="0">
                                          <p:val>
                                            <p:strVal val="#ppt_w*0.70"/>
                                          </p:val>
                                        </p:tav>
                                        <p:tav tm="100000">
                                          <p:val>
                                            <p:strVal val="#ppt_w"/>
                                          </p:val>
                                        </p:tav>
                                      </p:tavLst>
                                    </p:anim>
                                    <p:anim calcmode="lin" valueType="num">
                                      <p:cBhvr>
                                        <p:cTn id="39" dur="1000" fill="hold"/>
                                        <p:tgtEl>
                                          <p:spTgt spid="238602"/>
                                        </p:tgtEl>
                                        <p:attrNameLst>
                                          <p:attrName>ppt_h</p:attrName>
                                        </p:attrNameLst>
                                      </p:cBhvr>
                                      <p:tavLst>
                                        <p:tav tm="0">
                                          <p:val>
                                            <p:strVal val="#ppt_h"/>
                                          </p:val>
                                        </p:tav>
                                        <p:tav tm="100000">
                                          <p:val>
                                            <p:strVal val="#ppt_h"/>
                                          </p:val>
                                        </p:tav>
                                      </p:tavLst>
                                    </p:anim>
                                    <p:animEffect transition="in" filter="fade">
                                      <p:cBhvr>
                                        <p:cTn id="40" dur="1000"/>
                                        <p:tgtEl>
                                          <p:spTgt spid="238602"/>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nodeType="clickEffect">
                                  <p:stCondLst>
                                    <p:cond delay="0"/>
                                  </p:stCondLst>
                                  <p:childTnLst>
                                    <p:set>
                                      <p:cBhvr>
                                        <p:cTn id="44" dur="1" fill="hold">
                                          <p:stCondLst>
                                            <p:cond delay="0"/>
                                          </p:stCondLst>
                                        </p:cTn>
                                        <p:tgtEl>
                                          <p:spTgt spid="238600">
                                            <p:txEl>
                                              <p:pRg st="2" end="2"/>
                                            </p:txEl>
                                          </p:spTgt>
                                        </p:tgtEl>
                                        <p:attrNameLst>
                                          <p:attrName>style.visibility</p:attrName>
                                        </p:attrNameLst>
                                      </p:cBhvr>
                                      <p:to>
                                        <p:strVal val="visible"/>
                                      </p:to>
                                    </p:set>
                                    <p:anim calcmode="lin" valueType="num">
                                      <p:cBhvr>
                                        <p:cTn id="45" dur="1000" fill="hold"/>
                                        <p:tgtEl>
                                          <p:spTgt spid="238600">
                                            <p:txEl>
                                              <p:pRg st="2" end="2"/>
                                            </p:txEl>
                                          </p:spTgt>
                                        </p:tgtEl>
                                        <p:attrNameLst>
                                          <p:attrName>ppt_w</p:attrName>
                                        </p:attrNameLst>
                                      </p:cBhvr>
                                      <p:tavLst>
                                        <p:tav tm="0">
                                          <p:val>
                                            <p:strVal val="#ppt_w*0.70"/>
                                          </p:val>
                                        </p:tav>
                                        <p:tav tm="100000">
                                          <p:val>
                                            <p:strVal val="#ppt_w"/>
                                          </p:val>
                                        </p:tav>
                                      </p:tavLst>
                                    </p:anim>
                                    <p:anim calcmode="lin" valueType="num">
                                      <p:cBhvr>
                                        <p:cTn id="46" dur="1000" fill="hold"/>
                                        <p:tgtEl>
                                          <p:spTgt spid="238600">
                                            <p:txEl>
                                              <p:pRg st="2" end="2"/>
                                            </p:txEl>
                                          </p:spTgt>
                                        </p:tgtEl>
                                        <p:attrNameLst>
                                          <p:attrName>ppt_h</p:attrName>
                                        </p:attrNameLst>
                                      </p:cBhvr>
                                      <p:tavLst>
                                        <p:tav tm="0">
                                          <p:val>
                                            <p:strVal val="#ppt_h"/>
                                          </p:val>
                                        </p:tav>
                                        <p:tav tm="100000">
                                          <p:val>
                                            <p:strVal val="#ppt_h"/>
                                          </p:val>
                                        </p:tav>
                                      </p:tavLst>
                                    </p:anim>
                                    <p:animEffect transition="in" filter="fade">
                                      <p:cBhvr>
                                        <p:cTn id="47" dur="1000"/>
                                        <p:tgtEl>
                                          <p:spTgt spid="238600">
                                            <p:txEl>
                                              <p:pRg st="2" end="2"/>
                                            </p:txEl>
                                          </p:spTgt>
                                        </p:tgtEl>
                                      </p:cBhvr>
                                    </p:animEffect>
                                  </p:childTnLst>
                                </p:cTn>
                              </p:par>
                            </p:childTnLst>
                          </p:cTn>
                        </p:par>
                        <p:par>
                          <p:cTn id="48" fill="hold">
                            <p:stCondLst>
                              <p:cond delay="1000"/>
                            </p:stCondLst>
                            <p:childTnLst>
                              <p:par>
                                <p:cTn id="49" presetID="55" presetClass="entr" presetSubtype="0" fill="hold" nodeType="afterEffect">
                                  <p:stCondLst>
                                    <p:cond delay="0"/>
                                  </p:stCondLst>
                                  <p:childTnLst>
                                    <p:set>
                                      <p:cBhvr>
                                        <p:cTn id="50" dur="1" fill="hold">
                                          <p:stCondLst>
                                            <p:cond delay="0"/>
                                          </p:stCondLst>
                                        </p:cTn>
                                        <p:tgtEl>
                                          <p:spTgt spid="238606"/>
                                        </p:tgtEl>
                                        <p:attrNameLst>
                                          <p:attrName>style.visibility</p:attrName>
                                        </p:attrNameLst>
                                      </p:cBhvr>
                                      <p:to>
                                        <p:strVal val="visible"/>
                                      </p:to>
                                    </p:set>
                                    <p:anim calcmode="lin" valueType="num">
                                      <p:cBhvr>
                                        <p:cTn id="51" dur="1000" fill="hold"/>
                                        <p:tgtEl>
                                          <p:spTgt spid="238606"/>
                                        </p:tgtEl>
                                        <p:attrNameLst>
                                          <p:attrName>ppt_w</p:attrName>
                                        </p:attrNameLst>
                                      </p:cBhvr>
                                      <p:tavLst>
                                        <p:tav tm="0">
                                          <p:val>
                                            <p:strVal val="#ppt_w*0.70"/>
                                          </p:val>
                                        </p:tav>
                                        <p:tav tm="100000">
                                          <p:val>
                                            <p:strVal val="#ppt_w"/>
                                          </p:val>
                                        </p:tav>
                                      </p:tavLst>
                                    </p:anim>
                                    <p:anim calcmode="lin" valueType="num">
                                      <p:cBhvr>
                                        <p:cTn id="52" dur="1000" fill="hold"/>
                                        <p:tgtEl>
                                          <p:spTgt spid="238606"/>
                                        </p:tgtEl>
                                        <p:attrNameLst>
                                          <p:attrName>ppt_h</p:attrName>
                                        </p:attrNameLst>
                                      </p:cBhvr>
                                      <p:tavLst>
                                        <p:tav tm="0">
                                          <p:val>
                                            <p:strVal val="#ppt_h"/>
                                          </p:val>
                                        </p:tav>
                                        <p:tav tm="100000">
                                          <p:val>
                                            <p:strVal val="#ppt_h"/>
                                          </p:val>
                                        </p:tav>
                                      </p:tavLst>
                                    </p:anim>
                                    <p:animEffect transition="in" filter="fade">
                                      <p:cBhvr>
                                        <p:cTn id="53" dur="1000"/>
                                        <p:tgtEl>
                                          <p:spTgt spid="238606"/>
                                        </p:tgtEl>
                                      </p:cBhvr>
                                    </p:animEffect>
                                  </p:childTnLst>
                                </p:cTn>
                              </p:par>
                            </p:childTnLst>
                          </p:cTn>
                        </p:par>
                        <p:par>
                          <p:cTn id="54" fill="hold">
                            <p:stCondLst>
                              <p:cond delay="2000"/>
                            </p:stCondLst>
                            <p:childTnLst>
                              <p:par>
                                <p:cTn id="55" presetID="55" presetClass="entr" presetSubtype="0" fill="hold" grpId="0" nodeType="afterEffect">
                                  <p:stCondLst>
                                    <p:cond delay="0"/>
                                  </p:stCondLst>
                                  <p:childTnLst>
                                    <p:set>
                                      <p:cBhvr>
                                        <p:cTn id="56" dur="1" fill="hold">
                                          <p:stCondLst>
                                            <p:cond delay="0"/>
                                          </p:stCondLst>
                                        </p:cTn>
                                        <p:tgtEl>
                                          <p:spTgt spid="238603"/>
                                        </p:tgtEl>
                                        <p:attrNameLst>
                                          <p:attrName>style.visibility</p:attrName>
                                        </p:attrNameLst>
                                      </p:cBhvr>
                                      <p:to>
                                        <p:strVal val="visible"/>
                                      </p:to>
                                    </p:set>
                                    <p:anim calcmode="lin" valueType="num">
                                      <p:cBhvr>
                                        <p:cTn id="57" dur="1000" fill="hold"/>
                                        <p:tgtEl>
                                          <p:spTgt spid="238603"/>
                                        </p:tgtEl>
                                        <p:attrNameLst>
                                          <p:attrName>ppt_w</p:attrName>
                                        </p:attrNameLst>
                                      </p:cBhvr>
                                      <p:tavLst>
                                        <p:tav tm="0">
                                          <p:val>
                                            <p:strVal val="#ppt_w*0.70"/>
                                          </p:val>
                                        </p:tav>
                                        <p:tav tm="100000">
                                          <p:val>
                                            <p:strVal val="#ppt_w"/>
                                          </p:val>
                                        </p:tav>
                                      </p:tavLst>
                                    </p:anim>
                                    <p:anim calcmode="lin" valueType="num">
                                      <p:cBhvr>
                                        <p:cTn id="58" dur="1000" fill="hold"/>
                                        <p:tgtEl>
                                          <p:spTgt spid="238603"/>
                                        </p:tgtEl>
                                        <p:attrNameLst>
                                          <p:attrName>ppt_h</p:attrName>
                                        </p:attrNameLst>
                                      </p:cBhvr>
                                      <p:tavLst>
                                        <p:tav tm="0">
                                          <p:val>
                                            <p:strVal val="#ppt_h"/>
                                          </p:val>
                                        </p:tav>
                                        <p:tav tm="100000">
                                          <p:val>
                                            <p:strVal val="#ppt_h"/>
                                          </p:val>
                                        </p:tav>
                                      </p:tavLst>
                                    </p:anim>
                                    <p:animEffect transition="in" filter="fade">
                                      <p:cBhvr>
                                        <p:cTn id="59" dur="1000"/>
                                        <p:tgtEl>
                                          <p:spTgt spid="238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601" grpId="0" bldLvl="0" animBg="1"/>
      <p:bldP spid="238602" grpId="0" bldLvl="0" animBg="1"/>
      <p:bldP spid="238603"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日期占位符 3"/>
          <p:cNvSpPr>
            <a:spLocks noGrp="1"/>
          </p:cNvSpPr>
          <p:nvPr>
            <p:ph type="dt" sz="quarter" idx="10"/>
          </p:nvPr>
        </p:nvSpPr>
        <p:spPr/>
        <p:txBody>
          <a:bodyPr/>
          <a:lstStyle/>
          <a:p>
            <a:pPr>
              <a:defRPr/>
            </a:pPr>
            <a:fld id="{33E8122D-5C30-4089-9363-34DDDEE34920}" type="datetime1">
              <a:rPr lang="zh-CN" altLang="en-US"/>
            </a:fld>
            <a:endParaRPr lang="zh-CN" altLang="en-US"/>
          </a:p>
        </p:txBody>
      </p:sp>
      <p:sp>
        <p:nvSpPr>
          <p:cNvPr id="100355" name="Rectangle 2"/>
          <p:cNvSpPr>
            <a:spLocks noChangeArrowheads="1"/>
          </p:cNvSpPr>
          <p:nvPr/>
        </p:nvSpPr>
        <p:spPr bwMode="auto">
          <a:xfrm>
            <a:off x="611188" y="908050"/>
            <a:ext cx="40322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r>
              <a:rPr lang="zh-CN" altLang="en-US" sz="2100" b="1">
                <a:solidFill>
                  <a:srgbClr val="FF0000"/>
                </a:solidFill>
                <a:latin typeface="Times New Roman" panose="02020603050405020304" pitchFamily="18" charset="0"/>
                <a:cs typeface="Times New Roman" panose="02020603050405020304" pitchFamily="18" charset="0"/>
              </a:rPr>
              <a:t>若</a:t>
            </a:r>
            <a:r>
              <a:rPr lang="en-US" altLang="zh-CN" sz="2100" b="1">
                <a:solidFill>
                  <a:srgbClr val="FF0000"/>
                </a:solidFill>
                <a:latin typeface="Times New Roman" panose="02020603050405020304" pitchFamily="18" charset="0"/>
                <a:cs typeface="Times New Roman" panose="02020603050405020304" pitchFamily="18" charset="0"/>
              </a:rPr>
              <a:t>T</a:t>
            </a:r>
            <a:r>
              <a:rPr lang="zh-CN" altLang="en-US" sz="2100" b="1">
                <a:solidFill>
                  <a:srgbClr val="FF0000"/>
                </a:solidFill>
                <a:latin typeface="Times New Roman" panose="02020603050405020304" pitchFamily="18" charset="0"/>
                <a:cs typeface="Times New Roman" panose="02020603050405020304" pitchFamily="18" charset="0"/>
              </a:rPr>
              <a:t>不变，在改变</a:t>
            </a:r>
            <a:r>
              <a:rPr lang="en-US" altLang="zh-CN" sz="2100" b="1">
                <a:solidFill>
                  <a:srgbClr val="FF0000"/>
                </a:solidFill>
                <a:latin typeface="Times New Roman" panose="02020603050405020304" pitchFamily="18" charset="0"/>
                <a:cs typeface="Times New Roman" panose="02020603050405020304" pitchFamily="18" charset="0"/>
              </a:rPr>
              <a:t>τ</a:t>
            </a:r>
            <a:r>
              <a:rPr lang="zh-CN" altLang="en-US" sz="2100" b="1">
                <a:solidFill>
                  <a:srgbClr val="FF0000"/>
                </a:solidFill>
                <a:latin typeface="Times New Roman" panose="02020603050405020304" pitchFamily="18" charset="0"/>
                <a:cs typeface="Times New Roman" panose="02020603050405020304" pitchFamily="18" charset="0"/>
              </a:rPr>
              <a:t>的情况</a:t>
            </a:r>
            <a:endParaRPr lang="zh-CN" altLang="en-US" sz="2100" b="1">
              <a:solidFill>
                <a:srgbClr val="FF0000"/>
              </a:solidFill>
              <a:latin typeface="Times New Roman" panose="02020603050405020304" pitchFamily="18" charset="0"/>
              <a:cs typeface="Times New Roman" panose="02020603050405020304" pitchFamily="18" charset="0"/>
            </a:endParaRPr>
          </a:p>
        </p:txBody>
      </p:sp>
      <p:grpSp>
        <p:nvGrpSpPr>
          <p:cNvPr id="100356" name="Group 3"/>
          <p:cNvGrpSpPr/>
          <p:nvPr/>
        </p:nvGrpSpPr>
        <p:grpSpPr bwMode="auto">
          <a:xfrm>
            <a:off x="971550" y="1412875"/>
            <a:ext cx="3384550" cy="792163"/>
            <a:chOff x="385" y="1728"/>
            <a:chExt cx="2256" cy="720"/>
          </a:xfrm>
        </p:grpSpPr>
        <p:sp>
          <p:nvSpPr>
            <p:cNvPr id="100406" name="Line 4"/>
            <p:cNvSpPr>
              <a:spLocks noChangeShapeType="1"/>
            </p:cNvSpPr>
            <p:nvPr/>
          </p:nvSpPr>
          <p:spPr bwMode="auto">
            <a:xfrm>
              <a:off x="385" y="2205"/>
              <a:ext cx="225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7" name="Line 5"/>
            <p:cNvSpPr>
              <a:spLocks noChangeShapeType="1"/>
            </p:cNvSpPr>
            <p:nvPr/>
          </p:nvSpPr>
          <p:spPr bwMode="auto">
            <a:xfrm flipV="1">
              <a:off x="624" y="1728"/>
              <a:ext cx="0"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8" name="Line 6"/>
            <p:cNvSpPr>
              <a:spLocks noChangeShapeType="1"/>
            </p:cNvSpPr>
            <p:nvPr/>
          </p:nvSpPr>
          <p:spPr bwMode="auto">
            <a:xfrm>
              <a:off x="48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9" name="Line 7"/>
            <p:cNvSpPr>
              <a:spLocks noChangeShapeType="1"/>
            </p:cNvSpPr>
            <p:nvPr/>
          </p:nvSpPr>
          <p:spPr bwMode="auto">
            <a:xfrm>
              <a:off x="76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0" name="Line 8"/>
            <p:cNvSpPr>
              <a:spLocks noChangeShapeType="1"/>
            </p:cNvSpPr>
            <p:nvPr/>
          </p:nvSpPr>
          <p:spPr bwMode="auto">
            <a:xfrm>
              <a:off x="48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1" name="Line 9"/>
            <p:cNvSpPr>
              <a:spLocks noChangeShapeType="1"/>
            </p:cNvSpPr>
            <p:nvPr/>
          </p:nvSpPr>
          <p:spPr bwMode="auto">
            <a:xfrm>
              <a:off x="120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2" name="Line 10"/>
            <p:cNvSpPr>
              <a:spLocks noChangeShapeType="1"/>
            </p:cNvSpPr>
            <p:nvPr/>
          </p:nvSpPr>
          <p:spPr bwMode="auto">
            <a:xfrm>
              <a:off x="120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3" name="Line 11"/>
            <p:cNvSpPr>
              <a:spLocks noChangeShapeType="1"/>
            </p:cNvSpPr>
            <p:nvPr/>
          </p:nvSpPr>
          <p:spPr bwMode="auto">
            <a:xfrm>
              <a:off x="148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4" name="Line 12"/>
            <p:cNvSpPr>
              <a:spLocks noChangeShapeType="1"/>
            </p:cNvSpPr>
            <p:nvPr/>
          </p:nvSpPr>
          <p:spPr bwMode="auto">
            <a:xfrm>
              <a:off x="192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5" name="Line 13"/>
            <p:cNvSpPr>
              <a:spLocks noChangeShapeType="1"/>
            </p:cNvSpPr>
            <p:nvPr/>
          </p:nvSpPr>
          <p:spPr bwMode="auto">
            <a:xfrm>
              <a:off x="192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16" name="Line 14"/>
            <p:cNvSpPr>
              <a:spLocks noChangeShapeType="1"/>
            </p:cNvSpPr>
            <p:nvPr/>
          </p:nvSpPr>
          <p:spPr bwMode="auto">
            <a:xfrm>
              <a:off x="220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0357" name="Group 15"/>
          <p:cNvGrpSpPr/>
          <p:nvPr/>
        </p:nvGrpSpPr>
        <p:grpSpPr bwMode="auto">
          <a:xfrm>
            <a:off x="1042988" y="2565400"/>
            <a:ext cx="3095625" cy="873125"/>
            <a:chOff x="567" y="1706"/>
            <a:chExt cx="2160" cy="815"/>
          </a:xfrm>
        </p:grpSpPr>
        <p:graphicFrame>
          <p:nvGraphicFramePr>
            <p:cNvPr id="100387" name="Object 16"/>
            <p:cNvGraphicFramePr>
              <a:graphicFrameLocks noChangeAspect="1"/>
            </p:cNvGraphicFramePr>
            <p:nvPr/>
          </p:nvGraphicFramePr>
          <p:xfrm>
            <a:off x="1519" y="2160"/>
            <a:ext cx="169" cy="188"/>
          </p:xfrm>
          <a:graphic>
            <a:graphicData uri="http://schemas.openxmlformats.org/presentationml/2006/ole">
              <mc:AlternateContent xmlns:mc="http://schemas.openxmlformats.org/markup-compatibility/2006">
                <mc:Choice xmlns:v="urn:schemas-microsoft-com:vml" Requires="v">
                  <p:oleObj spid="_x0000_s100925" name="公式" r:id="rId1" imgW="127000" imgH="139700" progId="Equation.3">
                    <p:embed/>
                  </p:oleObj>
                </mc:Choice>
                <mc:Fallback>
                  <p:oleObj name="公式" r:id="rId1" imgW="127000" imgH="139700" progId="Equation.3">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 y="2160"/>
                          <a:ext cx="169" cy="1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0388" name="Group 17"/>
            <p:cNvGrpSpPr/>
            <p:nvPr/>
          </p:nvGrpSpPr>
          <p:grpSpPr bwMode="auto">
            <a:xfrm>
              <a:off x="567" y="1706"/>
              <a:ext cx="2160" cy="815"/>
              <a:chOff x="288" y="2496"/>
              <a:chExt cx="2160" cy="815"/>
            </a:xfrm>
          </p:grpSpPr>
          <p:sp>
            <p:nvSpPr>
              <p:cNvPr id="100389" name="Line 18"/>
              <p:cNvSpPr>
                <a:spLocks noChangeShapeType="1"/>
              </p:cNvSpPr>
              <p:nvPr/>
            </p:nvSpPr>
            <p:spPr bwMode="auto">
              <a:xfrm>
                <a:off x="288" y="2832"/>
                <a:ext cx="2160" cy="0"/>
              </a:xfrm>
              <a:prstGeom prst="line">
                <a:avLst/>
              </a:prstGeom>
              <a:noFill/>
              <a:ln w="127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0" name="Line 19"/>
              <p:cNvSpPr>
                <a:spLocks noChangeShapeType="1"/>
              </p:cNvSpPr>
              <p:nvPr/>
            </p:nvSpPr>
            <p:spPr bwMode="auto">
              <a:xfrm>
                <a:off x="480" y="2496"/>
                <a:ext cx="192" cy="0"/>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1" name="Line 20"/>
              <p:cNvSpPr>
                <a:spLocks noChangeShapeType="1"/>
              </p:cNvSpPr>
              <p:nvPr/>
            </p:nvSpPr>
            <p:spPr bwMode="auto">
              <a:xfrm>
                <a:off x="672" y="2496"/>
                <a:ext cx="0" cy="336"/>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2" name="Line 21"/>
              <p:cNvSpPr>
                <a:spLocks noChangeShapeType="1"/>
              </p:cNvSpPr>
              <p:nvPr/>
            </p:nvSpPr>
            <p:spPr bwMode="auto">
              <a:xfrm>
                <a:off x="480" y="2496"/>
                <a:ext cx="0" cy="336"/>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3" name="Line 22"/>
              <p:cNvSpPr>
                <a:spLocks noChangeShapeType="1"/>
              </p:cNvSpPr>
              <p:nvPr/>
            </p:nvSpPr>
            <p:spPr bwMode="auto">
              <a:xfrm>
                <a:off x="2112" y="2496"/>
                <a:ext cx="0" cy="336"/>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4" name="Line 23"/>
              <p:cNvSpPr>
                <a:spLocks noChangeShapeType="1"/>
              </p:cNvSpPr>
              <p:nvPr/>
            </p:nvSpPr>
            <p:spPr bwMode="auto">
              <a:xfrm>
                <a:off x="1920" y="2496"/>
                <a:ext cx="0" cy="336"/>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5" name="Line 24"/>
              <p:cNvSpPr>
                <a:spLocks noChangeShapeType="1"/>
              </p:cNvSpPr>
              <p:nvPr/>
            </p:nvSpPr>
            <p:spPr bwMode="auto">
              <a:xfrm>
                <a:off x="1920" y="2496"/>
                <a:ext cx="192" cy="0"/>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6" name="Line 25"/>
              <p:cNvSpPr>
                <a:spLocks noChangeShapeType="1"/>
              </p:cNvSpPr>
              <p:nvPr/>
            </p:nvSpPr>
            <p:spPr bwMode="auto">
              <a:xfrm flipV="1">
                <a:off x="1200" y="2496"/>
                <a:ext cx="0" cy="336"/>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7" name="Line 26"/>
              <p:cNvSpPr>
                <a:spLocks noChangeShapeType="1"/>
              </p:cNvSpPr>
              <p:nvPr/>
            </p:nvSpPr>
            <p:spPr bwMode="auto">
              <a:xfrm flipV="1">
                <a:off x="1392" y="2496"/>
                <a:ext cx="0" cy="336"/>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8" name="Line 27"/>
              <p:cNvSpPr>
                <a:spLocks noChangeShapeType="1"/>
              </p:cNvSpPr>
              <p:nvPr/>
            </p:nvSpPr>
            <p:spPr bwMode="auto">
              <a:xfrm>
                <a:off x="1200" y="2496"/>
                <a:ext cx="192" cy="0"/>
              </a:xfrm>
              <a:prstGeom prst="line">
                <a:avLst/>
              </a:prstGeom>
              <a:noFill/>
              <a:ln w="381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99" name="Line 28"/>
              <p:cNvSpPr>
                <a:spLocks noChangeShapeType="1"/>
              </p:cNvSpPr>
              <p:nvPr/>
            </p:nvSpPr>
            <p:spPr bwMode="auto">
              <a:xfrm>
                <a:off x="1200" y="2784"/>
                <a:ext cx="0" cy="288"/>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0" name="Line 29"/>
              <p:cNvSpPr>
                <a:spLocks noChangeShapeType="1"/>
              </p:cNvSpPr>
              <p:nvPr/>
            </p:nvSpPr>
            <p:spPr bwMode="auto">
              <a:xfrm>
                <a:off x="1392" y="2832"/>
                <a:ext cx="0" cy="192"/>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1" name="Line 30"/>
              <p:cNvSpPr>
                <a:spLocks noChangeShapeType="1"/>
              </p:cNvSpPr>
              <p:nvPr/>
            </p:nvSpPr>
            <p:spPr bwMode="auto">
              <a:xfrm>
                <a:off x="480" y="2832"/>
                <a:ext cx="0" cy="240"/>
              </a:xfrm>
              <a:prstGeom prst="line">
                <a:avLst/>
              </a:prstGeom>
              <a:noFill/>
              <a:ln w="1270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2" name="Line 31"/>
              <p:cNvSpPr>
                <a:spLocks noChangeShapeType="1"/>
              </p:cNvSpPr>
              <p:nvPr/>
            </p:nvSpPr>
            <p:spPr bwMode="auto">
              <a:xfrm>
                <a:off x="960" y="2976"/>
                <a:ext cx="192" cy="0"/>
              </a:xfrm>
              <a:prstGeom prst="line">
                <a:avLst/>
              </a:prstGeom>
              <a:noFill/>
              <a:ln w="127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3" name="Line 32"/>
              <p:cNvSpPr>
                <a:spLocks noChangeShapeType="1"/>
              </p:cNvSpPr>
              <p:nvPr/>
            </p:nvSpPr>
            <p:spPr bwMode="auto">
              <a:xfrm flipH="1">
                <a:off x="480" y="2976"/>
                <a:ext cx="192" cy="0"/>
              </a:xfrm>
              <a:prstGeom prst="line">
                <a:avLst/>
              </a:prstGeom>
              <a:noFill/>
              <a:ln w="127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404" name="Line 33"/>
              <p:cNvSpPr>
                <a:spLocks noChangeShapeType="1"/>
              </p:cNvSpPr>
              <p:nvPr/>
            </p:nvSpPr>
            <p:spPr bwMode="auto">
              <a:xfrm flipH="1">
                <a:off x="1392" y="2976"/>
                <a:ext cx="288" cy="0"/>
              </a:xfrm>
              <a:prstGeom prst="line">
                <a:avLst/>
              </a:prstGeom>
              <a:noFill/>
              <a:ln w="127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9650" name="Text Box 34"/>
              <p:cNvSpPr txBox="1">
                <a:spLocks noChangeArrowheads="1"/>
              </p:cNvSpPr>
              <p:nvPr/>
            </p:nvSpPr>
            <p:spPr bwMode="auto">
              <a:xfrm>
                <a:off x="672" y="2880"/>
                <a:ext cx="238" cy="431"/>
              </a:xfrm>
              <a:prstGeom prst="rect">
                <a:avLst/>
              </a:prstGeom>
              <a:noFill/>
              <a:ln w="12700">
                <a:noFill/>
                <a:miter lim="800000"/>
              </a:ln>
              <a:effectLst/>
            </p:spPr>
            <p:txBody>
              <a:bodyPr>
                <a:spAutoFit/>
              </a:bodyPr>
              <a:lstStyle>
                <a:lvl1pPr eaLnBrk="0" hangingPunct="0">
                  <a:defRPr sz="2800">
                    <a:solidFill>
                      <a:schemeClr val="tx1"/>
                    </a:solidFill>
                    <a:latin typeface="黑体" panose="02010609060101010101" pitchFamily="49" charset="-122"/>
                    <a:ea typeface="黑体" panose="02010609060101010101" pitchFamily="49" charset="-122"/>
                  </a:defRPr>
                </a:lvl1pPr>
                <a:lvl2pPr marL="742950" indent="-285750" eaLnBrk="0" hangingPunct="0">
                  <a:defRPr sz="2800">
                    <a:solidFill>
                      <a:schemeClr val="tx1"/>
                    </a:solidFill>
                    <a:latin typeface="黑体" panose="02010609060101010101" pitchFamily="49" charset="-122"/>
                    <a:ea typeface="黑体" panose="02010609060101010101" pitchFamily="49" charset="-122"/>
                  </a:defRPr>
                </a:lvl2pPr>
                <a:lvl3pPr marL="1143000" indent="-228600" eaLnBrk="0" hangingPunct="0">
                  <a:defRPr sz="2800">
                    <a:solidFill>
                      <a:schemeClr val="tx1"/>
                    </a:solidFill>
                    <a:latin typeface="黑体" panose="02010609060101010101" pitchFamily="49" charset="-122"/>
                    <a:ea typeface="黑体" panose="02010609060101010101" pitchFamily="49" charset="-122"/>
                  </a:defRPr>
                </a:lvl3pPr>
                <a:lvl4pPr marL="1600200" indent="-228600" eaLnBrk="0" hangingPunct="0">
                  <a:defRPr sz="2800">
                    <a:solidFill>
                      <a:schemeClr val="tx1"/>
                    </a:solidFill>
                    <a:latin typeface="黑体" panose="02010609060101010101" pitchFamily="49" charset="-122"/>
                    <a:ea typeface="黑体" panose="02010609060101010101" pitchFamily="49" charset="-122"/>
                  </a:defRPr>
                </a:lvl4pPr>
                <a:lvl5pPr marL="2057400" indent="-228600" eaLnBrk="0" hangingPunct="0">
                  <a:defRPr sz="2800">
                    <a:solidFill>
                      <a:schemeClr val="tx1"/>
                    </a:solidFill>
                    <a:latin typeface="黑体" panose="02010609060101010101" pitchFamily="49" charset="-122"/>
                    <a:ea typeface="黑体" panose="02010609060101010101" pitchFamily="49" charset="-122"/>
                  </a:defRPr>
                </a:lvl5pPr>
                <a:lvl6pPr marL="2514600" indent="-228600" algn="ctr" eaLnBrk="0" fontAlgn="base" hangingPunct="0">
                  <a:lnSpc>
                    <a:spcPct val="85000"/>
                  </a:lnSpc>
                  <a:spcBef>
                    <a:spcPct val="20000"/>
                  </a:spcBef>
                  <a:spcAft>
                    <a:spcPct val="0"/>
                  </a:spcAft>
                  <a:buClr>
                    <a:schemeClr val="accent2"/>
                  </a:buClr>
                  <a:buFont typeface="Wingdings" panose="05000000000000000000" pitchFamily="2" charset="2"/>
                  <a:defRPr sz="2800">
                    <a:solidFill>
                      <a:schemeClr val="tx1"/>
                    </a:solidFill>
                    <a:latin typeface="黑体" panose="02010609060101010101" pitchFamily="49" charset="-122"/>
                    <a:ea typeface="黑体" panose="02010609060101010101" pitchFamily="49" charset="-122"/>
                  </a:defRPr>
                </a:lvl6pPr>
                <a:lvl7pPr marL="2971800" indent="-228600" algn="ctr" eaLnBrk="0" fontAlgn="base" hangingPunct="0">
                  <a:lnSpc>
                    <a:spcPct val="85000"/>
                  </a:lnSpc>
                  <a:spcBef>
                    <a:spcPct val="20000"/>
                  </a:spcBef>
                  <a:spcAft>
                    <a:spcPct val="0"/>
                  </a:spcAft>
                  <a:buClr>
                    <a:schemeClr val="accent2"/>
                  </a:buClr>
                  <a:buFont typeface="Wingdings" panose="05000000000000000000" pitchFamily="2" charset="2"/>
                  <a:defRPr sz="2800">
                    <a:solidFill>
                      <a:schemeClr val="tx1"/>
                    </a:solidFill>
                    <a:latin typeface="黑体" panose="02010609060101010101" pitchFamily="49" charset="-122"/>
                    <a:ea typeface="黑体" panose="02010609060101010101" pitchFamily="49" charset="-122"/>
                  </a:defRPr>
                </a:lvl7pPr>
                <a:lvl8pPr marL="3429000" indent="-228600" algn="ctr" eaLnBrk="0" fontAlgn="base" hangingPunct="0">
                  <a:lnSpc>
                    <a:spcPct val="85000"/>
                  </a:lnSpc>
                  <a:spcBef>
                    <a:spcPct val="20000"/>
                  </a:spcBef>
                  <a:spcAft>
                    <a:spcPct val="0"/>
                  </a:spcAft>
                  <a:buClr>
                    <a:schemeClr val="accent2"/>
                  </a:buClr>
                  <a:buFont typeface="Wingdings" panose="05000000000000000000" pitchFamily="2" charset="2"/>
                  <a:defRPr sz="2800">
                    <a:solidFill>
                      <a:schemeClr val="tx1"/>
                    </a:solidFill>
                    <a:latin typeface="黑体" panose="02010609060101010101" pitchFamily="49" charset="-122"/>
                    <a:ea typeface="黑体" panose="02010609060101010101" pitchFamily="49" charset="-122"/>
                  </a:defRPr>
                </a:lvl8pPr>
                <a:lvl9pPr marL="3886200" indent="-228600" algn="ctr" eaLnBrk="0" fontAlgn="base" hangingPunct="0">
                  <a:lnSpc>
                    <a:spcPct val="85000"/>
                  </a:lnSpc>
                  <a:spcBef>
                    <a:spcPct val="20000"/>
                  </a:spcBef>
                  <a:spcAft>
                    <a:spcPct val="0"/>
                  </a:spcAft>
                  <a:buClr>
                    <a:schemeClr val="accent2"/>
                  </a:buClr>
                  <a:buFont typeface="Wingdings" panose="05000000000000000000" pitchFamily="2" charset="2"/>
                  <a:defRPr sz="2800">
                    <a:solidFill>
                      <a:schemeClr val="tx1"/>
                    </a:solidFill>
                    <a:latin typeface="黑体" panose="02010609060101010101" pitchFamily="49" charset="-122"/>
                    <a:ea typeface="黑体" panose="02010609060101010101" pitchFamily="49" charset="-122"/>
                  </a:defRPr>
                </a:lvl9pPr>
              </a:lstStyle>
              <a:p>
                <a:pPr>
                  <a:spcBef>
                    <a:spcPct val="50000"/>
                  </a:spcBef>
                  <a:defRPr/>
                </a:pPr>
                <a:r>
                  <a:rPr kumimoji="1" lang="en-US" altLang="zh-CN" sz="2400" b="1">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T</a:t>
                </a:r>
                <a:endParaRPr kumimoji="1" lang="en-US" altLang="zh-CN" sz="2400" b="1">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grpSp>
      </p:grpSp>
      <p:grpSp>
        <p:nvGrpSpPr>
          <p:cNvPr id="100358" name="Group 35"/>
          <p:cNvGrpSpPr/>
          <p:nvPr/>
        </p:nvGrpSpPr>
        <p:grpSpPr bwMode="auto">
          <a:xfrm>
            <a:off x="5364163" y="1052513"/>
            <a:ext cx="3352800" cy="1157287"/>
            <a:chOff x="3360" y="1536"/>
            <a:chExt cx="2112" cy="729"/>
          </a:xfrm>
        </p:grpSpPr>
        <p:sp>
          <p:nvSpPr>
            <p:cNvPr id="100374" name="Line 36"/>
            <p:cNvSpPr>
              <a:spLocks noChangeShapeType="1"/>
            </p:cNvSpPr>
            <p:nvPr/>
          </p:nvSpPr>
          <p:spPr bwMode="auto">
            <a:xfrm>
              <a:off x="3360" y="2064"/>
              <a:ext cx="2112"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5" name="Line 37"/>
            <p:cNvSpPr>
              <a:spLocks noChangeShapeType="1"/>
            </p:cNvSpPr>
            <p:nvPr/>
          </p:nvSpPr>
          <p:spPr bwMode="auto">
            <a:xfrm flipV="1">
              <a:off x="3552" y="1536"/>
              <a:ext cx="0" cy="72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6" name="Freeform 38"/>
            <p:cNvSpPr/>
            <p:nvPr/>
          </p:nvSpPr>
          <p:spPr bwMode="auto">
            <a:xfrm>
              <a:off x="3552" y="1632"/>
              <a:ext cx="1920" cy="576"/>
            </a:xfrm>
            <a:custGeom>
              <a:avLst/>
              <a:gdLst>
                <a:gd name="T0" fmla="*/ 0 w 1824"/>
                <a:gd name="T1" fmla="*/ 0 h 576"/>
                <a:gd name="T2" fmla="*/ 636 w 1824"/>
                <a:gd name="T3" fmla="*/ 96 h 576"/>
                <a:gd name="T4" fmla="*/ 1014 w 1824"/>
                <a:gd name="T5" fmla="*/ 288 h 576"/>
                <a:gd name="T6" fmla="*/ 1145 w 1824"/>
                <a:gd name="T7" fmla="*/ 384 h 576"/>
                <a:gd name="T8" fmla="*/ 1398 w 1824"/>
                <a:gd name="T9" fmla="*/ 480 h 576"/>
                <a:gd name="T10" fmla="*/ 2037 w 1824"/>
                <a:gd name="T11" fmla="*/ 576 h 576"/>
                <a:gd name="T12" fmla="*/ 2673 w 1824"/>
                <a:gd name="T13" fmla="*/ 480 h 576"/>
                <a:gd name="T14" fmla="*/ 3178 w 1824"/>
                <a:gd name="T15" fmla="*/ 384 h 576"/>
                <a:gd name="T16" fmla="*/ 3816 w 1824"/>
                <a:gd name="T17" fmla="*/ 288 h 576"/>
                <a:gd name="T18" fmla="*/ 4069 w 1824"/>
                <a:gd name="T19" fmla="*/ 288 h 576"/>
                <a:gd name="T20" fmla="*/ 4834 w 1824"/>
                <a:gd name="T21" fmla="*/ 432 h 5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24"/>
                <a:gd name="T34" fmla="*/ 0 h 576"/>
                <a:gd name="T35" fmla="*/ 1824 w 1824"/>
                <a:gd name="T36" fmla="*/ 576 h 5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24" h="576">
                  <a:moveTo>
                    <a:pt x="0" y="0"/>
                  </a:moveTo>
                  <a:cubicBezTo>
                    <a:pt x="88" y="24"/>
                    <a:pt x="176" y="48"/>
                    <a:pt x="240" y="96"/>
                  </a:cubicBezTo>
                  <a:cubicBezTo>
                    <a:pt x="304" y="144"/>
                    <a:pt x="352" y="240"/>
                    <a:pt x="384" y="288"/>
                  </a:cubicBezTo>
                  <a:cubicBezTo>
                    <a:pt x="416" y="336"/>
                    <a:pt x="408" y="352"/>
                    <a:pt x="432" y="384"/>
                  </a:cubicBezTo>
                  <a:cubicBezTo>
                    <a:pt x="456" y="416"/>
                    <a:pt x="472" y="448"/>
                    <a:pt x="528" y="480"/>
                  </a:cubicBezTo>
                  <a:cubicBezTo>
                    <a:pt x="584" y="512"/>
                    <a:pt x="688" y="576"/>
                    <a:pt x="768" y="576"/>
                  </a:cubicBezTo>
                  <a:cubicBezTo>
                    <a:pt x="848" y="576"/>
                    <a:pt x="936" y="512"/>
                    <a:pt x="1008" y="480"/>
                  </a:cubicBezTo>
                  <a:cubicBezTo>
                    <a:pt x="1080" y="448"/>
                    <a:pt x="1128" y="416"/>
                    <a:pt x="1200" y="384"/>
                  </a:cubicBezTo>
                  <a:cubicBezTo>
                    <a:pt x="1272" y="352"/>
                    <a:pt x="1384" y="304"/>
                    <a:pt x="1440" y="288"/>
                  </a:cubicBezTo>
                  <a:cubicBezTo>
                    <a:pt x="1496" y="272"/>
                    <a:pt x="1472" y="264"/>
                    <a:pt x="1536" y="288"/>
                  </a:cubicBezTo>
                  <a:cubicBezTo>
                    <a:pt x="1600" y="312"/>
                    <a:pt x="1776" y="416"/>
                    <a:pt x="1824" y="432"/>
                  </a:cubicBezTo>
                </a:path>
              </a:pathLst>
            </a:custGeom>
            <a:noFill/>
            <a:ln w="12700" cap="rnd">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0377" name="Line 39"/>
            <p:cNvSpPr>
              <a:spLocks noChangeShapeType="1"/>
            </p:cNvSpPr>
            <p:nvPr/>
          </p:nvSpPr>
          <p:spPr bwMode="auto">
            <a:xfrm>
              <a:off x="3552" y="1632"/>
              <a:ext cx="0" cy="432"/>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8" name="Line 40"/>
            <p:cNvSpPr>
              <a:spLocks noChangeShapeType="1"/>
            </p:cNvSpPr>
            <p:nvPr/>
          </p:nvSpPr>
          <p:spPr bwMode="auto">
            <a:xfrm>
              <a:off x="3744" y="1728"/>
              <a:ext cx="0" cy="336"/>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9" name="Line 41"/>
            <p:cNvSpPr>
              <a:spLocks noChangeShapeType="1"/>
            </p:cNvSpPr>
            <p:nvPr/>
          </p:nvSpPr>
          <p:spPr bwMode="auto">
            <a:xfrm>
              <a:off x="3936" y="1920"/>
              <a:ext cx="0" cy="144"/>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0" name="Line 42"/>
            <p:cNvSpPr>
              <a:spLocks noChangeShapeType="1"/>
            </p:cNvSpPr>
            <p:nvPr/>
          </p:nvSpPr>
          <p:spPr bwMode="auto">
            <a:xfrm>
              <a:off x="4332" y="2069"/>
              <a:ext cx="0" cy="144"/>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1" name="Line 43"/>
            <p:cNvSpPr>
              <a:spLocks noChangeShapeType="1"/>
            </p:cNvSpPr>
            <p:nvPr/>
          </p:nvSpPr>
          <p:spPr bwMode="auto">
            <a:xfrm>
              <a:off x="4572" y="2050"/>
              <a:ext cx="0" cy="93"/>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82" name="Line 44"/>
            <p:cNvSpPr>
              <a:spLocks noChangeShapeType="1"/>
            </p:cNvSpPr>
            <p:nvPr/>
          </p:nvSpPr>
          <p:spPr bwMode="auto">
            <a:xfrm>
              <a:off x="4848" y="1968"/>
              <a:ext cx="0" cy="96"/>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0383" name="Object 45"/>
            <p:cNvGraphicFramePr>
              <a:graphicFrameLocks noChangeAspect="1"/>
            </p:cNvGraphicFramePr>
            <p:nvPr/>
          </p:nvGraphicFramePr>
          <p:xfrm>
            <a:off x="3976" y="1662"/>
            <a:ext cx="344" cy="421"/>
          </p:xfrm>
          <a:graphic>
            <a:graphicData uri="http://schemas.openxmlformats.org/presentationml/2006/ole">
              <mc:AlternateContent xmlns:mc="http://schemas.openxmlformats.org/markup-compatibility/2006">
                <mc:Choice xmlns:v="urn:schemas-microsoft-com:vml" Requires="v">
                  <p:oleObj spid="_x0000_s100926" name="公式" r:id="rId3" imgW="254000" imgH="431800" progId="Equation.3">
                    <p:embed/>
                  </p:oleObj>
                </mc:Choice>
                <mc:Fallback>
                  <p:oleObj name="公式" r:id="rId3" imgW="254000" imgH="431800" progId="Equation.3">
                    <p:embed/>
                    <p:pic>
                      <p:nvPicPr>
                        <p:cNvPr id="0" name="Object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6" y="1662"/>
                          <a:ext cx="344"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84" name="Object 46"/>
            <p:cNvGraphicFramePr>
              <a:graphicFrameLocks noChangeAspect="1"/>
            </p:cNvGraphicFramePr>
            <p:nvPr/>
          </p:nvGraphicFramePr>
          <p:xfrm>
            <a:off x="3504" y="2064"/>
            <a:ext cx="288" cy="201"/>
          </p:xfrm>
          <a:graphic>
            <a:graphicData uri="http://schemas.openxmlformats.org/presentationml/2006/ole">
              <mc:AlternateContent xmlns:mc="http://schemas.openxmlformats.org/markup-compatibility/2006">
                <mc:Choice xmlns:v="urn:schemas-microsoft-com:vml" Requires="v">
                  <p:oleObj spid="_x0000_s100927" name="公式" r:id="rId5" imgW="253365" imgH="177800" progId="Equation.3">
                    <p:embed/>
                  </p:oleObj>
                </mc:Choice>
                <mc:Fallback>
                  <p:oleObj name="公式" r:id="rId5" imgW="253365" imgH="177800" progId="Equation.3">
                    <p:embed/>
                    <p:pic>
                      <p:nvPicPr>
                        <p:cNvPr id="0"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4" y="2064"/>
                          <a:ext cx="288" cy="20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85" name="Object 47"/>
            <p:cNvGraphicFramePr>
              <a:graphicFrameLocks noChangeAspect="1"/>
            </p:cNvGraphicFramePr>
            <p:nvPr/>
          </p:nvGraphicFramePr>
          <p:xfrm>
            <a:off x="3552" y="1776"/>
            <a:ext cx="213" cy="259"/>
          </p:xfrm>
          <a:graphic>
            <a:graphicData uri="http://schemas.openxmlformats.org/presentationml/2006/ole">
              <mc:AlternateContent xmlns:mc="http://schemas.openxmlformats.org/markup-compatibility/2006">
                <mc:Choice xmlns:v="urn:schemas-microsoft-com:vml" Requires="v">
                  <p:oleObj spid="_x0000_s100928" name="公式" r:id="rId7" imgW="177800" imgH="215900" progId="Equation.3">
                    <p:embed/>
                  </p:oleObj>
                </mc:Choice>
                <mc:Fallback>
                  <p:oleObj name="公式" r:id="rId7" imgW="177800" imgH="215900" progId="Equation.3">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2" y="1776"/>
                          <a:ext cx="213"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86" name="Line 48"/>
            <p:cNvSpPr>
              <a:spLocks noChangeShapeType="1"/>
            </p:cNvSpPr>
            <p:nvPr/>
          </p:nvSpPr>
          <p:spPr bwMode="auto">
            <a:xfrm>
              <a:off x="4150" y="2069"/>
              <a:ext cx="0" cy="93"/>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0359" name="Group 49"/>
          <p:cNvGrpSpPr/>
          <p:nvPr/>
        </p:nvGrpSpPr>
        <p:grpSpPr bwMode="auto">
          <a:xfrm>
            <a:off x="5292725" y="2349500"/>
            <a:ext cx="3417888" cy="842963"/>
            <a:chOff x="3358" y="1933"/>
            <a:chExt cx="2153" cy="531"/>
          </a:xfrm>
        </p:grpSpPr>
        <p:sp>
          <p:nvSpPr>
            <p:cNvPr id="100364" name="Line 50"/>
            <p:cNvSpPr>
              <a:spLocks noChangeShapeType="1"/>
            </p:cNvSpPr>
            <p:nvPr/>
          </p:nvSpPr>
          <p:spPr bwMode="auto">
            <a:xfrm>
              <a:off x="3358" y="2375"/>
              <a:ext cx="2064" cy="0"/>
            </a:xfrm>
            <a:prstGeom prst="line">
              <a:avLst/>
            </a:prstGeom>
            <a:noFill/>
            <a:ln w="127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5" name="Freeform 51"/>
            <p:cNvSpPr/>
            <p:nvPr/>
          </p:nvSpPr>
          <p:spPr bwMode="auto">
            <a:xfrm rot="-137870">
              <a:off x="3557" y="2024"/>
              <a:ext cx="1954" cy="363"/>
            </a:xfrm>
            <a:custGeom>
              <a:avLst/>
              <a:gdLst>
                <a:gd name="T0" fmla="*/ 0 w 1920"/>
                <a:gd name="T1" fmla="*/ 0 h 600"/>
                <a:gd name="T2" fmla="*/ 468 w 1920"/>
                <a:gd name="T3" fmla="*/ 1 h 600"/>
                <a:gd name="T4" fmla="*/ 805 w 1920"/>
                <a:gd name="T5" fmla="*/ 1 h 600"/>
                <a:gd name="T6" fmla="*/ 1073 w 1920"/>
                <a:gd name="T7" fmla="*/ 1 h 600"/>
                <a:gd name="T8" fmla="*/ 1273 w 1920"/>
                <a:gd name="T9" fmla="*/ 1 h 600"/>
                <a:gd name="T10" fmla="*/ 1741 w 1920"/>
                <a:gd name="T11" fmla="*/ 1 h 600"/>
                <a:gd name="T12" fmla="*/ 2009 w 1920"/>
                <a:gd name="T13" fmla="*/ 1 h 600"/>
                <a:gd name="T14" fmla="*/ 2344 w 1920"/>
                <a:gd name="T15" fmla="*/ 1 h 600"/>
                <a:gd name="T16" fmla="*/ 2680 w 1920"/>
                <a:gd name="T17" fmla="*/ 1 h 6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20"/>
                <a:gd name="T28" fmla="*/ 0 h 600"/>
                <a:gd name="T29" fmla="*/ 1920 w 1920"/>
                <a:gd name="T30" fmla="*/ 600 h 6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20" h="600">
                  <a:moveTo>
                    <a:pt x="0" y="0"/>
                  </a:moveTo>
                  <a:cubicBezTo>
                    <a:pt x="120" y="12"/>
                    <a:pt x="240" y="24"/>
                    <a:pt x="336" y="48"/>
                  </a:cubicBezTo>
                  <a:cubicBezTo>
                    <a:pt x="432" y="72"/>
                    <a:pt x="504" y="104"/>
                    <a:pt x="576" y="144"/>
                  </a:cubicBezTo>
                  <a:cubicBezTo>
                    <a:pt x="648" y="184"/>
                    <a:pt x="712" y="240"/>
                    <a:pt x="768" y="288"/>
                  </a:cubicBezTo>
                  <a:cubicBezTo>
                    <a:pt x="824" y="336"/>
                    <a:pt x="832" y="384"/>
                    <a:pt x="912" y="432"/>
                  </a:cubicBezTo>
                  <a:cubicBezTo>
                    <a:pt x="992" y="480"/>
                    <a:pt x="1160" y="552"/>
                    <a:pt x="1248" y="576"/>
                  </a:cubicBezTo>
                  <a:cubicBezTo>
                    <a:pt x="1336" y="600"/>
                    <a:pt x="1368" y="576"/>
                    <a:pt x="1440" y="576"/>
                  </a:cubicBezTo>
                  <a:cubicBezTo>
                    <a:pt x="1512" y="576"/>
                    <a:pt x="1600" y="600"/>
                    <a:pt x="1680" y="576"/>
                  </a:cubicBezTo>
                  <a:cubicBezTo>
                    <a:pt x="1760" y="552"/>
                    <a:pt x="1880" y="456"/>
                    <a:pt x="1920" y="432"/>
                  </a:cubicBezTo>
                </a:path>
              </a:pathLst>
            </a:custGeom>
            <a:noFill/>
            <a:ln w="12700" cap="rnd">
              <a:solidFill>
                <a:srgbClr val="FF0066"/>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0366" name="Line 52"/>
            <p:cNvSpPr>
              <a:spLocks noChangeShapeType="1"/>
            </p:cNvSpPr>
            <p:nvPr/>
          </p:nvSpPr>
          <p:spPr bwMode="auto">
            <a:xfrm flipV="1">
              <a:off x="3561" y="2069"/>
              <a:ext cx="0" cy="341"/>
            </a:xfrm>
            <a:prstGeom prst="line">
              <a:avLst/>
            </a:prstGeom>
            <a:noFill/>
            <a:ln w="5715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7" name="Line 53"/>
            <p:cNvSpPr>
              <a:spLocks noChangeShapeType="1"/>
            </p:cNvSpPr>
            <p:nvPr/>
          </p:nvSpPr>
          <p:spPr bwMode="auto">
            <a:xfrm flipV="1">
              <a:off x="3788" y="2115"/>
              <a:ext cx="0" cy="260"/>
            </a:xfrm>
            <a:prstGeom prst="line">
              <a:avLst/>
            </a:prstGeom>
            <a:noFill/>
            <a:ln w="5715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8" name="Line 54"/>
            <p:cNvSpPr>
              <a:spLocks noChangeShapeType="1"/>
            </p:cNvSpPr>
            <p:nvPr/>
          </p:nvSpPr>
          <p:spPr bwMode="auto">
            <a:xfrm flipV="1">
              <a:off x="4015" y="2160"/>
              <a:ext cx="0" cy="215"/>
            </a:xfrm>
            <a:prstGeom prst="line">
              <a:avLst/>
            </a:prstGeom>
            <a:noFill/>
            <a:ln w="5715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69" name="Line 55"/>
            <p:cNvSpPr>
              <a:spLocks noChangeShapeType="1"/>
            </p:cNvSpPr>
            <p:nvPr/>
          </p:nvSpPr>
          <p:spPr bwMode="auto">
            <a:xfrm flipV="1">
              <a:off x="4196" y="2205"/>
              <a:ext cx="0" cy="170"/>
            </a:xfrm>
            <a:prstGeom prst="line">
              <a:avLst/>
            </a:prstGeom>
            <a:noFill/>
            <a:ln w="5715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0" name="Line 56"/>
            <p:cNvSpPr>
              <a:spLocks noChangeShapeType="1"/>
            </p:cNvSpPr>
            <p:nvPr/>
          </p:nvSpPr>
          <p:spPr bwMode="auto">
            <a:xfrm flipH="1" flipV="1">
              <a:off x="4378" y="2251"/>
              <a:ext cx="0" cy="135"/>
            </a:xfrm>
            <a:prstGeom prst="line">
              <a:avLst/>
            </a:prstGeom>
            <a:noFill/>
            <a:ln w="5715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371" name="Line 57"/>
            <p:cNvSpPr>
              <a:spLocks noChangeShapeType="1"/>
            </p:cNvSpPr>
            <p:nvPr/>
          </p:nvSpPr>
          <p:spPr bwMode="auto">
            <a:xfrm>
              <a:off x="4865" y="2368"/>
              <a:ext cx="0" cy="96"/>
            </a:xfrm>
            <a:prstGeom prst="line">
              <a:avLst/>
            </a:prstGeom>
            <a:noFill/>
            <a:ln w="5715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0372" name="Object 58"/>
            <p:cNvGraphicFramePr>
              <a:graphicFrameLocks noChangeAspect="1"/>
            </p:cNvGraphicFramePr>
            <p:nvPr/>
          </p:nvGraphicFramePr>
          <p:xfrm>
            <a:off x="4649" y="1933"/>
            <a:ext cx="344" cy="421"/>
          </p:xfrm>
          <a:graphic>
            <a:graphicData uri="http://schemas.openxmlformats.org/presentationml/2006/ole">
              <mc:AlternateContent xmlns:mc="http://schemas.openxmlformats.org/markup-compatibility/2006">
                <mc:Choice xmlns:v="urn:schemas-microsoft-com:vml" Requires="v">
                  <p:oleObj spid="_x0000_s100929" name="公式" r:id="rId9" imgW="254000" imgH="431800" progId="Equation.3">
                    <p:embed/>
                  </p:oleObj>
                </mc:Choice>
                <mc:Fallback>
                  <p:oleObj name="公式" r:id="rId9" imgW="254000" imgH="431800" progId="Equation.3">
                    <p:embed/>
                    <p:pic>
                      <p:nvPicPr>
                        <p:cNvPr id="0" name="Object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9" y="1933"/>
                          <a:ext cx="344" cy="42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73" name="Line 59"/>
            <p:cNvSpPr>
              <a:spLocks noChangeShapeType="1"/>
            </p:cNvSpPr>
            <p:nvPr/>
          </p:nvSpPr>
          <p:spPr bwMode="auto">
            <a:xfrm flipH="1" flipV="1">
              <a:off x="4559" y="2296"/>
              <a:ext cx="0" cy="86"/>
            </a:xfrm>
            <a:prstGeom prst="line">
              <a:avLst/>
            </a:prstGeom>
            <a:noFill/>
            <a:ln w="57150">
              <a:solidFill>
                <a:srgbClr val="FF0066"/>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0360" name="Rectangle 60"/>
          <p:cNvSpPr>
            <a:spLocks noChangeArrowheads="1"/>
          </p:cNvSpPr>
          <p:nvPr/>
        </p:nvSpPr>
        <p:spPr bwMode="auto">
          <a:xfrm>
            <a:off x="539750" y="0"/>
            <a:ext cx="4968875" cy="62071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24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讨论波形变化对频谱结构的影响</a:t>
            </a:r>
            <a:endParaRPr lang="en-US" altLang="zh-CN" sz="24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39677" name="Object 61"/>
          <p:cNvGraphicFramePr>
            <a:graphicFrameLocks noChangeAspect="1"/>
          </p:cNvGraphicFramePr>
          <p:nvPr/>
        </p:nvGraphicFramePr>
        <p:xfrm>
          <a:off x="928688" y="3727133"/>
          <a:ext cx="7664450" cy="1603375"/>
        </p:xfrm>
        <a:graphic>
          <a:graphicData uri="http://schemas.openxmlformats.org/presentationml/2006/ole">
            <mc:AlternateContent xmlns:mc="http://schemas.openxmlformats.org/markup-compatibility/2006">
              <mc:Choice xmlns:v="urn:schemas-microsoft-com:vml" Requires="v">
                <p:oleObj spid="_x0000_s100930" name="Equation" r:id="rId11" imgW="3175000" imgH="698500" progId="Equation.DSMT4">
                  <p:embed/>
                </p:oleObj>
              </mc:Choice>
              <mc:Fallback>
                <p:oleObj name="Equation" r:id="rId11" imgW="3175000" imgH="698500" progId="Equation.DSMT4">
                  <p:embed/>
                  <p:pic>
                    <p:nvPicPr>
                      <p:cNvPr id="0" name="Object 6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8688" y="3727133"/>
                        <a:ext cx="7664450" cy="1603375"/>
                      </a:xfrm>
                      <a:prstGeom prst="rect">
                        <a:avLst/>
                      </a:prstGeom>
                      <a:solidFill>
                        <a:schemeClr val="bg1"/>
                      </a:solidFill>
                      <a:ln w="12700">
                        <a:solidFill>
                          <a:srgbClr val="000000"/>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100362" name="Object 62"/>
          <p:cNvGraphicFramePr>
            <a:graphicFrameLocks noChangeAspect="1"/>
          </p:cNvGraphicFramePr>
          <p:nvPr/>
        </p:nvGraphicFramePr>
        <p:xfrm>
          <a:off x="5435600" y="188913"/>
          <a:ext cx="3529013" cy="647700"/>
        </p:xfrm>
        <a:graphic>
          <a:graphicData uri="http://schemas.openxmlformats.org/presentationml/2006/ole">
            <mc:AlternateContent xmlns:mc="http://schemas.openxmlformats.org/markup-compatibility/2006">
              <mc:Choice xmlns:v="urn:schemas-microsoft-com:vml" Requires="v">
                <p:oleObj spid="_x0000_s100931" name="公式" r:id="rId13" imgW="1625600" imgH="431800" progId="Equation.3">
                  <p:embed/>
                </p:oleObj>
              </mc:Choice>
              <mc:Fallback>
                <p:oleObj name="公式" r:id="rId13" imgW="1625600" imgH="431800" progId="Equation.3">
                  <p:embed/>
                  <p:pic>
                    <p:nvPicPr>
                      <p:cNvPr id="0" name="Object 6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35600" y="188913"/>
                        <a:ext cx="3529013" cy="647700"/>
                      </a:xfrm>
                      <a:prstGeom prst="rect">
                        <a:avLst/>
                      </a:prstGeom>
                      <a:solidFill>
                        <a:schemeClr val="bg1"/>
                      </a:solidFill>
                      <a:ln w="12700">
                        <a:solidFill>
                          <a:srgbClr val="000000"/>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39679" name="Object 63"/>
          <p:cNvGraphicFramePr>
            <a:graphicFrameLocks noChangeAspect="1"/>
          </p:cNvGraphicFramePr>
          <p:nvPr/>
        </p:nvGraphicFramePr>
        <p:xfrm>
          <a:off x="971550" y="5668328"/>
          <a:ext cx="7578725" cy="1117600"/>
        </p:xfrm>
        <a:graphic>
          <a:graphicData uri="http://schemas.openxmlformats.org/presentationml/2006/ole">
            <mc:AlternateContent xmlns:mc="http://schemas.openxmlformats.org/markup-compatibility/2006">
              <mc:Choice xmlns:v="urn:schemas-microsoft-com:vml" Requires="v">
                <p:oleObj spid="_x0000_s100932" name="公式" r:id="rId15" imgW="3035300" imgH="457200" progId="Equation.3">
                  <p:embed/>
                </p:oleObj>
              </mc:Choice>
              <mc:Fallback>
                <p:oleObj name="公式" r:id="rId15" imgW="3035300" imgH="457200" progId="Equation.3">
                  <p:embed/>
                  <p:pic>
                    <p:nvPicPr>
                      <p:cNvPr id="0" name="Object 6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1550" y="5668328"/>
                        <a:ext cx="7578725" cy="1117600"/>
                      </a:xfrm>
                      <a:prstGeom prst="rect">
                        <a:avLst/>
                      </a:prstGeom>
                      <a:solidFill>
                        <a:schemeClr val="bg1"/>
                      </a:solidFill>
                      <a:ln w="12700">
                        <a:solidFill>
                          <a:srgbClr val="000000"/>
                        </a:solidFill>
                        <a:miter lim="800000"/>
                        <a:headEnd/>
                        <a:tailEnd/>
                      </a:ln>
                      <a:effectLst>
                        <a:outerShdw dist="35921" dir="2700000" algn="ctr" rotWithShape="0">
                          <a:srgbClr val="808080"/>
                        </a:outerShdw>
                      </a:effectLst>
                    </p:spPr>
                  </p:pic>
                </p:oleObj>
              </mc:Fallback>
            </mc:AlternateContent>
          </a:graphicData>
        </a:graphic>
      </p:graphicFrame>
    </p:spTree>
    <p:custDataLst>
      <p:tags r:id="rId17"/>
    </p:custDataLst>
  </p:cSld>
  <p:clrMapOvr>
    <a:masterClrMapping/>
  </p:clrMapOvr>
  <p:transition advTm="942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39677"/>
                                        </p:tgtEl>
                                        <p:attrNameLst>
                                          <p:attrName>style.visibility</p:attrName>
                                        </p:attrNameLst>
                                      </p:cBhvr>
                                      <p:to>
                                        <p:strVal val="visible"/>
                                      </p:to>
                                    </p:set>
                                    <p:animEffect transition="in" filter="checkerboard(across)">
                                      <p:cBhvr>
                                        <p:cTn id="7" dur="500"/>
                                        <p:tgtEl>
                                          <p:spTgt spid="23967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39679"/>
                                        </p:tgtEl>
                                        <p:attrNameLst>
                                          <p:attrName>style.visibility</p:attrName>
                                        </p:attrNameLst>
                                      </p:cBhvr>
                                      <p:to>
                                        <p:strVal val="visible"/>
                                      </p:to>
                                    </p:set>
                                    <p:animEffect transition="in" filter="checkerboard(across)">
                                      <p:cBhvr>
                                        <p:cTn id="12" dur="500"/>
                                        <p:tgtEl>
                                          <p:spTgt spid="239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日期占位符 3"/>
          <p:cNvSpPr>
            <a:spLocks noGrp="1"/>
          </p:cNvSpPr>
          <p:nvPr>
            <p:ph type="dt" sz="quarter" idx="10"/>
          </p:nvPr>
        </p:nvSpPr>
        <p:spPr/>
        <p:txBody>
          <a:bodyPr/>
          <a:lstStyle/>
          <a:p>
            <a:pPr>
              <a:defRPr/>
            </a:pPr>
            <a:fld id="{330492ED-D3BB-425B-99DF-4B1984F1B301}" type="datetime1">
              <a:rPr lang="zh-CN" altLang="en-US"/>
            </a:fld>
            <a:endParaRPr lang="zh-CN" altLang="en-US"/>
          </a:p>
        </p:txBody>
      </p:sp>
      <p:sp>
        <p:nvSpPr>
          <p:cNvPr id="101379" name="Rectangle 2"/>
          <p:cNvSpPr>
            <a:spLocks noChangeArrowheads="1"/>
          </p:cNvSpPr>
          <p:nvPr/>
        </p:nvSpPr>
        <p:spPr bwMode="auto">
          <a:xfrm>
            <a:off x="611188" y="1052513"/>
            <a:ext cx="58261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r>
              <a:rPr lang="zh-CN" altLang="en-US" b="1">
                <a:latin typeface="Times New Roman" panose="02020603050405020304" pitchFamily="18" charset="0"/>
                <a:cs typeface="Times New Roman" panose="02020603050405020304" pitchFamily="18" charset="0"/>
              </a:rPr>
              <a:t>若</a:t>
            </a:r>
            <a:r>
              <a:rPr lang="en-US" altLang="zh-CN" b="1">
                <a:latin typeface="Times New Roman" panose="02020603050405020304" pitchFamily="18" charset="0"/>
                <a:cs typeface="Times New Roman" panose="02020603050405020304" pitchFamily="18" charset="0"/>
              </a:rPr>
              <a:t>τ</a:t>
            </a:r>
            <a:r>
              <a:rPr lang="zh-CN" altLang="en-US" b="1">
                <a:latin typeface="Times New Roman" panose="02020603050405020304" pitchFamily="18" charset="0"/>
                <a:cs typeface="Times New Roman" panose="02020603050405020304" pitchFamily="18" charset="0"/>
              </a:rPr>
              <a:t>不变，在改变</a:t>
            </a:r>
            <a:r>
              <a:rPr lang="en-US" altLang="zh-CN" b="1">
                <a:latin typeface="Times New Roman" panose="02020603050405020304" pitchFamily="18" charset="0"/>
                <a:cs typeface="Times New Roman" panose="02020603050405020304" pitchFamily="18" charset="0"/>
              </a:rPr>
              <a:t>T</a:t>
            </a:r>
            <a:r>
              <a:rPr lang="zh-CN" altLang="en-US" b="1">
                <a:latin typeface="Times New Roman" panose="02020603050405020304" pitchFamily="18" charset="0"/>
                <a:cs typeface="Times New Roman" panose="02020603050405020304" pitchFamily="18" charset="0"/>
              </a:rPr>
              <a:t>时的情况</a:t>
            </a:r>
            <a:endParaRPr lang="zh-CN" altLang="en-US" b="1">
              <a:latin typeface="Times New Roman" panose="02020603050405020304" pitchFamily="18" charset="0"/>
              <a:cs typeface="Times New Roman" panose="02020603050405020304" pitchFamily="18" charset="0"/>
            </a:endParaRPr>
          </a:p>
        </p:txBody>
      </p:sp>
      <p:grpSp>
        <p:nvGrpSpPr>
          <p:cNvPr id="101380" name="Group 3"/>
          <p:cNvGrpSpPr/>
          <p:nvPr/>
        </p:nvGrpSpPr>
        <p:grpSpPr bwMode="auto">
          <a:xfrm>
            <a:off x="5292725" y="2636838"/>
            <a:ext cx="3352800" cy="1752600"/>
            <a:chOff x="3312" y="2928"/>
            <a:chExt cx="2112" cy="1104"/>
          </a:xfrm>
        </p:grpSpPr>
        <p:sp>
          <p:nvSpPr>
            <p:cNvPr id="101420" name="Line 4"/>
            <p:cNvSpPr>
              <a:spLocks noChangeShapeType="1"/>
            </p:cNvSpPr>
            <p:nvPr/>
          </p:nvSpPr>
          <p:spPr bwMode="auto">
            <a:xfrm flipV="1">
              <a:off x="3504" y="3216"/>
              <a:ext cx="0" cy="816"/>
            </a:xfrm>
            <a:prstGeom prst="line">
              <a:avLst/>
            </a:prstGeom>
            <a:noFill/>
            <a:ln w="12700">
              <a:solidFill>
                <a:srgbClr val="FF99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1" name="Line 5"/>
            <p:cNvSpPr>
              <a:spLocks noChangeShapeType="1"/>
            </p:cNvSpPr>
            <p:nvPr/>
          </p:nvSpPr>
          <p:spPr bwMode="auto">
            <a:xfrm>
              <a:off x="4032" y="2928"/>
              <a:ext cx="0" cy="816"/>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2" name="Line 6"/>
            <p:cNvSpPr>
              <a:spLocks noChangeShapeType="1"/>
            </p:cNvSpPr>
            <p:nvPr/>
          </p:nvSpPr>
          <p:spPr bwMode="auto">
            <a:xfrm>
              <a:off x="4656" y="2928"/>
              <a:ext cx="0" cy="864"/>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1423" name="Group 7"/>
            <p:cNvGrpSpPr/>
            <p:nvPr/>
          </p:nvGrpSpPr>
          <p:grpSpPr bwMode="auto">
            <a:xfrm>
              <a:off x="3312" y="3312"/>
              <a:ext cx="2112" cy="576"/>
              <a:chOff x="3312" y="3312"/>
              <a:chExt cx="2112" cy="576"/>
            </a:xfrm>
          </p:grpSpPr>
          <p:sp>
            <p:nvSpPr>
              <p:cNvPr id="101424" name="Line 8"/>
              <p:cNvSpPr>
                <a:spLocks noChangeShapeType="1"/>
              </p:cNvSpPr>
              <p:nvPr/>
            </p:nvSpPr>
            <p:spPr bwMode="auto">
              <a:xfrm>
                <a:off x="3312" y="3744"/>
                <a:ext cx="2112" cy="0"/>
              </a:xfrm>
              <a:prstGeom prst="line">
                <a:avLst/>
              </a:prstGeom>
              <a:noFill/>
              <a:ln w="12700">
                <a:solidFill>
                  <a:srgbClr val="FF99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5" name="Freeform 9"/>
              <p:cNvSpPr/>
              <p:nvPr/>
            </p:nvSpPr>
            <p:spPr bwMode="auto">
              <a:xfrm>
                <a:off x="3552" y="3312"/>
                <a:ext cx="1824" cy="576"/>
              </a:xfrm>
              <a:custGeom>
                <a:avLst/>
                <a:gdLst>
                  <a:gd name="T0" fmla="*/ 0 w 1824"/>
                  <a:gd name="T1" fmla="*/ 0 h 576"/>
                  <a:gd name="T2" fmla="*/ 240 w 1824"/>
                  <a:gd name="T3" fmla="*/ 96 h 576"/>
                  <a:gd name="T4" fmla="*/ 384 w 1824"/>
                  <a:gd name="T5" fmla="*/ 288 h 576"/>
                  <a:gd name="T6" fmla="*/ 432 w 1824"/>
                  <a:gd name="T7" fmla="*/ 384 h 576"/>
                  <a:gd name="T8" fmla="*/ 528 w 1824"/>
                  <a:gd name="T9" fmla="*/ 480 h 576"/>
                  <a:gd name="T10" fmla="*/ 768 w 1824"/>
                  <a:gd name="T11" fmla="*/ 576 h 576"/>
                  <a:gd name="T12" fmla="*/ 1008 w 1824"/>
                  <a:gd name="T13" fmla="*/ 480 h 576"/>
                  <a:gd name="T14" fmla="*/ 1200 w 1824"/>
                  <a:gd name="T15" fmla="*/ 384 h 576"/>
                  <a:gd name="T16" fmla="*/ 1440 w 1824"/>
                  <a:gd name="T17" fmla="*/ 288 h 576"/>
                  <a:gd name="T18" fmla="*/ 1536 w 1824"/>
                  <a:gd name="T19" fmla="*/ 288 h 576"/>
                  <a:gd name="T20" fmla="*/ 1824 w 1824"/>
                  <a:gd name="T21" fmla="*/ 432 h 5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24"/>
                  <a:gd name="T34" fmla="*/ 0 h 576"/>
                  <a:gd name="T35" fmla="*/ 1824 w 1824"/>
                  <a:gd name="T36" fmla="*/ 576 h 5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24" h="576">
                    <a:moveTo>
                      <a:pt x="0" y="0"/>
                    </a:moveTo>
                    <a:cubicBezTo>
                      <a:pt x="88" y="24"/>
                      <a:pt x="176" y="48"/>
                      <a:pt x="240" y="96"/>
                    </a:cubicBezTo>
                    <a:cubicBezTo>
                      <a:pt x="304" y="144"/>
                      <a:pt x="352" y="240"/>
                      <a:pt x="384" y="288"/>
                    </a:cubicBezTo>
                    <a:cubicBezTo>
                      <a:pt x="416" y="336"/>
                      <a:pt x="408" y="352"/>
                      <a:pt x="432" y="384"/>
                    </a:cubicBezTo>
                    <a:cubicBezTo>
                      <a:pt x="456" y="416"/>
                      <a:pt x="472" y="448"/>
                      <a:pt x="528" y="480"/>
                    </a:cubicBezTo>
                    <a:cubicBezTo>
                      <a:pt x="584" y="512"/>
                      <a:pt x="688" y="576"/>
                      <a:pt x="768" y="576"/>
                    </a:cubicBezTo>
                    <a:cubicBezTo>
                      <a:pt x="848" y="576"/>
                      <a:pt x="936" y="512"/>
                      <a:pt x="1008" y="480"/>
                    </a:cubicBezTo>
                    <a:cubicBezTo>
                      <a:pt x="1080" y="448"/>
                      <a:pt x="1128" y="416"/>
                      <a:pt x="1200" y="384"/>
                    </a:cubicBezTo>
                    <a:cubicBezTo>
                      <a:pt x="1272" y="352"/>
                      <a:pt x="1384" y="304"/>
                      <a:pt x="1440" y="288"/>
                    </a:cubicBezTo>
                    <a:cubicBezTo>
                      <a:pt x="1496" y="272"/>
                      <a:pt x="1472" y="264"/>
                      <a:pt x="1536" y="288"/>
                    </a:cubicBezTo>
                    <a:cubicBezTo>
                      <a:pt x="1600" y="312"/>
                      <a:pt x="1776" y="416"/>
                      <a:pt x="1824" y="432"/>
                    </a:cubicBezTo>
                  </a:path>
                </a:pathLst>
              </a:custGeom>
              <a:noFill/>
              <a:ln w="12700" cap="rnd">
                <a:solidFill>
                  <a:srgbClr val="FF9933"/>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1426" name="Line 10"/>
              <p:cNvSpPr>
                <a:spLocks noChangeShapeType="1"/>
              </p:cNvSpPr>
              <p:nvPr/>
            </p:nvSpPr>
            <p:spPr bwMode="auto">
              <a:xfrm>
                <a:off x="3504" y="3312"/>
                <a:ext cx="0" cy="432"/>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7" name="Line 11"/>
              <p:cNvSpPr>
                <a:spLocks noChangeShapeType="1"/>
              </p:cNvSpPr>
              <p:nvPr/>
            </p:nvSpPr>
            <p:spPr bwMode="auto">
              <a:xfrm>
                <a:off x="3600" y="3312"/>
                <a:ext cx="0" cy="432"/>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8" name="Line 12"/>
              <p:cNvSpPr>
                <a:spLocks noChangeShapeType="1"/>
              </p:cNvSpPr>
              <p:nvPr/>
            </p:nvSpPr>
            <p:spPr bwMode="auto">
              <a:xfrm>
                <a:off x="3696" y="3360"/>
                <a:ext cx="0" cy="38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29" name="Line 13"/>
              <p:cNvSpPr>
                <a:spLocks noChangeShapeType="1"/>
              </p:cNvSpPr>
              <p:nvPr/>
            </p:nvSpPr>
            <p:spPr bwMode="auto">
              <a:xfrm>
                <a:off x="3792" y="3408"/>
                <a:ext cx="0" cy="33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0" name="Line 14"/>
              <p:cNvSpPr>
                <a:spLocks noChangeShapeType="1"/>
              </p:cNvSpPr>
              <p:nvPr/>
            </p:nvSpPr>
            <p:spPr bwMode="auto">
              <a:xfrm>
                <a:off x="3888" y="3552"/>
                <a:ext cx="0" cy="192"/>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1" name="Line 15"/>
              <p:cNvSpPr>
                <a:spLocks noChangeShapeType="1"/>
              </p:cNvSpPr>
              <p:nvPr/>
            </p:nvSpPr>
            <p:spPr bwMode="auto">
              <a:xfrm>
                <a:off x="3984" y="3648"/>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2" name="Line 16"/>
              <p:cNvSpPr>
                <a:spLocks noChangeShapeType="1"/>
              </p:cNvSpPr>
              <p:nvPr/>
            </p:nvSpPr>
            <p:spPr bwMode="auto">
              <a:xfrm>
                <a:off x="4128" y="3744"/>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3" name="Line 17"/>
              <p:cNvSpPr>
                <a:spLocks noChangeShapeType="1"/>
              </p:cNvSpPr>
              <p:nvPr/>
            </p:nvSpPr>
            <p:spPr bwMode="auto">
              <a:xfrm>
                <a:off x="4224" y="3744"/>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4" name="Line 18"/>
              <p:cNvSpPr>
                <a:spLocks noChangeShapeType="1"/>
              </p:cNvSpPr>
              <p:nvPr/>
            </p:nvSpPr>
            <p:spPr bwMode="auto">
              <a:xfrm>
                <a:off x="4320" y="3744"/>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5" name="Line 19"/>
              <p:cNvSpPr>
                <a:spLocks noChangeShapeType="1"/>
              </p:cNvSpPr>
              <p:nvPr/>
            </p:nvSpPr>
            <p:spPr bwMode="auto">
              <a:xfrm>
                <a:off x="4416" y="3744"/>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6" name="Line 20"/>
              <p:cNvSpPr>
                <a:spLocks noChangeShapeType="1"/>
              </p:cNvSpPr>
              <p:nvPr/>
            </p:nvSpPr>
            <p:spPr bwMode="auto">
              <a:xfrm>
                <a:off x="4512" y="3744"/>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7" name="Line 21"/>
              <p:cNvSpPr>
                <a:spLocks noChangeShapeType="1"/>
              </p:cNvSpPr>
              <p:nvPr/>
            </p:nvSpPr>
            <p:spPr bwMode="auto">
              <a:xfrm>
                <a:off x="4800" y="3696"/>
                <a:ext cx="0" cy="48"/>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8" name="Line 22"/>
              <p:cNvSpPr>
                <a:spLocks noChangeShapeType="1"/>
              </p:cNvSpPr>
              <p:nvPr/>
            </p:nvSpPr>
            <p:spPr bwMode="auto">
              <a:xfrm>
                <a:off x="4896" y="3648"/>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39" name="Line 23"/>
              <p:cNvSpPr>
                <a:spLocks noChangeShapeType="1"/>
              </p:cNvSpPr>
              <p:nvPr/>
            </p:nvSpPr>
            <p:spPr bwMode="auto">
              <a:xfrm>
                <a:off x="4992" y="3600"/>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0" name="Line 24"/>
              <p:cNvSpPr>
                <a:spLocks noChangeShapeType="1"/>
              </p:cNvSpPr>
              <p:nvPr/>
            </p:nvSpPr>
            <p:spPr bwMode="auto">
              <a:xfrm>
                <a:off x="5088" y="3600"/>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41" name="Line 25"/>
              <p:cNvSpPr>
                <a:spLocks noChangeShapeType="1"/>
              </p:cNvSpPr>
              <p:nvPr/>
            </p:nvSpPr>
            <p:spPr bwMode="auto">
              <a:xfrm>
                <a:off x="5184" y="3648"/>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1442" name="Object 26"/>
              <p:cNvGraphicFramePr>
                <a:graphicFrameLocks noChangeAspect="1"/>
              </p:cNvGraphicFramePr>
              <p:nvPr/>
            </p:nvGraphicFramePr>
            <p:xfrm>
              <a:off x="4032" y="3360"/>
              <a:ext cx="327" cy="384"/>
            </p:xfrm>
            <a:graphic>
              <a:graphicData uri="http://schemas.openxmlformats.org/presentationml/2006/ole">
                <mc:AlternateContent xmlns:mc="http://schemas.openxmlformats.org/markup-compatibility/2006">
                  <mc:Choice xmlns:v="urn:schemas-microsoft-com:vml" Requires="v">
                    <p:oleObj spid="_x0000_s101888" name="公式" r:id="rId1" imgW="241300" imgH="393700" progId="Equation.3">
                      <p:embed/>
                    </p:oleObj>
                  </mc:Choice>
                  <mc:Fallback>
                    <p:oleObj name="公式" r:id="rId1" imgW="241300" imgH="393700" progId="Equation.3">
                      <p:embed/>
                      <p:pic>
                        <p:nvPicPr>
                          <p:cNvPr id="0" name="Object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2" y="3360"/>
                            <a:ext cx="327" cy="38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01381" name="Group 27"/>
          <p:cNvGrpSpPr/>
          <p:nvPr/>
        </p:nvGrpSpPr>
        <p:grpSpPr bwMode="auto">
          <a:xfrm>
            <a:off x="900113" y="1611313"/>
            <a:ext cx="3581400" cy="1143000"/>
            <a:chOff x="385" y="1728"/>
            <a:chExt cx="2256" cy="720"/>
          </a:xfrm>
        </p:grpSpPr>
        <p:sp>
          <p:nvSpPr>
            <p:cNvPr id="101409" name="Line 28"/>
            <p:cNvSpPr>
              <a:spLocks noChangeShapeType="1"/>
            </p:cNvSpPr>
            <p:nvPr/>
          </p:nvSpPr>
          <p:spPr bwMode="auto">
            <a:xfrm>
              <a:off x="385" y="2205"/>
              <a:ext cx="225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0" name="Line 29"/>
            <p:cNvSpPr>
              <a:spLocks noChangeShapeType="1"/>
            </p:cNvSpPr>
            <p:nvPr/>
          </p:nvSpPr>
          <p:spPr bwMode="auto">
            <a:xfrm flipV="1">
              <a:off x="624" y="1728"/>
              <a:ext cx="0"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1" name="Line 30"/>
            <p:cNvSpPr>
              <a:spLocks noChangeShapeType="1"/>
            </p:cNvSpPr>
            <p:nvPr/>
          </p:nvSpPr>
          <p:spPr bwMode="auto">
            <a:xfrm>
              <a:off x="48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2" name="Line 31"/>
            <p:cNvSpPr>
              <a:spLocks noChangeShapeType="1"/>
            </p:cNvSpPr>
            <p:nvPr/>
          </p:nvSpPr>
          <p:spPr bwMode="auto">
            <a:xfrm>
              <a:off x="76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3" name="Line 32"/>
            <p:cNvSpPr>
              <a:spLocks noChangeShapeType="1"/>
            </p:cNvSpPr>
            <p:nvPr/>
          </p:nvSpPr>
          <p:spPr bwMode="auto">
            <a:xfrm>
              <a:off x="48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4" name="Line 33"/>
            <p:cNvSpPr>
              <a:spLocks noChangeShapeType="1"/>
            </p:cNvSpPr>
            <p:nvPr/>
          </p:nvSpPr>
          <p:spPr bwMode="auto">
            <a:xfrm>
              <a:off x="120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5" name="Line 34"/>
            <p:cNvSpPr>
              <a:spLocks noChangeShapeType="1"/>
            </p:cNvSpPr>
            <p:nvPr/>
          </p:nvSpPr>
          <p:spPr bwMode="auto">
            <a:xfrm>
              <a:off x="120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6" name="Line 35"/>
            <p:cNvSpPr>
              <a:spLocks noChangeShapeType="1"/>
            </p:cNvSpPr>
            <p:nvPr/>
          </p:nvSpPr>
          <p:spPr bwMode="auto">
            <a:xfrm>
              <a:off x="148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7" name="Line 36"/>
            <p:cNvSpPr>
              <a:spLocks noChangeShapeType="1"/>
            </p:cNvSpPr>
            <p:nvPr/>
          </p:nvSpPr>
          <p:spPr bwMode="auto">
            <a:xfrm>
              <a:off x="192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8" name="Line 37"/>
            <p:cNvSpPr>
              <a:spLocks noChangeShapeType="1"/>
            </p:cNvSpPr>
            <p:nvPr/>
          </p:nvSpPr>
          <p:spPr bwMode="auto">
            <a:xfrm>
              <a:off x="192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19" name="Line 38"/>
            <p:cNvSpPr>
              <a:spLocks noChangeShapeType="1"/>
            </p:cNvSpPr>
            <p:nvPr/>
          </p:nvSpPr>
          <p:spPr bwMode="auto">
            <a:xfrm>
              <a:off x="220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1382" name="Group 39"/>
          <p:cNvGrpSpPr/>
          <p:nvPr/>
        </p:nvGrpSpPr>
        <p:grpSpPr bwMode="auto">
          <a:xfrm>
            <a:off x="5334000" y="1557338"/>
            <a:ext cx="3352800" cy="1157287"/>
            <a:chOff x="3360" y="1536"/>
            <a:chExt cx="2112" cy="729"/>
          </a:xfrm>
        </p:grpSpPr>
        <p:sp>
          <p:nvSpPr>
            <p:cNvPr id="101396" name="Line 40"/>
            <p:cNvSpPr>
              <a:spLocks noChangeShapeType="1"/>
            </p:cNvSpPr>
            <p:nvPr/>
          </p:nvSpPr>
          <p:spPr bwMode="auto">
            <a:xfrm>
              <a:off x="3360" y="2064"/>
              <a:ext cx="2112"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7" name="Line 41"/>
            <p:cNvSpPr>
              <a:spLocks noChangeShapeType="1"/>
            </p:cNvSpPr>
            <p:nvPr/>
          </p:nvSpPr>
          <p:spPr bwMode="auto">
            <a:xfrm flipV="1">
              <a:off x="3552" y="1536"/>
              <a:ext cx="0" cy="72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8" name="Freeform 42"/>
            <p:cNvSpPr/>
            <p:nvPr/>
          </p:nvSpPr>
          <p:spPr bwMode="auto">
            <a:xfrm>
              <a:off x="3552" y="1632"/>
              <a:ext cx="1920" cy="576"/>
            </a:xfrm>
            <a:custGeom>
              <a:avLst/>
              <a:gdLst>
                <a:gd name="T0" fmla="*/ 0 w 1824"/>
                <a:gd name="T1" fmla="*/ 0 h 576"/>
                <a:gd name="T2" fmla="*/ 636 w 1824"/>
                <a:gd name="T3" fmla="*/ 96 h 576"/>
                <a:gd name="T4" fmla="*/ 1014 w 1824"/>
                <a:gd name="T5" fmla="*/ 288 h 576"/>
                <a:gd name="T6" fmla="*/ 1145 w 1824"/>
                <a:gd name="T7" fmla="*/ 384 h 576"/>
                <a:gd name="T8" fmla="*/ 1398 w 1824"/>
                <a:gd name="T9" fmla="*/ 480 h 576"/>
                <a:gd name="T10" fmla="*/ 2037 w 1824"/>
                <a:gd name="T11" fmla="*/ 576 h 576"/>
                <a:gd name="T12" fmla="*/ 2673 w 1824"/>
                <a:gd name="T13" fmla="*/ 480 h 576"/>
                <a:gd name="T14" fmla="*/ 3178 w 1824"/>
                <a:gd name="T15" fmla="*/ 384 h 576"/>
                <a:gd name="T16" fmla="*/ 3816 w 1824"/>
                <a:gd name="T17" fmla="*/ 288 h 576"/>
                <a:gd name="T18" fmla="*/ 4069 w 1824"/>
                <a:gd name="T19" fmla="*/ 288 h 576"/>
                <a:gd name="T20" fmla="*/ 4834 w 1824"/>
                <a:gd name="T21" fmla="*/ 432 h 5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24"/>
                <a:gd name="T34" fmla="*/ 0 h 576"/>
                <a:gd name="T35" fmla="*/ 1824 w 1824"/>
                <a:gd name="T36" fmla="*/ 576 h 5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24" h="576">
                  <a:moveTo>
                    <a:pt x="0" y="0"/>
                  </a:moveTo>
                  <a:cubicBezTo>
                    <a:pt x="88" y="24"/>
                    <a:pt x="176" y="48"/>
                    <a:pt x="240" y="96"/>
                  </a:cubicBezTo>
                  <a:cubicBezTo>
                    <a:pt x="304" y="144"/>
                    <a:pt x="352" y="240"/>
                    <a:pt x="384" y="288"/>
                  </a:cubicBezTo>
                  <a:cubicBezTo>
                    <a:pt x="416" y="336"/>
                    <a:pt x="408" y="352"/>
                    <a:pt x="432" y="384"/>
                  </a:cubicBezTo>
                  <a:cubicBezTo>
                    <a:pt x="456" y="416"/>
                    <a:pt x="472" y="448"/>
                    <a:pt x="528" y="480"/>
                  </a:cubicBezTo>
                  <a:cubicBezTo>
                    <a:pt x="584" y="512"/>
                    <a:pt x="688" y="576"/>
                    <a:pt x="768" y="576"/>
                  </a:cubicBezTo>
                  <a:cubicBezTo>
                    <a:pt x="848" y="576"/>
                    <a:pt x="936" y="512"/>
                    <a:pt x="1008" y="480"/>
                  </a:cubicBezTo>
                  <a:cubicBezTo>
                    <a:pt x="1080" y="448"/>
                    <a:pt x="1128" y="416"/>
                    <a:pt x="1200" y="384"/>
                  </a:cubicBezTo>
                  <a:cubicBezTo>
                    <a:pt x="1272" y="352"/>
                    <a:pt x="1384" y="304"/>
                    <a:pt x="1440" y="288"/>
                  </a:cubicBezTo>
                  <a:cubicBezTo>
                    <a:pt x="1496" y="272"/>
                    <a:pt x="1472" y="264"/>
                    <a:pt x="1536" y="288"/>
                  </a:cubicBezTo>
                  <a:cubicBezTo>
                    <a:pt x="1600" y="312"/>
                    <a:pt x="1776" y="416"/>
                    <a:pt x="1824" y="432"/>
                  </a:cubicBezTo>
                </a:path>
              </a:pathLst>
            </a:custGeom>
            <a:noFill/>
            <a:ln w="12700" cap="rnd">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1399" name="Line 43"/>
            <p:cNvSpPr>
              <a:spLocks noChangeShapeType="1"/>
            </p:cNvSpPr>
            <p:nvPr/>
          </p:nvSpPr>
          <p:spPr bwMode="auto">
            <a:xfrm>
              <a:off x="3552" y="1632"/>
              <a:ext cx="0" cy="432"/>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0" name="Line 44"/>
            <p:cNvSpPr>
              <a:spLocks noChangeShapeType="1"/>
            </p:cNvSpPr>
            <p:nvPr/>
          </p:nvSpPr>
          <p:spPr bwMode="auto">
            <a:xfrm>
              <a:off x="3744" y="1728"/>
              <a:ext cx="0" cy="336"/>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1" name="Line 45"/>
            <p:cNvSpPr>
              <a:spLocks noChangeShapeType="1"/>
            </p:cNvSpPr>
            <p:nvPr/>
          </p:nvSpPr>
          <p:spPr bwMode="auto">
            <a:xfrm>
              <a:off x="3936" y="1920"/>
              <a:ext cx="0" cy="144"/>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2" name="Line 46"/>
            <p:cNvSpPr>
              <a:spLocks noChangeShapeType="1"/>
            </p:cNvSpPr>
            <p:nvPr/>
          </p:nvSpPr>
          <p:spPr bwMode="auto">
            <a:xfrm>
              <a:off x="4332" y="2069"/>
              <a:ext cx="0" cy="144"/>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3" name="Line 47"/>
            <p:cNvSpPr>
              <a:spLocks noChangeShapeType="1"/>
            </p:cNvSpPr>
            <p:nvPr/>
          </p:nvSpPr>
          <p:spPr bwMode="auto">
            <a:xfrm>
              <a:off x="4572" y="2050"/>
              <a:ext cx="0" cy="93"/>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404" name="Line 48"/>
            <p:cNvSpPr>
              <a:spLocks noChangeShapeType="1"/>
            </p:cNvSpPr>
            <p:nvPr/>
          </p:nvSpPr>
          <p:spPr bwMode="auto">
            <a:xfrm>
              <a:off x="4848" y="1968"/>
              <a:ext cx="0" cy="96"/>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1405" name="Object 49"/>
            <p:cNvGraphicFramePr>
              <a:graphicFrameLocks noChangeAspect="1"/>
            </p:cNvGraphicFramePr>
            <p:nvPr/>
          </p:nvGraphicFramePr>
          <p:xfrm>
            <a:off x="3976" y="1662"/>
            <a:ext cx="344" cy="421"/>
          </p:xfrm>
          <a:graphic>
            <a:graphicData uri="http://schemas.openxmlformats.org/presentationml/2006/ole">
              <mc:AlternateContent xmlns:mc="http://schemas.openxmlformats.org/markup-compatibility/2006">
                <mc:Choice xmlns:v="urn:schemas-microsoft-com:vml" Requires="v">
                  <p:oleObj spid="_x0000_s101889" name="公式" r:id="rId3" imgW="254000" imgH="431800" progId="Equation.3">
                    <p:embed/>
                  </p:oleObj>
                </mc:Choice>
                <mc:Fallback>
                  <p:oleObj name="公式" r:id="rId3" imgW="254000" imgH="431800" progId="Equation.3">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6" y="1662"/>
                          <a:ext cx="344"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06" name="Object 50"/>
            <p:cNvGraphicFramePr>
              <a:graphicFrameLocks noChangeAspect="1"/>
            </p:cNvGraphicFramePr>
            <p:nvPr/>
          </p:nvGraphicFramePr>
          <p:xfrm>
            <a:off x="3504" y="2064"/>
            <a:ext cx="288" cy="201"/>
          </p:xfrm>
          <a:graphic>
            <a:graphicData uri="http://schemas.openxmlformats.org/presentationml/2006/ole">
              <mc:AlternateContent xmlns:mc="http://schemas.openxmlformats.org/markup-compatibility/2006">
                <mc:Choice xmlns:v="urn:schemas-microsoft-com:vml" Requires="v">
                  <p:oleObj spid="_x0000_s101890" name="公式" r:id="rId5" imgW="253365" imgH="177800" progId="Equation.3">
                    <p:embed/>
                  </p:oleObj>
                </mc:Choice>
                <mc:Fallback>
                  <p:oleObj name="公式" r:id="rId5" imgW="253365" imgH="177800" progId="Equation.3">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4" y="2064"/>
                          <a:ext cx="288" cy="20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1407" name="Object 51"/>
            <p:cNvGraphicFramePr>
              <a:graphicFrameLocks noChangeAspect="1"/>
            </p:cNvGraphicFramePr>
            <p:nvPr/>
          </p:nvGraphicFramePr>
          <p:xfrm>
            <a:off x="3552" y="1776"/>
            <a:ext cx="213" cy="259"/>
          </p:xfrm>
          <a:graphic>
            <a:graphicData uri="http://schemas.openxmlformats.org/presentationml/2006/ole">
              <mc:AlternateContent xmlns:mc="http://schemas.openxmlformats.org/markup-compatibility/2006">
                <mc:Choice xmlns:v="urn:schemas-microsoft-com:vml" Requires="v">
                  <p:oleObj spid="_x0000_s101891" name="公式" r:id="rId7" imgW="177800" imgH="215900" progId="Equation.3">
                    <p:embed/>
                  </p:oleObj>
                </mc:Choice>
                <mc:Fallback>
                  <p:oleObj name="公式" r:id="rId7" imgW="177800" imgH="215900" progId="Equation.3">
                    <p:embed/>
                    <p:pic>
                      <p:nvPicPr>
                        <p:cNvPr id="0" name="Object 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2" y="1776"/>
                          <a:ext cx="213"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408" name="Line 52"/>
            <p:cNvSpPr>
              <a:spLocks noChangeShapeType="1"/>
            </p:cNvSpPr>
            <p:nvPr/>
          </p:nvSpPr>
          <p:spPr bwMode="auto">
            <a:xfrm>
              <a:off x="4150" y="2069"/>
              <a:ext cx="0" cy="93"/>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1383" name="Group 53"/>
          <p:cNvGrpSpPr/>
          <p:nvPr/>
        </p:nvGrpSpPr>
        <p:grpSpPr bwMode="auto">
          <a:xfrm>
            <a:off x="971550" y="2852738"/>
            <a:ext cx="3200400" cy="1223962"/>
            <a:chOff x="573" y="3144"/>
            <a:chExt cx="2016" cy="771"/>
          </a:xfrm>
        </p:grpSpPr>
        <p:sp>
          <p:nvSpPr>
            <p:cNvPr id="101388" name="Line 54"/>
            <p:cNvSpPr>
              <a:spLocks noChangeShapeType="1"/>
            </p:cNvSpPr>
            <p:nvPr/>
          </p:nvSpPr>
          <p:spPr bwMode="auto">
            <a:xfrm>
              <a:off x="573" y="3721"/>
              <a:ext cx="201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89" name="Line 55"/>
            <p:cNvSpPr>
              <a:spLocks noChangeShapeType="1"/>
            </p:cNvSpPr>
            <p:nvPr/>
          </p:nvSpPr>
          <p:spPr bwMode="auto">
            <a:xfrm flipV="1">
              <a:off x="621" y="3337"/>
              <a:ext cx="0" cy="384"/>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0" name="Line 56"/>
            <p:cNvSpPr>
              <a:spLocks noChangeShapeType="1"/>
            </p:cNvSpPr>
            <p:nvPr/>
          </p:nvSpPr>
          <p:spPr bwMode="auto">
            <a:xfrm>
              <a:off x="621" y="3385"/>
              <a:ext cx="288" cy="0"/>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1" name="Line 57"/>
            <p:cNvSpPr>
              <a:spLocks noChangeShapeType="1"/>
            </p:cNvSpPr>
            <p:nvPr/>
          </p:nvSpPr>
          <p:spPr bwMode="auto">
            <a:xfrm>
              <a:off x="909" y="3385"/>
              <a:ext cx="0" cy="336"/>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2" name="Line 58"/>
            <p:cNvSpPr>
              <a:spLocks noChangeShapeType="1"/>
            </p:cNvSpPr>
            <p:nvPr/>
          </p:nvSpPr>
          <p:spPr bwMode="auto">
            <a:xfrm flipV="1">
              <a:off x="2109" y="3385"/>
              <a:ext cx="0" cy="336"/>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3" name="Line 59"/>
            <p:cNvSpPr>
              <a:spLocks noChangeShapeType="1"/>
            </p:cNvSpPr>
            <p:nvPr/>
          </p:nvSpPr>
          <p:spPr bwMode="auto">
            <a:xfrm>
              <a:off x="2109" y="3385"/>
              <a:ext cx="288" cy="0"/>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4" name="Line 60"/>
            <p:cNvSpPr>
              <a:spLocks noChangeShapeType="1"/>
            </p:cNvSpPr>
            <p:nvPr/>
          </p:nvSpPr>
          <p:spPr bwMode="auto">
            <a:xfrm>
              <a:off x="2397" y="3385"/>
              <a:ext cx="0" cy="336"/>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395" name="Line 61"/>
            <p:cNvSpPr>
              <a:spLocks noChangeShapeType="1"/>
            </p:cNvSpPr>
            <p:nvPr/>
          </p:nvSpPr>
          <p:spPr bwMode="auto">
            <a:xfrm>
              <a:off x="782" y="3144"/>
              <a:ext cx="0" cy="771"/>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1384" name="Rectangle 62"/>
          <p:cNvSpPr>
            <a:spLocks noChangeArrowheads="1"/>
          </p:cNvSpPr>
          <p:nvPr/>
        </p:nvSpPr>
        <p:spPr bwMode="auto">
          <a:xfrm>
            <a:off x="755650" y="188913"/>
            <a:ext cx="5903913" cy="62071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rPr>
              <a:t>讨论波形变化对频谱结构的影响 ：</a:t>
            </a:r>
            <a:endParaRPr lang="zh-CN" altLang="en-US" sz="2800" b="1">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01385" name="Object 63"/>
          <p:cNvGraphicFramePr>
            <a:graphicFrameLocks noChangeAspect="1"/>
          </p:cNvGraphicFramePr>
          <p:nvPr/>
        </p:nvGraphicFramePr>
        <p:xfrm>
          <a:off x="6300788" y="1052513"/>
          <a:ext cx="2016125" cy="504825"/>
        </p:xfrm>
        <a:graphic>
          <a:graphicData uri="http://schemas.openxmlformats.org/presentationml/2006/ole">
            <mc:AlternateContent xmlns:mc="http://schemas.openxmlformats.org/markup-compatibility/2006">
              <mc:Choice xmlns:v="urn:schemas-microsoft-com:vml" Requires="v">
                <p:oleObj spid="_x0000_s101892" name="公式" r:id="rId9" imgW="914400" imgH="228600" progId="Equation.3">
                  <p:embed/>
                </p:oleObj>
              </mc:Choice>
              <mc:Fallback>
                <p:oleObj name="公式" r:id="rId9" imgW="914400" imgH="228600" progId="Equation.3">
                  <p:embed/>
                  <p:pic>
                    <p:nvPicPr>
                      <p:cNvPr id="0" name="Object 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0788" y="1052513"/>
                        <a:ext cx="2016125" cy="504825"/>
                      </a:xfrm>
                      <a:prstGeom prst="rect">
                        <a:avLst/>
                      </a:prstGeom>
                      <a:solidFill>
                        <a:schemeClr val="bg1"/>
                      </a:solidFill>
                      <a:ln w="19050">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40704" name="Object 64"/>
          <p:cNvGraphicFramePr>
            <a:graphicFrameLocks noChangeAspect="1"/>
          </p:cNvGraphicFramePr>
          <p:nvPr/>
        </p:nvGraphicFramePr>
        <p:xfrm>
          <a:off x="1043305" y="4221480"/>
          <a:ext cx="6529705" cy="1064895"/>
        </p:xfrm>
        <a:graphic>
          <a:graphicData uri="http://schemas.openxmlformats.org/presentationml/2006/ole">
            <mc:AlternateContent xmlns:mc="http://schemas.openxmlformats.org/markup-compatibility/2006">
              <mc:Choice xmlns:v="urn:schemas-microsoft-com:vml" Requires="v">
                <p:oleObj spid="_x0000_s101893" name="公式" r:id="rId11" imgW="2819400" imgH="482600" progId="Equation.3">
                  <p:embed/>
                </p:oleObj>
              </mc:Choice>
              <mc:Fallback>
                <p:oleObj name="公式" r:id="rId11" imgW="2819400" imgH="482600" progId="Equation.3">
                  <p:embed/>
                  <p:pic>
                    <p:nvPicPr>
                      <p:cNvPr id="0" name="Object 6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3305" y="4221480"/>
                        <a:ext cx="6529705" cy="1064895"/>
                      </a:xfrm>
                      <a:prstGeom prst="rect">
                        <a:avLst/>
                      </a:prstGeom>
                      <a:solidFill>
                        <a:schemeClr val="bg1"/>
                      </a:solidFill>
                      <a:ln w="19050">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40705" name="Object 65"/>
          <p:cNvGraphicFramePr>
            <a:graphicFrameLocks noChangeAspect="1"/>
          </p:cNvGraphicFramePr>
          <p:nvPr/>
        </p:nvGraphicFramePr>
        <p:xfrm>
          <a:off x="1042988" y="5445125"/>
          <a:ext cx="7140575" cy="1177925"/>
        </p:xfrm>
        <a:graphic>
          <a:graphicData uri="http://schemas.openxmlformats.org/presentationml/2006/ole">
            <mc:AlternateContent xmlns:mc="http://schemas.openxmlformats.org/markup-compatibility/2006">
              <mc:Choice xmlns:v="urn:schemas-microsoft-com:vml" Requires="v">
                <p:oleObj spid="_x0000_s101894" name="公式" r:id="rId13" imgW="3238500" imgH="533400" progId="Equation.3">
                  <p:embed/>
                </p:oleObj>
              </mc:Choice>
              <mc:Fallback>
                <p:oleObj name="公式" r:id="rId13" imgW="3238500" imgH="533400" progId="Equation.3">
                  <p:embed/>
                  <p:pic>
                    <p:nvPicPr>
                      <p:cNvPr id="0" name="Object 6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2988" y="5445125"/>
                        <a:ext cx="7140575" cy="1177925"/>
                      </a:xfrm>
                      <a:prstGeom prst="rect">
                        <a:avLst/>
                      </a:prstGeom>
                      <a:solidFill>
                        <a:schemeClr val="bg1"/>
                      </a:solidFill>
                      <a:ln w="19050">
                        <a:solidFill>
                          <a:srgbClr val="FF0000"/>
                        </a:solidFill>
                        <a:miter lim="800000"/>
                        <a:headEnd/>
                        <a:tailEnd/>
                      </a:ln>
                      <a:effectLst>
                        <a:outerShdw dist="35921" dir="2700000" algn="ctr" rotWithShape="0">
                          <a:schemeClr val="bg2"/>
                        </a:outerShdw>
                      </a:effectLst>
                    </p:spPr>
                  </p:pic>
                </p:oleObj>
              </mc:Fallback>
            </mc:AlternateContent>
          </a:graphicData>
        </a:graphic>
      </p:graphicFrame>
    </p:spTree>
    <p:custDataLst>
      <p:tags r:id="rId15"/>
    </p:custDataLst>
  </p:cSld>
  <p:clrMapOvr>
    <a:masterClrMapping/>
  </p:clrMapOvr>
  <p:transition advTm="21686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40704"/>
                                        </p:tgtEl>
                                        <p:attrNameLst>
                                          <p:attrName>style.visibility</p:attrName>
                                        </p:attrNameLst>
                                      </p:cBhvr>
                                      <p:to>
                                        <p:strVal val="visible"/>
                                      </p:to>
                                    </p:set>
                                    <p:anim calcmode="lin" valueType="num">
                                      <p:cBhvr>
                                        <p:cTn id="7" dur="1000" fill="hold"/>
                                        <p:tgtEl>
                                          <p:spTgt spid="240704"/>
                                        </p:tgtEl>
                                        <p:attrNameLst>
                                          <p:attrName>ppt_w</p:attrName>
                                        </p:attrNameLst>
                                      </p:cBhvr>
                                      <p:tavLst>
                                        <p:tav tm="0">
                                          <p:val>
                                            <p:strVal val="#ppt_w*0.70"/>
                                          </p:val>
                                        </p:tav>
                                        <p:tav tm="100000">
                                          <p:val>
                                            <p:strVal val="#ppt_w"/>
                                          </p:val>
                                        </p:tav>
                                      </p:tavLst>
                                    </p:anim>
                                    <p:anim calcmode="lin" valueType="num">
                                      <p:cBhvr>
                                        <p:cTn id="8" dur="1000" fill="hold"/>
                                        <p:tgtEl>
                                          <p:spTgt spid="240704"/>
                                        </p:tgtEl>
                                        <p:attrNameLst>
                                          <p:attrName>ppt_h</p:attrName>
                                        </p:attrNameLst>
                                      </p:cBhvr>
                                      <p:tavLst>
                                        <p:tav tm="0">
                                          <p:val>
                                            <p:strVal val="#ppt_h"/>
                                          </p:val>
                                        </p:tav>
                                        <p:tav tm="100000">
                                          <p:val>
                                            <p:strVal val="#ppt_h"/>
                                          </p:val>
                                        </p:tav>
                                      </p:tavLst>
                                    </p:anim>
                                    <p:animEffect transition="in" filter="fade">
                                      <p:cBhvr>
                                        <p:cTn id="9" dur="1000"/>
                                        <p:tgtEl>
                                          <p:spTgt spid="24070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40705"/>
                                        </p:tgtEl>
                                        <p:attrNameLst>
                                          <p:attrName>style.visibility</p:attrName>
                                        </p:attrNameLst>
                                      </p:cBhvr>
                                      <p:to>
                                        <p:strVal val="visible"/>
                                      </p:to>
                                    </p:set>
                                    <p:anim calcmode="lin" valueType="num">
                                      <p:cBhvr>
                                        <p:cTn id="14" dur="1000" fill="hold"/>
                                        <p:tgtEl>
                                          <p:spTgt spid="240705"/>
                                        </p:tgtEl>
                                        <p:attrNameLst>
                                          <p:attrName>ppt_w</p:attrName>
                                        </p:attrNameLst>
                                      </p:cBhvr>
                                      <p:tavLst>
                                        <p:tav tm="0">
                                          <p:val>
                                            <p:strVal val="#ppt_w*0.70"/>
                                          </p:val>
                                        </p:tav>
                                        <p:tav tm="100000">
                                          <p:val>
                                            <p:strVal val="#ppt_w"/>
                                          </p:val>
                                        </p:tav>
                                      </p:tavLst>
                                    </p:anim>
                                    <p:anim calcmode="lin" valueType="num">
                                      <p:cBhvr>
                                        <p:cTn id="15" dur="1000" fill="hold"/>
                                        <p:tgtEl>
                                          <p:spTgt spid="240705"/>
                                        </p:tgtEl>
                                        <p:attrNameLst>
                                          <p:attrName>ppt_h</p:attrName>
                                        </p:attrNameLst>
                                      </p:cBhvr>
                                      <p:tavLst>
                                        <p:tav tm="0">
                                          <p:val>
                                            <p:strVal val="#ppt_h"/>
                                          </p:val>
                                        </p:tav>
                                        <p:tav tm="100000">
                                          <p:val>
                                            <p:strVal val="#ppt_h"/>
                                          </p:val>
                                        </p:tav>
                                      </p:tavLst>
                                    </p:anim>
                                    <p:animEffect transition="in" filter="fade">
                                      <p:cBhvr>
                                        <p:cTn id="16" dur="1000"/>
                                        <p:tgtEl>
                                          <p:spTgt spid="240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1D9A2CAA-2A67-4C5A-BE0F-D3DB6628FD75}" type="datetime1">
              <a:rPr lang="zh-CN" altLang="en-US"/>
            </a:fld>
            <a:endParaRPr lang="zh-CN" altLang="en-US"/>
          </a:p>
        </p:txBody>
      </p:sp>
      <p:sp>
        <p:nvSpPr>
          <p:cNvPr id="241666" name="Rectangle 2"/>
          <p:cNvSpPr>
            <a:spLocks noGrp="1" noChangeArrowheads="1"/>
          </p:cNvSpPr>
          <p:nvPr>
            <p:ph type="body" idx="4294967295"/>
          </p:nvPr>
        </p:nvSpPr>
        <p:spPr>
          <a:xfrm>
            <a:off x="898525" y="1808163"/>
            <a:ext cx="7775575" cy="4435475"/>
          </a:xfrm>
          <a:ln w="76200">
            <a:solidFill>
              <a:schemeClr val="tx1"/>
            </a:solidFill>
            <a:miter lim="800000"/>
          </a:ln>
        </p:spPr>
        <p:txBody>
          <a:bodyPr/>
          <a:lstStyle/>
          <a:p>
            <a:pPr>
              <a:lnSpc>
                <a:spcPct val="125000"/>
              </a:lnSpc>
              <a:buFont typeface="Wingdings" panose="05000000000000000000" pitchFamily="2" charset="2"/>
              <a:buNone/>
            </a:pPr>
            <a:r>
              <a:rPr lang="en-US" altLang="zh-CN" sz="2600" b="1"/>
              <a:t>A</a:t>
            </a:r>
            <a:r>
              <a:rPr lang="zh-CN" altLang="en-US" sz="2600" b="1"/>
              <a:t>、脉冲</a:t>
            </a:r>
            <a:r>
              <a:rPr lang="zh-CN" altLang="en-US" sz="2600" b="1">
                <a:solidFill>
                  <a:srgbClr val="FF0000"/>
                </a:solidFill>
              </a:rPr>
              <a:t>越窄</a:t>
            </a:r>
            <a:r>
              <a:rPr lang="zh-CN" altLang="en-US" sz="2600" b="1"/>
              <a:t>，振幅</a:t>
            </a:r>
            <a:r>
              <a:rPr lang="zh-CN" altLang="en-US" sz="2600" b="1">
                <a:solidFill>
                  <a:srgbClr val="FF0000"/>
                </a:solidFill>
              </a:rPr>
              <a:t>减小</a:t>
            </a:r>
            <a:r>
              <a:rPr lang="zh-CN" altLang="en-US" sz="2600" b="1"/>
              <a:t>，收敛速度</a:t>
            </a:r>
            <a:r>
              <a:rPr lang="zh-CN" altLang="en-US" sz="2600" b="1">
                <a:solidFill>
                  <a:srgbClr val="FF0000"/>
                </a:solidFill>
              </a:rPr>
              <a:t>变慢</a:t>
            </a:r>
            <a:r>
              <a:rPr lang="zh-CN" altLang="en-US" sz="2600" b="1"/>
              <a:t>（过零周期延长）</a:t>
            </a:r>
            <a:endParaRPr lang="zh-CN" altLang="en-US" sz="2600" b="1"/>
          </a:p>
          <a:p>
            <a:pPr>
              <a:lnSpc>
                <a:spcPct val="125000"/>
              </a:lnSpc>
              <a:buFont typeface="Wingdings" panose="05000000000000000000" pitchFamily="2" charset="2"/>
              <a:buNone/>
            </a:pPr>
            <a:r>
              <a:rPr lang="en-US" altLang="zh-CN" sz="2600" b="1"/>
              <a:t>B</a:t>
            </a:r>
            <a:r>
              <a:rPr lang="zh-CN" altLang="en-US" sz="2600" b="1"/>
              <a:t>、频谱分布向高频方向移动；即</a:t>
            </a:r>
            <a:r>
              <a:rPr lang="zh-CN" altLang="en-US" sz="2600" b="1">
                <a:solidFill>
                  <a:srgbClr val="FF0000"/>
                </a:solidFill>
              </a:rPr>
              <a:t>脉冲越窄</a:t>
            </a:r>
            <a:r>
              <a:rPr lang="zh-CN" altLang="en-US" sz="2600" b="1"/>
              <a:t>，信号中</a:t>
            </a:r>
            <a:r>
              <a:rPr lang="zh-CN" altLang="en-US" sz="2600" b="1">
                <a:solidFill>
                  <a:srgbClr val="FF0000"/>
                </a:solidFill>
              </a:rPr>
              <a:t>高频分量越多</a:t>
            </a:r>
            <a:r>
              <a:rPr lang="zh-CN" altLang="en-US" sz="2600" b="1"/>
              <a:t>。这与我们日常经验相符合的，冲激信号脉宽很窄但其含有许多高频分量。</a:t>
            </a:r>
            <a:endParaRPr lang="zh-CN" altLang="en-US" sz="2600" b="1"/>
          </a:p>
          <a:p>
            <a:pPr>
              <a:lnSpc>
                <a:spcPct val="125000"/>
              </a:lnSpc>
              <a:buFont typeface="Wingdings" panose="05000000000000000000" pitchFamily="2" charset="2"/>
              <a:buNone/>
            </a:pPr>
            <a:r>
              <a:rPr lang="en-US" altLang="zh-CN" sz="2600" b="1"/>
              <a:t>C</a:t>
            </a:r>
            <a:r>
              <a:rPr lang="zh-CN" altLang="en-US" sz="2600" b="1"/>
              <a:t>、信号</a:t>
            </a:r>
            <a:r>
              <a:rPr lang="zh-CN" altLang="en-US" sz="2600" b="1">
                <a:solidFill>
                  <a:srgbClr val="FF0000"/>
                </a:solidFill>
              </a:rPr>
              <a:t>占有时间宽度</a:t>
            </a:r>
            <a:r>
              <a:rPr lang="zh-CN" altLang="en-US" sz="2600" b="1"/>
              <a:t>与</a:t>
            </a:r>
            <a:r>
              <a:rPr lang="zh-CN" altLang="en-US" sz="2600" b="1">
                <a:solidFill>
                  <a:srgbClr val="FF0000"/>
                </a:solidFill>
              </a:rPr>
              <a:t>频谱占有宽度</a:t>
            </a:r>
            <a:r>
              <a:rPr lang="zh-CN" altLang="en-US" sz="2600" b="1"/>
              <a:t>成</a:t>
            </a:r>
            <a:r>
              <a:rPr lang="zh-CN" altLang="en-US" sz="2600" b="1">
                <a:solidFill>
                  <a:srgbClr val="FF0000"/>
                </a:solidFill>
              </a:rPr>
              <a:t>反比</a:t>
            </a:r>
            <a:r>
              <a:rPr lang="zh-CN" altLang="en-US" sz="2600" b="1"/>
              <a:t>。</a:t>
            </a:r>
            <a:endParaRPr lang="zh-CN" altLang="en-US" sz="2600" b="1"/>
          </a:p>
        </p:txBody>
      </p:sp>
      <p:sp>
        <p:nvSpPr>
          <p:cNvPr id="102404" name="Rectangle 3"/>
          <p:cNvSpPr>
            <a:spLocks noChangeArrowheads="1"/>
          </p:cNvSpPr>
          <p:nvPr/>
        </p:nvSpPr>
        <p:spPr bwMode="auto">
          <a:xfrm>
            <a:off x="1331913" y="404813"/>
            <a:ext cx="1728787" cy="51911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zh-CN" altLang="en-US" sz="2800" b="1">
                <a:solidFill>
                  <a:srgbClr val="9900FF"/>
                </a:solidFill>
                <a:latin typeface="Times New Roman" panose="02020603050405020304" pitchFamily="18" charset="0"/>
                <a:ea typeface="宋体" panose="02010600030101010101" pitchFamily="2" charset="-122"/>
              </a:rPr>
              <a:t>  结论</a:t>
            </a:r>
            <a:r>
              <a:rPr lang="en-US" altLang="zh-CN" sz="2800" b="1">
                <a:solidFill>
                  <a:srgbClr val="9900FF"/>
                </a:solidFill>
                <a:latin typeface="Times New Roman" panose="02020603050405020304" pitchFamily="18" charset="0"/>
                <a:ea typeface="宋体" panose="02010600030101010101" pitchFamily="2" charset="-122"/>
              </a:rPr>
              <a:t>1</a:t>
            </a:r>
            <a:r>
              <a:rPr lang="zh-CN" altLang="en-US" sz="2800" b="1">
                <a:latin typeface="Times New Roman" panose="02020603050405020304" pitchFamily="18" charset="0"/>
                <a:ea typeface="宋体" panose="02010600030101010101" pitchFamily="2" charset="-122"/>
              </a:rPr>
              <a:t>：</a:t>
            </a:r>
            <a:endParaRPr lang="zh-CN" altLang="en-US" sz="2800" b="1">
              <a:latin typeface="Times New Roman" panose="02020603050405020304" pitchFamily="18" charset="0"/>
              <a:ea typeface="宋体" panose="02010600030101010101" pitchFamily="2" charset="-122"/>
            </a:endParaRPr>
          </a:p>
        </p:txBody>
      </p:sp>
      <p:graphicFrame>
        <p:nvGraphicFramePr>
          <p:cNvPr id="102405" name="Object 4"/>
          <p:cNvGraphicFramePr>
            <a:graphicFrameLocks noChangeAspect="1"/>
          </p:cNvGraphicFramePr>
          <p:nvPr/>
        </p:nvGraphicFramePr>
        <p:xfrm>
          <a:off x="3635375" y="260350"/>
          <a:ext cx="4086225" cy="922338"/>
        </p:xfrm>
        <a:graphic>
          <a:graphicData uri="http://schemas.openxmlformats.org/presentationml/2006/ole">
            <mc:AlternateContent xmlns:mc="http://schemas.openxmlformats.org/markup-compatibility/2006">
              <mc:Choice xmlns:v="urn:schemas-microsoft-com:vml" Requires="v">
                <p:oleObj spid="_x0000_s102474" name="公式" r:id="rId1" imgW="1625600" imgH="431800" progId="Equation.3">
                  <p:embed/>
                </p:oleObj>
              </mc:Choice>
              <mc:Fallback>
                <p:oleObj name="公式" r:id="rId1" imgW="1625600"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260350"/>
                        <a:ext cx="4086225" cy="92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06" name="文本框 2"/>
          <p:cNvSpPr txBox="1">
            <a:spLocks noChangeArrowheads="1"/>
          </p:cNvSpPr>
          <p:nvPr/>
        </p:nvSpPr>
        <p:spPr bwMode="auto">
          <a:xfrm>
            <a:off x="1343025" y="1201738"/>
            <a:ext cx="1717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en-US" altLang="zh-CN" b="1">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T</a:t>
            </a:r>
            <a:r>
              <a:rPr lang="zh-CN" altLang="en-US" b="1">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不变，</a:t>
            </a:r>
            <a:r>
              <a:rPr lang="en-US" altLang="zh-CN" b="1">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τ</a:t>
            </a:r>
            <a:r>
              <a:rPr lang="zh-CN" altLang="en-US" b="1">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变</a:t>
            </a:r>
            <a:endParaRPr lang="zh-CN" altLang="en-US"/>
          </a:p>
        </p:txBody>
      </p:sp>
    </p:spTree>
  </p:cSld>
  <p:clrMapOvr>
    <a:masterClrMapping/>
  </p:clrMapOvr>
  <p:transition spd="slow" advTm="9865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1666">
                                            <p:txEl>
                                              <p:pRg st="1" end="1"/>
                                            </p:txEl>
                                          </p:spTgt>
                                        </p:tgtEl>
                                        <p:attrNameLst>
                                          <p:attrName>style.visibility</p:attrName>
                                        </p:attrNameLst>
                                      </p:cBhvr>
                                      <p:to>
                                        <p:strVal val="visible"/>
                                      </p:to>
                                    </p:set>
                                    <p:anim calcmode="lin" valueType="num">
                                      <p:cBhvr>
                                        <p:cTn id="7" dur="1000" fill="hold"/>
                                        <p:tgtEl>
                                          <p:spTgt spid="241666">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241666">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241666">
                                            <p:txEl>
                                              <p:pRg st="1" end="1"/>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41666">
                                            <p:txEl>
                                              <p:pRg st="2" end="2"/>
                                            </p:txEl>
                                          </p:spTgt>
                                        </p:tgtEl>
                                        <p:attrNameLst>
                                          <p:attrName>style.visibility</p:attrName>
                                        </p:attrNameLst>
                                      </p:cBhvr>
                                      <p:to>
                                        <p:strVal val="visible"/>
                                      </p:to>
                                    </p:set>
                                    <p:anim calcmode="lin" valueType="num">
                                      <p:cBhvr>
                                        <p:cTn id="13" dur="1000" fill="hold"/>
                                        <p:tgtEl>
                                          <p:spTgt spid="241666">
                                            <p:txEl>
                                              <p:pRg st="2" end="2"/>
                                            </p:txEl>
                                          </p:spTgt>
                                        </p:tgtEl>
                                        <p:attrNameLst>
                                          <p:attrName>ppt_w</p:attrName>
                                        </p:attrNameLst>
                                      </p:cBhvr>
                                      <p:tavLst>
                                        <p:tav tm="0">
                                          <p:val>
                                            <p:strVal val="#ppt_w*0.70"/>
                                          </p:val>
                                        </p:tav>
                                        <p:tav tm="100000">
                                          <p:val>
                                            <p:strVal val="#ppt_w"/>
                                          </p:val>
                                        </p:tav>
                                      </p:tavLst>
                                    </p:anim>
                                    <p:anim calcmode="lin" valueType="num">
                                      <p:cBhvr>
                                        <p:cTn id="14" dur="1000" fill="hold"/>
                                        <p:tgtEl>
                                          <p:spTgt spid="241666">
                                            <p:txEl>
                                              <p:pRg st="2" end="2"/>
                                            </p:txEl>
                                          </p:spTgt>
                                        </p:tgtEl>
                                        <p:attrNameLst>
                                          <p:attrName>ppt_h</p:attrName>
                                        </p:attrNameLst>
                                      </p:cBhvr>
                                      <p:tavLst>
                                        <p:tav tm="0">
                                          <p:val>
                                            <p:strVal val="#ppt_h"/>
                                          </p:val>
                                        </p:tav>
                                        <p:tav tm="100000">
                                          <p:val>
                                            <p:strVal val="#ppt_h"/>
                                          </p:val>
                                        </p:tav>
                                      </p:tavLst>
                                    </p:anim>
                                    <p:animEffect transition="in" filter="fade">
                                      <p:cBhvr>
                                        <p:cTn id="15" dur="1000"/>
                                        <p:tgtEl>
                                          <p:spTgt spid="2416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日期占位符 3"/>
          <p:cNvSpPr>
            <a:spLocks noGrp="1"/>
          </p:cNvSpPr>
          <p:nvPr>
            <p:ph type="dt" sz="quarter" idx="10"/>
          </p:nvPr>
        </p:nvSpPr>
        <p:spPr/>
        <p:txBody>
          <a:bodyPr/>
          <a:lstStyle/>
          <a:p>
            <a:pPr>
              <a:defRPr/>
            </a:pPr>
            <a:fld id="{6FBCAAC0-BFC5-4208-AE71-73E44F253155}" type="datetime1">
              <a:rPr lang="zh-CN" altLang="en-US"/>
            </a:fld>
            <a:endParaRPr lang="zh-CN" altLang="en-US"/>
          </a:p>
        </p:txBody>
      </p:sp>
      <p:sp>
        <p:nvSpPr>
          <p:cNvPr id="242690" name="Rectangle 2"/>
          <p:cNvSpPr>
            <a:spLocks noGrp="1" noChangeArrowheads="1"/>
          </p:cNvSpPr>
          <p:nvPr>
            <p:ph type="body" idx="4294967295"/>
          </p:nvPr>
        </p:nvSpPr>
        <p:spPr>
          <a:xfrm>
            <a:off x="796925" y="1579563"/>
            <a:ext cx="7704138" cy="2141537"/>
          </a:xfrm>
          <a:ln w="38100">
            <a:solidFill>
              <a:srgbClr val="6600CC"/>
            </a:solidFill>
          </a:ln>
        </p:spPr>
        <p:txBody>
          <a:bodyPr/>
          <a:lstStyle/>
          <a:p>
            <a:pPr marL="449580" indent="-449580">
              <a:lnSpc>
                <a:spcPct val="135000"/>
              </a:lnSpc>
              <a:buFont typeface="Wingdings" panose="05000000000000000000" pitchFamily="2" charset="2"/>
              <a:buNone/>
              <a:defRPr/>
            </a:pPr>
            <a:r>
              <a:rPr lang="en-US" altLang="zh-CN" sz="2100" b="1" dirty="0"/>
              <a:t>A</a:t>
            </a:r>
            <a:r>
              <a:rPr lang="zh-CN" altLang="en-US" sz="2100" b="1" dirty="0"/>
              <a:t>、</a:t>
            </a:r>
            <a:r>
              <a:rPr lang="zh-CN" altLang="en-US" sz="2100" b="1" dirty="0">
                <a:solidFill>
                  <a:srgbClr val="FF0000"/>
                </a:solidFill>
              </a:rPr>
              <a:t>谱线密度与信号周期成正比</a:t>
            </a:r>
            <a:r>
              <a:rPr lang="zh-CN" altLang="en-US" sz="2100" b="1" dirty="0"/>
              <a:t>，这一结论在数字信号处理中用处很大，如在一频谱中只有</a:t>
            </a:r>
            <a:r>
              <a:rPr lang="en-US" altLang="zh-CN" sz="2100" b="1" dirty="0"/>
              <a:t>5Hz</a:t>
            </a:r>
            <a:r>
              <a:rPr lang="zh-CN" altLang="en-US" sz="2100" b="1" dirty="0"/>
              <a:t>频谱，为了观看</a:t>
            </a:r>
            <a:r>
              <a:rPr lang="en-US" altLang="zh-CN" sz="2100" b="1" dirty="0"/>
              <a:t>2.5Hz</a:t>
            </a:r>
            <a:r>
              <a:rPr lang="zh-CN" altLang="en-US" sz="2100" b="1" dirty="0"/>
              <a:t>的谱线，则只需将信号周期加大一倍即可。</a:t>
            </a:r>
            <a:endParaRPr lang="zh-CN" altLang="en-US" sz="2100" b="1" dirty="0"/>
          </a:p>
          <a:p>
            <a:pPr marL="0" indent="0">
              <a:lnSpc>
                <a:spcPct val="135000"/>
              </a:lnSpc>
              <a:buFont typeface="Wingdings" panose="05000000000000000000" pitchFamily="2" charset="2"/>
              <a:buNone/>
              <a:defRPr/>
            </a:pPr>
            <a:r>
              <a:rPr lang="en-US" altLang="zh-CN" sz="2100" b="1" dirty="0"/>
              <a:t>B</a:t>
            </a:r>
            <a:r>
              <a:rPr lang="zh-CN" altLang="en-US" sz="2100" b="1" dirty="0"/>
              <a:t>、</a:t>
            </a:r>
            <a:r>
              <a:rPr lang="en-US" altLang="zh-CN" sz="2100" b="1" dirty="0"/>
              <a:t>T→∞</a:t>
            </a:r>
            <a:r>
              <a:rPr lang="zh-CN" altLang="en-US" sz="2100" b="1" dirty="0"/>
              <a:t>时，</a:t>
            </a:r>
            <a:r>
              <a:rPr lang="zh-CN" altLang="en-US" sz="2100" b="1" dirty="0">
                <a:solidFill>
                  <a:srgbClr val="0000FF"/>
                </a:solidFill>
              </a:rPr>
              <a:t>变成非周期信号，此时离散谱变成连续谱。</a:t>
            </a:r>
            <a:endParaRPr lang="zh-CN" altLang="en-US" sz="2100" b="1" dirty="0">
              <a:solidFill>
                <a:srgbClr val="0000FF"/>
              </a:solidFill>
            </a:endParaRPr>
          </a:p>
        </p:txBody>
      </p:sp>
      <p:grpSp>
        <p:nvGrpSpPr>
          <p:cNvPr id="103428" name="Group 3"/>
          <p:cNvGrpSpPr/>
          <p:nvPr/>
        </p:nvGrpSpPr>
        <p:grpSpPr bwMode="auto">
          <a:xfrm>
            <a:off x="1042988" y="3860800"/>
            <a:ext cx="7458075" cy="2736850"/>
            <a:chOff x="612" y="2205"/>
            <a:chExt cx="4698" cy="1724"/>
          </a:xfrm>
        </p:grpSpPr>
        <p:grpSp>
          <p:nvGrpSpPr>
            <p:cNvPr id="103431" name="Group 4"/>
            <p:cNvGrpSpPr/>
            <p:nvPr/>
          </p:nvGrpSpPr>
          <p:grpSpPr bwMode="auto">
            <a:xfrm>
              <a:off x="3198" y="3339"/>
              <a:ext cx="2112" cy="576"/>
              <a:chOff x="3312" y="3312"/>
              <a:chExt cx="2112" cy="576"/>
            </a:xfrm>
          </p:grpSpPr>
          <p:sp>
            <p:nvSpPr>
              <p:cNvPr id="103467" name="Line 5"/>
              <p:cNvSpPr>
                <a:spLocks noChangeShapeType="1"/>
              </p:cNvSpPr>
              <p:nvPr/>
            </p:nvSpPr>
            <p:spPr bwMode="auto">
              <a:xfrm>
                <a:off x="3312" y="3744"/>
                <a:ext cx="2112" cy="0"/>
              </a:xfrm>
              <a:prstGeom prst="line">
                <a:avLst/>
              </a:prstGeom>
              <a:noFill/>
              <a:ln w="12700">
                <a:solidFill>
                  <a:srgbClr val="FF9933"/>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8" name="Freeform 6"/>
              <p:cNvSpPr/>
              <p:nvPr/>
            </p:nvSpPr>
            <p:spPr bwMode="auto">
              <a:xfrm>
                <a:off x="3552" y="3312"/>
                <a:ext cx="1824" cy="576"/>
              </a:xfrm>
              <a:custGeom>
                <a:avLst/>
                <a:gdLst>
                  <a:gd name="T0" fmla="*/ 0 w 1824"/>
                  <a:gd name="T1" fmla="*/ 0 h 576"/>
                  <a:gd name="T2" fmla="*/ 240 w 1824"/>
                  <a:gd name="T3" fmla="*/ 96 h 576"/>
                  <a:gd name="T4" fmla="*/ 384 w 1824"/>
                  <a:gd name="T5" fmla="*/ 288 h 576"/>
                  <a:gd name="T6" fmla="*/ 432 w 1824"/>
                  <a:gd name="T7" fmla="*/ 384 h 576"/>
                  <a:gd name="T8" fmla="*/ 528 w 1824"/>
                  <a:gd name="T9" fmla="*/ 480 h 576"/>
                  <a:gd name="T10" fmla="*/ 768 w 1824"/>
                  <a:gd name="T11" fmla="*/ 576 h 576"/>
                  <a:gd name="T12" fmla="*/ 1008 w 1824"/>
                  <a:gd name="T13" fmla="*/ 480 h 576"/>
                  <a:gd name="T14" fmla="*/ 1200 w 1824"/>
                  <a:gd name="T15" fmla="*/ 384 h 576"/>
                  <a:gd name="T16" fmla="*/ 1440 w 1824"/>
                  <a:gd name="T17" fmla="*/ 288 h 576"/>
                  <a:gd name="T18" fmla="*/ 1536 w 1824"/>
                  <a:gd name="T19" fmla="*/ 288 h 576"/>
                  <a:gd name="T20" fmla="*/ 1824 w 1824"/>
                  <a:gd name="T21" fmla="*/ 432 h 5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24"/>
                  <a:gd name="T34" fmla="*/ 0 h 576"/>
                  <a:gd name="T35" fmla="*/ 1824 w 1824"/>
                  <a:gd name="T36" fmla="*/ 576 h 5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24" h="576">
                    <a:moveTo>
                      <a:pt x="0" y="0"/>
                    </a:moveTo>
                    <a:cubicBezTo>
                      <a:pt x="88" y="24"/>
                      <a:pt x="176" y="48"/>
                      <a:pt x="240" y="96"/>
                    </a:cubicBezTo>
                    <a:cubicBezTo>
                      <a:pt x="304" y="144"/>
                      <a:pt x="352" y="240"/>
                      <a:pt x="384" y="288"/>
                    </a:cubicBezTo>
                    <a:cubicBezTo>
                      <a:pt x="416" y="336"/>
                      <a:pt x="408" y="352"/>
                      <a:pt x="432" y="384"/>
                    </a:cubicBezTo>
                    <a:cubicBezTo>
                      <a:pt x="456" y="416"/>
                      <a:pt x="472" y="448"/>
                      <a:pt x="528" y="480"/>
                    </a:cubicBezTo>
                    <a:cubicBezTo>
                      <a:pt x="584" y="512"/>
                      <a:pt x="688" y="576"/>
                      <a:pt x="768" y="576"/>
                    </a:cubicBezTo>
                    <a:cubicBezTo>
                      <a:pt x="848" y="576"/>
                      <a:pt x="936" y="512"/>
                      <a:pt x="1008" y="480"/>
                    </a:cubicBezTo>
                    <a:cubicBezTo>
                      <a:pt x="1080" y="448"/>
                      <a:pt x="1128" y="416"/>
                      <a:pt x="1200" y="384"/>
                    </a:cubicBezTo>
                    <a:cubicBezTo>
                      <a:pt x="1272" y="352"/>
                      <a:pt x="1384" y="304"/>
                      <a:pt x="1440" y="288"/>
                    </a:cubicBezTo>
                    <a:cubicBezTo>
                      <a:pt x="1496" y="272"/>
                      <a:pt x="1472" y="264"/>
                      <a:pt x="1536" y="288"/>
                    </a:cubicBezTo>
                    <a:cubicBezTo>
                      <a:pt x="1600" y="312"/>
                      <a:pt x="1776" y="416"/>
                      <a:pt x="1824" y="432"/>
                    </a:cubicBezTo>
                  </a:path>
                </a:pathLst>
              </a:custGeom>
              <a:noFill/>
              <a:ln w="12700" cap="rnd">
                <a:solidFill>
                  <a:srgbClr val="FF9933"/>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69" name="Line 7"/>
              <p:cNvSpPr>
                <a:spLocks noChangeShapeType="1"/>
              </p:cNvSpPr>
              <p:nvPr/>
            </p:nvSpPr>
            <p:spPr bwMode="auto">
              <a:xfrm>
                <a:off x="3504" y="3312"/>
                <a:ext cx="0" cy="432"/>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0" name="Line 8"/>
              <p:cNvSpPr>
                <a:spLocks noChangeShapeType="1"/>
              </p:cNvSpPr>
              <p:nvPr/>
            </p:nvSpPr>
            <p:spPr bwMode="auto">
              <a:xfrm>
                <a:off x="3600" y="3312"/>
                <a:ext cx="0" cy="432"/>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1" name="Line 9"/>
              <p:cNvSpPr>
                <a:spLocks noChangeShapeType="1"/>
              </p:cNvSpPr>
              <p:nvPr/>
            </p:nvSpPr>
            <p:spPr bwMode="auto">
              <a:xfrm>
                <a:off x="3696" y="3360"/>
                <a:ext cx="0" cy="38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2" name="Line 10"/>
              <p:cNvSpPr>
                <a:spLocks noChangeShapeType="1"/>
              </p:cNvSpPr>
              <p:nvPr/>
            </p:nvSpPr>
            <p:spPr bwMode="auto">
              <a:xfrm>
                <a:off x="3792" y="3408"/>
                <a:ext cx="0" cy="33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3" name="Line 11"/>
              <p:cNvSpPr>
                <a:spLocks noChangeShapeType="1"/>
              </p:cNvSpPr>
              <p:nvPr/>
            </p:nvSpPr>
            <p:spPr bwMode="auto">
              <a:xfrm>
                <a:off x="3888" y="3552"/>
                <a:ext cx="0" cy="192"/>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4" name="Line 12"/>
              <p:cNvSpPr>
                <a:spLocks noChangeShapeType="1"/>
              </p:cNvSpPr>
              <p:nvPr/>
            </p:nvSpPr>
            <p:spPr bwMode="auto">
              <a:xfrm>
                <a:off x="3984" y="3648"/>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5" name="Line 13"/>
              <p:cNvSpPr>
                <a:spLocks noChangeShapeType="1"/>
              </p:cNvSpPr>
              <p:nvPr/>
            </p:nvSpPr>
            <p:spPr bwMode="auto">
              <a:xfrm>
                <a:off x="4128" y="3744"/>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6" name="Line 14"/>
              <p:cNvSpPr>
                <a:spLocks noChangeShapeType="1"/>
              </p:cNvSpPr>
              <p:nvPr/>
            </p:nvSpPr>
            <p:spPr bwMode="auto">
              <a:xfrm>
                <a:off x="4224" y="3744"/>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7" name="Line 15"/>
              <p:cNvSpPr>
                <a:spLocks noChangeShapeType="1"/>
              </p:cNvSpPr>
              <p:nvPr/>
            </p:nvSpPr>
            <p:spPr bwMode="auto">
              <a:xfrm>
                <a:off x="4320" y="3744"/>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8" name="Line 16"/>
              <p:cNvSpPr>
                <a:spLocks noChangeShapeType="1"/>
              </p:cNvSpPr>
              <p:nvPr/>
            </p:nvSpPr>
            <p:spPr bwMode="auto">
              <a:xfrm>
                <a:off x="4416" y="3744"/>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79" name="Line 17"/>
              <p:cNvSpPr>
                <a:spLocks noChangeShapeType="1"/>
              </p:cNvSpPr>
              <p:nvPr/>
            </p:nvSpPr>
            <p:spPr bwMode="auto">
              <a:xfrm>
                <a:off x="4512" y="3744"/>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80" name="Line 18"/>
              <p:cNvSpPr>
                <a:spLocks noChangeShapeType="1"/>
              </p:cNvSpPr>
              <p:nvPr/>
            </p:nvSpPr>
            <p:spPr bwMode="auto">
              <a:xfrm>
                <a:off x="4800" y="3696"/>
                <a:ext cx="0" cy="48"/>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81" name="Line 19"/>
              <p:cNvSpPr>
                <a:spLocks noChangeShapeType="1"/>
              </p:cNvSpPr>
              <p:nvPr/>
            </p:nvSpPr>
            <p:spPr bwMode="auto">
              <a:xfrm>
                <a:off x="4896" y="3648"/>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82" name="Line 20"/>
              <p:cNvSpPr>
                <a:spLocks noChangeShapeType="1"/>
              </p:cNvSpPr>
              <p:nvPr/>
            </p:nvSpPr>
            <p:spPr bwMode="auto">
              <a:xfrm>
                <a:off x="4992" y="3600"/>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83" name="Line 21"/>
              <p:cNvSpPr>
                <a:spLocks noChangeShapeType="1"/>
              </p:cNvSpPr>
              <p:nvPr/>
            </p:nvSpPr>
            <p:spPr bwMode="auto">
              <a:xfrm>
                <a:off x="5088" y="3600"/>
                <a:ext cx="0" cy="144"/>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84" name="Line 22"/>
              <p:cNvSpPr>
                <a:spLocks noChangeShapeType="1"/>
              </p:cNvSpPr>
              <p:nvPr/>
            </p:nvSpPr>
            <p:spPr bwMode="auto">
              <a:xfrm>
                <a:off x="5184" y="3648"/>
                <a:ext cx="0" cy="96"/>
              </a:xfrm>
              <a:prstGeom prst="line">
                <a:avLst/>
              </a:prstGeom>
              <a:noFill/>
              <a:ln w="57150">
                <a:solidFill>
                  <a:srgbClr val="FF9933"/>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3485" name="Object 23"/>
              <p:cNvGraphicFramePr>
                <a:graphicFrameLocks noChangeAspect="1"/>
              </p:cNvGraphicFramePr>
              <p:nvPr/>
            </p:nvGraphicFramePr>
            <p:xfrm>
              <a:off x="4032" y="3360"/>
              <a:ext cx="327" cy="384"/>
            </p:xfrm>
            <a:graphic>
              <a:graphicData uri="http://schemas.openxmlformats.org/presentationml/2006/ole">
                <mc:AlternateContent xmlns:mc="http://schemas.openxmlformats.org/markup-compatibility/2006">
                  <mc:Choice xmlns:v="urn:schemas-microsoft-com:vml" Requires="v">
                    <p:oleObj spid="_x0000_s103742" name="公式" r:id="rId1" imgW="241300" imgH="393700" progId="Equation.3">
                      <p:embed/>
                    </p:oleObj>
                  </mc:Choice>
                  <mc:Fallback>
                    <p:oleObj name="公式" r:id="rId1" imgW="241300" imgH="393700" progId="Equation.3">
                      <p:embed/>
                      <p:pic>
                        <p:nvPicPr>
                          <p:cNvPr id="0" name="Object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2" y="3360"/>
                            <a:ext cx="327" cy="38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3432" name="Group 24"/>
            <p:cNvGrpSpPr/>
            <p:nvPr/>
          </p:nvGrpSpPr>
          <p:grpSpPr bwMode="auto">
            <a:xfrm>
              <a:off x="657" y="3158"/>
              <a:ext cx="2016" cy="771"/>
              <a:chOff x="573" y="3144"/>
              <a:chExt cx="2016" cy="771"/>
            </a:xfrm>
          </p:grpSpPr>
          <p:sp>
            <p:nvSpPr>
              <p:cNvPr id="103459" name="Line 25"/>
              <p:cNvSpPr>
                <a:spLocks noChangeShapeType="1"/>
              </p:cNvSpPr>
              <p:nvPr/>
            </p:nvSpPr>
            <p:spPr bwMode="auto">
              <a:xfrm>
                <a:off x="573" y="3721"/>
                <a:ext cx="201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0" name="Line 26"/>
              <p:cNvSpPr>
                <a:spLocks noChangeShapeType="1"/>
              </p:cNvSpPr>
              <p:nvPr/>
            </p:nvSpPr>
            <p:spPr bwMode="auto">
              <a:xfrm flipV="1">
                <a:off x="621" y="3337"/>
                <a:ext cx="0" cy="384"/>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1" name="Line 27"/>
              <p:cNvSpPr>
                <a:spLocks noChangeShapeType="1"/>
              </p:cNvSpPr>
              <p:nvPr/>
            </p:nvSpPr>
            <p:spPr bwMode="auto">
              <a:xfrm>
                <a:off x="621" y="3385"/>
                <a:ext cx="288" cy="0"/>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2" name="Line 28"/>
              <p:cNvSpPr>
                <a:spLocks noChangeShapeType="1"/>
              </p:cNvSpPr>
              <p:nvPr/>
            </p:nvSpPr>
            <p:spPr bwMode="auto">
              <a:xfrm>
                <a:off x="909" y="3385"/>
                <a:ext cx="0" cy="336"/>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3" name="Line 29"/>
              <p:cNvSpPr>
                <a:spLocks noChangeShapeType="1"/>
              </p:cNvSpPr>
              <p:nvPr/>
            </p:nvSpPr>
            <p:spPr bwMode="auto">
              <a:xfrm flipV="1">
                <a:off x="2109" y="3385"/>
                <a:ext cx="0" cy="336"/>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4" name="Line 30"/>
              <p:cNvSpPr>
                <a:spLocks noChangeShapeType="1"/>
              </p:cNvSpPr>
              <p:nvPr/>
            </p:nvSpPr>
            <p:spPr bwMode="auto">
              <a:xfrm>
                <a:off x="2109" y="3385"/>
                <a:ext cx="288" cy="0"/>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5" name="Line 31"/>
              <p:cNvSpPr>
                <a:spLocks noChangeShapeType="1"/>
              </p:cNvSpPr>
              <p:nvPr/>
            </p:nvSpPr>
            <p:spPr bwMode="auto">
              <a:xfrm>
                <a:off x="2397" y="3385"/>
                <a:ext cx="0" cy="336"/>
              </a:xfrm>
              <a:prstGeom prst="line">
                <a:avLst/>
              </a:prstGeom>
              <a:noFill/>
              <a:ln w="38100">
                <a:solidFill>
                  <a:srgbClr val="9900FF"/>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66" name="Line 32"/>
              <p:cNvSpPr>
                <a:spLocks noChangeShapeType="1"/>
              </p:cNvSpPr>
              <p:nvPr/>
            </p:nvSpPr>
            <p:spPr bwMode="auto">
              <a:xfrm>
                <a:off x="782" y="3144"/>
                <a:ext cx="0" cy="771"/>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33" name="Group 33"/>
            <p:cNvGrpSpPr/>
            <p:nvPr/>
          </p:nvGrpSpPr>
          <p:grpSpPr bwMode="auto">
            <a:xfrm>
              <a:off x="612" y="2251"/>
              <a:ext cx="2256" cy="720"/>
              <a:chOff x="385" y="1728"/>
              <a:chExt cx="2256" cy="720"/>
            </a:xfrm>
          </p:grpSpPr>
          <p:sp>
            <p:nvSpPr>
              <p:cNvPr id="103448" name="Line 34"/>
              <p:cNvSpPr>
                <a:spLocks noChangeShapeType="1"/>
              </p:cNvSpPr>
              <p:nvPr/>
            </p:nvSpPr>
            <p:spPr bwMode="auto">
              <a:xfrm>
                <a:off x="385" y="2205"/>
                <a:ext cx="225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9" name="Line 35"/>
              <p:cNvSpPr>
                <a:spLocks noChangeShapeType="1"/>
              </p:cNvSpPr>
              <p:nvPr/>
            </p:nvSpPr>
            <p:spPr bwMode="auto">
              <a:xfrm flipV="1">
                <a:off x="624" y="1728"/>
                <a:ext cx="0"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0" name="Line 36"/>
              <p:cNvSpPr>
                <a:spLocks noChangeShapeType="1"/>
              </p:cNvSpPr>
              <p:nvPr/>
            </p:nvSpPr>
            <p:spPr bwMode="auto">
              <a:xfrm>
                <a:off x="48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1" name="Line 37"/>
              <p:cNvSpPr>
                <a:spLocks noChangeShapeType="1"/>
              </p:cNvSpPr>
              <p:nvPr/>
            </p:nvSpPr>
            <p:spPr bwMode="auto">
              <a:xfrm>
                <a:off x="76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2" name="Line 38"/>
              <p:cNvSpPr>
                <a:spLocks noChangeShapeType="1"/>
              </p:cNvSpPr>
              <p:nvPr/>
            </p:nvSpPr>
            <p:spPr bwMode="auto">
              <a:xfrm>
                <a:off x="48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3" name="Line 39"/>
              <p:cNvSpPr>
                <a:spLocks noChangeShapeType="1"/>
              </p:cNvSpPr>
              <p:nvPr/>
            </p:nvSpPr>
            <p:spPr bwMode="auto">
              <a:xfrm>
                <a:off x="120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4" name="Line 40"/>
              <p:cNvSpPr>
                <a:spLocks noChangeShapeType="1"/>
              </p:cNvSpPr>
              <p:nvPr/>
            </p:nvSpPr>
            <p:spPr bwMode="auto">
              <a:xfrm>
                <a:off x="120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5" name="Line 41"/>
              <p:cNvSpPr>
                <a:spLocks noChangeShapeType="1"/>
              </p:cNvSpPr>
              <p:nvPr/>
            </p:nvSpPr>
            <p:spPr bwMode="auto">
              <a:xfrm>
                <a:off x="148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6" name="Line 42"/>
              <p:cNvSpPr>
                <a:spLocks noChangeShapeType="1"/>
              </p:cNvSpPr>
              <p:nvPr/>
            </p:nvSpPr>
            <p:spPr bwMode="auto">
              <a:xfrm>
                <a:off x="1920"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7" name="Line 43"/>
              <p:cNvSpPr>
                <a:spLocks noChangeShapeType="1"/>
              </p:cNvSpPr>
              <p:nvPr/>
            </p:nvSpPr>
            <p:spPr bwMode="auto">
              <a:xfrm>
                <a:off x="1920" y="1872"/>
                <a:ext cx="288"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58" name="Line 44"/>
              <p:cNvSpPr>
                <a:spLocks noChangeShapeType="1"/>
              </p:cNvSpPr>
              <p:nvPr/>
            </p:nvSpPr>
            <p:spPr bwMode="auto">
              <a:xfrm>
                <a:off x="2208" y="1872"/>
                <a:ext cx="0"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3434" name="Group 45"/>
            <p:cNvGrpSpPr/>
            <p:nvPr/>
          </p:nvGrpSpPr>
          <p:grpSpPr bwMode="auto">
            <a:xfrm>
              <a:off x="3198" y="2205"/>
              <a:ext cx="2112" cy="729"/>
              <a:chOff x="3360" y="1536"/>
              <a:chExt cx="2112" cy="729"/>
            </a:xfrm>
          </p:grpSpPr>
          <p:sp>
            <p:nvSpPr>
              <p:cNvPr id="103435" name="Line 46"/>
              <p:cNvSpPr>
                <a:spLocks noChangeShapeType="1"/>
              </p:cNvSpPr>
              <p:nvPr/>
            </p:nvSpPr>
            <p:spPr bwMode="auto">
              <a:xfrm>
                <a:off x="3360" y="2064"/>
                <a:ext cx="2112"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6" name="Line 47"/>
              <p:cNvSpPr>
                <a:spLocks noChangeShapeType="1"/>
              </p:cNvSpPr>
              <p:nvPr/>
            </p:nvSpPr>
            <p:spPr bwMode="auto">
              <a:xfrm flipV="1">
                <a:off x="3552" y="1536"/>
                <a:ext cx="0" cy="72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7" name="Freeform 48"/>
              <p:cNvSpPr/>
              <p:nvPr/>
            </p:nvSpPr>
            <p:spPr bwMode="auto">
              <a:xfrm>
                <a:off x="3552" y="1632"/>
                <a:ext cx="1920" cy="576"/>
              </a:xfrm>
              <a:custGeom>
                <a:avLst/>
                <a:gdLst>
                  <a:gd name="T0" fmla="*/ 0 w 1824"/>
                  <a:gd name="T1" fmla="*/ 0 h 576"/>
                  <a:gd name="T2" fmla="*/ 636 w 1824"/>
                  <a:gd name="T3" fmla="*/ 96 h 576"/>
                  <a:gd name="T4" fmla="*/ 1014 w 1824"/>
                  <a:gd name="T5" fmla="*/ 288 h 576"/>
                  <a:gd name="T6" fmla="*/ 1145 w 1824"/>
                  <a:gd name="T7" fmla="*/ 384 h 576"/>
                  <a:gd name="T8" fmla="*/ 1398 w 1824"/>
                  <a:gd name="T9" fmla="*/ 480 h 576"/>
                  <a:gd name="T10" fmla="*/ 2037 w 1824"/>
                  <a:gd name="T11" fmla="*/ 576 h 576"/>
                  <a:gd name="T12" fmla="*/ 2673 w 1824"/>
                  <a:gd name="T13" fmla="*/ 480 h 576"/>
                  <a:gd name="T14" fmla="*/ 3178 w 1824"/>
                  <a:gd name="T15" fmla="*/ 384 h 576"/>
                  <a:gd name="T16" fmla="*/ 3816 w 1824"/>
                  <a:gd name="T17" fmla="*/ 288 h 576"/>
                  <a:gd name="T18" fmla="*/ 4069 w 1824"/>
                  <a:gd name="T19" fmla="*/ 288 h 576"/>
                  <a:gd name="T20" fmla="*/ 4834 w 1824"/>
                  <a:gd name="T21" fmla="*/ 432 h 5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24"/>
                  <a:gd name="T34" fmla="*/ 0 h 576"/>
                  <a:gd name="T35" fmla="*/ 1824 w 1824"/>
                  <a:gd name="T36" fmla="*/ 576 h 5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24" h="576">
                    <a:moveTo>
                      <a:pt x="0" y="0"/>
                    </a:moveTo>
                    <a:cubicBezTo>
                      <a:pt x="88" y="24"/>
                      <a:pt x="176" y="48"/>
                      <a:pt x="240" y="96"/>
                    </a:cubicBezTo>
                    <a:cubicBezTo>
                      <a:pt x="304" y="144"/>
                      <a:pt x="352" y="240"/>
                      <a:pt x="384" y="288"/>
                    </a:cubicBezTo>
                    <a:cubicBezTo>
                      <a:pt x="416" y="336"/>
                      <a:pt x="408" y="352"/>
                      <a:pt x="432" y="384"/>
                    </a:cubicBezTo>
                    <a:cubicBezTo>
                      <a:pt x="456" y="416"/>
                      <a:pt x="472" y="448"/>
                      <a:pt x="528" y="480"/>
                    </a:cubicBezTo>
                    <a:cubicBezTo>
                      <a:pt x="584" y="512"/>
                      <a:pt x="688" y="576"/>
                      <a:pt x="768" y="576"/>
                    </a:cubicBezTo>
                    <a:cubicBezTo>
                      <a:pt x="848" y="576"/>
                      <a:pt x="936" y="512"/>
                      <a:pt x="1008" y="480"/>
                    </a:cubicBezTo>
                    <a:cubicBezTo>
                      <a:pt x="1080" y="448"/>
                      <a:pt x="1128" y="416"/>
                      <a:pt x="1200" y="384"/>
                    </a:cubicBezTo>
                    <a:cubicBezTo>
                      <a:pt x="1272" y="352"/>
                      <a:pt x="1384" y="304"/>
                      <a:pt x="1440" y="288"/>
                    </a:cubicBezTo>
                    <a:cubicBezTo>
                      <a:pt x="1496" y="272"/>
                      <a:pt x="1472" y="264"/>
                      <a:pt x="1536" y="288"/>
                    </a:cubicBezTo>
                    <a:cubicBezTo>
                      <a:pt x="1600" y="312"/>
                      <a:pt x="1776" y="416"/>
                      <a:pt x="1824" y="432"/>
                    </a:cubicBezTo>
                  </a:path>
                </a:pathLst>
              </a:custGeom>
              <a:noFill/>
              <a:ln w="12700" cap="rnd">
                <a:solidFill>
                  <a:schemeClr val="tx1"/>
                </a:solidFill>
                <a:prstDash val="sysDot"/>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3438" name="Line 49"/>
              <p:cNvSpPr>
                <a:spLocks noChangeShapeType="1"/>
              </p:cNvSpPr>
              <p:nvPr/>
            </p:nvSpPr>
            <p:spPr bwMode="auto">
              <a:xfrm>
                <a:off x="3552" y="1632"/>
                <a:ext cx="0" cy="432"/>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9" name="Line 50"/>
              <p:cNvSpPr>
                <a:spLocks noChangeShapeType="1"/>
              </p:cNvSpPr>
              <p:nvPr/>
            </p:nvSpPr>
            <p:spPr bwMode="auto">
              <a:xfrm>
                <a:off x="3744" y="1728"/>
                <a:ext cx="0" cy="336"/>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0" name="Line 51"/>
              <p:cNvSpPr>
                <a:spLocks noChangeShapeType="1"/>
              </p:cNvSpPr>
              <p:nvPr/>
            </p:nvSpPr>
            <p:spPr bwMode="auto">
              <a:xfrm>
                <a:off x="3936" y="1920"/>
                <a:ext cx="0" cy="144"/>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1" name="Line 52"/>
              <p:cNvSpPr>
                <a:spLocks noChangeShapeType="1"/>
              </p:cNvSpPr>
              <p:nvPr/>
            </p:nvSpPr>
            <p:spPr bwMode="auto">
              <a:xfrm>
                <a:off x="4332" y="2069"/>
                <a:ext cx="0" cy="144"/>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2" name="Line 53"/>
              <p:cNvSpPr>
                <a:spLocks noChangeShapeType="1"/>
              </p:cNvSpPr>
              <p:nvPr/>
            </p:nvSpPr>
            <p:spPr bwMode="auto">
              <a:xfrm>
                <a:off x="4572" y="2050"/>
                <a:ext cx="0" cy="93"/>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3" name="Line 54"/>
              <p:cNvSpPr>
                <a:spLocks noChangeShapeType="1"/>
              </p:cNvSpPr>
              <p:nvPr/>
            </p:nvSpPr>
            <p:spPr bwMode="auto">
              <a:xfrm>
                <a:off x="4848" y="1968"/>
                <a:ext cx="0" cy="96"/>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3444" name="Object 55"/>
              <p:cNvGraphicFramePr>
                <a:graphicFrameLocks noChangeAspect="1"/>
              </p:cNvGraphicFramePr>
              <p:nvPr/>
            </p:nvGraphicFramePr>
            <p:xfrm>
              <a:off x="3976" y="1662"/>
              <a:ext cx="344" cy="421"/>
            </p:xfrm>
            <a:graphic>
              <a:graphicData uri="http://schemas.openxmlformats.org/presentationml/2006/ole">
                <mc:AlternateContent xmlns:mc="http://schemas.openxmlformats.org/markup-compatibility/2006">
                  <mc:Choice xmlns:v="urn:schemas-microsoft-com:vml" Requires="v">
                    <p:oleObj spid="_x0000_s103743" name="公式" r:id="rId3" imgW="254000" imgH="431800" progId="Equation.3">
                      <p:embed/>
                    </p:oleObj>
                  </mc:Choice>
                  <mc:Fallback>
                    <p:oleObj name="公式" r:id="rId3" imgW="254000" imgH="431800" progId="Equation.3">
                      <p:embed/>
                      <p:pic>
                        <p:nvPicPr>
                          <p:cNvPr id="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6" y="1662"/>
                            <a:ext cx="344" cy="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45" name="Object 56"/>
              <p:cNvGraphicFramePr>
                <a:graphicFrameLocks noChangeAspect="1"/>
              </p:cNvGraphicFramePr>
              <p:nvPr/>
            </p:nvGraphicFramePr>
            <p:xfrm>
              <a:off x="3504" y="2064"/>
              <a:ext cx="288" cy="201"/>
            </p:xfrm>
            <a:graphic>
              <a:graphicData uri="http://schemas.openxmlformats.org/presentationml/2006/ole">
                <mc:AlternateContent xmlns:mc="http://schemas.openxmlformats.org/markup-compatibility/2006">
                  <mc:Choice xmlns:v="urn:schemas-microsoft-com:vml" Requires="v">
                    <p:oleObj spid="_x0000_s103744" name="公式" r:id="rId5" imgW="253365" imgH="177800" progId="Equation.3">
                      <p:embed/>
                    </p:oleObj>
                  </mc:Choice>
                  <mc:Fallback>
                    <p:oleObj name="公式" r:id="rId5" imgW="253365" imgH="177800" progId="Equation.3">
                      <p:embed/>
                      <p:pic>
                        <p:nvPicPr>
                          <p:cNvPr id="0" name="Object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4" y="2064"/>
                            <a:ext cx="288" cy="20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3446" name="Object 57"/>
              <p:cNvGraphicFramePr>
                <a:graphicFrameLocks noChangeAspect="1"/>
              </p:cNvGraphicFramePr>
              <p:nvPr/>
            </p:nvGraphicFramePr>
            <p:xfrm>
              <a:off x="3552" y="1776"/>
              <a:ext cx="213" cy="259"/>
            </p:xfrm>
            <a:graphic>
              <a:graphicData uri="http://schemas.openxmlformats.org/presentationml/2006/ole">
                <mc:AlternateContent xmlns:mc="http://schemas.openxmlformats.org/markup-compatibility/2006">
                  <mc:Choice xmlns:v="urn:schemas-microsoft-com:vml" Requires="v">
                    <p:oleObj spid="_x0000_s103745" name="公式" r:id="rId7" imgW="177800" imgH="215900" progId="Equation.3">
                      <p:embed/>
                    </p:oleObj>
                  </mc:Choice>
                  <mc:Fallback>
                    <p:oleObj name="公式" r:id="rId7" imgW="177800" imgH="215900" progId="Equation.3">
                      <p:embed/>
                      <p:pic>
                        <p:nvPicPr>
                          <p:cNvPr id="0"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2" y="1776"/>
                            <a:ext cx="213"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47" name="Line 58"/>
              <p:cNvSpPr>
                <a:spLocks noChangeShapeType="1"/>
              </p:cNvSpPr>
              <p:nvPr/>
            </p:nvSpPr>
            <p:spPr bwMode="auto">
              <a:xfrm>
                <a:off x="4150" y="2069"/>
                <a:ext cx="0" cy="93"/>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03429" name="Rectangle 59"/>
          <p:cNvSpPr>
            <a:spLocks noChangeArrowheads="1"/>
          </p:cNvSpPr>
          <p:nvPr/>
        </p:nvSpPr>
        <p:spPr bwMode="auto">
          <a:xfrm>
            <a:off x="557848" y="155258"/>
            <a:ext cx="1728787" cy="519112"/>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zh-CN" altLang="en-US" sz="2800" b="1">
                <a:solidFill>
                  <a:srgbClr val="0000CC"/>
                </a:solidFill>
                <a:latin typeface="Times New Roman" panose="02020603050405020304" pitchFamily="18" charset="0"/>
                <a:ea typeface="宋体" panose="02010600030101010101" pitchFamily="2" charset="-122"/>
              </a:rPr>
              <a:t>  结论</a:t>
            </a:r>
            <a:r>
              <a:rPr lang="en-US" altLang="zh-CN" sz="2800" b="1">
                <a:solidFill>
                  <a:srgbClr val="0000CC"/>
                </a:solidFill>
                <a:latin typeface="Times New Roman" panose="02020603050405020304" pitchFamily="18" charset="0"/>
                <a:ea typeface="宋体" panose="02010600030101010101" pitchFamily="2" charset="-122"/>
              </a:rPr>
              <a:t>2</a:t>
            </a:r>
            <a:r>
              <a:rPr lang="zh-CN" altLang="en-US" sz="2800" b="1">
                <a:solidFill>
                  <a:srgbClr val="0000CC"/>
                </a:solidFill>
                <a:latin typeface="Times New Roman" panose="02020603050405020304" pitchFamily="18" charset="0"/>
                <a:ea typeface="宋体" panose="02010600030101010101" pitchFamily="2" charset="-122"/>
              </a:rPr>
              <a:t>：</a:t>
            </a:r>
            <a:endParaRPr lang="zh-CN" altLang="en-US" sz="2800" b="1">
              <a:solidFill>
                <a:srgbClr val="0000CC"/>
              </a:solidFill>
              <a:latin typeface="Times New Roman" panose="02020603050405020304" pitchFamily="18" charset="0"/>
              <a:ea typeface="宋体" panose="02010600030101010101" pitchFamily="2" charset="-122"/>
            </a:endParaRPr>
          </a:p>
        </p:txBody>
      </p:sp>
      <p:sp>
        <p:nvSpPr>
          <p:cNvPr id="103430" name="文本框 4"/>
          <p:cNvSpPr txBox="1">
            <a:spLocks noChangeArrowheads="1"/>
          </p:cNvSpPr>
          <p:nvPr/>
        </p:nvSpPr>
        <p:spPr bwMode="auto">
          <a:xfrm>
            <a:off x="1116013" y="820738"/>
            <a:ext cx="17176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黑体" panose="02010609060101010101" pitchFamily="49" charset="-122"/>
                <a:ea typeface="宋体" panose="02010600030101010101" pitchFamily="2" charset="-122"/>
              </a:defRPr>
            </a:lvl1pPr>
            <a:lvl2pPr marL="742950" indent="-285750">
              <a:defRPr sz="2800">
                <a:solidFill>
                  <a:schemeClr val="tx1"/>
                </a:solidFill>
                <a:latin typeface="黑体" panose="02010609060101010101" pitchFamily="49" charset="-122"/>
                <a:ea typeface="宋体" panose="02010600030101010101" pitchFamily="2" charset="-122"/>
              </a:defRPr>
            </a:lvl2pPr>
            <a:lvl3pPr marL="1143000" indent="-228600">
              <a:defRPr sz="2800">
                <a:solidFill>
                  <a:schemeClr val="tx1"/>
                </a:solidFill>
                <a:latin typeface="黑体" panose="02010609060101010101" pitchFamily="49" charset="-122"/>
                <a:ea typeface="宋体" panose="02010600030101010101" pitchFamily="2" charset="-122"/>
              </a:defRPr>
            </a:lvl3pPr>
            <a:lvl4pPr marL="1600200" indent="-228600">
              <a:defRPr sz="2800">
                <a:solidFill>
                  <a:schemeClr val="tx1"/>
                </a:solidFill>
                <a:latin typeface="黑体" panose="02010609060101010101" pitchFamily="49" charset="-122"/>
                <a:ea typeface="宋体" panose="02010600030101010101" pitchFamily="2" charset="-122"/>
              </a:defRPr>
            </a:lvl4pPr>
            <a:lvl5pPr marL="2057400" indent="-228600">
              <a:defRPr sz="28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黑体" panose="02010609060101010101" pitchFamily="49" charset="-122"/>
                <a:ea typeface="宋体" panose="02010600030101010101" pitchFamily="2" charset="-122"/>
              </a:defRPr>
            </a:lvl9pPr>
          </a:lstStyle>
          <a:p>
            <a:r>
              <a:rPr lang="en-US" altLang="zh-CN" b="1" dirty="0">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T</a:t>
            </a:r>
            <a:r>
              <a:rPr lang="zh-CN" altLang="en-US" b="1" dirty="0">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变，</a:t>
            </a:r>
            <a:r>
              <a:rPr lang="en-US" altLang="zh-CN" b="1" dirty="0">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τ</a:t>
            </a:r>
            <a:r>
              <a:rPr lang="zh-CN" altLang="en-US" b="1" dirty="0">
                <a:solidFill>
                  <a:srgbClr val="FF0000"/>
                </a:solidFill>
                <a:latin typeface="华文中宋" panose="02010600040101010101" pitchFamily="2" charset="-122"/>
                <a:ea typeface="华文中宋" panose="02010600040101010101" pitchFamily="2" charset="-122"/>
                <a:sym typeface="华文中宋" panose="02010600040101010101" pitchFamily="2" charset="-122"/>
              </a:rPr>
              <a:t>不变</a:t>
            </a:r>
            <a:endParaRPr lang="zh-CN" altLang="en-US" dirty="0"/>
          </a:p>
        </p:txBody>
      </p:sp>
    </p:spTree>
    <p:custDataLst>
      <p:tags r:id="rId9"/>
    </p:custDataLst>
  </p:cSld>
  <p:clrMapOvr>
    <a:masterClrMapping/>
  </p:clrMapOvr>
  <p:transition spd="slow" advTm="1008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42690">
                                            <p:bg/>
                                          </p:spTgt>
                                        </p:tgtEl>
                                        <p:attrNameLst>
                                          <p:attrName>style.visibility</p:attrName>
                                        </p:attrNameLst>
                                      </p:cBhvr>
                                      <p:to>
                                        <p:strVal val="visible"/>
                                      </p:to>
                                    </p:set>
                                    <p:anim calcmode="lin" valueType="num">
                                      <p:cBhvr>
                                        <p:cTn id="7" dur="1000" fill="hold"/>
                                        <p:tgtEl>
                                          <p:spTgt spid="242690">
                                            <p:bg/>
                                          </p:spTgt>
                                        </p:tgtEl>
                                        <p:attrNameLst>
                                          <p:attrName>ppt_w</p:attrName>
                                        </p:attrNameLst>
                                      </p:cBhvr>
                                      <p:tavLst>
                                        <p:tav tm="0">
                                          <p:val>
                                            <p:strVal val="#ppt_w*0.70"/>
                                          </p:val>
                                        </p:tav>
                                        <p:tav tm="100000">
                                          <p:val>
                                            <p:strVal val="#ppt_w"/>
                                          </p:val>
                                        </p:tav>
                                      </p:tavLst>
                                    </p:anim>
                                    <p:anim calcmode="lin" valueType="num">
                                      <p:cBhvr>
                                        <p:cTn id="8" dur="1000" fill="hold"/>
                                        <p:tgtEl>
                                          <p:spTgt spid="242690">
                                            <p:bg/>
                                          </p:spTgt>
                                        </p:tgtEl>
                                        <p:attrNameLst>
                                          <p:attrName>ppt_h</p:attrName>
                                        </p:attrNameLst>
                                      </p:cBhvr>
                                      <p:tavLst>
                                        <p:tav tm="0">
                                          <p:val>
                                            <p:strVal val="#ppt_h"/>
                                          </p:val>
                                        </p:tav>
                                        <p:tav tm="100000">
                                          <p:val>
                                            <p:strVal val="#ppt_h"/>
                                          </p:val>
                                        </p:tav>
                                      </p:tavLst>
                                    </p:anim>
                                    <p:animEffect transition="in" filter="fade">
                                      <p:cBhvr>
                                        <p:cTn id="9" dur="1000"/>
                                        <p:tgtEl>
                                          <p:spTgt spid="242690">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242690">
                                            <p:txEl>
                                              <p:pRg st="0" end="0"/>
                                            </p:txEl>
                                          </p:spTgt>
                                        </p:tgtEl>
                                        <p:attrNameLst>
                                          <p:attrName>style.visibility</p:attrName>
                                        </p:attrNameLst>
                                      </p:cBhvr>
                                      <p:to>
                                        <p:strVal val="visible"/>
                                      </p:to>
                                    </p:set>
                                    <p:anim calcmode="lin" valueType="num">
                                      <p:cBhvr>
                                        <p:cTn id="13" dur="1000" fill="hold"/>
                                        <p:tgtEl>
                                          <p:spTgt spid="242690">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242690">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24269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242690">
                                            <p:txEl>
                                              <p:pRg st="1" end="1"/>
                                            </p:txEl>
                                          </p:spTgt>
                                        </p:tgtEl>
                                        <p:attrNameLst>
                                          <p:attrName>style.visibility</p:attrName>
                                        </p:attrNameLst>
                                      </p:cBhvr>
                                      <p:to>
                                        <p:strVal val="visible"/>
                                      </p:to>
                                    </p:set>
                                    <p:anim calcmode="lin" valueType="num">
                                      <p:cBhvr>
                                        <p:cTn id="20" dur="1000" fill="hold"/>
                                        <p:tgtEl>
                                          <p:spTgt spid="242690">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242690">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24269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0" grpId="0" animBg="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125AFAD9-80F2-4DCD-897B-CA7E4B5A7E8B}" type="datetime1">
              <a:rPr lang="zh-CN" altLang="en-US"/>
            </a:fld>
            <a:endParaRPr lang="zh-CN" altLang="en-US"/>
          </a:p>
        </p:txBody>
      </p:sp>
      <p:sp>
        <p:nvSpPr>
          <p:cNvPr id="104451" name="Rectangle 2"/>
          <p:cNvSpPr>
            <a:spLocks noGrp="1" noChangeArrowheads="1"/>
          </p:cNvSpPr>
          <p:nvPr>
            <p:ph type="title" idx="4294967295"/>
          </p:nvPr>
        </p:nvSpPr>
        <p:spPr>
          <a:xfrm>
            <a:off x="1042988" y="115888"/>
            <a:ext cx="4249737" cy="576262"/>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243715" name="Rectangle 3"/>
          <p:cNvSpPr>
            <a:spLocks noGrp="1" noChangeArrowheads="1"/>
          </p:cNvSpPr>
          <p:nvPr>
            <p:ph type="body" idx="4294967295"/>
          </p:nvPr>
        </p:nvSpPr>
        <p:spPr>
          <a:xfrm>
            <a:off x="719138" y="1016000"/>
            <a:ext cx="8124825" cy="2665413"/>
          </a:xfrm>
          <a:solidFill>
            <a:schemeClr val="bg1"/>
          </a:solidFill>
          <a:ln w="38100">
            <a:solidFill>
              <a:srgbClr val="000000"/>
            </a:solidFill>
            <a:miter lim="800000"/>
          </a:ln>
          <a:effectLst>
            <a:prstShdw prst="shdw12">
              <a:srgbClr val="808080">
                <a:alpha val="50000"/>
              </a:srgbClr>
            </a:prstShdw>
          </a:effectLst>
        </p:spPr>
        <p:txBody>
          <a:bodyPr/>
          <a:lstStyle/>
          <a:p>
            <a:pPr marL="0" indent="0">
              <a:lnSpc>
                <a:spcPct val="135000"/>
              </a:lnSpc>
              <a:buClr>
                <a:srgbClr val="6600CC"/>
              </a:buClr>
              <a:buFont typeface="Wingdings" panose="05000000000000000000" pitchFamily="2" charset="2"/>
              <a:buNone/>
            </a:pPr>
            <a:r>
              <a:rPr lang="zh-CN" altLang="en-US" sz="2100" b="1"/>
              <a:t>    尽管以上结论是从一特殊例子得出的，但具有普遍意义：</a:t>
            </a:r>
            <a:endParaRPr lang="zh-CN" altLang="en-US" sz="2100" b="1"/>
          </a:p>
          <a:p>
            <a:pPr marL="0" indent="0">
              <a:lnSpc>
                <a:spcPct val="135000"/>
              </a:lnSpc>
              <a:buClr>
                <a:srgbClr val="6600CC"/>
              </a:buClr>
              <a:buFont typeface="Wingdings" panose="05000000000000000000" pitchFamily="2" charset="2"/>
              <a:buChar char="l"/>
            </a:pPr>
            <a:r>
              <a:rPr lang="zh-CN" altLang="en-US" sz="2100" b="1">
                <a:solidFill>
                  <a:srgbClr val="0000FF"/>
                </a:solidFill>
              </a:rPr>
              <a:t>即对任意周期信号，其频谱都具有</a:t>
            </a:r>
            <a:r>
              <a:rPr lang="zh-CN" altLang="en-US" sz="2100" b="1">
                <a:solidFill>
                  <a:srgbClr val="FF0000"/>
                </a:solidFill>
              </a:rPr>
              <a:t>离散性 、谐波性与收敛性</a:t>
            </a:r>
            <a:r>
              <a:rPr lang="en-US" altLang="zh-CN" sz="2100" b="1">
                <a:solidFill>
                  <a:srgbClr val="6600CC"/>
                </a:solidFill>
              </a:rPr>
              <a:t>;</a:t>
            </a:r>
            <a:endParaRPr lang="en-US" altLang="zh-CN" sz="2100" b="1">
              <a:solidFill>
                <a:srgbClr val="6600CC"/>
              </a:solidFill>
            </a:endParaRPr>
          </a:p>
          <a:p>
            <a:pPr marL="0" indent="0">
              <a:lnSpc>
                <a:spcPct val="135000"/>
              </a:lnSpc>
              <a:buClr>
                <a:srgbClr val="6600CC"/>
              </a:buClr>
              <a:buFont typeface="Wingdings" panose="05000000000000000000" pitchFamily="2" charset="2"/>
              <a:buChar char="l"/>
            </a:pPr>
            <a:r>
              <a:rPr lang="zh-CN" altLang="en-US" sz="2100" b="1">
                <a:solidFill>
                  <a:srgbClr val="0000FF"/>
                </a:solidFill>
              </a:rPr>
              <a:t>而且在一个周期内，信号所占空间与频谱占有空间成</a:t>
            </a:r>
            <a:r>
              <a:rPr lang="zh-CN" altLang="en-US" sz="2100" b="1">
                <a:solidFill>
                  <a:srgbClr val="FF0000"/>
                </a:solidFill>
              </a:rPr>
              <a:t>反比</a:t>
            </a:r>
            <a:r>
              <a:rPr lang="en-US" altLang="zh-CN" sz="2100" b="1">
                <a:solidFill>
                  <a:srgbClr val="6600CC"/>
                </a:solidFill>
              </a:rPr>
              <a:t>;</a:t>
            </a:r>
            <a:endParaRPr lang="en-US" altLang="zh-CN" sz="2100" b="1">
              <a:solidFill>
                <a:srgbClr val="6600CC"/>
              </a:solidFill>
            </a:endParaRPr>
          </a:p>
          <a:p>
            <a:pPr marL="0" indent="0">
              <a:lnSpc>
                <a:spcPct val="135000"/>
              </a:lnSpc>
              <a:buClr>
                <a:srgbClr val="6600CC"/>
              </a:buClr>
              <a:buFont typeface="Wingdings" panose="05000000000000000000" pitchFamily="2" charset="2"/>
              <a:buChar char="l"/>
            </a:pPr>
            <a:r>
              <a:rPr lang="zh-CN" altLang="en-US" sz="2100" b="1">
                <a:solidFill>
                  <a:srgbClr val="0000FF"/>
                </a:solidFill>
              </a:rPr>
              <a:t>信号的</a:t>
            </a:r>
            <a:r>
              <a:rPr lang="zh-CN" altLang="en-US" sz="2100" b="1">
                <a:solidFill>
                  <a:srgbClr val="FF0000"/>
                </a:solidFill>
              </a:rPr>
              <a:t>变化率越大</a:t>
            </a:r>
            <a:r>
              <a:rPr lang="zh-CN" altLang="en-US" sz="2100" b="1">
                <a:solidFill>
                  <a:srgbClr val="6600CC"/>
                </a:solidFill>
              </a:rPr>
              <a:t>，</a:t>
            </a:r>
            <a:r>
              <a:rPr lang="zh-CN" altLang="en-US" sz="2100" b="1">
                <a:solidFill>
                  <a:srgbClr val="0000FF"/>
                </a:solidFill>
              </a:rPr>
              <a:t>频谱</a:t>
            </a:r>
            <a:r>
              <a:rPr lang="zh-CN" altLang="en-US" sz="2100" b="1">
                <a:solidFill>
                  <a:srgbClr val="FF0000"/>
                </a:solidFill>
              </a:rPr>
              <a:t>收敛越快</a:t>
            </a:r>
            <a:r>
              <a:rPr lang="zh-CN" altLang="en-US" sz="2100" b="1">
                <a:solidFill>
                  <a:srgbClr val="6600CC"/>
                </a:solidFill>
              </a:rPr>
              <a:t>，</a:t>
            </a:r>
            <a:r>
              <a:rPr lang="zh-CN" altLang="en-US" sz="2100" b="1">
                <a:solidFill>
                  <a:srgbClr val="0000FF"/>
                </a:solidFill>
              </a:rPr>
              <a:t>如方波的收敛速度是</a:t>
            </a:r>
            <a:r>
              <a:rPr lang="en-US" altLang="zh-CN" sz="2100" b="1">
                <a:solidFill>
                  <a:srgbClr val="0000FF"/>
                </a:solidFill>
              </a:rPr>
              <a:t>1/n</a:t>
            </a:r>
            <a:r>
              <a:rPr lang="zh-CN" altLang="en-US" sz="2100" b="1">
                <a:solidFill>
                  <a:srgbClr val="0000FF"/>
                </a:solidFill>
              </a:rPr>
              <a:t>，三角波为</a:t>
            </a:r>
            <a:r>
              <a:rPr lang="en-US" altLang="zh-CN" sz="2100" b="1">
                <a:solidFill>
                  <a:srgbClr val="0000FF"/>
                </a:solidFill>
              </a:rPr>
              <a:t>1/n</a:t>
            </a:r>
            <a:r>
              <a:rPr lang="en-US" altLang="zh-CN" sz="2100" b="1" baseline="30000">
                <a:solidFill>
                  <a:srgbClr val="0000FF"/>
                </a:solidFill>
              </a:rPr>
              <a:t>2</a:t>
            </a:r>
            <a:r>
              <a:rPr lang="zh-CN" altLang="en-US" sz="2100" b="1">
                <a:solidFill>
                  <a:srgbClr val="0000FF"/>
                </a:solidFill>
              </a:rPr>
              <a:t>。 </a:t>
            </a:r>
            <a:endParaRPr lang="zh-CN" altLang="en-US" sz="2100" b="1">
              <a:solidFill>
                <a:srgbClr val="0000FF"/>
              </a:solidFill>
            </a:endParaRPr>
          </a:p>
        </p:txBody>
      </p:sp>
      <p:graphicFrame>
        <p:nvGraphicFramePr>
          <p:cNvPr id="243716" name="Object 4"/>
          <p:cNvGraphicFramePr>
            <a:graphicFrameLocks noChangeAspect="1"/>
          </p:cNvGraphicFramePr>
          <p:nvPr/>
        </p:nvGraphicFramePr>
        <p:xfrm>
          <a:off x="719138" y="4173220"/>
          <a:ext cx="8124825" cy="2044700"/>
        </p:xfrm>
        <a:graphic>
          <a:graphicData uri="http://schemas.openxmlformats.org/presentationml/2006/ole">
            <mc:AlternateContent xmlns:mc="http://schemas.openxmlformats.org/markup-compatibility/2006">
              <mc:Choice xmlns:v="urn:schemas-microsoft-com:vml" Requires="v">
                <p:oleObj spid="_x0000_s104522" name="公式" r:id="rId1" imgW="3759200" imgH="812800" progId="Equation.3">
                  <p:embed/>
                </p:oleObj>
              </mc:Choice>
              <mc:Fallback>
                <p:oleObj name="公式" r:id="rId1" imgW="3759200" imgH="812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8" y="4173220"/>
                        <a:ext cx="8124825" cy="2044700"/>
                      </a:xfrm>
                      <a:prstGeom prst="rect">
                        <a:avLst/>
                      </a:prstGeom>
                      <a:solidFill>
                        <a:schemeClr val="bg1"/>
                      </a:solidFill>
                      <a:ln w="38100">
                        <a:solidFill>
                          <a:srgbClr val="00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4" name="Rectangle 5"/>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§3.4 </a:t>
            </a:r>
            <a:r>
              <a:rPr lang="zh-CN" altLang="en-US" sz="3200" b="1">
                <a:solidFill>
                  <a:srgbClr val="0000FF"/>
                </a:solidFill>
                <a:ea typeface="宋体" panose="02010600030101010101" pitchFamily="2" charset="-122"/>
              </a:rPr>
              <a:t>周期信号的频谱</a:t>
            </a:r>
            <a:endParaRPr lang="zh-CN" altLang="en-US" sz="3200" b="1">
              <a:solidFill>
                <a:srgbClr val="0000FF"/>
              </a:solidFill>
              <a:ea typeface="宋体" panose="02010600030101010101" pitchFamily="2" charset="-122"/>
            </a:endParaRPr>
          </a:p>
        </p:txBody>
      </p:sp>
    </p:spTree>
    <p:custDataLst>
      <p:tags r:id="rId3"/>
    </p:custDataLst>
  </p:cSld>
  <p:clrMapOvr>
    <a:masterClrMapping/>
  </p:clrMapOvr>
  <p:transition spd="slow" advTm="9256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3715">
                                            <p:txEl>
                                              <p:pRg st="1" end="1"/>
                                            </p:txEl>
                                          </p:spTgt>
                                        </p:tgtEl>
                                        <p:attrNameLst>
                                          <p:attrName>style.visibility</p:attrName>
                                        </p:attrNameLst>
                                      </p:cBhvr>
                                      <p:to>
                                        <p:strVal val="visible"/>
                                      </p:to>
                                    </p:set>
                                    <p:anim calcmode="lin" valueType="num">
                                      <p:cBhvr>
                                        <p:cTn id="7" dur="1000" fill="hold"/>
                                        <p:tgtEl>
                                          <p:spTgt spid="243715">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243715">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243715">
                                            <p:txEl>
                                              <p:pRg st="1" end="1"/>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43715">
                                            <p:txEl>
                                              <p:pRg st="2" end="2"/>
                                            </p:txEl>
                                          </p:spTgt>
                                        </p:tgtEl>
                                        <p:attrNameLst>
                                          <p:attrName>style.visibility</p:attrName>
                                        </p:attrNameLst>
                                      </p:cBhvr>
                                      <p:to>
                                        <p:strVal val="visible"/>
                                      </p:to>
                                    </p:set>
                                    <p:anim calcmode="lin" valueType="num">
                                      <p:cBhvr>
                                        <p:cTn id="13" dur="1000" fill="hold"/>
                                        <p:tgtEl>
                                          <p:spTgt spid="243715">
                                            <p:txEl>
                                              <p:pRg st="2" end="2"/>
                                            </p:txEl>
                                          </p:spTgt>
                                        </p:tgtEl>
                                        <p:attrNameLst>
                                          <p:attrName>ppt_w</p:attrName>
                                        </p:attrNameLst>
                                      </p:cBhvr>
                                      <p:tavLst>
                                        <p:tav tm="0">
                                          <p:val>
                                            <p:strVal val="#ppt_w*0.70"/>
                                          </p:val>
                                        </p:tav>
                                        <p:tav tm="100000">
                                          <p:val>
                                            <p:strVal val="#ppt_w"/>
                                          </p:val>
                                        </p:tav>
                                      </p:tavLst>
                                    </p:anim>
                                    <p:anim calcmode="lin" valueType="num">
                                      <p:cBhvr>
                                        <p:cTn id="14" dur="1000" fill="hold"/>
                                        <p:tgtEl>
                                          <p:spTgt spid="243715">
                                            <p:txEl>
                                              <p:pRg st="2" end="2"/>
                                            </p:txEl>
                                          </p:spTgt>
                                        </p:tgtEl>
                                        <p:attrNameLst>
                                          <p:attrName>ppt_h</p:attrName>
                                        </p:attrNameLst>
                                      </p:cBhvr>
                                      <p:tavLst>
                                        <p:tav tm="0">
                                          <p:val>
                                            <p:strVal val="#ppt_h"/>
                                          </p:val>
                                        </p:tav>
                                        <p:tav tm="100000">
                                          <p:val>
                                            <p:strVal val="#ppt_h"/>
                                          </p:val>
                                        </p:tav>
                                      </p:tavLst>
                                    </p:anim>
                                    <p:animEffect transition="in" filter="fade">
                                      <p:cBhvr>
                                        <p:cTn id="15" dur="1000"/>
                                        <p:tgtEl>
                                          <p:spTgt spid="243715">
                                            <p:txEl>
                                              <p:pRg st="2" end="2"/>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43715">
                                            <p:txEl>
                                              <p:pRg st="3" end="3"/>
                                            </p:txEl>
                                          </p:spTgt>
                                        </p:tgtEl>
                                        <p:attrNameLst>
                                          <p:attrName>style.visibility</p:attrName>
                                        </p:attrNameLst>
                                      </p:cBhvr>
                                      <p:to>
                                        <p:strVal val="visible"/>
                                      </p:to>
                                    </p:set>
                                    <p:anim calcmode="lin" valueType="num">
                                      <p:cBhvr>
                                        <p:cTn id="19" dur="1000" fill="hold"/>
                                        <p:tgtEl>
                                          <p:spTgt spid="243715">
                                            <p:txEl>
                                              <p:pRg st="3" end="3"/>
                                            </p:txEl>
                                          </p:spTgt>
                                        </p:tgtEl>
                                        <p:attrNameLst>
                                          <p:attrName>ppt_w</p:attrName>
                                        </p:attrNameLst>
                                      </p:cBhvr>
                                      <p:tavLst>
                                        <p:tav tm="0">
                                          <p:val>
                                            <p:strVal val="#ppt_w*0.70"/>
                                          </p:val>
                                        </p:tav>
                                        <p:tav tm="100000">
                                          <p:val>
                                            <p:strVal val="#ppt_w"/>
                                          </p:val>
                                        </p:tav>
                                      </p:tavLst>
                                    </p:anim>
                                    <p:anim calcmode="lin" valueType="num">
                                      <p:cBhvr>
                                        <p:cTn id="20" dur="1000" fill="hold"/>
                                        <p:tgtEl>
                                          <p:spTgt spid="243715">
                                            <p:txEl>
                                              <p:pRg st="3" end="3"/>
                                            </p:txEl>
                                          </p:spTgt>
                                        </p:tgtEl>
                                        <p:attrNameLst>
                                          <p:attrName>ppt_h</p:attrName>
                                        </p:attrNameLst>
                                      </p:cBhvr>
                                      <p:tavLst>
                                        <p:tav tm="0">
                                          <p:val>
                                            <p:strVal val="#ppt_h"/>
                                          </p:val>
                                        </p:tav>
                                        <p:tav tm="100000">
                                          <p:val>
                                            <p:strVal val="#ppt_h"/>
                                          </p:val>
                                        </p:tav>
                                      </p:tavLst>
                                    </p:anim>
                                    <p:animEffect transition="in" filter="fade">
                                      <p:cBhvr>
                                        <p:cTn id="21" dur="1000"/>
                                        <p:tgtEl>
                                          <p:spTgt spid="24371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243716"/>
                                        </p:tgtEl>
                                        <p:attrNameLst>
                                          <p:attrName>style.visibility</p:attrName>
                                        </p:attrNameLst>
                                      </p:cBhvr>
                                      <p:to>
                                        <p:strVal val="visible"/>
                                      </p:to>
                                    </p:set>
                                    <p:anim calcmode="lin" valueType="num">
                                      <p:cBhvr>
                                        <p:cTn id="26" dur="1000" fill="hold"/>
                                        <p:tgtEl>
                                          <p:spTgt spid="243716"/>
                                        </p:tgtEl>
                                        <p:attrNameLst>
                                          <p:attrName>ppt_w</p:attrName>
                                        </p:attrNameLst>
                                      </p:cBhvr>
                                      <p:tavLst>
                                        <p:tav tm="0">
                                          <p:val>
                                            <p:strVal val="#ppt_w*0.70"/>
                                          </p:val>
                                        </p:tav>
                                        <p:tav tm="100000">
                                          <p:val>
                                            <p:strVal val="#ppt_w"/>
                                          </p:val>
                                        </p:tav>
                                      </p:tavLst>
                                    </p:anim>
                                    <p:anim calcmode="lin" valueType="num">
                                      <p:cBhvr>
                                        <p:cTn id="27" dur="1000" fill="hold"/>
                                        <p:tgtEl>
                                          <p:spTgt spid="243716"/>
                                        </p:tgtEl>
                                        <p:attrNameLst>
                                          <p:attrName>ppt_h</p:attrName>
                                        </p:attrNameLst>
                                      </p:cBhvr>
                                      <p:tavLst>
                                        <p:tav tm="0">
                                          <p:val>
                                            <p:strVal val="#ppt_h"/>
                                          </p:val>
                                        </p:tav>
                                        <p:tav tm="100000">
                                          <p:val>
                                            <p:strVal val="#ppt_h"/>
                                          </p:val>
                                        </p:tav>
                                      </p:tavLst>
                                    </p:anim>
                                    <p:animEffect transition="in" filter="fade">
                                      <p:cBhvr>
                                        <p:cTn id="28" dur="1000"/>
                                        <p:tgtEl>
                                          <p:spTgt spid="243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CEA97B84-6179-41CD-A686-0F2D2796E79F}" type="datetime1">
              <a:rPr lang="zh-CN" altLang="en-US"/>
            </a:fld>
            <a:endParaRPr lang="zh-CN" altLang="en-US"/>
          </a:p>
        </p:txBody>
      </p:sp>
      <p:sp>
        <p:nvSpPr>
          <p:cNvPr id="105475" name="Rectangle 2"/>
          <p:cNvSpPr>
            <a:spLocks noGrp="1" noChangeArrowheads="1"/>
          </p:cNvSpPr>
          <p:nvPr>
            <p:ph type="title" idx="4294967295"/>
          </p:nvPr>
        </p:nvSpPr>
        <p:spPr>
          <a:xfrm>
            <a:off x="827088" y="115888"/>
            <a:ext cx="4176712" cy="576262"/>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244739" name="Rectangle 3"/>
          <p:cNvSpPr>
            <a:spLocks noGrp="1" noChangeArrowheads="1"/>
          </p:cNvSpPr>
          <p:nvPr>
            <p:ph type="body" idx="4294967295"/>
          </p:nvPr>
        </p:nvSpPr>
        <p:spPr>
          <a:xfrm>
            <a:off x="1547813" y="2060575"/>
            <a:ext cx="6837362" cy="3627438"/>
          </a:xfrm>
          <a:ln w="38100">
            <a:solidFill>
              <a:schemeClr val="tx1"/>
            </a:solidFill>
            <a:miter lim="800000"/>
          </a:ln>
        </p:spPr>
        <p:txBody>
          <a:bodyPr/>
          <a:lstStyle/>
          <a:p>
            <a:pPr marL="446405" indent="-446405">
              <a:lnSpc>
                <a:spcPct val="150000"/>
              </a:lnSpc>
              <a:buClr>
                <a:schemeClr val="tx1"/>
              </a:buClr>
              <a:buFont typeface="Wingdings" panose="05000000000000000000" pitchFamily="2" charset="2"/>
              <a:buChar char="l"/>
            </a:pPr>
            <a:r>
              <a:rPr lang="zh-CN" altLang="en-US" sz="2400" b="1">
                <a:latin typeface="Times New Roman" panose="02020603050405020304" pitchFamily="18" charset="0"/>
                <a:cs typeface="Times New Roman" panose="02020603050405020304" pitchFamily="18" charset="0"/>
              </a:rPr>
              <a:t>因为谐波振幅具有收敛性，信号能量的主要部分集中在</a:t>
            </a:r>
            <a:r>
              <a:rPr lang="zh-CN" altLang="en-US" sz="2400" b="1">
                <a:solidFill>
                  <a:srgbClr val="FF0000"/>
                </a:solidFill>
                <a:latin typeface="Times New Roman" panose="02020603050405020304" pitchFamily="18" charset="0"/>
                <a:cs typeface="Times New Roman" panose="02020603050405020304" pitchFamily="18" charset="0"/>
              </a:rPr>
              <a:t>低频分量</a:t>
            </a:r>
            <a:r>
              <a:rPr lang="zh-CN" altLang="en-US" sz="2400" b="1">
                <a:latin typeface="Times New Roman" panose="02020603050405020304" pitchFamily="18" charset="0"/>
                <a:cs typeface="Times New Roman" panose="02020603050405020304" pitchFamily="18" charset="0"/>
              </a:rPr>
              <a:t>中，所以谐波次数过高的那些分量实际上可以忽略不计。</a:t>
            </a:r>
            <a:endParaRPr lang="zh-CN" altLang="en-US" sz="2400" b="1">
              <a:latin typeface="Times New Roman" panose="02020603050405020304" pitchFamily="18" charset="0"/>
              <a:cs typeface="Times New Roman" panose="02020603050405020304" pitchFamily="18" charset="0"/>
            </a:endParaRPr>
          </a:p>
          <a:p>
            <a:pPr marL="446405" indent="-446405">
              <a:lnSpc>
                <a:spcPct val="150000"/>
              </a:lnSpc>
              <a:buClr>
                <a:schemeClr val="tx1"/>
              </a:buClr>
              <a:buFont typeface="Wingdings" panose="05000000000000000000" pitchFamily="2" charset="2"/>
              <a:buChar char="l"/>
            </a:pPr>
            <a:r>
              <a:rPr lang="zh-CN" altLang="en-US" sz="2400" b="1">
                <a:latin typeface="Times New Roman" panose="02020603050405020304" pitchFamily="18" charset="0"/>
                <a:cs typeface="Times New Roman" panose="02020603050405020304" pitchFamily="18" charset="0"/>
              </a:rPr>
              <a:t>对一个信号，从零频率开始到需要考虑的</a:t>
            </a:r>
            <a:r>
              <a:rPr lang="zh-CN" altLang="en-US" sz="2400" b="1">
                <a:solidFill>
                  <a:srgbClr val="6600CC"/>
                </a:solidFill>
                <a:latin typeface="Times New Roman" panose="02020603050405020304" pitchFamily="18" charset="0"/>
                <a:cs typeface="Times New Roman" panose="02020603050405020304" pitchFamily="18" charset="0"/>
              </a:rPr>
              <a:t>最主分量的频率间的这一频率范围是信号所占有的频带宽度，简称频宽、带宽</a:t>
            </a:r>
            <a:r>
              <a:rPr lang="zh-CN" altLang="en-US" sz="2400" b="1">
                <a:latin typeface="Times New Roman" panose="02020603050405020304" pitchFamily="18" charset="0"/>
                <a:cs typeface="Times New Roman" panose="02020603050405020304" pitchFamily="18" charset="0"/>
              </a:rPr>
              <a:t>。</a:t>
            </a:r>
            <a:br>
              <a:rPr lang="zh-CN" altLang="en-US" sz="2400" b="1">
                <a:latin typeface="Times New Roman" panose="02020603050405020304" pitchFamily="18" charset="0"/>
                <a:cs typeface="Times New Roman" panose="02020603050405020304" pitchFamily="18" charset="0"/>
              </a:rPr>
            </a:br>
            <a:endParaRPr lang="zh-CN" altLang="en-US" sz="2400" b="1">
              <a:latin typeface="Times New Roman" panose="02020603050405020304" pitchFamily="18" charset="0"/>
              <a:cs typeface="Times New Roman" panose="02020603050405020304" pitchFamily="18" charset="0"/>
            </a:endParaRPr>
          </a:p>
        </p:txBody>
      </p:sp>
      <p:sp>
        <p:nvSpPr>
          <p:cNvPr id="105477" name="Rectangle 4"/>
          <p:cNvSpPr>
            <a:spLocks noChangeArrowheads="1"/>
          </p:cNvSpPr>
          <p:nvPr/>
        </p:nvSpPr>
        <p:spPr bwMode="auto">
          <a:xfrm>
            <a:off x="690563" y="981075"/>
            <a:ext cx="4291012" cy="51911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b="1">
                <a:solidFill>
                  <a:srgbClr val="FF0000"/>
                </a:solidFill>
                <a:latin typeface="Times New Roman" panose="02020603050405020304" pitchFamily="18" charset="0"/>
                <a:ea typeface="宋体" panose="02010600030101010101" pitchFamily="2" charset="-122"/>
              </a:rPr>
              <a:t>4</a:t>
            </a:r>
            <a:r>
              <a:rPr lang="zh-CN" altLang="en-US" sz="2800" b="1">
                <a:solidFill>
                  <a:srgbClr val="FF0000"/>
                </a:solidFill>
                <a:latin typeface="Times New Roman" panose="02020603050405020304" pitchFamily="18" charset="0"/>
                <a:ea typeface="宋体" panose="02010600030101010101" pitchFamily="2" charset="-122"/>
              </a:rPr>
              <a:t>、频带宽度的概念与定义</a:t>
            </a:r>
            <a:endParaRPr lang="zh-CN" altLang="en-US" sz="2800" b="1">
              <a:solidFill>
                <a:srgbClr val="FF0000"/>
              </a:solidFill>
              <a:latin typeface="Times New Roman" panose="02020603050405020304" pitchFamily="18" charset="0"/>
              <a:ea typeface="宋体" panose="02010600030101010101" pitchFamily="2" charset="-122"/>
            </a:endParaRPr>
          </a:p>
        </p:txBody>
      </p:sp>
      <p:sp>
        <p:nvSpPr>
          <p:cNvPr id="105478" name="Rectangle 5"/>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§3.4 </a:t>
            </a:r>
            <a:r>
              <a:rPr lang="zh-CN" altLang="en-US" sz="3200" b="1">
                <a:solidFill>
                  <a:srgbClr val="0000FF"/>
                </a:solidFill>
                <a:ea typeface="宋体" panose="02010600030101010101" pitchFamily="2" charset="-122"/>
              </a:rPr>
              <a:t>周期信号的频谱</a:t>
            </a:r>
            <a:endParaRPr lang="zh-CN" altLang="en-US" sz="3200" b="1">
              <a:solidFill>
                <a:srgbClr val="0000FF"/>
              </a:solidFill>
              <a:ea typeface="宋体" panose="02010600030101010101" pitchFamily="2" charset="-122"/>
            </a:endParaRPr>
          </a:p>
        </p:txBody>
      </p:sp>
    </p:spTree>
  </p:cSld>
  <p:clrMapOvr>
    <a:masterClrMapping/>
  </p:clrMapOvr>
  <p:transition spd="slow" advTm="9016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44739">
                                            <p:bg/>
                                          </p:spTgt>
                                        </p:tgtEl>
                                        <p:attrNameLst>
                                          <p:attrName>style.visibility</p:attrName>
                                        </p:attrNameLst>
                                      </p:cBhvr>
                                      <p:to>
                                        <p:strVal val="visible"/>
                                      </p:to>
                                    </p:set>
                                    <p:anim calcmode="lin" valueType="num">
                                      <p:cBhvr>
                                        <p:cTn id="7" dur="1000" fill="hold"/>
                                        <p:tgtEl>
                                          <p:spTgt spid="244739">
                                            <p:bg/>
                                          </p:spTgt>
                                        </p:tgtEl>
                                        <p:attrNameLst>
                                          <p:attrName>ppt_w</p:attrName>
                                        </p:attrNameLst>
                                      </p:cBhvr>
                                      <p:tavLst>
                                        <p:tav tm="0">
                                          <p:val>
                                            <p:strVal val="#ppt_w*0.70"/>
                                          </p:val>
                                        </p:tav>
                                        <p:tav tm="100000">
                                          <p:val>
                                            <p:strVal val="#ppt_w"/>
                                          </p:val>
                                        </p:tav>
                                      </p:tavLst>
                                    </p:anim>
                                    <p:anim calcmode="lin" valueType="num">
                                      <p:cBhvr>
                                        <p:cTn id="8" dur="1000" fill="hold"/>
                                        <p:tgtEl>
                                          <p:spTgt spid="244739">
                                            <p:bg/>
                                          </p:spTgt>
                                        </p:tgtEl>
                                        <p:attrNameLst>
                                          <p:attrName>ppt_h</p:attrName>
                                        </p:attrNameLst>
                                      </p:cBhvr>
                                      <p:tavLst>
                                        <p:tav tm="0">
                                          <p:val>
                                            <p:strVal val="#ppt_h"/>
                                          </p:val>
                                        </p:tav>
                                        <p:tav tm="100000">
                                          <p:val>
                                            <p:strVal val="#ppt_h"/>
                                          </p:val>
                                        </p:tav>
                                      </p:tavLst>
                                    </p:anim>
                                    <p:animEffect transition="in" filter="fade">
                                      <p:cBhvr>
                                        <p:cTn id="9" dur="1000"/>
                                        <p:tgtEl>
                                          <p:spTgt spid="244739">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44739">
                                            <p:txEl>
                                              <p:pRg st="0" end="0"/>
                                            </p:txEl>
                                          </p:spTgt>
                                        </p:tgtEl>
                                        <p:attrNameLst>
                                          <p:attrName>style.visibility</p:attrName>
                                        </p:attrNameLst>
                                      </p:cBhvr>
                                      <p:to>
                                        <p:strVal val="visible"/>
                                      </p:to>
                                    </p:set>
                                    <p:anim calcmode="lin" valueType="num">
                                      <p:cBhvr>
                                        <p:cTn id="12" dur="1000" fill="hold"/>
                                        <p:tgtEl>
                                          <p:spTgt spid="244739">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244739">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244739">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44739">
                                            <p:txEl>
                                              <p:pRg st="1" end="1"/>
                                            </p:txEl>
                                          </p:spTgt>
                                        </p:tgtEl>
                                        <p:attrNameLst>
                                          <p:attrName>style.visibility</p:attrName>
                                        </p:attrNameLst>
                                      </p:cBhvr>
                                      <p:to>
                                        <p:strVal val="visible"/>
                                      </p:to>
                                    </p:set>
                                    <p:anim calcmode="lin" valueType="num">
                                      <p:cBhvr>
                                        <p:cTn id="17" dur="1000" fill="hold"/>
                                        <p:tgtEl>
                                          <p:spTgt spid="244739">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244739">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2447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animBg="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87D2C034-F59B-4DC5-A5EC-7F0311C246D8}" type="datetime1">
              <a:rPr lang="zh-CN" altLang="en-US"/>
            </a:fld>
            <a:endParaRPr lang="zh-CN" altLang="en-US"/>
          </a:p>
        </p:txBody>
      </p:sp>
      <p:sp>
        <p:nvSpPr>
          <p:cNvPr id="106499" name="Rectangle 2"/>
          <p:cNvSpPr>
            <a:spLocks noGrp="1" noChangeArrowheads="1"/>
          </p:cNvSpPr>
          <p:nvPr>
            <p:ph type="title" idx="4294967295"/>
          </p:nvPr>
        </p:nvSpPr>
        <p:spPr>
          <a:xfrm>
            <a:off x="1042988" y="115888"/>
            <a:ext cx="3816350" cy="576262"/>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245763" name="Rectangle 3"/>
          <p:cNvSpPr>
            <a:spLocks noGrp="1" noChangeArrowheads="1"/>
          </p:cNvSpPr>
          <p:nvPr>
            <p:ph type="body" idx="4294967295"/>
          </p:nvPr>
        </p:nvSpPr>
        <p:spPr>
          <a:xfrm>
            <a:off x="1111250" y="5105400"/>
            <a:ext cx="7813675" cy="1341438"/>
          </a:xfrm>
        </p:spPr>
        <p:txBody>
          <a:bodyPr/>
          <a:lstStyle/>
          <a:p>
            <a:pPr marL="0" indent="449580">
              <a:lnSpc>
                <a:spcPct val="130000"/>
              </a:lnSpc>
              <a:buFont typeface="Wingdings" panose="05000000000000000000" pitchFamily="2" charset="2"/>
              <a:buNone/>
            </a:pPr>
            <a:r>
              <a:rPr lang="zh-CN" altLang="en-US" sz="3200" b="1" dirty="0">
                <a:solidFill>
                  <a:srgbClr val="FF0000"/>
                </a:solidFill>
              </a:rPr>
              <a:t>一般讲，时间函数变化较快的信号必定具有较宽的频带。</a:t>
            </a:r>
            <a:endParaRPr lang="zh-CN" altLang="en-US" sz="3200" b="1" dirty="0">
              <a:solidFill>
                <a:srgbClr val="FF0000"/>
              </a:solidFill>
            </a:endParaRPr>
          </a:p>
        </p:txBody>
      </p:sp>
      <p:sp>
        <p:nvSpPr>
          <p:cNvPr id="245764" name="Rectangle 4"/>
          <p:cNvSpPr>
            <a:spLocks noChangeArrowheads="1"/>
          </p:cNvSpPr>
          <p:nvPr/>
        </p:nvSpPr>
        <p:spPr bwMode="auto">
          <a:xfrm>
            <a:off x="1187450" y="1268413"/>
            <a:ext cx="7162800" cy="3744912"/>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50000"/>
              </a:lnSpc>
              <a:buFont typeface="Wingdings" panose="05000000000000000000" pitchFamily="2" charset="2"/>
              <a:buNone/>
            </a:pPr>
            <a:r>
              <a:rPr lang="zh-CN" altLang="en-US" sz="2400" b="1">
                <a:latin typeface="Times New Roman" panose="02020603050405020304" pitchFamily="18" charset="0"/>
                <a:cs typeface="Times New Roman" panose="02020603050405020304" pitchFamily="18" charset="0"/>
              </a:rPr>
              <a:t>   实际上 ：</a:t>
            </a:r>
            <a:endParaRPr lang="zh-CN" altLang="en-US" sz="2400" b="1">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zh-CN" altLang="en-US" sz="2400" b="1">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rPr>
              <a:t>1</a:t>
            </a:r>
            <a:r>
              <a:rPr lang="zh-CN" altLang="en-US" sz="2400" b="1">
                <a:latin typeface="Times New Roman" panose="02020603050405020304" pitchFamily="18" charset="0"/>
                <a:cs typeface="Times New Roman" panose="02020603050405020304" pitchFamily="18" charset="0"/>
              </a:rPr>
              <a:t>）对于包络线为</a:t>
            </a:r>
            <a:r>
              <a:rPr lang="en-US" altLang="zh-CN" sz="2400" b="1">
                <a:latin typeface="Times New Roman" panose="02020603050405020304" pitchFamily="18" charset="0"/>
                <a:cs typeface="Times New Roman" panose="02020603050405020304" pitchFamily="18" charset="0"/>
              </a:rPr>
              <a:t>Sample</a:t>
            </a:r>
            <a:r>
              <a:rPr lang="zh-CN" altLang="en-US" sz="2400" b="1">
                <a:latin typeface="Times New Roman" panose="02020603050405020304" pitchFamily="18" charset="0"/>
                <a:cs typeface="Times New Roman" panose="02020603050405020304" pitchFamily="18" charset="0"/>
              </a:rPr>
              <a:t>函数的频谱，常包络线</a:t>
            </a:r>
            <a:r>
              <a:rPr lang="zh-CN" altLang="en-US" sz="2400" b="1">
                <a:solidFill>
                  <a:srgbClr val="FF0000"/>
                </a:solidFill>
                <a:latin typeface="Times New Roman" panose="02020603050405020304" pitchFamily="18" charset="0"/>
                <a:cs typeface="Times New Roman" panose="02020603050405020304" pitchFamily="18" charset="0"/>
              </a:rPr>
              <a:t>第一个过零点</a:t>
            </a:r>
            <a:r>
              <a:rPr lang="zh-CN" altLang="en-US" sz="2400" b="1">
                <a:latin typeface="Times New Roman" panose="02020603050405020304" pitchFamily="18" charset="0"/>
                <a:cs typeface="Times New Roman" panose="02020603050405020304" pitchFamily="18" charset="0"/>
              </a:rPr>
              <a:t>的分量定义为最高频率分量，</a:t>
            </a:r>
            <a:r>
              <a:rPr lang="zh-CN" altLang="en-US" sz="2400" b="1">
                <a:solidFill>
                  <a:srgbClr val="0000FF"/>
                </a:solidFill>
                <a:latin typeface="Times New Roman" panose="02020603050405020304" pitchFamily="18" charset="0"/>
                <a:cs typeface="Times New Roman" panose="02020603050405020304" pitchFamily="18" charset="0"/>
              </a:rPr>
              <a:t>这时频宽为：</a:t>
            </a:r>
            <a:r>
              <a:rPr lang="en-US" altLang="zh-CN" sz="2400" b="1">
                <a:solidFill>
                  <a:srgbClr val="0000FF"/>
                </a:solidFill>
                <a:latin typeface="Times New Roman" panose="02020603050405020304" pitchFamily="18" charset="0"/>
                <a:cs typeface="Times New Roman" panose="02020603050405020304" pitchFamily="18" charset="0"/>
              </a:rPr>
              <a:t>2π/τ</a:t>
            </a:r>
            <a:r>
              <a:rPr lang="zh-CN" altLang="en-US" sz="2400" b="1">
                <a:latin typeface="Times New Roman" panose="02020603050405020304" pitchFamily="18" charset="0"/>
                <a:cs typeface="Times New Roman" panose="02020603050405020304" pitchFamily="18" charset="0"/>
              </a:rPr>
              <a:t>；</a:t>
            </a:r>
            <a:endParaRPr lang="zh-CN" altLang="en-US" sz="2400" b="1">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zh-CN" altLang="en-US" sz="2400" b="1">
                <a:latin typeface="Times New Roman" panose="02020603050405020304" pitchFamily="18" charset="0"/>
                <a:cs typeface="Times New Roman" panose="02020603050405020304" pitchFamily="18" charset="0"/>
              </a:rPr>
              <a:t>   </a:t>
            </a:r>
            <a:r>
              <a:rPr lang="en-US" altLang="zh-CN" sz="2400" b="1">
                <a:latin typeface="Times New Roman" panose="02020603050405020304" pitchFamily="18" charset="0"/>
                <a:cs typeface="Times New Roman" panose="02020603050405020304" pitchFamily="18" charset="0"/>
              </a:rPr>
              <a:t>2</a:t>
            </a:r>
            <a:r>
              <a:rPr lang="zh-CN" altLang="en-US" sz="2400" b="1">
                <a:latin typeface="Times New Roman" panose="02020603050405020304" pitchFamily="18" charset="0"/>
                <a:cs typeface="Times New Roman" panose="02020603050405020304" pitchFamily="18" charset="0"/>
              </a:rPr>
              <a:t>）对于一般频谱，常将振幅降为最大值的</a:t>
            </a:r>
            <a:r>
              <a:rPr lang="en-US" altLang="zh-CN" sz="2400" b="1">
                <a:latin typeface="Times New Roman" panose="02020603050405020304" pitchFamily="18" charset="0"/>
                <a:cs typeface="Times New Roman" panose="02020603050405020304" pitchFamily="18" charset="0"/>
              </a:rPr>
              <a:t>1/10</a:t>
            </a:r>
            <a:r>
              <a:rPr lang="zh-CN" altLang="en-US" sz="2400" b="1">
                <a:latin typeface="Times New Roman" panose="02020603050405020304" pitchFamily="18" charset="0"/>
                <a:cs typeface="Times New Roman" panose="02020603050405020304" pitchFamily="18" charset="0"/>
              </a:rPr>
              <a:t>为</a:t>
            </a:r>
            <a:r>
              <a:rPr lang="zh-CN" altLang="en-US" sz="2400" b="1">
                <a:solidFill>
                  <a:srgbClr val="0000FF"/>
                </a:solidFill>
                <a:latin typeface="Times New Roman" panose="02020603050405020304" pitchFamily="18" charset="0"/>
                <a:cs typeface="Times New Roman" panose="02020603050405020304" pitchFamily="18" charset="0"/>
              </a:rPr>
              <a:t>最高频率分量</a:t>
            </a:r>
            <a:r>
              <a:rPr lang="zh-CN" altLang="en-US" sz="2400" b="1">
                <a:latin typeface="Times New Roman" panose="02020603050405020304" pitchFamily="18" charset="0"/>
                <a:cs typeface="Times New Roman" panose="02020603050405020304" pitchFamily="18" charset="0"/>
              </a:rPr>
              <a:t>。</a:t>
            </a:r>
            <a:endParaRPr lang="zh-CN" altLang="en-US" sz="2400" b="1">
              <a:latin typeface="Times New Roman" panose="02020603050405020304" pitchFamily="18" charset="0"/>
              <a:cs typeface="Times New Roman" panose="02020603050405020304" pitchFamily="18" charset="0"/>
            </a:endParaRPr>
          </a:p>
        </p:txBody>
      </p:sp>
      <p:sp>
        <p:nvSpPr>
          <p:cNvPr id="106502" name="Rectangle 5"/>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3200" b="1">
                <a:solidFill>
                  <a:srgbClr val="0000FF"/>
                </a:solidFill>
                <a:ea typeface="宋体" panose="02010600030101010101" pitchFamily="2" charset="-122"/>
              </a:rPr>
              <a:t>§3.4 </a:t>
            </a:r>
            <a:r>
              <a:rPr lang="zh-CN" altLang="en-US" sz="3200" b="1">
                <a:solidFill>
                  <a:srgbClr val="0000FF"/>
                </a:solidFill>
                <a:ea typeface="宋体" panose="02010600030101010101" pitchFamily="2" charset="-122"/>
              </a:rPr>
              <a:t>周期信号的频谱</a:t>
            </a:r>
            <a:endParaRPr lang="zh-CN" altLang="en-US" sz="3200" b="1">
              <a:solidFill>
                <a:srgbClr val="0000FF"/>
              </a:solidFill>
              <a:ea typeface="宋体" panose="02010600030101010101" pitchFamily="2" charset="-122"/>
            </a:endParaRPr>
          </a:p>
        </p:txBody>
      </p:sp>
    </p:spTree>
  </p:cSld>
  <p:clrMapOvr>
    <a:masterClrMapping/>
  </p:clrMapOvr>
  <p:transition spd="slow" advTm="1253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5764">
                                            <p:txEl>
                                              <p:pRg st="1" end="1"/>
                                            </p:txEl>
                                          </p:spTgt>
                                        </p:tgtEl>
                                        <p:attrNameLst>
                                          <p:attrName>style.visibility</p:attrName>
                                        </p:attrNameLst>
                                      </p:cBhvr>
                                      <p:to>
                                        <p:strVal val="visible"/>
                                      </p:to>
                                    </p:set>
                                    <p:anim calcmode="lin" valueType="num">
                                      <p:cBhvr>
                                        <p:cTn id="7" dur="1000" fill="hold"/>
                                        <p:tgtEl>
                                          <p:spTgt spid="245764">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245764">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245764">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45764">
                                            <p:txEl>
                                              <p:pRg st="2" end="2"/>
                                            </p:txEl>
                                          </p:spTgt>
                                        </p:tgtEl>
                                        <p:attrNameLst>
                                          <p:attrName>style.visibility</p:attrName>
                                        </p:attrNameLst>
                                      </p:cBhvr>
                                      <p:to>
                                        <p:strVal val="visible"/>
                                      </p:to>
                                    </p:set>
                                    <p:anim calcmode="lin" valueType="num">
                                      <p:cBhvr>
                                        <p:cTn id="14" dur="1000" fill="hold"/>
                                        <p:tgtEl>
                                          <p:spTgt spid="245764">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245764">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245764">
                                            <p:txEl>
                                              <p:pRg st="2" end="2"/>
                                            </p:txEl>
                                          </p:spTgt>
                                        </p:tgtEl>
                                      </p:cBhvr>
                                    </p:animEffect>
                                  </p:childTnLst>
                                </p:cTn>
                              </p:par>
                            </p:childTnLst>
                          </p:cTn>
                        </p:par>
                        <p:par>
                          <p:cTn id="17" fill="hold">
                            <p:stCondLst>
                              <p:cond delay="1000"/>
                            </p:stCondLst>
                            <p:childTnLst>
                              <p:par>
                                <p:cTn id="18" presetID="55" presetClass="entr" presetSubtype="0" fill="hold" grpId="0" nodeType="afterEffect">
                                  <p:stCondLst>
                                    <p:cond delay="0"/>
                                  </p:stCondLst>
                                  <p:childTnLst>
                                    <p:set>
                                      <p:cBhvr>
                                        <p:cTn id="19" dur="1" fill="hold">
                                          <p:stCondLst>
                                            <p:cond delay="0"/>
                                          </p:stCondLst>
                                        </p:cTn>
                                        <p:tgtEl>
                                          <p:spTgt spid="245763">
                                            <p:txEl>
                                              <p:pRg st="0" end="0"/>
                                            </p:txEl>
                                          </p:spTgt>
                                        </p:tgtEl>
                                        <p:attrNameLst>
                                          <p:attrName>style.visibility</p:attrName>
                                        </p:attrNameLst>
                                      </p:cBhvr>
                                      <p:to>
                                        <p:strVal val="visible"/>
                                      </p:to>
                                    </p:set>
                                    <p:anim calcmode="lin" valueType="num">
                                      <p:cBhvr>
                                        <p:cTn id="20" dur="1000" fill="hold"/>
                                        <p:tgtEl>
                                          <p:spTgt spid="245763">
                                            <p:txEl>
                                              <p:pRg st="0" end="0"/>
                                            </p:txEl>
                                          </p:spTgt>
                                        </p:tgtEl>
                                        <p:attrNameLst>
                                          <p:attrName>ppt_w</p:attrName>
                                        </p:attrNameLst>
                                      </p:cBhvr>
                                      <p:tavLst>
                                        <p:tav tm="0">
                                          <p:val>
                                            <p:strVal val="#ppt_w*0.70"/>
                                          </p:val>
                                        </p:tav>
                                        <p:tav tm="100000">
                                          <p:val>
                                            <p:strVal val="#ppt_w"/>
                                          </p:val>
                                        </p:tav>
                                      </p:tavLst>
                                    </p:anim>
                                    <p:anim calcmode="lin" valueType="num">
                                      <p:cBhvr>
                                        <p:cTn id="21" dur="1000" fill="hold"/>
                                        <p:tgtEl>
                                          <p:spTgt spid="245763">
                                            <p:txEl>
                                              <p:pRg st="0" end="0"/>
                                            </p:txEl>
                                          </p:spTgt>
                                        </p:tgtEl>
                                        <p:attrNameLst>
                                          <p:attrName>ppt_h</p:attrName>
                                        </p:attrNameLst>
                                      </p:cBhvr>
                                      <p:tavLst>
                                        <p:tav tm="0">
                                          <p:val>
                                            <p:strVal val="#ppt_h"/>
                                          </p:val>
                                        </p:tav>
                                        <p:tav tm="100000">
                                          <p:val>
                                            <p:strVal val="#ppt_h"/>
                                          </p:val>
                                        </p:tav>
                                      </p:tavLst>
                                    </p:anim>
                                    <p:animEffect transition="in" filter="fade">
                                      <p:cBhvr>
                                        <p:cTn id="22" dur="1000"/>
                                        <p:tgtEl>
                                          <p:spTgt spid="2457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125AFAD9-80F2-4DCD-897B-CA7E4B5A7E8B}" type="datetime1">
              <a:rPr lang="zh-CN" altLang="en-US"/>
            </a:fld>
            <a:endParaRPr lang="zh-CN" altLang="en-US"/>
          </a:p>
        </p:txBody>
      </p:sp>
      <p:sp>
        <p:nvSpPr>
          <p:cNvPr id="104451" name="Rectangle 2"/>
          <p:cNvSpPr>
            <a:spLocks noGrp="1" noChangeArrowheads="1"/>
          </p:cNvSpPr>
          <p:nvPr>
            <p:ph type="title" idx="4294967295"/>
          </p:nvPr>
        </p:nvSpPr>
        <p:spPr>
          <a:xfrm>
            <a:off x="1042988" y="115888"/>
            <a:ext cx="4249737" cy="576262"/>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243715" name="Rectangle 3"/>
          <p:cNvSpPr>
            <a:spLocks noGrp="1" noChangeArrowheads="1"/>
          </p:cNvSpPr>
          <p:nvPr>
            <p:ph type="body" idx="4294967295"/>
          </p:nvPr>
        </p:nvSpPr>
        <p:spPr>
          <a:xfrm>
            <a:off x="601734" y="1025144"/>
            <a:ext cx="8318091" cy="5107530"/>
          </a:xfrm>
          <a:solidFill>
            <a:schemeClr val="bg1"/>
          </a:solidFill>
          <a:ln w="38100">
            <a:solidFill>
              <a:srgbClr val="000000"/>
            </a:solidFill>
            <a:miter lim="800000"/>
          </a:ln>
          <a:effectLst>
            <a:prstShdw prst="shdw12">
              <a:srgbClr val="808080">
                <a:alpha val="50000"/>
              </a:srgbClr>
            </a:prstShdw>
          </a:effectLst>
        </p:spPr>
        <p:txBody>
          <a:bodyPr/>
          <a:lstStyle/>
          <a:p>
            <a:pPr marL="0" indent="0">
              <a:lnSpc>
                <a:spcPct val="135000"/>
              </a:lnSpc>
              <a:buClr>
                <a:srgbClr val="6600CC"/>
              </a:buClr>
              <a:buNone/>
            </a:pPr>
            <a:r>
              <a:rPr lang="zh-CN" altLang="en-US" sz="2400" b="1" dirty="0"/>
              <a:t>对任意周期信号，其频谱都具有：</a:t>
            </a:r>
            <a:endParaRPr lang="en-US" altLang="zh-CN" sz="2400" b="1" dirty="0"/>
          </a:p>
          <a:p>
            <a:pPr marL="895350" lvl="1" indent="-457200">
              <a:lnSpc>
                <a:spcPct val="135000"/>
              </a:lnSpc>
              <a:buClr>
                <a:srgbClr val="6600CC"/>
              </a:buClr>
              <a:buFont typeface="+mj-ea"/>
              <a:buAutoNum type="circleNumDbPlain"/>
            </a:pPr>
            <a:r>
              <a:rPr lang="zh-CN" altLang="en-US" sz="2800" b="1" dirty="0">
                <a:solidFill>
                  <a:srgbClr val="FF0000"/>
                </a:solidFill>
              </a:rPr>
              <a:t>离散性 </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FF0000"/>
                </a:solidFill>
              </a:rPr>
              <a:t>谐波性</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FF0000"/>
                </a:solidFill>
              </a:rPr>
              <a:t>收敛性</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0000FF"/>
                </a:solidFill>
              </a:rPr>
              <a:t>信号时域所占空间与频谱域占有空间成</a:t>
            </a:r>
            <a:r>
              <a:rPr lang="zh-CN" altLang="en-US" sz="2800" b="1" dirty="0">
                <a:solidFill>
                  <a:srgbClr val="FF0000"/>
                </a:solidFill>
              </a:rPr>
              <a:t>反比</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0000FF"/>
                </a:solidFill>
              </a:rPr>
              <a:t>频谱密度与时域信号的周期</a:t>
            </a:r>
            <a:r>
              <a:rPr lang="zh-CN" altLang="en-US" sz="2800" b="1" dirty="0">
                <a:solidFill>
                  <a:srgbClr val="FF0000"/>
                </a:solidFill>
              </a:rPr>
              <a:t>成正比；</a:t>
            </a:r>
            <a:endParaRPr lang="en-US" altLang="zh-CN" sz="2800" b="1" dirty="0">
              <a:solidFill>
                <a:srgbClr val="FF0000"/>
              </a:solidFill>
            </a:endParaRPr>
          </a:p>
          <a:p>
            <a:pPr marL="438150" lvl="1" indent="0">
              <a:lnSpc>
                <a:spcPct val="135000"/>
              </a:lnSpc>
              <a:buClr>
                <a:srgbClr val="6600CC"/>
              </a:buClr>
              <a:buNone/>
            </a:pPr>
            <a:r>
              <a:rPr lang="en-US" altLang="zh-CN" sz="2800" b="1" dirty="0">
                <a:solidFill>
                  <a:srgbClr val="FF0000"/>
                </a:solidFill>
              </a:rPr>
              <a:t>      </a:t>
            </a:r>
            <a:r>
              <a:rPr lang="zh-CN" altLang="en-US" sz="2800" b="1" dirty="0">
                <a:solidFill>
                  <a:srgbClr val="0000FF"/>
                </a:solidFill>
              </a:rPr>
              <a:t>或者说谱线间隔与时域信号的周期</a:t>
            </a:r>
            <a:r>
              <a:rPr lang="zh-CN" altLang="en-US" sz="2800" b="1" dirty="0">
                <a:solidFill>
                  <a:srgbClr val="FF0000"/>
                </a:solidFill>
              </a:rPr>
              <a:t>成反比</a:t>
            </a:r>
            <a:endParaRPr lang="en-US" altLang="zh-CN" sz="2800" b="1" dirty="0">
              <a:solidFill>
                <a:srgbClr val="6600CC"/>
              </a:solidFill>
            </a:endParaRPr>
          </a:p>
        </p:txBody>
      </p:sp>
      <p:sp>
        <p:nvSpPr>
          <p:cNvPr id="104454" name="Rectangle 5"/>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3200" b="1" dirty="0">
                <a:solidFill>
                  <a:srgbClr val="FF0000"/>
                </a:solidFill>
                <a:ea typeface="宋体" panose="02010600030101010101" pitchFamily="2" charset="-122"/>
              </a:rPr>
              <a:t>回顾</a:t>
            </a:r>
            <a:r>
              <a:rPr lang="en-US" altLang="zh-CN" sz="3200" b="1" dirty="0">
                <a:solidFill>
                  <a:srgbClr val="FF0000"/>
                </a:solidFill>
                <a:ea typeface="宋体" panose="02010600030101010101" pitchFamily="2" charset="-122"/>
              </a:rPr>
              <a:t>1</a:t>
            </a:r>
            <a:r>
              <a:rPr lang="zh-CN" altLang="en-US" sz="3200" b="1" dirty="0">
                <a:solidFill>
                  <a:srgbClr val="FF0000"/>
                </a:solidFill>
                <a:ea typeface="宋体" panose="02010600030101010101" pitchFamily="2" charset="-122"/>
              </a:rPr>
              <a:t>   </a:t>
            </a:r>
            <a:r>
              <a:rPr lang="zh-CN" altLang="en-US" sz="3200" b="1" dirty="0">
                <a:solidFill>
                  <a:srgbClr val="0000FF"/>
                </a:solidFill>
                <a:ea typeface="宋体" panose="02010600030101010101" pitchFamily="2" charset="-122"/>
              </a:rPr>
              <a:t>周期信号的频谱</a:t>
            </a:r>
            <a:endParaRPr lang="zh-CN" altLang="en-US" sz="3200" b="1" dirty="0">
              <a:solidFill>
                <a:srgbClr val="0000FF"/>
              </a:solidFill>
              <a:ea typeface="宋体" panose="02010600030101010101" pitchFamily="2" charset="-122"/>
            </a:endParaRPr>
          </a:p>
        </p:txBody>
      </p:sp>
    </p:spTree>
    <p:custDataLst>
      <p:tags r:id="rId1"/>
    </p:custDataLst>
  </p:cSld>
  <p:clrMapOvr>
    <a:masterClrMapping/>
  </p:clrMapOvr>
  <p:transition spd="slow" advTm="1344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 calcmode="lin" valueType="num">
                                      <p:cBhvr>
                                        <p:cTn id="7" dur="1000" fill="hold"/>
                                        <p:tgtEl>
                                          <p:spTgt spid="24371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4371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43715">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43715">
                                            <p:txEl>
                                              <p:pRg st="1" end="1"/>
                                            </p:txEl>
                                          </p:spTgt>
                                        </p:tgtEl>
                                        <p:attrNameLst>
                                          <p:attrName>style.visibility</p:attrName>
                                        </p:attrNameLst>
                                      </p:cBhvr>
                                      <p:to>
                                        <p:strVal val="visible"/>
                                      </p:to>
                                    </p:set>
                                    <p:anim calcmode="lin" valueType="num">
                                      <p:cBhvr>
                                        <p:cTn id="13" dur="1000" fill="hold"/>
                                        <p:tgtEl>
                                          <p:spTgt spid="243715">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243715">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243715">
                                            <p:txEl>
                                              <p:pRg st="1" end="1"/>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43715">
                                            <p:txEl>
                                              <p:pRg st="2" end="2"/>
                                            </p:txEl>
                                          </p:spTgt>
                                        </p:tgtEl>
                                        <p:attrNameLst>
                                          <p:attrName>style.visibility</p:attrName>
                                        </p:attrNameLst>
                                      </p:cBhvr>
                                      <p:to>
                                        <p:strVal val="visible"/>
                                      </p:to>
                                    </p:set>
                                    <p:anim calcmode="lin" valueType="num">
                                      <p:cBhvr>
                                        <p:cTn id="19" dur="1000" fill="hold"/>
                                        <p:tgtEl>
                                          <p:spTgt spid="243715">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243715">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243715">
                                            <p:txEl>
                                              <p:pRg st="2" end="2"/>
                                            </p:txEl>
                                          </p:spTgt>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243715">
                                            <p:txEl>
                                              <p:pRg st="3" end="3"/>
                                            </p:txEl>
                                          </p:spTgt>
                                        </p:tgtEl>
                                        <p:attrNameLst>
                                          <p:attrName>style.visibility</p:attrName>
                                        </p:attrNameLst>
                                      </p:cBhvr>
                                      <p:to>
                                        <p:strVal val="visible"/>
                                      </p:to>
                                    </p:set>
                                    <p:anim calcmode="lin" valueType="num">
                                      <p:cBhvr>
                                        <p:cTn id="25" dur="1000" fill="hold"/>
                                        <p:tgtEl>
                                          <p:spTgt spid="243715">
                                            <p:txEl>
                                              <p:pRg st="3" end="3"/>
                                            </p:txEl>
                                          </p:spTgt>
                                        </p:tgtEl>
                                        <p:attrNameLst>
                                          <p:attrName>ppt_w</p:attrName>
                                        </p:attrNameLst>
                                      </p:cBhvr>
                                      <p:tavLst>
                                        <p:tav tm="0">
                                          <p:val>
                                            <p:strVal val="#ppt_w*0.70"/>
                                          </p:val>
                                        </p:tav>
                                        <p:tav tm="100000">
                                          <p:val>
                                            <p:strVal val="#ppt_w"/>
                                          </p:val>
                                        </p:tav>
                                      </p:tavLst>
                                    </p:anim>
                                    <p:anim calcmode="lin" valueType="num">
                                      <p:cBhvr>
                                        <p:cTn id="26" dur="1000" fill="hold"/>
                                        <p:tgtEl>
                                          <p:spTgt spid="243715">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243715">
                                            <p:txEl>
                                              <p:pRg st="3" end="3"/>
                                            </p:txEl>
                                          </p:spTgt>
                                        </p:tgtEl>
                                      </p:cBhvr>
                                    </p:animEffect>
                                  </p:childTnLst>
                                </p:cTn>
                              </p:par>
                            </p:childTnLst>
                          </p:cTn>
                        </p:par>
                        <p:par>
                          <p:cTn id="28" fill="hold">
                            <p:stCondLst>
                              <p:cond delay="4000"/>
                            </p:stCondLst>
                            <p:childTnLst>
                              <p:par>
                                <p:cTn id="29" presetID="55" presetClass="entr" presetSubtype="0" fill="hold" nodeType="afterEffect">
                                  <p:stCondLst>
                                    <p:cond delay="0"/>
                                  </p:stCondLst>
                                  <p:childTnLst>
                                    <p:set>
                                      <p:cBhvr>
                                        <p:cTn id="30" dur="1" fill="hold">
                                          <p:stCondLst>
                                            <p:cond delay="0"/>
                                          </p:stCondLst>
                                        </p:cTn>
                                        <p:tgtEl>
                                          <p:spTgt spid="243715">
                                            <p:txEl>
                                              <p:pRg st="4" end="4"/>
                                            </p:txEl>
                                          </p:spTgt>
                                        </p:tgtEl>
                                        <p:attrNameLst>
                                          <p:attrName>style.visibility</p:attrName>
                                        </p:attrNameLst>
                                      </p:cBhvr>
                                      <p:to>
                                        <p:strVal val="visible"/>
                                      </p:to>
                                    </p:set>
                                    <p:anim calcmode="lin" valueType="num">
                                      <p:cBhvr>
                                        <p:cTn id="31" dur="1000" fill="hold"/>
                                        <p:tgtEl>
                                          <p:spTgt spid="243715">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243715">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243715">
                                            <p:txEl>
                                              <p:pRg st="4" end="4"/>
                                            </p:txEl>
                                          </p:spTgt>
                                        </p:tgtEl>
                                      </p:cBhvr>
                                    </p:animEffect>
                                  </p:childTnLst>
                                </p:cTn>
                              </p:par>
                            </p:childTnLst>
                          </p:cTn>
                        </p:par>
                        <p:par>
                          <p:cTn id="34" fill="hold">
                            <p:stCondLst>
                              <p:cond delay="5000"/>
                            </p:stCondLst>
                            <p:childTnLst>
                              <p:par>
                                <p:cTn id="35" presetID="55" presetClass="entr" presetSubtype="0" fill="hold" nodeType="afterEffect">
                                  <p:stCondLst>
                                    <p:cond delay="0"/>
                                  </p:stCondLst>
                                  <p:childTnLst>
                                    <p:set>
                                      <p:cBhvr>
                                        <p:cTn id="36" dur="1" fill="hold">
                                          <p:stCondLst>
                                            <p:cond delay="0"/>
                                          </p:stCondLst>
                                        </p:cTn>
                                        <p:tgtEl>
                                          <p:spTgt spid="243715">
                                            <p:txEl>
                                              <p:pRg st="5" end="5"/>
                                            </p:txEl>
                                          </p:spTgt>
                                        </p:tgtEl>
                                        <p:attrNameLst>
                                          <p:attrName>style.visibility</p:attrName>
                                        </p:attrNameLst>
                                      </p:cBhvr>
                                      <p:to>
                                        <p:strVal val="visible"/>
                                      </p:to>
                                    </p:set>
                                    <p:anim calcmode="lin" valueType="num">
                                      <p:cBhvr>
                                        <p:cTn id="37" dur="1000" fill="hold"/>
                                        <p:tgtEl>
                                          <p:spTgt spid="243715">
                                            <p:txEl>
                                              <p:pRg st="5" end="5"/>
                                            </p:txEl>
                                          </p:spTgt>
                                        </p:tgtEl>
                                        <p:attrNameLst>
                                          <p:attrName>ppt_w</p:attrName>
                                        </p:attrNameLst>
                                      </p:cBhvr>
                                      <p:tavLst>
                                        <p:tav tm="0">
                                          <p:val>
                                            <p:strVal val="#ppt_w*0.70"/>
                                          </p:val>
                                        </p:tav>
                                        <p:tav tm="100000">
                                          <p:val>
                                            <p:strVal val="#ppt_w"/>
                                          </p:val>
                                        </p:tav>
                                      </p:tavLst>
                                    </p:anim>
                                    <p:anim calcmode="lin" valueType="num">
                                      <p:cBhvr>
                                        <p:cTn id="38" dur="1000" fill="hold"/>
                                        <p:tgtEl>
                                          <p:spTgt spid="243715">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243715">
                                            <p:txEl>
                                              <p:pRg st="5" end="5"/>
                                            </p:txEl>
                                          </p:spTgt>
                                        </p:tgtEl>
                                      </p:cBhvr>
                                    </p:animEffect>
                                  </p:childTnLst>
                                </p:cTn>
                              </p:par>
                            </p:childTnLst>
                          </p:cTn>
                        </p:par>
                        <p:par>
                          <p:cTn id="40" fill="hold">
                            <p:stCondLst>
                              <p:cond delay="6000"/>
                            </p:stCondLst>
                            <p:childTnLst>
                              <p:par>
                                <p:cTn id="41" presetID="55" presetClass="entr" presetSubtype="0" fill="hold" nodeType="afterEffect">
                                  <p:stCondLst>
                                    <p:cond delay="0"/>
                                  </p:stCondLst>
                                  <p:childTnLst>
                                    <p:set>
                                      <p:cBhvr>
                                        <p:cTn id="42" dur="1" fill="hold">
                                          <p:stCondLst>
                                            <p:cond delay="0"/>
                                          </p:stCondLst>
                                        </p:cTn>
                                        <p:tgtEl>
                                          <p:spTgt spid="243715">
                                            <p:txEl>
                                              <p:pRg st="6" end="6"/>
                                            </p:txEl>
                                          </p:spTgt>
                                        </p:tgtEl>
                                        <p:attrNameLst>
                                          <p:attrName>style.visibility</p:attrName>
                                        </p:attrNameLst>
                                      </p:cBhvr>
                                      <p:to>
                                        <p:strVal val="visible"/>
                                      </p:to>
                                    </p:set>
                                    <p:anim calcmode="lin" valueType="num">
                                      <p:cBhvr>
                                        <p:cTn id="43" dur="1000" fill="hold"/>
                                        <p:tgtEl>
                                          <p:spTgt spid="243715">
                                            <p:txEl>
                                              <p:pRg st="6" end="6"/>
                                            </p:txEl>
                                          </p:spTgt>
                                        </p:tgtEl>
                                        <p:attrNameLst>
                                          <p:attrName>ppt_w</p:attrName>
                                        </p:attrNameLst>
                                      </p:cBhvr>
                                      <p:tavLst>
                                        <p:tav tm="0">
                                          <p:val>
                                            <p:strVal val="#ppt_w*0.70"/>
                                          </p:val>
                                        </p:tav>
                                        <p:tav tm="100000">
                                          <p:val>
                                            <p:strVal val="#ppt_w"/>
                                          </p:val>
                                        </p:tav>
                                      </p:tavLst>
                                    </p:anim>
                                    <p:anim calcmode="lin" valueType="num">
                                      <p:cBhvr>
                                        <p:cTn id="44" dur="1000" fill="hold"/>
                                        <p:tgtEl>
                                          <p:spTgt spid="243715">
                                            <p:txEl>
                                              <p:pRg st="6" end="6"/>
                                            </p:txEl>
                                          </p:spTgt>
                                        </p:tgtEl>
                                        <p:attrNameLst>
                                          <p:attrName>ppt_h</p:attrName>
                                        </p:attrNameLst>
                                      </p:cBhvr>
                                      <p:tavLst>
                                        <p:tav tm="0">
                                          <p:val>
                                            <p:strVal val="#ppt_h"/>
                                          </p:val>
                                        </p:tav>
                                        <p:tav tm="100000">
                                          <p:val>
                                            <p:strVal val="#ppt_h"/>
                                          </p:val>
                                        </p:tav>
                                      </p:tavLst>
                                    </p:anim>
                                    <p:animEffect transition="in" filter="fade">
                                      <p:cBhvr>
                                        <p:cTn id="45" dur="1000"/>
                                        <p:tgtEl>
                                          <p:spTgt spid="2437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CEA97B84-6179-41CD-A686-0F2D2796E79F}" type="datetime1">
              <a:rPr lang="zh-CN" altLang="en-US"/>
            </a:fld>
            <a:endParaRPr lang="zh-CN" altLang="en-US"/>
          </a:p>
        </p:txBody>
      </p:sp>
      <p:sp>
        <p:nvSpPr>
          <p:cNvPr id="105475" name="Rectangle 2"/>
          <p:cNvSpPr>
            <a:spLocks noGrp="1" noChangeArrowheads="1"/>
          </p:cNvSpPr>
          <p:nvPr>
            <p:ph type="title" idx="4294967295"/>
          </p:nvPr>
        </p:nvSpPr>
        <p:spPr>
          <a:xfrm>
            <a:off x="827088" y="115888"/>
            <a:ext cx="4176712" cy="576262"/>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244739" name="Rectangle 3"/>
          <p:cNvSpPr>
            <a:spLocks noGrp="1" noChangeArrowheads="1"/>
          </p:cNvSpPr>
          <p:nvPr>
            <p:ph type="body" idx="4294967295"/>
          </p:nvPr>
        </p:nvSpPr>
        <p:spPr>
          <a:xfrm>
            <a:off x="827088" y="908558"/>
            <a:ext cx="7981837" cy="4247478"/>
          </a:xfrm>
          <a:ln w="38100">
            <a:solidFill>
              <a:schemeClr val="tx1"/>
            </a:solidFill>
            <a:miter lim="800000"/>
          </a:ln>
        </p:spPr>
        <p:txBody>
          <a:bodyPr/>
          <a:lstStyle/>
          <a:p>
            <a:pPr marL="446405" indent="-446405">
              <a:lnSpc>
                <a:spcPct val="150000"/>
              </a:lnSpc>
              <a:buClr>
                <a:schemeClr val="tx1"/>
              </a:buClr>
              <a:buFont typeface="Wingdings" panose="05000000000000000000" pitchFamily="2" charset="2"/>
              <a:buChar char="l"/>
            </a:pPr>
            <a:r>
              <a:rPr lang="zh-CN" altLang="en-US" sz="2800" b="1" dirty="0">
                <a:latin typeface="Times New Roman" panose="02020603050405020304" pitchFamily="18" charset="0"/>
                <a:cs typeface="Times New Roman" panose="02020603050405020304" pitchFamily="18" charset="0"/>
              </a:rPr>
              <a:t>因为谐波振幅具有收敛性，信号能量的主要部分集中在</a:t>
            </a:r>
            <a:r>
              <a:rPr lang="zh-CN" altLang="en-US" sz="2800" b="1" dirty="0">
                <a:solidFill>
                  <a:srgbClr val="FF0000"/>
                </a:solidFill>
                <a:latin typeface="Times New Roman" panose="02020603050405020304" pitchFamily="18" charset="0"/>
                <a:cs typeface="Times New Roman" panose="02020603050405020304" pitchFamily="18" charset="0"/>
              </a:rPr>
              <a:t>低频分量</a:t>
            </a:r>
            <a:r>
              <a:rPr lang="zh-CN" altLang="en-US" sz="2800" b="1" dirty="0">
                <a:latin typeface="Times New Roman" panose="02020603050405020304" pitchFamily="18" charset="0"/>
                <a:cs typeface="Times New Roman" panose="02020603050405020304" pitchFamily="18" charset="0"/>
              </a:rPr>
              <a:t>中，所以谐波次数过高的那些分量实际上可以忽略不计。</a:t>
            </a:r>
            <a:endParaRPr lang="zh-CN" altLang="en-US" sz="2800" b="1" dirty="0">
              <a:latin typeface="Times New Roman" panose="02020603050405020304" pitchFamily="18" charset="0"/>
              <a:cs typeface="Times New Roman" panose="02020603050405020304" pitchFamily="18" charset="0"/>
            </a:endParaRPr>
          </a:p>
          <a:p>
            <a:pPr marL="446405" indent="-446405">
              <a:lnSpc>
                <a:spcPct val="150000"/>
              </a:lnSpc>
              <a:buClr>
                <a:schemeClr val="tx1"/>
              </a:buClr>
              <a:buFont typeface="Wingdings" panose="05000000000000000000" pitchFamily="2" charset="2"/>
              <a:buChar char="l"/>
            </a:pPr>
            <a:r>
              <a:rPr lang="zh-CN" altLang="en-US" sz="2800" b="1" dirty="0">
                <a:latin typeface="Times New Roman" panose="02020603050405020304" pitchFamily="18" charset="0"/>
                <a:cs typeface="Times New Roman" panose="02020603050405020304" pitchFamily="18" charset="0"/>
              </a:rPr>
              <a:t>对一个信号，从零频率开始到需要考虑的</a:t>
            </a:r>
            <a:r>
              <a:rPr lang="zh-CN" altLang="en-US" sz="2800" b="1" dirty="0">
                <a:solidFill>
                  <a:srgbClr val="6600CC"/>
                </a:solidFill>
                <a:latin typeface="Times New Roman" panose="02020603050405020304" pitchFamily="18" charset="0"/>
                <a:cs typeface="Times New Roman" panose="02020603050405020304" pitchFamily="18" charset="0"/>
              </a:rPr>
              <a:t>最主分量的频率间的这一频率范围是信号所占有的频带宽度，简称频宽、带宽</a:t>
            </a:r>
            <a:r>
              <a:rPr lang="zh-CN" altLang="en-US" sz="2800" b="1" dirty="0">
                <a:latin typeface="Times New Roman" panose="02020603050405020304" pitchFamily="18" charset="0"/>
                <a:cs typeface="Times New Roman" panose="02020603050405020304" pitchFamily="18" charset="0"/>
              </a:rPr>
              <a:t>。</a:t>
            </a:r>
            <a:br>
              <a:rPr lang="zh-CN" altLang="en-US" sz="2800" b="1" dirty="0">
                <a:latin typeface="Times New Roman" panose="02020603050405020304" pitchFamily="18" charset="0"/>
                <a:cs typeface="Times New Roman" panose="02020603050405020304" pitchFamily="18" charset="0"/>
              </a:rPr>
            </a:br>
            <a:endParaRPr lang="zh-CN" altLang="en-US" sz="2800" b="1" dirty="0">
              <a:latin typeface="Times New Roman" panose="02020603050405020304" pitchFamily="18" charset="0"/>
              <a:cs typeface="Times New Roman" panose="02020603050405020304" pitchFamily="18" charset="0"/>
            </a:endParaRPr>
          </a:p>
        </p:txBody>
      </p:sp>
      <p:sp>
        <p:nvSpPr>
          <p:cNvPr id="105478" name="Rectangle 5"/>
          <p:cNvSpPr>
            <a:spLocks noChangeArrowheads="1"/>
          </p:cNvSpPr>
          <p:nvPr/>
        </p:nvSpPr>
        <p:spPr bwMode="auto">
          <a:xfrm>
            <a:off x="550863" y="127000"/>
            <a:ext cx="7348373"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3200" b="1" dirty="0">
                <a:solidFill>
                  <a:srgbClr val="FF0000"/>
                </a:solidFill>
                <a:ea typeface="宋体" panose="02010600030101010101" pitchFamily="2" charset="-122"/>
              </a:rPr>
              <a:t>回顾</a:t>
            </a:r>
            <a:r>
              <a:rPr lang="en-US" altLang="zh-CN" sz="3200" b="1" dirty="0">
                <a:solidFill>
                  <a:srgbClr val="FF0000"/>
                </a:solidFill>
                <a:ea typeface="宋体" panose="02010600030101010101" pitchFamily="2" charset="-122"/>
              </a:rPr>
              <a:t>2     </a:t>
            </a:r>
            <a:r>
              <a:rPr lang="zh-CN" altLang="en-US" sz="3200" b="1" dirty="0">
                <a:solidFill>
                  <a:srgbClr val="FF0000"/>
                </a:solidFill>
                <a:latin typeface="Times New Roman" panose="02020603050405020304" pitchFamily="18" charset="0"/>
                <a:ea typeface="宋体" panose="02010600030101010101" pitchFamily="2" charset="-122"/>
              </a:rPr>
              <a:t>频带宽度的概念与定义</a:t>
            </a:r>
            <a:endParaRPr lang="zh-CN" altLang="en-US" sz="3200" b="1" dirty="0">
              <a:solidFill>
                <a:srgbClr val="0000FF"/>
              </a:solidFill>
              <a:ea typeface="宋体" panose="02010600030101010101" pitchFamily="2" charset="-122"/>
            </a:endParaRPr>
          </a:p>
        </p:txBody>
      </p:sp>
      <p:sp>
        <p:nvSpPr>
          <p:cNvPr id="4" name="矩形 3"/>
          <p:cNvSpPr/>
          <p:nvPr/>
        </p:nvSpPr>
        <p:spPr>
          <a:xfrm>
            <a:off x="690214" y="5249127"/>
            <a:ext cx="7981837" cy="1133195"/>
          </a:xfrm>
          <a:prstGeom prst="rect">
            <a:avLst/>
          </a:prstGeom>
        </p:spPr>
        <p:txBody>
          <a:bodyPr wrap="square">
            <a:spAutoFit/>
          </a:bodyPr>
          <a:lstStyle/>
          <a:p>
            <a:pPr marL="0" indent="449580">
              <a:lnSpc>
                <a:spcPct val="130000"/>
              </a:lnSpc>
              <a:buFont typeface="Wingdings" panose="05000000000000000000" pitchFamily="2" charset="2"/>
              <a:buNone/>
            </a:pPr>
            <a:r>
              <a:rPr lang="zh-CN" altLang="en-US" b="1" dirty="0">
                <a:solidFill>
                  <a:srgbClr val="FF0000"/>
                </a:solidFill>
              </a:rPr>
              <a:t>一般讲，时间函数变化较快的信号必定具有较宽的频带。</a:t>
            </a:r>
            <a:endParaRPr lang="zh-CN" altLang="en-US" b="1" dirty="0">
              <a:solidFill>
                <a:srgbClr val="FF0000"/>
              </a:solidFill>
            </a:endParaRPr>
          </a:p>
        </p:txBody>
      </p:sp>
    </p:spTree>
  </p:cSld>
  <p:clrMapOvr>
    <a:masterClrMapping/>
  </p:clrMapOvr>
  <p:transition spd="slow" advTm="584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44739">
                                            <p:bg/>
                                          </p:spTgt>
                                        </p:tgtEl>
                                        <p:attrNameLst>
                                          <p:attrName>style.visibility</p:attrName>
                                        </p:attrNameLst>
                                      </p:cBhvr>
                                      <p:to>
                                        <p:strVal val="visible"/>
                                      </p:to>
                                    </p:set>
                                    <p:anim calcmode="lin" valueType="num">
                                      <p:cBhvr>
                                        <p:cTn id="7" dur="1000" fill="hold"/>
                                        <p:tgtEl>
                                          <p:spTgt spid="244739">
                                            <p:bg/>
                                          </p:spTgt>
                                        </p:tgtEl>
                                        <p:attrNameLst>
                                          <p:attrName>ppt_w</p:attrName>
                                        </p:attrNameLst>
                                      </p:cBhvr>
                                      <p:tavLst>
                                        <p:tav tm="0">
                                          <p:val>
                                            <p:strVal val="#ppt_w*0.70"/>
                                          </p:val>
                                        </p:tav>
                                        <p:tav tm="100000">
                                          <p:val>
                                            <p:strVal val="#ppt_w"/>
                                          </p:val>
                                        </p:tav>
                                      </p:tavLst>
                                    </p:anim>
                                    <p:anim calcmode="lin" valueType="num">
                                      <p:cBhvr>
                                        <p:cTn id="8" dur="1000" fill="hold"/>
                                        <p:tgtEl>
                                          <p:spTgt spid="244739">
                                            <p:bg/>
                                          </p:spTgt>
                                        </p:tgtEl>
                                        <p:attrNameLst>
                                          <p:attrName>ppt_h</p:attrName>
                                        </p:attrNameLst>
                                      </p:cBhvr>
                                      <p:tavLst>
                                        <p:tav tm="0">
                                          <p:val>
                                            <p:strVal val="#ppt_h"/>
                                          </p:val>
                                        </p:tav>
                                        <p:tav tm="100000">
                                          <p:val>
                                            <p:strVal val="#ppt_h"/>
                                          </p:val>
                                        </p:tav>
                                      </p:tavLst>
                                    </p:anim>
                                    <p:animEffect transition="in" filter="fade">
                                      <p:cBhvr>
                                        <p:cTn id="9" dur="1000"/>
                                        <p:tgtEl>
                                          <p:spTgt spid="244739">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44739">
                                            <p:txEl>
                                              <p:pRg st="0" end="0"/>
                                            </p:txEl>
                                          </p:spTgt>
                                        </p:tgtEl>
                                        <p:attrNameLst>
                                          <p:attrName>style.visibility</p:attrName>
                                        </p:attrNameLst>
                                      </p:cBhvr>
                                      <p:to>
                                        <p:strVal val="visible"/>
                                      </p:to>
                                    </p:set>
                                    <p:anim calcmode="lin" valueType="num">
                                      <p:cBhvr>
                                        <p:cTn id="12" dur="1000" fill="hold"/>
                                        <p:tgtEl>
                                          <p:spTgt spid="244739">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244739">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244739">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44739">
                                            <p:txEl>
                                              <p:pRg st="1" end="1"/>
                                            </p:txEl>
                                          </p:spTgt>
                                        </p:tgtEl>
                                        <p:attrNameLst>
                                          <p:attrName>style.visibility</p:attrName>
                                        </p:attrNameLst>
                                      </p:cBhvr>
                                      <p:to>
                                        <p:strVal val="visible"/>
                                      </p:to>
                                    </p:set>
                                    <p:anim calcmode="lin" valueType="num">
                                      <p:cBhvr>
                                        <p:cTn id="17" dur="1000" fill="hold"/>
                                        <p:tgtEl>
                                          <p:spTgt spid="244739">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244739">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2447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animBg="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1FB71808-C5DE-4805-87EE-1ACDF883896D}" type="datetime1">
              <a:rPr lang="zh-CN" altLang="en-US"/>
            </a:fld>
            <a:endParaRPr lang="zh-CN" altLang="en-US"/>
          </a:p>
        </p:txBody>
      </p:sp>
      <p:sp>
        <p:nvSpPr>
          <p:cNvPr id="246786" name="Rectangle 2"/>
          <p:cNvSpPr>
            <a:spLocks noGrp="1" noChangeArrowheads="1"/>
          </p:cNvSpPr>
          <p:nvPr>
            <p:ph type="title" idx="4294967295"/>
          </p:nvPr>
        </p:nvSpPr>
        <p:spPr>
          <a:xfrm>
            <a:off x="474663" y="0"/>
            <a:ext cx="7542212" cy="66675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sp>
        <p:nvSpPr>
          <p:cNvPr id="107524" name="Rectangle 3"/>
          <p:cNvSpPr>
            <a:spLocks noGrp="1" noChangeArrowheads="1"/>
          </p:cNvSpPr>
          <p:nvPr>
            <p:ph type="body" sz="half" idx="4294967295"/>
          </p:nvPr>
        </p:nvSpPr>
        <p:spPr>
          <a:xfrm>
            <a:off x="827088" y="836613"/>
            <a:ext cx="2449512" cy="503237"/>
          </a:xfrm>
        </p:spPr>
        <p:txBody>
          <a:bodyPr/>
          <a:lstStyle/>
          <a:p>
            <a:pPr>
              <a:lnSpc>
                <a:spcPct val="80000"/>
              </a:lnSpc>
              <a:buFont typeface="Wingdings" panose="05000000000000000000" pitchFamily="2" charset="2"/>
              <a:buNone/>
            </a:pPr>
            <a:r>
              <a:rPr lang="en-US" altLang="zh-CN" sz="2600" b="1"/>
              <a:t>1</a:t>
            </a:r>
            <a:r>
              <a:rPr lang="zh-CN" altLang="en-US" sz="2600" b="1"/>
              <a:t>、频谱函数</a:t>
            </a:r>
            <a:br>
              <a:rPr lang="zh-CN" altLang="en-US" sz="2600" b="1"/>
            </a:br>
            <a:r>
              <a:rPr lang="zh-CN" altLang="en-US" sz="2600" b="1"/>
              <a:t>　</a:t>
            </a:r>
            <a:endParaRPr lang="zh-CN" altLang="en-US" sz="2600" b="1"/>
          </a:p>
          <a:p>
            <a:pPr>
              <a:lnSpc>
                <a:spcPct val="120000"/>
              </a:lnSpc>
              <a:buFont typeface="Wingdings" panose="05000000000000000000" pitchFamily="2" charset="2"/>
              <a:buNone/>
            </a:pPr>
            <a:r>
              <a:rPr lang="zh-CN" altLang="en-US" sz="2600" b="1"/>
              <a:t>       </a:t>
            </a:r>
            <a:endParaRPr lang="zh-CN" altLang="en-US" sz="2600" b="1"/>
          </a:p>
          <a:p>
            <a:pPr>
              <a:lnSpc>
                <a:spcPct val="80000"/>
              </a:lnSpc>
              <a:buFont typeface="Wingdings" panose="05000000000000000000" pitchFamily="2" charset="2"/>
              <a:buNone/>
            </a:pPr>
            <a:endParaRPr lang="zh-CN" altLang="en-US" sz="2600" b="1"/>
          </a:p>
          <a:p>
            <a:pPr>
              <a:lnSpc>
                <a:spcPct val="80000"/>
              </a:lnSpc>
              <a:buFont typeface="Wingdings" panose="05000000000000000000" pitchFamily="2" charset="2"/>
              <a:buNone/>
            </a:pPr>
            <a:endParaRPr lang="zh-CN" altLang="en-US" sz="2600" b="1"/>
          </a:p>
          <a:p>
            <a:pPr>
              <a:lnSpc>
                <a:spcPct val="80000"/>
              </a:lnSpc>
              <a:buFont typeface="Wingdings" panose="05000000000000000000" pitchFamily="2" charset="2"/>
              <a:buNone/>
            </a:pPr>
            <a:endParaRPr lang="zh-CN" altLang="en-US" sz="2600" b="1"/>
          </a:p>
          <a:p>
            <a:pPr>
              <a:lnSpc>
                <a:spcPct val="80000"/>
              </a:lnSpc>
              <a:buFont typeface="Wingdings" panose="05000000000000000000" pitchFamily="2" charset="2"/>
              <a:buNone/>
            </a:pPr>
            <a:r>
              <a:rPr lang="zh-CN" altLang="en-US" sz="1500" b="1"/>
              <a:t>           </a:t>
            </a:r>
            <a:endParaRPr lang="zh-CN" altLang="en-US" sz="2600" b="1"/>
          </a:p>
        </p:txBody>
      </p:sp>
      <p:graphicFrame>
        <p:nvGraphicFramePr>
          <p:cNvPr id="246788" name="Object 4"/>
          <p:cNvGraphicFramePr>
            <a:graphicFrameLocks noGrp="1" noChangeAspect="1"/>
          </p:cNvGraphicFramePr>
          <p:nvPr>
            <p:ph sz="quarter" idx="4294967295"/>
          </p:nvPr>
        </p:nvGraphicFramePr>
        <p:xfrm>
          <a:off x="4754675" y="4395702"/>
          <a:ext cx="1460500" cy="449263"/>
        </p:xfrm>
        <a:graphic>
          <a:graphicData uri="http://schemas.openxmlformats.org/presentationml/2006/ole">
            <mc:AlternateContent xmlns:mc="http://schemas.openxmlformats.org/markup-compatibility/2006">
              <mc:Choice xmlns:v="urn:schemas-microsoft-com:vml" Requires="v">
                <p:oleObj spid="_x0000_s107728" name="Equation" r:id="rId1" imgW="660400" imgH="203200" progId="Equation.DSMT4">
                  <p:embed/>
                </p:oleObj>
              </mc:Choice>
              <mc:Fallback>
                <p:oleObj name="Equation" r:id="rId1" imgW="660400" imgH="203200" progId="Equation.DSMT4">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4675" y="4395702"/>
                        <a:ext cx="1460500" cy="449263"/>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7526" name="Rectangle 5"/>
          <p:cNvSpPr>
            <a:spLocks noChangeArrowheads="1"/>
          </p:cNvSpPr>
          <p:nvPr/>
        </p:nvSpPr>
        <p:spPr bwMode="auto">
          <a:xfrm>
            <a:off x="1187450" y="1341438"/>
            <a:ext cx="6769100" cy="194310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sz="2200" b="1">
                <a:latin typeface="Times New Roman" panose="02020603050405020304" pitchFamily="18" charset="0"/>
                <a:cs typeface="Times New Roman" panose="02020603050405020304" pitchFamily="18" charset="0"/>
              </a:rPr>
              <a:t>    当周期信号的周期</a:t>
            </a:r>
            <a:r>
              <a:rPr lang="en-US" altLang="zh-CN" sz="2200" b="1">
                <a:latin typeface="Times New Roman" panose="02020603050405020304" pitchFamily="18" charset="0"/>
                <a:cs typeface="Times New Roman" panose="02020603050405020304" pitchFamily="18" charset="0"/>
              </a:rPr>
              <a:t>T→∞</a:t>
            </a:r>
            <a:r>
              <a:rPr lang="zh-CN" altLang="en-US" sz="2200" b="1">
                <a:latin typeface="Times New Roman" panose="02020603050405020304" pitchFamily="18" charset="0"/>
                <a:cs typeface="Times New Roman" panose="02020603050405020304" pitchFamily="18" charset="0"/>
              </a:rPr>
              <a:t>时，信号变成非周期信号，基波频率</a:t>
            </a:r>
            <a:r>
              <a:rPr lang="en-US" altLang="zh-CN" sz="2200" b="1">
                <a:latin typeface="Times New Roman" panose="02020603050405020304" pitchFamily="18" charset="0"/>
                <a:cs typeface="Times New Roman" panose="02020603050405020304" pitchFamily="18" charset="0"/>
              </a:rPr>
              <a:t>Ω=2π /T→0</a:t>
            </a:r>
            <a:r>
              <a:rPr lang="zh-CN" altLang="en-US" sz="2200" b="1">
                <a:latin typeface="Times New Roman" panose="02020603050405020304" pitchFamily="18" charset="0"/>
                <a:cs typeface="Times New Roman" panose="02020603050405020304" pitchFamily="18" charset="0"/>
              </a:rPr>
              <a:t>，频谱由离散波变成连续频谱。</a:t>
            </a:r>
            <a:br>
              <a:rPr lang="zh-CN" altLang="en-US" sz="2200" b="1">
                <a:latin typeface="Times New Roman" panose="02020603050405020304" pitchFamily="18" charset="0"/>
                <a:cs typeface="Times New Roman" panose="02020603050405020304" pitchFamily="18" charset="0"/>
              </a:rPr>
            </a:br>
            <a:r>
              <a:rPr lang="zh-CN" altLang="en-US" sz="2200" b="1">
                <a:latin typeface="Times New Roman" panose="02020603050405020304" pitchFamily="18" charset="0"/>
                <a:cs typeface="Times New Roman" panose="02020603050405020304" pitchFamily="18" charset="0"/>
              </a:rPr>
              <a:t>      同时对一般函数</a:t>
            </a:r>
            <a:r>
              <a:rPr lang="en-US" altLang="zh-CN" sz="2200" b="1">
                <a:latin typeface="Times New Roman" panose="02020603050405020304" pitchFamily="18" charset="0"/>
                <a:cs typeface="Times New Roman" panose="02020603050405020304" pitchFamily="18" charset="0"/>
              </a:rPr>
              <a:t>f(t)</a:t>
            </a:r>
            <a:r>
              <a:rPr lang="zh-CN" altLang="en-US" sz="2200" b="1">
                <a:latin typeface="Times New Roman" panose="02020603050405020304" pitchFamily="18" charset="0"/>
                <a:cs typeface="Times New Roman" panose="02020603050405020304" pitchFamily="18" charset="0"/>
              </a:rPr>
              <a:t>：</a:t>
            </a:r>
            <a:endParaRPr lang="zh-CN" altLang="en-US" sz="2200" b="1">
              <a:latin typeface="Times New Roman" panose="02020603050405020304" pitchFamily="18" charset="0"/>
              <a:cs typeface="Times New Roman" panose="02020603050405020304" pitchFamily="18" charset="0"/>
            </a:endParaRPr>
          </a:p>
          <a:p>
            <a:pPr>
              <a:lnSpc>
                <a:spcPct val="80000"/>
              </a:lnSpc>
              <a:buFont typeface="Wingdings" panose="05000000000000000000" pitchFamily="2" charset="2"/>
              <a:buNone/>
            </a:pPr>
            <a:r>
              <a:rPr lang="zh-CN" altLang="en-US" sz="2200" b="1">
                <a:latin typeface="Times New Roman" panose="02020603050405020304" pitchFamily="18" charset="0"/>
                <a:cs typeface="Times New Roman" panose="02020603050405020304" pitchFamily="18" charset="0"/>
              </a:rPr>
              <a:t>           </a:t>
            </a:r>
            <a:endParaRPr lang="zh-CN" altLang="en-US" sz="2200" b="1">
              <a:latin typeface="Times New Roman" panose="02020603050405020304" pitchFamily="18" charset="0"/>
              <a:cs typeface="Times New Roman" panose="02020603050405020304" pitchFamily="18" charset="0"/>
            </a:endParaRPr>
          </a:p>
        </p:txBody>
      </p:sp>
      <p:graphicFrame>
        <p:nvGraphicFramePr>
          <p:cNvPr id="246790" name="Object 6"/>
          <p:cNvGraphicFramePr>
            <a:graphicFrameLocks noGrp="1" noChangeAspect="1"/>
          </p:cNvGraphicFramePr>
          <p:nvPr>
            <p:ph sz="quarter" idx="4294967295"/>
          </p:nvPr>
        </p:nvGraphicFramePr>
        <p:xfrm>
          <a:off x="557254" y="3881981"/>
          <a:ext cx="3949853" cy="1778129"/>
        </p:xfrm>
        <a:graphic>
          <a:graphicData uri="http://schemas.openxmlformats.org/presentationml/2006/ole">
            <mc:AlternateContent xmlns:mc="http://schemas.openxmlformats.org/markup-compatibility/2006">
              <mc:Choice xmlns:v="urn:schemas-microsoft-com:vml" Requires="v">
                <p:oleObj spid="_x0000_s107729" name="公式" r:id="rId3" imgW="2044700" imgH="838200" progId="Equation.3">
                  <p:embed/>
                </p:oleObj>
              </mc:Choice>
              <mc:Fallback>
                <p:oleObj name="公式" r:id="rId3" imgW="2044700" imgH="838200" progId="Equation.3">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254" y="3881981"/>
                        <a:ext cx="3949853" cy="1778129"/>
                      </a:xfrm>
                      <a:prstGeom prst="rect">
                        <a:avLst/>
                      </a:prstGeom>
                      <a:noFill/>
                      <a:ln w="38100" cmpd="sng">
                        <a:solidFill>
                          <a:srgbClr val="008000"/>
                        </a:solidFill>
                        <a:miter lim="800000"/>
                        <a:headEnd/>
                        <a:tailEnd/>
                      </a:ln>
                      <a:effectLst/>
                    </p:spPr>
                  </p:pic>
                </p:oleObj>
              </mc:Fallback>
            </mc:AlternateContent>
          </a:graphicData>
        </a:graphic>
      </p:graphicFrame>
      <p:graphicFrame>
        <p:nvGraphicFramePr>
          <p:cNvPr id="246791" name="Object 7"/>
          <p:cNvGraphicFramePr>
            <a:graphicFrameLocks noChangeAspect="1"/>
          </p:cNvGraphicFramePr>
          <p:nvPr/>
        </p:nvGraphicFramePr>
        <p:xfrm>
          <a:off x="6569136" y="3520281"/>
          <a:ext cx="2232701" cy="2200106"/>
        </p:xfrm>
        <a:graphic>
          <a:graphicData uri="http://schemas.openxmlformats.org/presentationml/2006/ole">
            <mc:AlternateContent xmlns:mc="http://schemas.openxmlformats.org/markup-compatibility/2006">
              <mc:Choice xmlns:v="urn:schemas-microsoft-com:vml" Requires="v">
                <p:oleObj spid="_x0000_s107730" name="公式" r:id="rId5" imgW="1016000" imgH="1143000" progId="Equation.3">
                  <p:embed/>
                </p:oleObj>
              </mc:Choice>
              <mc:Fallback>
                <p:oleObj name="公式" r:id="rId5" imgW="1016000" imgH="1143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69136" y="3520281"/>
                        <a:ext cx="2232701" cy="2200106"/>
                      </a:xfrm>
                      <a:prstGeom prst="rect">
                        <a:avLst/>
                      </a:prstGeom>
                      <a:solidFill>
                        <a:schemeClr val="bg1"/>
                      </a:solidFill>
                      <a:ln w="28575">
                        <a:solidFill>
                          <a:srgbClr val="FF0000"/>
                        </a:solidFill>
                        <a:miter lim="800000"/>
                        <a:headEnd/>
                        <a:tailEnd/>
                      </a:ln>
                      <a:effectLst>
                        <a:outerShdw dist="35921" dir="2700000" algn="ctr" rotWithShape="0">
                          <a:schemeClr val="bg2"/>
                        </a:outerShdw>
                      </a:effectLst>
                    </p:spPr>
                  </p:pic>
                </p:oleObj>
              </mc:Fallback>
            </mc:AlternateContent>
          </a:graphicData>
        </a:graphic>
      </p:graphicFrame>
    </p:spTree>
    <p:custDataLst>
      <p:tags r:id="rId7"/>
    </p:custDataLst>
  </p:cSld>
  <p:clrMapOvr>
    <a:masterClrMapping/>
  </p:clrMapOvr>
  <p:transition spd="slow" advTm="20504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6790"/>
                                        </p:tgtEl>
                                        <p:attrNameLst>
                                          <p:attrName>style.visibility</p:attrName>
                                        </p:attrNameLst>
                                      </p:cBhvr>
                                      <p:to>
                                        <p:strVal val="visible"/>
                                      </p:to>
                                    </p:set>
                                    <p:anim calcmode="lin" valueType="num">
                                      <p:cBhvr>
                                        <p:cTn id="7" dur="1000" fill="hold"/>
                                        <p:tgtEl>
                                          <p:spTgt spid="246790"/>
                                        </p:tgtEl>
                                        <p:attrNameLst>
                                          <p:attrName>ppt_w</p:attrName>
                                        </p:attrNameLst>
                                      </p:cBhvr>
                                      <p:tavLst>
                                        <p:tav tm="0">
                                          <p:val>
                                            <p:strVal val="#ppt_w*0.70"/>
                                          </p:val>
                                        </p:tav>
                                        <p:tav tm="100000">
                                          <p:val>
                                            <p:strVal val="#ppt_w"/>
                                          </p:val>
                                        </p:tav>
                                      </p:tavLst>
                                    </p:anim>
                                    <p:anim calcmode="lin" valueType="num">
                                      <p:cBhvr>
                                        <p:cTn id="8" dur="1000" fill="hold"/>
                                        <p:tgtEl>
                                          <p:spTgt spid="246790"/>
                                        </p:tgtEl>
                                        <p:attrNameLst>
                                          <p:attrName>ppt_h</p:attrName>
                                        </p:attrNameLst>
                                      </p:cBhvr>
                                      <p:tavLst>
                                        <p:tav tm="0">
                                          <p:val>
                                            <p:strVal val="#ppt_h"/>
                                          </p:val>
                                        </p:tav>
                                        <p:tav tm="100000">
                                          <p:val>
                                            <p:strVal val="#ppt_h"/>
                                          </p:val>
                                        </p:tav>
                                      </p:tavLst>
                                    </p:anim>
                                    <p:animEffect transition="in" filter="fade">
                                      <p:cBhvr>
                                        <p:cTn id="9" dur="1000"/>
                                        <p:tgtEl>
                                          <p:spTgt spid="246790"/>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46788"/>
                                        </p:tgtEl>
                                        <p:attrNameLst>
                                          <p:attrName>style.visibility</p:attrName>
                                        </p:attrNameLst>
                                      </p:cBhvr>
                                      <p:to>
                                        <p:strVal val="visible"/>
                                      </p:to>
                                    </p:set>
                                    <p:anim calcmode="lin" valueType="num">
                                      <p:cBhvr additive="base">
                                        <p:cTn id="14" dur="500" fill="hold"/>
                                        <p:tgtEl>
                                          <p:spTgt spid="246788"/>
                                        </p:tgtEl>
                                        <p:attrNameLst>
                                          <p:attrName>ppt_x</p:attrName>
                                        </p:attrNameLst>
                                      </p:cBhvr>
                                      <p:tavLst>
                                        <p:tav tm="0">
                                          <p:val>
                                            <p:strVal val="#ppt_x"/>
                                          </p:val>
                                        </p:tav>
                                        <p:tav tm="100000">
                                          <p:val>
                                            <p:strVal val="#ppt_x"/>
                                          </p:val>
                                        </p:tav>
                                      </p:tavLst>
                                    </p:anim>
                                    <p:anim calcmode="lin" valueType="num">
                                      <p:cBhvr additive="base">
                                        <p:cTn id="15" dur="500" fill="hold"/>
                                        <p:tgtEl>
                                          <p:spTgt spid="246788"/>
                                        </p:tgtEl>
                                        <p:attrNameLst>
                                          <p:attrName>ppt_y</p:attrName>
                                        </p:attrNameLst>
                                      </p:cBhvr>
                                      <p:tavLst>
                                        <p:tav tm="0">
                                          <p:val>
                                            <p:strVal val="1+#ppt_h/2"/>
                                          </p:val>
                                        </p:tav>
                                        <p:tav tm="100000">
                                          <p:val>
                                            <p:strVal val="#ppt_y"/>
                                          </p:val>
                                        </p:tav>
                                      </p:tavLst>
                                    </p:anim>
                                  </p:childTnLst>
                                </p:cTn>
                              </p:par>
                            </p:childTnLst>
                          </p:cTn>
                        </p:par>
                        <p:par>
                          <p:cTn id="16" fill="hold">
                            <p:stCondLst>
                              <p:cond delay="500"/>
                            </p:stCondLst>
                            <p:childTnLst>
                              <p:par>
                                <p:cTn id="17" presetID="55" presetClass="entr" presetSubtype="0" fill="hold" nodeType="afterEffect">
                                  <p:stCondLst>
                                    <p:cond delay="0"/>
                                  </p:stCondLst>
                                  <p:childTnLst>
                                    <p:set>
                                      <p:cBhvr>
                                        <p:cTn id="18" dur="1" fill="hold">
                                          <p:stCondLst>
                                            <p:cond delay="0"/>
                                          </p:stCondLst>
                                        </p:cTn>
                                        <p:tgtEl>
                                          <p:spTgt spid="246791"/>
                                        </p:tgtEl>
                                        <p:attrNameLst>
                                          <p:attrName>style.visibility</p:attrName>
                                        </p:attrNameLst>
                                      </p:cBhvr>
                                      <p:to>
                                        <p:strVal val="visible"/>
                                      </p:to>
                                    </p:set>
                                    <p:anim calcmode="lin" valueType="num">
                                      <p:cBhvr>
                                        <p:cTn id="19" dur="1000" fill="hold"/>
                                        <p:tgtEl>
                                          <p:spTgt spid="246791"/>
                                        </p:tgtEl>
                                        <p:attrNameLst>
                                          <p:attrName>ppt_w</p:attrName>
                                        </p:attrNameLst>
                                      </p:cBhvr>
                                      <p:tavLst>
                                        <p:tav tm="0">
                                          <p:val>
                                            <p:strVal val="#ppt_w*0.70"/>
                                          </p:val>
                                        </p:tav>
                                        <p:tav tm="100000">
                                          <p:val>
                                            <p:strVal val="#ppt_w"/>
                                          </p:val>
                                        </p:tav>
                                      </p:tavLst>
                                    </p:anim>
                                    <p:anim calcmode="lin" valueType="num">
                                      <p:cBhvr>
                                        <p:cTn id="20" dur="1000" fill="hold"/>
                                        <p:tgtEl>
                                          <p:spTgt spid="246791"/>
                                        </p:tgtEl>
                                        <p:attrNameLst>
                                          <p:attrName>ppt_h</p:attrName>
                                        </p:attrNameLst>
                                      </p:cBhvr>
                                      <p:tavLst>
                                        <p:tav tm="0">
                                          <p:val>
                                            <p:strVal val="#ppt_h"/>
                                          </p:val>
                                        </p:tav>
                                        <p:tav tm="100000">
                                          <p:val>
                                            <p:strVal val="#ppt_h"/>
                                          </p:val>
                                        </p:tav>
                                      </p:tavLst>
                                    </p:anim>
                                    <p:animEffect transition="in" filter="fade">
                                      <p:cBhvr>
                                        <p:cTn id="21" dur="1000"/>
                                        <p:tgtEl>
                                          <p:spTgt spid="246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32C64B63-081B-4253-B294-A460FD1160E7}" type="datetime1">
              <a:rPr lang="zh-CN" altLang="en-US"/>
            </a:fld>
            <a:endParaRPr lang="zh-CN" altLang="en-US"/>
          </a:p>
        </p:txBody>
      </p:sp>
      <p:sp>
        <p:nvSpPr>
          <p:cNvPr id="247810" name="Rectangle 2"/>
          <p:cNvSpPr>
            <a:spLocks noGrp="1" noChangeArrowheads="1"/>
          </p:cNvSpPr>
          <p:nvPr>
            <p:ph type="title" idx="4294967295"/>
          </p:nvPr>
        </p:nvSpPr>
        <p:spPr>
          <a:xfrm>
            <a:off x="827088" y="115888"/>
            <a:ext cx="7972425" cy="46355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sp>
        <p:nvSpPr>
          <p:cNvPr id="247811" name="Rectangle 3"/>
          <p:cNvSpPr>
            <a:spLocks noGrp="1" noChangeArrowheads="1"/>
          </p:cNvSpPr>
          <p:nvPr>
            <p:ph type="body" sz="half" idx="4294967295"/>
          </p:nvPr>
        </p:nvSpPr>
        <p:spPr>
          <a:xfrm>
            <a:off x="1373229" y="2718912"/>
            <a:ext cx="7078662" cy="2233612"/>
          </a:xfrm>
          <a:solidFill>
            <a:schemeClr val="bg1"/>
          </a:solidFill>
          <a:ln w="38100">
            <a:solidFill>
              <a:srgbClr val="9900FF"/>
            </a:solidFill>
            <a:miter lim="800000"/>
          </a:ln>
          <a:effectLst>
            <a:outerShdw dist="35921" dir="2700000" algn="ctr" rotWithShape="0">
              <a:srgbClr val="808080"/>
            </a:outerShdw>
          </a:effectLst>
        </p:spPr>
        <p:txBody>
          <a:bodyPr/>
          <a:lstStyle/>
          <a:p>
            <a:pPr marL="265430" indent="-265430">
              <a:lnSpc>
                <a:spcPct val="155000"/>
              </a:lnSpc>
              <a:spcBef>
                <a:spcPct val="30000"/>
              </a:spcBef>
              <a:spcAft>
                <a:spcPct val="15000"/>
              </a:spcAft>
              <a:buClr>
                <a:schemeClr val="tx1"/>
              </a:buClr>
              <a:buFont typeface="Wingdings" panose="05000000000000000000" pitchFamily="2" charset="2"/>
              <a:buChar char="l"/>
            </a:pPr>
            <a:r>
              <a:rPr lang="zh-CN" altLang="en-US" sz="2000" b="1"/>
              <a:t>虽然各频率分量的振幅都是无穷小量，但各个复振幅</a:t>
            </a:r>
            <a:r>
              <a:rPr lang="zh-CN" altLang="zh-CN" sz="2000" b="1"/>
              <a:t>Å</a:t>
            </a:r>
            <a:r>
              <a:rPr lang="en-US" altLang="zh-CN" sz="2000" b="1"/>
              <a:t>n→0</a:t>
            </a:r>
            <a:r>
              <a:rPr lang="zh-CN" altLang="en-US" sz="2000" b="1"/>
              <a:t>的速度是不一样的</a:t>
            </a:r>
            <a:r>
              <a:rPr lang="en-US" altLang="zh-CN" sz="2000" b="1"/>
              <a:t>;</a:t>
            </a:r>
            <a:endParaRPr lang="en-US" altLang="zh-CN" sz="2000" b="1"/>
          </a:p>
          <a:p>
            <a:pPr marL="265430" indent="-265430">
              <a:lnSpc>
                <a:spcPct val="155000"/>
              </a:lnSpc>
              <a:spcBef>
                <a:spcPct val="30000"/>
              </a:spcBef>
              <a:spcAft>
                <a:spcPct val="15000"/>
              </a:spcAft>
              <a:buClr>
                <a:schemeClr val="tx1"/>
              </a:buClr>
              <a:buFont typeface="Wingdings" panose="05000000000000000000" pitchFamily="2" charset="2"/>
              <a:buChar char="l"/>
            </a:pPr>
            <a:r>
              <a:rPr lang="zh-CN" altLang="en-US" sz="2000" b="1"/>
              <a:t>各</a:t>
            </a:r>
            <a:r>
              <a:rPr lang="zh-CN" altLang="zh-CN" sz="2000" b="1"/>
              <a:t>Å</a:t>
            </a:r>
            <a:r>
              <a:rPr lang="en-US" altLang="zh-CN" sz="2000" b="1"/>
              <a:t>n</a:t>
            </a:r>
            <a:r>
              <a:rPr lang="zh-CN" altLang="en-US" sz="2000" b="1"/>
              <a:t>间还是有相对大小的</a:t>
            </a:r>
            <a:r>
              <a:rPr lang="en-US" altLang="zh-CN" sz="2000" b="1"/>
              <a:t>,</a:t>
            </a:r>
            <a:r>
              <a:rPr lang="zh-CN" altLang="en-US" sz="2000" b="1"/>
              <a:t>为了体现这种相对差别，我们给</a:t>
            </a:r>
            <a:r>
              <a:rPr lang="zh-CN" altLang="zh-CN" sz="2000" b="1"/>
              <a:t>Å</a:t>
            </a:r>
            <a:r>
              <a:rPr lang="en-US" altLang="zh-CN" sz="2000" b="1"/>
              <a:t>n</a:t>
            </a:r>
            <a:r>
              <a:rPr lang="zh-CN" altLang="en-US" sz="2000" b="1"/>
              <a:t>乘以一个较大的分量</a:t>
            </a:r>
            <a:r>
              <a:rPr lang="en-US" altLang="zh-CN" sz="2000" b="1"/>
              <a:t>T/2</a:t>
            </a:r>
            <a:r>
              <a:rPr lang="zh-CN" altLang="en-US" sz="2000" b="1"/>
              <a:t>，即：   </a:t>
            </a:r>
            <a:endParaRPr lang="zh-CN" altLang="en-US" sz="2000" b="1"/>
          </a:p>
        </p:txBody>
      </p:sp>
      <p:graphicFrame>
        <p:nvGraphicFramePr>
          <p:cNvPr id="247812" name="Object 4"/>
          <p:cNvGraphicFramePr>
            <a:graphicFrameLocks noGrp="1" noChangeAspect="1"/>
          </p:cNvGraphicFramePr>
          <p:nvPr>
            <p:ph sz="quarter" idx="4294967295"/>
          </p:nvPr>
        </p:nvGraphicFramePr>
        <p:xfrm>
          <a:off x="2827850" y="5157788"/>
          <a:ext cx="3313112" cy="1008062"/>
        </p:xfrm>
        <a:graphic>
          <a:graphicData uri="http://schemas.openxmlformats.org/presentationml/2006/ole">
            <mc:AlternateContent xmlns:mc="http://schemas.openxmlformats.org/markup-compatibility/2006">
              <mc:Choice xmlns:v="urn:schemas-microsoft-com:vml" Requires="v">
                <p:oleObj spid="_x0000_s108751" name="公式" r:id="rId1" imgW="1409700" imgH="457200" progId="Equation.3">
                  <p:embed/>
                </p:oleObj>
              </mc:Choice>
              <mc:Fallback>
                <p:oleObj name="公式" r:id="rId1" imgW="1409700" imgH="4572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7850" y="5157788"/>
                        <a:ext cx="3313112" cy="1008062"/>
                      </a:xfrm>
                      <a:prstGeom prst="rect">
                        <a:avLst/>
                      </a:prstGeom>
                      <a:noFill/>
                      <a:ln w="38100" cmpd="sng">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7813" name="Object 5"/>
          <p:cNvGraphicFramePr>
            <a:graphicFrameLocks noGrp="1" noChangeAspect="1"/>
          </p:cNvGraphicFramePr>
          <p:nvPr>
            <p:ph sz="quarter" idx="4294967295"/>
          </p:nvPr>
        </p:nvGraphicFramePr>
        <p:xfrm>
          <a:off x="1476374" y="692150"/>
          <a:ext cx="4452477" cy="1685290"/>
        </p:xfrm>
        <a:graphic>
          <a:graphicData uri="http://schemas.openxmlformats.org/presentationml/2006/ole">
            <mc:AlternateContent xmlns:mc="http://schemas.openxmlformats.org/markup-compatibility/2006">
              <mc:Choice xmlns:v="urn:schemas-microsoft-com:vml" Requires="v">
                <p:oleObj spid="_x0000_s108752" name="公式" r:id="rId3" imgW="1993900" imgH="914400" progId="Equation.3">
                  <p:embed/>
                </p:oleObj>
              </mc:Choice>
              <mc:Fallback>
                <p:oleObj name="公式" r:id="rId3" imgW="1993900" imgH="9144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4" y="692150"/>
                        <a:ext cx="4452477" cy="1685290"/>
                      </a:xfrm>
                      <a:prstGeom prst="rect">
                        <a:avLst/>
                      </a:prstGeom>
                      <a:noFill/>
                      <a:ln w="38100" cmpd="sng">
                        <a:solidFill>
                          <a:srgbClr val="008000"/>
                        </a:solidFill>
                        <a:miter lim="800000"/>
                        <a:headEnd/>
                        <a:tailEnd/>
                      </a:ln>
                      <a:effectLst/>
                    </p:spPr>
                  </p:pic>
                </p:oleObj>
              </mc:Fallback>
            </mc:AlternateContent>
          </a:graphicData>
        </a:graphic>
      </p:graphicFrame>
      <p:graphicFrame>
        <p:nvGraphicFramePr>
          <p:cNvPr id="247814" name="Object 6"/>
          <p:cNvGraphicFramePr>
            <a:graphicFrameLocks noChangeAspect="1"/>
          </p:cNvGraphicFramePr>
          <p:nvPr/>
        </p:nvGraphicFramePr>
        <p:xfrm>
          <a:off x="6366438" y="1289526"/>
          <a:ext cx="1593850" cy="490538"/>
        </p:xfrm>
        <a:graphic>
          <a:graphicData uri="http://schemas.openxmlformats.org/presentationml/2006/ole">
            <mc:AlternateContent xmlns:mc="http://schemas.openxmlformats.org/markup-compatibility/2006">
              <mc:Choice xmlns:v="urn:schemas-microsoft-com:vml" Requires="v">
                <p:oleObj spid="_x0000_s108753" name="Equation" r:id="rId5" imgW="660400" imgH="203200" progId="Equation.DSMT4">
                  <p:embed/>
                </p:oleObj>
              </mc:Choice>
              <mc:Fallback>
                <p:oleObj name="Equation" r:id="rId5" imgW="660400" imgH="2032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6438" y="1289526"/>
                        <a:ext cx="1593850" cy="490538"/>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7"/>
    </p:custDataLst>
  </p:cSld>
  <p:clrMapOvr>
    <a:masterClrMapping/>
  </p:clrMapOvr>
  <p:transition spd="slow" advTm="14422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7813"/>
                                        </p:tgtEl>
                                        <p:attrNameLst>
                                          <p:attrName>style.visibility</p:attrName>
                                        </p:attrNameLst>
                                      </p:cBhvr>
                                      <p:to>
                                        <p:strVal val="visible"/>
                                      </p:to>
                                    </p:set>
                                    <p:anim calcmode="lin" valueType="num">
                                      <p:cBhvr>
                                        <p:cTn id="7" dur="1000" fill="hold"/>
                                        <p:tgtEl>
                                          <p:spTgt spid="247813"/>
                                        </p:tgtEl>
                                        <p:attrNameLst>
                                          <p:attrName>ppt_w</p:attrName>
                                        </p:attrNameLst>
                                      </p:cBhvr>
                                      <p:tavLst>
                                        <p:tav tm="0">
                                          <p:val>
                                            <p:strVal val="#ppt_w*0.70"/>
                                          </p:val>
                                        </p:tav>
                                        <p:tav tm="100000">
                                          <p:val>
                                            <p:strVal val="#ppt_w"/>
                                          </p:val>
                                        </p:tav>
                                      </p:tavLst>
                                    </p:anim>
                                    <p:anim calcmode="lin" valueType="num">
                                      <p:cBhvr>
                                        <p:cTn id="8" dur="1000" fill="hold"/>
                                        <p:tgtEl>
                                          <p:spTgt spid="247813"/>
                                        </p:tgtEl>
                                        <p:attrNameLst>
                                          <p:attrName>ppt_h</p:attrName>
                                        </p:attrNameLst>
                                      </p:cBhvr>
                                      <p:tavLst>
                                        <p:tav tm="0">
                                          <p:val>
                                            <p:strVal val="#ppt_h"/>
                                          </p:val>
                                        </p:tav>
                                        <p:tav tm="100000">
                                          <p:val>
                                            <p:strVal val="#ppt_h"/>
                                          </p:val>
                                        </p:tav>
                                      </p:tavLst>
                                    </p:anim>
                                    <p:animEffect transition="in" filter="fade">
                                      <p:cBhvr>
                                        <p:cTn id="9" dur="1000"/>
                                        <p:tgtEl>
                                          <p:spTgt spid="247813"/>
                                        </p:tgtEl>
                                      </p:cBhvr>
                                    </p:animEffect>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247814"/>
                                        </p:tgtEl>
                                        <p:attrNameLst>
                                          <p:attrName>style.visibility</p:attrName>
                                        </p:attrNameLst>
                                      </p:cBhvr>
                                      <p:to>
                                        <p:strVal val="visible"/>
                                      </p:to>
                                    </p:set>
                                    <p:anim calcmode="lin" valueType="num">
                                      <p:cBhvr additive="base">
                                        <p:cTn id="13" dur="500" fill="hold"/>
                                        <p:tgtEl>
                                          <p:spTgt spid="247814"/>
                                        </p:tgtEl>
                                        <p:attrNameLst>
                                          <p:attrName>ppt_x</p:attrName>
                                        </p:attrNameLst>
                                      </p:cBhvr>
                                      <p:tavLst>
                                        <p:tav tm="0">
                                          <p:val>
                                            <p:strVal val="#ppt_x"/>
                                          </p:val>
                                        </p:tav>
                                        <p:tav tm="100000">
                                          <p:val>
                                            <p:strVal val="#ppt_x"/>
                                          </p:val>
                                        </p:tav>
                                      </p:tavLst>
                                    </p:anim>
                                    <p:anim calcmode="lin" valueType="num">
                                      <p:cBhvr additive="base">
                                        <p:cTn id="14" dur="500" fill="hold"/>
                                        <p:tgtEl>
                                          <p:spTgt spid="2478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247811">
                                            <p:txEl>
                                              <p:pRg st="0" end="0"/>
                                            </p:txEl>
                                          </p:spTgt>
                                        </p:tgtEl>
                                        <p:attrNameLst>
                                          <p:attrName>style.visibility</p:attrName>
                                        </p:attrNameLst>
                                      </p:cBhvr>
                                      <p:to>
                                        <p:strVal val="visible"/>
                                      </p:to>
                                    </p:set>
                                    <p:anim calcmode="lin" valueType="num">
                                      <p:cBhvr>
                                        <p:cTn id="19" dur="1000" fill="hold"/>
                                        <p:tgtEl>
                                          <p:spTgt spid="247811">
                                            <p:txEl>
                                              <p:pRg st="0" end="0"/>
                                            </p:txEl>
                                          </p:spTgt>
                                        </p:tgtEl>
                                        <p:attrNameLst>
                                          <p:attrName>ppt_w</p:attrName>
                                        </p:attrNameLst>
                                      </p:cBhvr>
                                      <p:tavLst>
                                        <p:tav tm="0">
                                          <p:val>
                                            <p:strVal val="#ppt_w*0.70"/>
                                          </p:val>
                                        </p:tav>
                                        <p:tav tm="100000">
                                          <p:val>
                                            <p:strVal val="#ppt_w"/>
                                          </p:val>
                                        </p:tav>
                                      </p:tavLst>
                                    </p:anim>
                                    <p:anim calcmode="lin" valueType="num">
                                      <p:cBhvr>
                                        <p:cTn id="20" dur="1000" fill="hold"/>
                                        <p:tgtEl>
                                          <p:spTgt spid="247811">
                                            <p:txEl>
                                              <p:pRg st="0" end="0"/>
                                            </p:txEl>
                                          </p:spTgt>
                                        </p:tgtEl>
                                        <p:attrNameLst>
                                          <p:attrName>ppt_h</p:attrName>
                                        </p:attrNameLst>
                                      </p:cBhvr>
                                      <p:tavLst>
                                        <p:tav tm="0">
                                          <p:val>
                                            <p:strVal val="#ppt_h"/>
                                          </p:val>
                                        </p:tav>
                                        <p:tav tm="100000">
                                          <p:val>
                                            <p:strVal val="#ppt_h"/>
                                          </p:val>
                                        </p:tav>
                                      </p:tavLst>
                                    </p:anim>
                                    <p:animEffect transition="in" filter="fade">
                                      <p:cBhvr>
                                        <p:cTn id="21" dur="1000"/>
                                        <p:tgtEl>
                                          <p:spTgt spid="247811">
                                            <p:txEl>
                                              <p:pRg st="0" end="0"/>
                                            </p:txEl>
                                          </p:spTgt>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247811">
                                            <p:txEl>
                                              <p:pRg st="1" end="1"/>
                                            </p:txEl>
                                          </p:spTgt>
                                        </p:tgtEl>
                                        <p:attrNameLst>
                                          <p:attrName>style.visibility</p:attrName>
                                        </p:attrNameLst>
                                      </p:cBhvr>
                                      <p:to>
                                        <p:strVal val="visible"/>
                                      </p:to>
                                    </p:set>
                                    <p:anim calcmode="lin" valueType="num">
                                      <p:cBhvr>
                                        <p:cTn id="25" dur="1000" fill="hold"/>
                                        <p:tgtEl>
                                          <p:spTgt spid="247811">
                                            <p:txEl>
                                              <p:pRg st="1" end="1"/>
                                            </p:txEl>
                                          </p:spTgt>
                                        </p:tgtEl>
                                        <p:attrNameLst>
                                          <p:attrName>ppt_w</p:attrName>
                                        </p:attrNameLst>
                                      </p:cBhvr>
                                      <p:tavLst>
                                        <p:tav tm="0">
                                          <p:val>
                                            <p:strVal val="#ppt_w*0.70"/>
                                          </p:val>
                                        </p:tav>
                                        <p:tav tm="100000">
                                          <p:val>
                                            <p:strVal val="#ppt_w"/>
                                          </p:val>
                                        </p:tav>
                                      </p:tavLst>
                                    </p:anim>
                                    <p:anim calcmode="lin" valueType="num">
                                      <p:cBhvr>
                                        <p:cTn id="26" dur="1000" fill="hold"/>
                                        <p:tgtEl>
                                          <p:spTgt spid="247811">
                                            <p:txEl>
                                              <p:pRg st="1" end="1"/>
                                            </p:txEl>
                                          </p:spTgt>
                                        </p:tgtEl>
                                        <p:attrNameLst>
                                          <p:attrName>ppt_h</p:attrName>
                                        </p:attrNameLst>
                                      </p:cBhvr>
                                      <p:tavLst>
                                        <p:tav tm="0">
                                          <p:val>
                                            <p:strVal val="#ppt_h"/>
                                          </p:val>
                                        </p:tav>
                                        <p:tav tm="100000">
                                          <p:val>
                                            <p:strVal val="#ppt_h"/>
                                          </p:val>
                                        </p:tav>
                                      </p:tavLst>
                                    </p:anim>
                                    <p:animEffect transition="in" filter="fade">
                                      <p:cBhvr>
                                        <p:cTn id="27" dur="1000"/>
                                        <p:tgtEl>
                                          <p:spTgt spid="247811">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247812"/>
                                        </p:tgtEl>
                                        <p:attrNameLst>
                                          <p:attrName>style.visibility</p:attrName>
                                        </p:attrNameLst>
                                      </p:cBhvr>
                                      <p:to>
                                        <p:strVal val="visible"/>
                                      </p:to>
                                    </p:set>
                                    <p:anim calcmode="lin" valueType="num">
                                      <p:cBhvr>
                                        <p:cTn id="32" dur="1000" fill="hold"/>
                                        <p:tgtEl>
                                          <p:spTgt spid="247812"/>
                                        </p:tgtEl>
                                        <p:attrNameLst>
                                          <p:attrName>ppt_w</p:attrName>
                                        </p:attrNameLst>
                                      </p:cBhvr>
                                      <p:tavLst>
                                        <p:tav tm="0">
                                          <p:val>
                                            <p:strVal val="#ppt_w*0.70"/>
                                          </p:val>
                                        </p:tav>
                                        <p:tav tm="100000">
                                          <p:val>
                                            <p:strVal val="#ppt_w"/>
                                          </p:val>
                                        </p:tav>
                                      </p:tavLst>
                                    </p:anim>
                                    <p:anim calcmode="lin" valueType="num">
                                      <p:cBhvr>
                                        <p:cTn id="33" dur="1000" fill="hold"/>
                                        <p:tgtEl>
                                          <p:spTgt spid="247812"/>
                                        </p:tgtEl>
                                        <p:attrNameLst>
                                          <p:attrName>ppt_h</p:attrName>
                                        </p:attrNameLst>
                                      </p:cBhvr>
                                      <p:tavLst>
                                        <p:tav tm="0">
                                          <p:val>
                                            <p:strVal val="#ppt_h"/>
                                          </p:val>
                                        </p:tav>
                                        <p:tav tm="100000">
                                          <p:val>
                                            <p:strVal val="#ppt_h"/>
                                          </p:val>
                                        </p:tav>
                                      </p:tavLst>
                                    </p:anim>
                                    <p:animEffect transition="in" filter="fade">
                                      <p:cBhvr>
                                        <p:cTn id="34" dur="1000"/>
                                        <p:tgtEl>
                                          <p:spTgt spid="247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9C8FCE75-B363-4C6F-827D-55626C3C7E32}" type="datetime1">
              <a:rPr lang="zh-CN" altLang="en-US"/>
            </a:fld>
            <a:endParaRPr lang="zh-CN" altLang="en-US"/>
          </a:p>
        </p:txBody>
      </p:sp>
      <p:sp>
        <p:nvSpPr>
          <p:cNvPr id="109571" name="Rectangle 2"/>
          <p:cNvSpPr>
            <a:spLocks noGrp="1" noChangeArrowheads="1"/>
          </p:cNvSpPr>
          <p:nvPr>
            <p:ph type="body" sz="half" idx="4294967295"/>
          </p:nvPr>
        </p:nvSpPr>
        <p:spPr>
          <a:xfrm>
            <a:off x="900113" y="1196975"/>
            <a:ext cx="6264275" cy="647700"/>
          </a:xfrm>
          <a:solidFill>
            <a:schemeClr val="bg1"/>
          </a:solidFill>
          <a:ln>
            <a:solidFill>
              <a:srgbClr val="000000"/>
            </a:solidFill>
            <a:miter lim="800000"/>
          </a:ln>
          <a:effectLst>
            <a:outerShdw dist="35921" dir="2700000" algn="ctr" rotWithShape="0">
              <a:srgbClr val="808080"/>
            </a:outerShdw>
          </a:effectLst>
        </p:spPr>
        <p:txBody>
          <a:bodyPr/>
          <a:lstStyle/>
          <a:p>
            <a:pPr marL="0" indent="0">
              <a:buFont typeface="Wingdings" panose="05000000000000000000" pitchFamily="2" charset="2"/>
              <a:buNone/>
            </a:pPr>
            <a:r>
              <a:rPr lang="zh-CN" altLang="en-US" sz="2600" b="1"/>
              <a:t>    对上式</a:t>
            </a:r>
            <a:r>
              <a:rPr lang="en-US" altLang="zh-CN" sz="2600" b="1"/>
              <a:t>T→∞</a:t>
            </a:r>
            <a:r>
              <a:rPr lang="zh-CN" altLang="en-US" sz="2600" b="1"/>
              <a:t>取极限，令</a:t>
            </a:r>
            <a:r>
              <a:rPr lang="en-US" altLang="zh-CN" sz="2600" b="1"/>
              <a:t>ω=nΩ</a:t>
            </a:r>
            <a:r>
              <a:rPr lang="zh-CN" altLang="en-US" sz="2600" b="1"/>
              <a:t>，则</a:t>
            </a:r>
            <a:r>
              <a:rPr lang="en-US" altLang="zh-CN" sz="2600" b="1"/>
              <a:t>:</a:t>
            </a:r>
            <a:endParaRPr lang="en-US" altLang="zh-CN" sz="2600" b="1"/>
          </a:p>
        </p:txBody>
      </p:sp>
      <p:graphicFrame>
        <p:nvGraphicFramePr>
          <p:cNvPr id="248835" name="Object 3"/>
          <p:cNvGraphicFramePr>
            <a:graphicFrameLocks noGrp="1" noChangeAspect="1"/>
          </p:cNvGraphicFramePr>
          <p:nvPr>
            <p:ph sz="quarter" idx="4294967295"/>
          </p:nvPr>
        </p:nvGraphicFramePr>
        <p:xfrm>
          <a:off x="1223963" y="1976438"/>
          <a:ext cx="4240212" cy="876300"/>
        </p:xfrm>
        <a:graphic>
          <a:graphicData uri="http://schemas.openxmlformats.org/presentationml/2006/ole">
            <mc:AlternateContent xmlns:mc="http://schemas.openxmlformats.org/markup-compatibility/2006">
              <mc:Choice xmlns:v="urn:schemas-microsoft-com:vml" Requires="v">
                <p:oleObj spid="_x0000_s109842" name="公式" r:id="rId1" imgW="1828800" imgH="457200" progId="Equation.3">
                  <p:embed/>
                </p:oleObj>
              </mc:Choice>
              <mc:Fallback>
                <p:oleObj name="公式" r:id="rId1" imgW="1828800" imgH="4572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963" y="1976438"/>
                        <a:ext cx="4240212" cy="876300"/>
                      </a:xfrm>
                      <a:prstGeom prst="rect">
                        <a:avLst/>
                      </a:prstGeom>
                      <a:noFill/>
                      <a:ln w="19050" cmpd="sng">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6" name="Object 4"/>
          <p:cNvGraphicFramePr>
            <a:graphicFrameLocks noChangeAspect="1"/>
          </p:cNvGraphicFramePr>
          <p:nvPr/>
        </p:nvGraphicFramePr>
        <p:xfrm>
          <a:off x="1258888" y="3500438"/>
          <a:ext cx="6664325" cy="1131887"/>
        </p:xfrm>
        <a:graphic>
          <a:graphicData uri="http://schemas.openxmlformats.org/presentationml/2006/ole">
            <mc:AlternateContent xmlns:mc="http://schemas.openxmlformats.org/markup-compatibility/2006">
              <mc:Choice xmlns:v="urn:schemas-microsoft-com:vml" Requires="v">
                <p:oleObj spid="_x0000_s109843" name="公式" r:id="rId3" imgW="2844800" imgH="482600" progId="Equation.3">
                  <p:embed/>
                </p:oleObj>
              </mc:Choice>
              <mc:Fallback>
                <p:oleObj name="公式" r:id="rId3" imgW="28448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3500438"/>
                        <a:ext cx="6664325" cy="1131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8837" name="Object 5"/>
          <p:cNvGraphicFramePr>
            <a:graphicFrameLocks noChangeAspect="1"/>
          </p:cNvGraphicFramePr>
          <p:nvPr/>
        </p:nvGraphicFramePr>
        <p:xfrm>
          <a:off x="2901950" y="5748338"/>
          <a:ext cx="3243263" cy="595312"/>
        </p:xfrm>
        <a:graphic>
          <a:graphicData uri="http://schemas.openxmlformats.org/presentationml/2006/ole">
            <mc:AlternateContent xmlns:mc="http://schemas.openxmlformats.org/markup-compatibility/2006">
              <mc:Choice xmlns:v="urn:schemas-microsoft-com:vml" Requires="v">
                <p:oleObj spid="_x0000_s109844" name="公式" r:id="rId5" imgW="1384300" imgH="254000" progId="Equation.3">
                  <p:embed/>
                </p:oleObj>
              </mc:Choice>
              <mc:Fallback>
                <p:oleObj name="公式" r:id="rId5" imgW="1384300" imgH="2540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1950" y="5748338"/>
                        <a:ext cx="3243263" cy="59531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5" name="Object 6"/>
          <p:cNvGraphicFramePr>
            <a:graphicFrameLocks noGrp="1" noChangeAspect="1"/>
          </p:cNvGraphicFramePr>
          <p:nvPr>
            <p:ph sz="quarter" idx="4294967295"/>
          </p:nvPr>
        </p:nvGraphicFramePr>
        <p:xfrm>
          <a:off x="2268538" y="188913"/>
          <a:ext cx="2808287" cy="911225"/>
        </p:xfrm>
        <a:graphic>
          <a:graphicData uri="http://schemas.openxmlformats.org/presentationml/2006/ole">
            <mc:AlternateContent xmlns:mc="http://schemas.openxmlformats.org/markup-compatibility/2006">
              <mc:Choice xmlns:v="urn:schemas-microsoft-com:vml" Requires="v">
                <p:oleObj spid="_x0000_s109845" name="公式" r:id="rId7" imgW="1409700" imgH="457200" progId="Equation.3">
                  <p:embed/>
                </p:oleObj>
              </mc:Choice>
              <mc:Fallback>
                <p:oleObj name="公式" r:id="rId7" imgW="1409700" imgH="457200" progId="Equation.3">
                  <p:embed/>
                  <p:pic>
                    <p:nvPicPr>
                      <p:cNvPr id="0" name="Object 6"/>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188913"/>
                        <a:ext cx="2808287" cy="911225"/>
                      </a:xfrm>
                      <a:prstGeom prst="rect">
                        <a:avLst/>
                      </a:prstGeom>
                      <a:solidFill>
                        <a:schemeClr val="bg1"/>
                      </a:solidFill>
                      <a:ln w="9525" cmpd="sng">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248839" name="Rectangle 7"/>
          <p:cNvSpPr>
            <a:spLocks noChangeArrowheads="1"/>
          </p:cNvSpPr>
          <p:nvPr/>
        </p:nvSpPr>
        <p:spPr bwMode="auto">
          <a:xfrm>
            <a:off x="971550" y="3213100"/>
            <a:ext cx="3887788" cy="431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80000"/>
              </a:lnSpc>
              <a:buFont typeface="Wingdings" panose="05000000000000000000" pitchFamily="2" charset="2"/>
              <a:buNone/>
            </a:pPr>
            <a:r>
              <a:rPr lang="zh-CN" altLang="en-US" sz="2200" b="1"/>
              <a:t>将该极限记为</a:t>
            </a:r>
            <a:r>
              <a:rPr lang="en-US" altLang="zh-CN" sz="2200" b="1">
                <a:solidFill>
                  <a:srgbClr val="FF0000"/>
                </a:solidFill>
              </a:rPr>
              <a:t>F</a:t>
            </a:r>
            <a:r>
              <a:rPr lang="zh-CN" altLang="en-US" sz="2200" b="1">
                <a:solidFill>
                  <a:srgbClr val="FF0000"/>
                </a:solidFill>
              </a:rPr>
              <a:t>（</a:t>
            </a:r>
            <a:r>
              <a:rPr lang="en-US" altLang="zh-CN" sz="2200" b="1">
                <a:solidFill>
                  <a:srgbClr val="FF0000"/>
                </a:solidFill>
              </a:rPr>
              <a:t>j</a:t>
            </a:r>
            <a:r>
              <a:rPr lang="el-GR" altLang="zh-CN" sz="2200" b="1">
                <a:solidFill>
                  <a:srgbClr val="FF0000"/>
                </a:solidFill>
              </a:rPr>
              <a:t>ω</a:t>
            </a:r>
            <a:r>
              <a:rPr lang="zh-CN" altLang="en-US" sz="2200" b="1">
                <a:solidFill>
                  <a:srgbClr val="FF0000"/>
                </a:solidFill>
              </a:rPr>
              <a:t>）</a:t>
            </a:r>
            <a:r>
              <a:rPr lang="en-US" altLang="zh-CN" sz="2200" b="1"/>
              <a:t>,</a:t>
            </a:r>
            <a:r>
              <a:rPr lang="zh-CN" altLang="en-US" sz="2200" b="1"/>
              <a:t>即</a:t>
            </a:r>
            <a:r>
              <a:rPr lang="en-US" altLang="zh-CN" sz="2200" b="1"/>
              <a:t>:</a:t>
            </a:r>
            <a:endParaRPr lang="en-US" altLang="zh-CN" sz="2200" b="1"/>
          </a:p>
        </p:txBody>
      </p:sp>
      <p:sp>
        <p:nvSpPr>
          <p:cNvPr id="248840" name="Rectangle 8"/>
          <p:cNvSpPr>
            <a:spLocks noChangeArrowheads="1"/>
          </p:cNvSpPr>
          <p:nvPr/>
        </p:nvSpPr>
        <p:spPr bwMode="auto">
          <a:xfrm>
            <a:off x="1042988" y="4699000"/>
            <a:ext cx="6985000" cy="936625"/>
          </a:xfrm>
          <a:prstGeom prst="rect">
            <a:avLst/>
          </a:prstGeom>
          <a:solidFill>
            <a:schemeClr val="bg1"/>
          </a:solidFill>
          <a:ln w="9525">
            <a:solidFill>
              <a:schemeClr val="hlink"/>
            </a:solidFill>
            <a:miter lim="800000"/>
          </a:ln>
          <a:effectLst>
            <a:outerShdw dist="35921" dir="2700000" algn="ctr" rotWithShape="0">
              <a:schemeClr val="bg2"/>
            </a:outerShdw>
          </a:effectLst>
        </p:spPr>
        <p:txBody>
          <a:bodyPr/>
          <a:lstStyle>
            <a:lvl1pPr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sz="2200" b="1"/>
              <a:t>称为原函数的</a:t>
            </a:r>
            <a:r>
              <a:rPr lang="zh-CN" altLang="en-US" sz="2200" b="1">
                <a:solidFill>
                  <a:srgbClr val="FF3300"/>
                </a:solidFill>
              </a:rPr>
              <a:t>频谱密度函数</a:t>
            </a:r>
            <a:r>
              <a:rPr lang="zh-CN" altLang="en-US" sz="2200" b="1"/>
              <a:t>，简称频谱函数，它们是一个复函数，记为：           </a:t>
            </a:r>
            <a:endParaRPr lang="zh-CN" altLang="en-US" sz="2200" b="1"/>
          </a:p>
        </p:txBody>
      </p:sp>
    </p:spTree>
    <p:custDataLst>
      <p:tags r:id="rId9"/>
    </p:custDataLst>
  </p:cSld>
  <p:clrMapOvr>
    <a:masterClrMapping/>
  </p:clrMapOvr>
  <p:transition spd="slow" advTm="17565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48835"/>
                                        </p:tgtEl>
                                        <p:attrNameLst>
                                          <p:attrName>style.visibility</p:attrName>
                                        </p:attrNameLst>
                                      </p:cBhvr>
                                      <p:to>
                                        <p:strVal val="visible"/>
                                      </p:to>
                                    </p:set>
                                    <p:anim calcmode="lin" valueType="num">
                                      <p:cBhvr>
                                        <p:cTn id="7" dur="1000" fill="hold"/>
                                        <p:tgtEl>
                                          <p:spTgt spid="248835"/>
                                        </p:tgtEl>
                                        <p:attrNameLst>
                                          <p:attrName>ppt_w</p:attrName>
                                        </p:attrNameLst>
                                      </p:cBhvr>
                                      <p:tavLst>
                                        <p:tav tm="0">
                                          <p:val>
                                            <p:strVal val="#ppt_w*0.70"/>
                                          </p:val>
                                        </p:tav>
                                        <p:tav tm="100000">
                                          <p:val>
                                            <p:strVal val="#ppt_w"/>
                                          </p:val>
                                        </p:tav>
                                      </p:tavLst>
                                    </p:anim>
                                    <p:anim calcmode="lin" valueType="num">
                                      <p:cBhvr>
                                        <p:cTn id="8" dur="1000" fill="hold"/>
                                        <p:tgtEl>
                                          <p:spTgt spid="248835"/>
                                        </p:tgtEl>
                                        <p:attrNameLst>
                                          <p:attrName>ppt_h</p:attrName>
                                        </p:attrNameLst>
                                      </p:cBhvr>
                                      <p:tavLst>
                                        <p:tav tm="0">
                                          <p:val>
                                            <p:strVal val="#ppt_h"/>
                                          </p:val>
                                        </p:tav>
                                        <p:tav tm="100000">
                                          <p:val>
                                            <p:strVal val="#ppt_h"/>
                                          </p:val>
                                        </p:tav>
                                      </p:tavLst>
                                    </p:anim>
                                    <p:animEffect transition="in" filter="fade">
                                      <p:cBhvr>
                                        <p:cTn id="9" dur="1000"/>
                                        <p:tgtEl>
                                          <p:spTgt spid="24883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48839"/>
                                        </p:tgtEl>
                                        <p:attrNameLst>
                                          <p:attrName>style.visibility</p:attrName>
                                        </p:attrNameLst>
                                      </p:cBhvr>
                                      <p:to>
                                        <p:strVal val="visible"/>
                                      </p:to>
                                    </p:set>
                                    <p:anim calcmode="lin" valueType="num">
                                      <p:cBhvr>
                                        <p:cTn id="14" dur="1000" fill="hold"/>
                                        <p:tgtEl>
                                          <p:spTgt spid="248839"/>
                                        </p:tgtEl>
                                        <p:attrNameLst>
                                          <p:attrName>ppt_w</p:attrName>
                                        </p:attrNameLst>
                                      </p:cBhvr>
                                      <p:tavLst>
                                        <p:tav tm="0">
                                          <p:val>
                                            <p:strVal val="#ppt_w*0.70"/>
                                          </p:val>
                                        </p:tav>
                                        <p:tav tm="100000">
                                          <p:val>
                                            <p:strVal val="#ppt_w"/>
                                          </p:val>
                                        </p:tav>
                                      </p:tavLst>
                                    </p:anim>
                                    <p:anim calcmode="lin" valueType="num">
                                      <p:cBhvr>
                                        <p:cTn id="15" dur="1000" fill="hold"/>
                                        <p:tgtEl>
                                          <p:spTgt spid="248839"/>
                                        </p:tgtEl>
                                        <p:attrNameLst>
                                          <p:attrName>ppt_h</p:attrName>
                                        </p:attrNameLst>
                                      </p:cBhvr>
                                      <p:tavLst>
                                        <p:tav tm="0">
                                          <p:val>
                                            <p:strVal val="#ppt_h"/>
                                          </p:val>
                                        </p:tav>
                                        <p:tav tm="100000">
                                          <p:val>
                                            <p:strVal val="#ppt_h"/>
                                          </p:val>
                                        </p:tav>
                                      </p:tavLst>
                                    </p:anim>
                                    <p:animEffect transition="in" filter="fade">
                                      <p:cBhvr>
                                        <p:cTn id="16" dur="1000"/>
                                        <p:tgtEl>
                                          <p:spTgt spid="248839"/>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248836"/>
                                        </p:tgtEl>
                                        <p:attrNameLst>
                                          <p:attrName>style.visibility</p:attrName>
                                        </p:attrNameLst>
                                      </p:cBhvr>
                                      <p:to>
                                        <p:strVal val="visible"/>
                                      </p:to>
                                    </p:set>
                                    <p:anim calcmode="lin" valueType="num">
                                      <p:cBhvr>
                                        <p:cTn id="20" dur="1000" fill="hold"/>
                                        <p:tgtEl>
                                          <p:spTgt spid="248836"/>
                                        </p:tgtEl>
                                        <p:attrNameLst>
                                          <p:attrName>ppt_w</p:attrName>
                                        </p:attrNameLst>
                                      </p:cBhvr>
                                      <p:tavLst>
                                        <p:tav tm="0">
                                          <p:val>
                                            <p:strVal val="#ppt_w*0.70"/>
                                          </p:val>
                                        </p:tav>
                                        <p:tav tm="100000">
                                          <p:val>
                                            <p:strVal val="#ppt_w"/>
                                          </p:val>
                                        </p:tav>
                                      </p:tavLst>
                                    </p:anim>
                                    <p:anim calcmode="lin" valueType="num">
                                      <p:cBhvr>
                                        <p:cTn id="21" dur="1000" fill="hold"/>
                                        <p:tgtEl>
                                          <p:spTgt spid="248836"/>
                                        </p:tgtEl>
                                        <p:attrNameLst>
                                          <p:attrName>ppt_h</p:attrName>
                                        </p:attrNameLst>
                                      </p:cBhvr>
                                      <p:tavLst>
                                        <p:tav tm="0">
                                          <p:val>
                                            <p:strVal val="#ppt_h"/>
                                          </p:val>
                                        </p:tav>
                                        <p:tav tm="100000">
                                          <p:val>
                                            <p:strVal val="#ppt_h"/>
                                          </p:val>
                                        </p:tav>
                                      </p:tavLst>
                                    </p:anim>
                                    <p:animEffect transition="in" filter="fade">
                                      <p:cBhvr>
                                        <p:cTn id="22" dur="1000"/>
                                        <p:tgtEl>
                                          <p:spTgt spid="248836"/>
                                        </p:tgtEl>
                                      </p:cBhvr>
                                    </p:animEffect>
                                  </p:childTnLst>
                                </p:cTn>
                              </p:par>
                            </p:childTnLst>
                          </p:cTn>
                        </p:par>
                        <p:par>
                          <p:cTn id="23" fill="hold">
                            <p:stCondLst>
                              <p:cond delay="2000"/>
                            </p:stCondLst>
                            <p:childTnLst>
                              <p:par>
                                <p:cTn id="24" presetID="55" presetClass="entr" presetSubtype="0" fill="hold" grpId="0" nodeType="afterEffect">
                                  <p:stCondLst>
                                    <p:cond delay="0"/>
                                  </p:stCondLst>
                                  <p:childTnLst>
                                    <p:set>
                                      <p:cBhvr>
                                        <p:cTn id="25" dur="1" fill="hold">
                                          <p:stCondLst>
                                            <p:cond delay="0"/>
                                          </p:stCondLst>
                                        </p:cTn>
                                        <p:tgtEl>
                                          <p:spTgt spid="248840"/>
                                        </p:tgtEl>
                                        <p:attrNameLst>
                                          <p:attrName>style.visibility</p:attrName>
                                        </p:attrNameLst>
                                      </p:cBhvr>
                                      <p:to>
                                        <p:strVal val="visible"/>
                                      </p:to>
                                    </p:set>
                                    <p:anim calcmode="lin" valueType="num">
                                      <p:cBhvr>
                                        <p:cTn id="26" dur="1000" fill="hold"/>
                                        <p:tgtEl>
                                          <p:spTgt spid="248840"/>
                                        </p:tgtEl>
                                        <p:attrNameLst>
                                          <p:attrName>ppt_w</p:attrName>
                                        </p:attrNameLst>
                                      </p:cBhvr>
                                      <p:tavLst>
                                        <p:tav tm="0">
                                          <p:val>
                                            <p:strVal val="#ppt_w*0.70"/>
                                          </p:val>
                                        </p:tav>
                                        <p:tav tm="100000">
                                          <p:val>
                                            <p:strVal val="#ppt_w"/>
                                          </p:val>
                                        </p:tav>
                                      </p:tavLst>
                                    </p:anim>
                                    <p:anim calcmode="lin" valueType="num">
                                      <p:cBhvr>
                                        <p:cTn id="27" dur="1000" fill="hold"/>
                                        <p:tgtEl>
                                          <p:spTgt spid="248840"/>
                                        </p:tgtEl>
                                        <p:attrNameLst>
                                          <p:attrName>ppt_h</p:attrName>
                                        </p:attrNameLst>
                                      </p:cBhvr>
                                      <p:tavLst>
                                        <p:tav tm="0">
                                          <p:val>
                                            <p:strVal val="#ppt_h"/>
                                          </p:val>
                                        </p:tav>
                                        <p:tav tm="100000">
                                          <p:val>
                                            <p:strVal val="#ppt_h"/>
                                          </p:val>
                                        </p:tav>
                                      </p:tavLst>
                                    </p:anim>
                                    <p:animEffect transition="in" filter="fade">
                                      <p:cBhvr>
                                        <p:cTn id="28" dur="1000"/>
                                        <p:tgtEl>
                                          <p:spTgt spid="248840"/>
                                        </p:tgtEl>
                                      </p:cBhvr>
                                    </p:animEffect>
                                  </p:childTnLst>
                                </p:cTn>
                              </p:par>
                            </p:childTnLst>
                          </p:cTn>
                        </p:par>
                        <p:par>
                          <p:cTn id="29" fill="hold">
                            <p:stCondLst>
                              <p:cond delay="3000"/>
                            </p:stCondLst>
                            <p:childTnLst>
                              <p:par>
                                <p:cTn id="30" presetID="55" presetClass="entr" presetSubtype="0" fill="hold" nodeType="afterEffect">
                                  <p:stCondLst>
                                    <p:cond delay="0"/>
                                  </p:stCondLst>
                                  <p:childTnLst>
                                    <p:set>
                                      <p:cBhvr>
                                        <p:cTn id="31" dur="1" fill="hold">
                                          <p:stCondLst>
                                            <p:cond delay="0"/>
                                          </p:stCondLst>
                                        </p:cTn>
                                        <p:tgtEl>
                                          <p:spTgt spid="248837"/>
                                        </p:tgtEl>
                                        <p:attrNameLst>
                                          <p:attrName>style.visibility</p:attrName>
                                        </p:attrNameLst>
                                      </p:cBhvr>
                                      <p:to>
                                        <p:strVal val="visible"/>
                                      </p:to>
                                    </p:set>
                                    <p:anim calcmode="lin" valueType="num">
                                      <p:cBhvr>
                                        <p:cTn id="32" dur="1000" fill="hold"/>
                                        <p:tgtEl>
                                          <p:spTgt spid="248837"/>
                                        </p:tgtEl>
                                        <p:attrNameLst>
                                          <p:attrName>ppt_w</p:attrName>
                                        </p:attrNameLst>
                                      </p:cBhvr>
                                      <p:tavLst>
                                        <p:tav tm="0">
                                          <p:val>
                                            <p:strVal val="#ppt_w*0.70"/>
                                          </p:val>
                                        </p:tav>
                                        <p:tav tm="100000">
                                          <p:val>
                                            <p:strVal val="#ppt_w"/>
                                          </p:val>
                                        </p:tav>
                                      </p:tavLst>
                                    </p:anim>
                                    <p:anim calcmode="lin" valueType="num">
                                      <p:cBhvr>
                                        <p:cTn id="33" dur="1000" fill="hold"/>
                                        <p:tgtEl>
                                          <p:spTgt spid="248837"/>
                                        </p:tgtEl>
                                        <p:attrNameLst>
                                          <p:attrName>ppt_h</p:attrName>
                                        </p:attrNameLst>
                                      </p:cBhvr>
                                      <p:tavLst>
                                        <p:tav tm="0">
                                          <p:val>
                                            <p:strVal val="#ppt_h"/>
                                          </p:val>
                                        </p:tav>
                                        <p:tav tm="100000">
                                          <p:val>
                                            <p:strVal val="#ppt_h"/>
                                          </p:val>
                                        </p:tav>
                                      </p:tavLst>
                                    </p:anim>
                                    <p:animEffect transition="in" filter="fade">
                                      <p:cBhvr>
                                        <p:cTn id="34" dur="1000"/>
                                        <p:tgtEl>
                                          <p:spTgt spid="248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9" grpId="0" animBg="1"/>
      <p:bldP spid="24884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1B925D29-4034-4B3B-97B5-6CDD8C14E7DC}" type="datetime1">
              <a:rPr lang="zh-CN" altLang="en-US"/>
            </a:fld>
            <a:endParaRPr lang="zh-CN" altLang="en-US"/>
          </a:p>
        </p:txBody>
      </p:sp>
      <p:sp>
        <p:nvSpPr>
          <p:cNvPr id="249858" name="Rectangle 2"/>
          <p:cNvSpPr>
            <a:spLocks noGrp="1" noChangeArrowheads="1"/>
          </p:cNvSpPr>
          <p:nvPr>
            <p:ph type="title" idx="4294967295"/>
          </p:nvPr>
        </p:nvSpPr>
        <p:spPr>
          <a:xfrm>
            <a:off x="827088" y="188913"/>
            <a:ext cx="7256462"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sp>
        <p:nvSpPr>
          <p:cNvPr id="249859" name="Rectangle 3"/>
          <p:cNvSpPr>
            <a:spLocks noGrp="1" noChangeArrowheads="1"/>
          </p:cNvSpPr>
          <p:nvPr>
            <p:ph type="body" sz="half" idx="4294967295"/>
          </p:nvPr>
        </p:nvSpPr>
        <p:spPr>
          <a:xfrm>
            <a:off x="1187450" y="2170113"/>
            <a:ext cx="7343775" cy="1239837"/>
          </a:xfrm>
          <a:solidFill>
            <a:schemeClr val="bg1"/>
          </a:solidFill>
          <a:ln>
            <a:solidFill>
              <a:schemeClr val="folHlink"/>
            </a:solidFill>
            <a:miter lim="800000"/>
          </a:ln>
          <a:effectLst>
            <a:outerShdw dist="35921" dir="2700000" algn="ctr" rotWithShape="0">
              <a:srgbClr val="808080"/>
            </a:outerShdw>
          </a:effectLst>
        </p:spPr>
        <p:txBody>
          <a:bodyPr/>
          <a:lstStyle/>
          <a:p>
            <a:pPr marL="0" indent="0">
              <a:lnSpc>
                <a:spcPct val="145000"/>
              </a:lnSpc>
              <a:buFont typeface="Wingdings" panose="05000000000000000000" pitchFamily="2" charset="2"/>
              <a:buNone/>
            </a:pPr>
            <a:r>
              <a:rPr lang="zh-CN" altLang="en-US" sz="2200" b="1"/>
              <a:t>   </a:t>
            </a:r>
            <a:r>
              <a:rPr lang="en-US" altLang="zh-CN" sz="2200" b="1"/>
              <a:t>F(j</a:t>
            </a:r>
            <a:r>
              <a:rPr lang="el-GR" altLang="zh-CN" sz="2200" b="1"/>
              <a:t>ω</a:t>
            </a:r>
            <a:r>
              <a:rPr lang="en-US" altLang="zh-CN" sz="2200" b="1"/>
              <a:t>)</a:t>
            </a:r>
            <a:r>
              <a:rPr lang="zh-CN" altLang="en-US" sz="2200" b="1"/>
              <a:t>模量</a:t>
            </a:r>
            <a:r>
              <a:rPr lang="en-US" altLang="zh-CN" sz="2200" b="1"/>
              <a:t>|F(j</a:t>
            </a:r>
            <a:r>
              <a:rPr lang="el-GR" altLang="zh-CN" sz="2200" b="1"/>
              <a:t> ω</a:t>
            </a:r>
            <a:r>
              <a:rPr lang="en-US" altLang="zh-CN" sz="2200" b="1"/>
              <a:t>)|</a:t>
            </a:r>
            <a:r>
              <a:rPr lang="zh-CN" altLang="en-US" sz="2200" b="1"/>
              <a:t>是频率的函数，代表信号中各频率分量的相对大小，其实际振幅：</a:t>
            </a:r>
            <a:endParaRPr lang="zh-CN" altLang="en-US" sz="2200" b="1"/>
          </a:p>
        </p:txBody>
      </p:sp>
      <p:graphicFrame>
        <p:nvGraphicFramePr>
          <p:cNvPr id="110597" name="Object 4"/>
          <p:cNvGraphicFramePr>
            <a:graphicFrameLocks noGrp="1" noChangeAspect="1"/>
          </p:cNvGraphicFramePr>
          <p:nvPr>
            <p:ph sz="quarter" idx="4294967295"/>
          </p:nvPr>
        </p:nvGraphicFramePr>
        <p:xfrm>
          <a:off x="1895475" y="855663"/>
          <a:ext cx="5376863" cy="1035050"/>
        </p:xfrm>
        <a:graphic>
          <a:graphicData uri="http://schemas.openxmlformats.org/presentationml/2006/ole">
            <mc:AlternateContent xmlns:mc="http://schemas.openxmlformats.org/markup-compatibility/2006">
              <mc:Choice xmlns:v="urn:schemas-microsoft-com:vml" Requires="v">
                <p:oleObj spid="_x0000_s110734" name="公式" r:id="rId1" imgW="2844800" imgH="482600" progId="Equation.3">
                  <p:embed/>
                </p:oleObj>
              </mc:Choice>
              <mc:Fallback>
                <p:oleObj name="公式" r:id="rId1" imgW="2844800" imgH="4826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855663"/>
                        <a:ext cx="5376863" cy="1035050"/>
                      </a:xfrm>
                      <a:prstGeom prst="rect">
                        <a:avLst/>
                      </a:prstGeom>
                      <a:noFill/>
                      <a:ln w="28575" cmpd="sng">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9861" name="Object 5"/>
          <p:cNvGraphicFramePr>
            <a:graphicFrameLocks noChangeAspect="1"/>
          </p:cNvGraphicFramePr>
          <p:nvPr/>
        </p:nvGraphicFramePr>
        <p:xfrm>
          <a:off x="1331913" y="3576638"/>
          <a:ext cx="7140575" cy="922337"/>
        </p:xfrm>
        <a:graphic>
          <a:graphicData uri="http://schemas.openxmlformats.org/presentationml/2006/ole">
            <mc:AlternateContent xmlns:mc="http://schemas.openxmlformats.org/markup-compatibility/2006">
              <mc:Choice xmlns:v="urn:schemas-microsoft-com:vml" Requires="v">
                <p:oleObj spid="_x0000_s110735" name="公式" r:id="rId3" imgW="3048000" imgH="393700" progId="Equation.3">
                  <p:embed/>
                </p:oleObj>
              </mc:Choice>
              <mc:Fallback>
                <p:oleObj name="公式" r:id="rId3" imgW="3048000" imgH="393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3576638"/>
                        <a:ext cx="7140575" cy="922337"/>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9862" name="Rectangle 6"/>
          <p:cNvSpPr>
            <a:spLocks noChangeArrowheads="1"/>
          </p:cNvSpPr>
          <p:nvPr/>
        </p:nvSpPr>
        <p:spPr bwMode="auto">
          <a:xfrm>
            <a:off x="1187450" y="4811713"/>
            <a:ext cx="7343775" cy="1323975"/>
          </a:xfrm>
          <a:prstGeom prst="rect">
            <a:avLst/>
          </a:prstGeom>
          <a:noFill/>
          <a:ln w="38100">
            <a:solidFill>
              <a:srgbClr val="008000"/>
            </a:solidFill>
            <a:miter lim="800000"/>
          </a:ln>
          <a:extLst>
            <a:ext uri="{909E8E84-426E-40DD-AFC4-6F175D3DCCD1}">
              <a14:hiddenFill xmlns:a14="http://schemas.microsoft.com/office/drawing/2010/main">
                <a:solidFill>
                  <a:srgbClr val="FFFFFF"/>
                </a:solidFill>
              </a14:hiddenFill>
            </a:ext>
          </a:extLst>
        </p:spPr>
        <p:txBody>
          <a:bodyPr/>
          <a:lstStyle>
            <a:lvl1pPr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30000"/>
              </a:lnSpc>
              <a:spcBef>
                <a:spcPct val="35000"/>
              </a:spcBef>
              <a:buFont typeface="Wingdings" panose="05000000000000000000" pitchFamily="2" charset="2"/>
              <a:buNone/>
            </a:pPr>
            <a:r>
              <a:rPr lang="zh-CN" altLang="en-US" sz="2600" b="1"/>
              <a:t>与</a:t>
            </a:r>
            <a:r>
              <a:rPr lang="zh-CN" altLang="zh-CN" sz="2600" b="1"/>
              <a:t>Å</a:t>
            </a:r>
            <a:r>
              <a:rPr lang="en-US" altLang="zh-CN" sz="2600" b="1"/>
              <a:t>n</a:t>
            </a:r>
            <a:r>
              <a:rPr lang="zh-CN" altLang="en-US" sz="2600" b="1"/>
              <a:t>的模</a:t>
            </a:r>
            <a:r>
              <a:rPr lang="en-US" altLang="zh-CN" sz="2600" b="1"/>
              <a:t>An</a:t>
            </a:r>
            <a:r>
              <a:rPr lang="zh-CN" altLang="en-US" sz="2600" b="1"/>
              <a:t>、相角</a:t>
            </a:r>
            <a:r>
              <a:rPr lang="en-US" altLang="zh-CN" sz="2600" b="1"/>
              <a:t>φ</a:t>
            </a:r>
            <a:r>
              <a:rPr lang="en-US" altLang="zh-CN" sz="2600" b="1" baseline="-25000"/>
              <a:t>n</a:t>
            </a:r>
            <a:r>
              <a:rPr lang="zh-CN" altLang="en-US" sz="2600" b="1"/>
              <a:t>一样，</a:t>
            </a:r>
            <a:r>
              <a:rPr lang="en-US" altLang="zh-CN" sz="2600" b="1"/>
              <a:t>|F(j</a:t>
            </a:r>
            <a:r>
              <a:rPr lang="el-GR" altLang="zh-CN" sz="2400" b="1">
                <a:latin typeface="黑体" panose="02010609060101010101" pitchFamily="49" charset="-122"/>
              </a:rPr>
              <a:t> </a:t>
            </a:r>
            <a:r>
              <a:rPr lang="el-GR" altLang="zh-CN" sz="2600" b="1"/>
              <a:t>ω</a:t>
            </a:r>
            <a:r>
              <a:rPr lang="en-US" altLang="zh-CN" sz="2600" b="1"/>
              <a:t>)| </a:t>
            </a:r>
            <a:r>
              <a:rPr lang="zh-CN" altLang="en-US" sz="2600" b="1"/>
              <a:t>为</a:t>
            </a:r>
            <a:r>
              <a:rPr lang="en-US" altLang="zh-CN" sz="2600" b="1">
                <a:solidFill>
                  <a:srgbClr val="9900CC"/>
                </a:solidFill>
              </a:rPr>
              <a:t>ω</a:t>
            </a:r>
            <a:r>
              <a:rPr lang="zh-CN" altLang="en-US" sz="2600" b="1"/>
              <a:t>的</a:t>
            </a:r>
            <a:r>
              <a:rPr lang="zh-CN" altLang="en-US" sz="2600" b="1">
                <a:solidFill>
                  <a:srgbClr val="9900CC"/>
                </a:solidFill>
              </a:rPr>
              <a:t>偶函数</a:t>
            </a:r>
            <a:r>
              <a:rPr lang="zh-CN" altLang="en-US" sz="2600" b="1"/>
              <a:t> ，</a:t>
            </a:r>
            <a:r>
              <a:rPr lang="en-US" altLang="zh-CN" sz="2600" b="1"/>
              <a:t>φ(ω)</a:t>
            </a:r>
            <a:r>
              <a:rPr lang="zh-CN" altLang="en-US" sz="2600" b="1"/>
              <a:t>为</a:t>
            </a:r>
            <a:r>
              <a:rPr lang="en-US" altLang="zh-CN" sz="2600" b="1">
                <a:solidFill>
                  <a:srgbClr val="9900CC"/>
                </a:solidFill>
              </a:rPr>
              <a:t>ω</a:t>
            </a:r>
            <a:r>
              <a:rPr lang="zh-CN" altLang="en-US" sz="2600" b="1"/>
              <a:t>的</a:t>
            </a:r>
            <a:r>
              <a:rPr lang="zh-CN" altLang="en-US" sz="2600" b="1">
                <a:solidFill>
                  <a:srgbClr val="9900CC"/>
                </a:solidFill>
              </a:rPr>
              <a:t>奇函数</a:t>
            </a:r>
            <a:r>
              <a:rPr lang="zh-CN" altLang="en-US" sz="2600" b="1"/>
              <a:t> 。        </a:t>
            </a:r>
            <a:endParaRPr lang="zh-CN" altLang="en-US" sz="2600" b="1"/>
          </a:p>
        </p:txBody>
      </p:sp>
    </p:spTree>
    <p:custDataLst>
      <p:tags r:id="rId5"/>
    </p:custDataLst>
  </p:cSld>
  <p:clrMapOvr>
    <a:masterClrMapping/>
  </p:clrMapOvr>
  <p:transition spd="slow" advTm="12144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49859">
                                            <p:bg/>
                                          </p:spTgt>
                                        </p:tgtEl>
                                        <p:attrNameLst>
                                          <p:attrName>style.visibility</p:attrName>
                                        </p:attrNameLst>
                                      </p:cBhvr>
                                      <p:to>
                                        <p:strVal val="visible"/>
                                      </p:to>
                                    </p:set>
                                    <p:anim calcmode="lin" valueType="num">
                                      <p:cBhvr>
                                        <p:cTn id="7" dur="1000" fill="hold"/>
                                        <p:tgtEl>
                                          <p:spTgt spid="249859">
                                            <p:bg/>
                                          </p:spTgt>
                                        </p:tgtEl>
                                        <p:attrNameLst>
                                          <p:attrName>ppt_w</p:attrName>
                                        </p:attrNameLst>
                                      </p:cBhvr>
                                      <p:tavLst>
                                        <p:tav tm="0">
                                          <p:val>
                                            <p:strVal val="#ppt_w*0.70"/>
                                          </p:val>
                                        </p:tav>
                                        <p:tav tm="100000">
                                          <p:val>
                                            <p:strVal val="#ppt_w"/>
                                          </p:val>
                                        </p:tav>
                                      </p:tavLst>
                                    </p:anim>
                                    <p:anim calcmode="lin" valueType="num">
                                      <p:cBhvr>
                                        <p:cTn id="8" dur="1000" fill="hold"/>
                                        <p:tgtEl>
                                          <p:spTgt spid="249859">
                                            <p:bg/>
                                          </p:spTgt>
                                        </p:tgtEl>
                                        <p:attrNameLst>
                                          <p:attrName>ppt_h</p:attrName>
                                        </p:attrNameLst>
                                      </p:cBhvr>
                                      <p:tavLst>
                                        <p:tav tm="0">
                                          <p:val>
                                            <p:strVal val="#ppt_h"/>
                                          </p:val>
                                        </p:tav>
                                        <p:tav tm="100000">
                                          <p:val>
                                            <p:strVal val="#ppt_h"/>
                                          </p:val>
                                        </p:tav>
                                      </p:tavLst>
                                    </p:anim>
                                    <p:animEffect transition="in" filter="fade">
                                      <p:cBhvr>
                                        <p:cTn id="9" dur="1000"/>
                                        <p:tgtEl>
                                          <p:spTgt spid="249859">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249859">
                                            <p:txEl>
                                              <p:pRg st="0" end="0"/>
                                            </p:txEl>
                                          </p:spTgt>
                                        </p:tgtEl>
                                        <p:attrNameLst>
                                          <p:attrName>style.visibility</p:attrName>
                                        </p:attrNameLst>
                                      </p:cBhvr>
                                      <p:to>
                                        <p:strVal val="visible"/>
                                      </p:to>
                                    </p:set>
                                    <p:anim calcmode="lin" valueType="num">
                                      <p:cBhvr>
                                        <p:cTn id="13" dur="1000" fill="hold"/>
                                        <p:tgtEl>
                                          <p:spTgt spid="249859">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249859">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249859">
                                            <p:txEl>
                                              <p:pRg st="0" end="0"/>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49861"/>
                                        </p:tgtEl>
                                        <p:attrNameLst>
                                          <p:attrName>style.visibility</p:attrName>
                                        </p:attrNameLst>
                                      </p:cBhvr>
                                      <p:to>
                                        <p:strVal val="visible"/>
                                      </p:to>
                                    </p:set>
                                    <p:anim calcmode="lin" valueType="num">
                                      <p:cBhvr>
                                        <p:cTn id="19" dur="1000" fill="hold"/>
                                        <p:tgtEl>
                                          <p:spTgt spid="249861"/>
                                        </p:tgtEl>
                                        <p:attrNameLst>
                                          <p:attrName>ppt_w</p:attrName>
                                        </p:attrNameLst>
                                      </p:cBhvr>
                                      <p:tavLst>
                                        <p:tav tm="0">
                                          <p:val>
                                            <p:strVal val="#ppt_w*0.70"/>
                                          </p:val>
                                        </p:tav>
                                        <p:tav tm="100000">
                                          <p:val>
                                            <p:strVal val="#ppt_w"/>
                                          </p:val>
                                        </p:tav>
                                      </p:tavLst>
                                    </p:anim>
                                    <p:anim calcmode="lin" valueType="num">
                                      <p:cBhvr>
                                        <p:cTn id="20" dur="1000" fill="hold"/>
                                        <p:tgtEl>
                                          <p:spTgt spid="249861"/>
                                        </p:tgtEl>
                                        <p:attrNameLst>
                                          <p:attrName>ppt_h</p:attrName>
                                        </p:attrNameLst>
                                      </p:cBhvr>
                                      <p:tavLst>
                                        <p:tav tm="0">
                                          <p:val>
                                            <p:strVal val="#ppt_h"/>
                                          </p:val>
                                        </p:tav>
                                        <p:tav tm="100000">
                                          <p:val>
                                            <p:strVal val="#ppt_h"/>
                                          </p:val>
                                        </p:tav>
                                      </p:tavLst>
                                    </p:anim>
                                    <p:animEffect transition="in" filter="fade">
                                      <p:cBhvr>
                                        <p:cTn id="21" dur="1000"/>
                                        <p:tgtEl>
                                          <p:spTgt spid="249861"/>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249862"/>
                                        </p:tgtEl>
                                        <p:attrNameLst>
                                          <p:attrName>style.visibility</p:attrName>
                                        </p:attrNameLst>
                                      </p:cBhvr>
                                      <p:to>
                                        <p:strVal val="visible"/>
                                      </p:to>
                                    </p:set>
                                    <p:anim calcmode="lin" valueType="num">
                                      <p:cBhvr>
                                        <p:cTn id="26" dur="1000" fill="hold"/>
                                        <p:tgtEl>
                                          <p:spTgt spid="249862"/>
                                        </p:tgtEl>
                                        <p:attrNameLst>
                                          <p:attrName>ppt_w</p:attrName>
                                        </p:attrNameLst>
                                      </p:cBhvr>
                                      <p:tavLst>
                                        <p:tav tm="0">
                                          <p:val>
                                            <p:strVal val="#ppt_w*0.70"/>
                                          </p:val>
                                        </p:tav>
                                        <p:tav tm="100000">
                                          <p:val>
                                            <p:strVal val="#ppt_w"/>
                                          </p:val>
                                        </p:tav>
                                      </p:tavLst>
                                    </p:anim>
                                    <p:anim calcmode="lin" valueType="num">
                                      <p:cBhvr>
                                        <p:cTn id="27" dur="1000" fill="hold"/>
                                        <p:tgtEl>
                                          <p:spTgt spid="249862"/>
                                        </p:tgtEl>
                                        <p:attrNameLst>
                                          <p:attrName>ppt_h</p:attrName>
                                        </p:attrNameLst>
                                      </p:cBhvr>
                                      <p:tavLst>
                                        <p:tav tm="0">
                                          <p:val>
                                            <p:strVal val="#ppt_h"/>
                                          </p:val>
                                        </p:tav>
                                        <p:tav tm="100000">
                                          <p:val>
                                            <p:strVal val="#ppt_h"/>
                                          </p:val>
                                        </p:tav>
                                      </p:tavLst>
                                    </p:anim>
                                    <p:animEffect transition="in" filter="fade">
                                      <p:cBhvr>
                                        <p:cTn id="28" dur="1000"/>
                                        <p:tgtEl>
                                          <p:spTgt spid="249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animBg="1" build="p"/>
      <p:bldP spid="24986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8C1CE786-0704-4267-8CD0-393FA350E907}" type="datetime1">
              <a:rPr lang="zh-CN" altLang="en-US"/>
            </a:fld>
            <a:endParaRPr lang="zh-CN" altLang="en-US"/>
          </a:p>
        </p:txBody>
      </p:sp>
      <p:sp>
        <p:nvSpPr>
          <p:cNvPr id="111619" name="Rectangle 2"/>
          <p:cNvSpPr>
            <a:spLocks noGrp="1" noChangeArrowheads="1"/>
          </p:cNvSpPr>
          <p:nvPr>
            <p:ph type="body" sz="half" idx="4294967295"/>
          </p:nvPr>
        </p:nvSpPr>
        <p:spPr>
          <a:xfrm>
            <a:off x="971550" y="908050"/>
            <a:ext cx="6264275" cy="431800"/>
          </a:xfrm>
        </p:spPr>
        <p:txBody>
          <a:bodyPr/>
          <a:lstStyle/>
          <a:p>
            <a:pPr>
              <a:lnSpc>
                <a:spcPct val="80000"/>
              </a:lnSpc>
              <a:buFont typeface="Wingdings" panose="05000000000000000000" pitchFamily="2" charset="2"/>
              <a:buNone/>
            </a:pPr>
            <a:r>
              <a:rPr lang="en-US" altLang="zh-CN" sz="2600" b="1">
                <a:solidFill>
                  <a:srgbClr val="FF3300"/>
                </a:solidFill>
              </a:rPr>
              <a:t>2</a:t>
            </a:r>
            <a:r>
              <a:rPr lang="zh-CN" altLang="en-US" sz="2600" b="1">
                <a:solidFill>
                  <a:srgbClr val="FF3300"/>
                </a:solidFill>
              </a:rPr>
              <a:t>、非周期函数的</a:t>
            </a:r>
            <a:r>
              <a:rPr lang="en-US" altLang="zh-CN" sz="2600" b="1">
                <a:solidFill>
                  <a:srgbClr val="FF3300"/>
                </a:solidFill>
              </a:rPr>
              <a:t>Fourier</a:t>
            </a:r>
            <a:r>
              <a:rPr lang="zh-CN" altLang="en-US" sz="2600" b="1">
                <a:solidFill>
                  <a:srgbClr val="FF3300"/>
                </a:solidFill>
              </a:rPr>
              <a:t>积分表示式</a:t>
            </a:r>
            <a:endParaRPr lang="zh-CN" altLang="en-US" sz="2600" b="1">
              <a:solidFill>
                <a:srgbClr val="FF3300"/>
              </a:solidFill>
            </a:endParaRPr>
          </a:p>
        </p:txBody>
      </p:sp>
      <p:graphicFrame>
        <p:nvGraphicFramePr>
          <p:cNvPr id="250883" name="Object 3"/>
          <p:cNvGraphicFramePr>
            <a:graphicFrameLocks noChangeAspect="1"/>
          </p:cNvGraphicFramePr>
          <p:nvPr/>
        </p:nvGraphicFramePr>
        <p:xfrm>
          <a:off x="3113088" y="2193925"/>
          <a:ext cx="3097212" cy="1074738"/>
        </p:xfrm>
        <a:graphic>
          <a:graphicData uri="http://schemas.openxmlformats.org/presentationml/2006/ole">
            <mc:AlternateContent xmlns:mc="http://schemas.openxmlformats.org/markup-compatibility/2006">
              <mc:Choice xmlns:v="urn:schemas-microsoft-com:vml" Requires="v">
                <p:oleObj spid="_x0000_s111958" name="公式" r:id="rId1" imgW="1244600" imgH="431800" progId="Equation.3">
                  <p:embed/>
                </p:oleObj>
              </mc:Choice>
              <mc:Fallback>
                <p:oleObj name="公式" r:id="rId1" imgW="1244600" imgH="4318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3088" y="2193925"/>
                        <a:ext cx="3097212" cy="1074738"/>
                      </a:xfrm>
                      <a:prstGeom prst="rect">
                        <a:avLst/>
                      </a:prstGeom>
                      <a:noFill/>
                      <a:ln w="19050">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0884" name="Object 4"/>
          <p:cNvGraphicFramePr>
            <a:graphicFrameLocks noGrp="1" noChangeAspect="1"/>
          </p:cNvGraphicFramePr>
          <p:nvPr>
            <p:ph sz="half" idx="4294967295"/>
          </p:nvPr>
        </p:nvGraphicFramePr>
        <p:xfrm>
          <a:off x="3033713" y="3481388"/>
          <a:ext cx="1182687" cy="1182687"/>
        </p:xfrm>
        <a:graphic>
          <a:graphicData uri="http://schemas.openxmlformats.org/presentationml/2006/ole">
            <mc:AlternateContent xmlns:mc="http://schemas.openxmlformats.org/markup-compatibility/2006">
              <mc:Choice xmlns:v="urn:schemas-microsoft-com:vml" Requires="v">
                <p:oleObj spid="_x0000_s111959" name="Equation" r:id="rId3" imgW="317500" imgH="317500" progId="Equation.DSMT4">
                  <p:embed/>
                </p:oleObj>
              </mc:Choice>
              <mc:Fallback>
                <p:oleObj name="Equation" r:id="rId3" imgW="317500" imgH="317500" progId="Equation.DSMT4">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3713" y="3481388"/>
                        <a:ext cx="1182687" cy="118268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0885" name="Object 5"/>
          <p:cNvGraphicFramePr>
            <a:graphicFrameLocks noChangeAspect="1"/>
          </p:cNvGraphicFramePr>
          <p:nvPr/>
        </p:nvGraphicFramePr>
        <p:xfrm>
          <a:off x="2411413" y="5373688"/>
          <a:ext cx="1012825" cy="476250"/>
        </p:xfrm>
        <a:graphic>
          <a:graphicData uri="http://schemas.openxmlformats.org/presentationml/2006/ole">
            <mc:AlternateContent xmlns:mc="http://schemas.openxmlformats.org/markup-compatibility/2006">
              <mc:Choice xmlns:v="urn:schemas-microsoft-com:vml" Requires="v">
                <p:oleObj spid="_x0000_s111960" name="公式" r:id="rId5" imgW="431800" imgH="203200" progId="Equation.3">
                  <p:embed/>
                </p:oleObj>
              </mc:Choice>
              <mc:Fallback>
                <p:oleObj name="公式" r:id="rId5" imgW="431800"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5373688"/>
                        <a:ext cx="1012825"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886" name="Rectangle 6"/>
          <p:cNvSpPr>
            <a:spLocks noGrp="1" noChangeArrowheads="1"/>
          </p:cNvSpPr>
          <p:nvPr>
            <p:ph type="title" idx="4294967295"/>
          </p:nvPr>
        </p:nvSpPr>
        <p:spPr>
          <a:xfrm>
            <a:off x="827088" y="188913"/>
            <a:ext cx="7707312" cy="43180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sp>
        <p:nvSpPr>
          <p:cNvPr id="111624" name="Rectangle 7"/>
          <p:cNvSpPr>
            <a:spLocks noChangeArrowheads="1"/>
          </p:cNvSpPr>
          <p:nvPr/>
        </p:nvSpPr>
        <p:spPr bwMode="auto">
          <a:xfrm>
            <a:off x="971550" y="1628775"/>
            <a:ext cx="597693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80000"/>
              </a:lnSpc>
              <a:buFont typeface="Wingdings" panose="05000000000000000000" pitchFamily="2" charset="2"/>
              <a:buNone/>
            </a:pPr>
            <a:r>
              <a:rPr lang="zh-CN" altLang="en-US" sz="2600" b="1"/>
              <a:t>周期函数的指数</a:t>
            </a:r>
            <a:r>
              <a:rPr lang="en-US" altLang="zh-CN" sz="2600" b="1"/>
              <a:t>Fourier</a:t>
            </a:r>
            <a:r>
              <a:rPr lang="zh-CN" altLang="en-US" sz="2600" b="1"/>
              <a:t>级数为：    </a:t>
            </a:r>
            <a:endParaRPr lang="zh-CN" altLang="en-US" sz="2600" b="1"/>
          </a:p>
          <a:p>
            <a:pPr>
              <a:lnSpc>
                <a:spcPct val="80000"/>
              </a:lnSpc>
              <a:buFont typeface="Wingdings" panose="05000000000000000000" pitchFamily="2" charset="2"/>
              <a:buNone/>
            </a:pPr>
            <a:r>
              <a:rPr lang="zh-CN" altLang="en-US" sz="2600" b="1"/>
              <a:t>                </a:t>
            </a:r>
            <a:endParaRPr lang="zh-CN" altLang="en-US" sz="2600" b="1"/>
          </a:p>
        </p:txBody>
      </p:sp>
      <p:sp>
        <p:nvSpPr>
          <p:cNvPr id="250888" name="Rectangle 8"/>
          <p:cNvSpPr>
            <a:spLocks noChangeArrowheads="1"/>
          </p:cNvSpPr>
          <p:nvPr/>
        </p:nvSpPr>
        <p:spPr bwMode="auto">
          <a:xfrm>
            <a:off x="971550" y="3644900"/>
            <a:ext cx="1296988" cy="4318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a:lnSpc>
                <a:spcPct val="80000"/>
              </a:lnSpc>
              <a:buFont typeface="Wingdings" panose="05000000000000000000" pitchFamily="2" charset="2"/>
              <a:buNone/>
            </a:pPr>
            <a:r>
              <a:rPr lang="zh-CN" altLang="en-US" sz="2600" b="1"/>
              <a:t>其中：</a:t>
            </a:r>
            <a:endParaRPr lang="zh-CN" altLang="en-US" sz="2600" b="1"/>
          </a:p>
        </p:txBody>
      </p:sp>
      <p:sp>
        <p:nvSpPr>
          <p:cNvPr id="250889" name="Rectangle 9"/>
          <p:cNvSpPr>
            <a:spLocks noChangeArrowheads="1"/>
          </p:cNvSpPr>
          <p:nvPr/>
        </p:nvSpPr>
        <p:spPr bwMode="auto">
          <a:xfrm>
            <a:off x="971550" y="4581525"/>
            <a:ext cx="22320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80000"/>
              </a:lnSpc>
              <a:buFont typeface="Wingdings" panose="05000000000000000000" pitchFamily="2" charset="2"/>
              <a:buNone/>
            </a:pPr>
            <a:r>
              <a:rPr lang="zh-CN" altLang="en-US" sz="2600" b="1"/>
              <a:t>则上式得： </a:t>
            </a:r>
            <a:endParaRPr lang="zh-CN" altLang="en-US" sz="2600" b="1"/>
          </a:p>
          <a:p>
            <a:pPr>
              <a:lnSpc>
                <a:spcPct val="80000"/>
              </a:lnSpc>
              <a:buFont typeface="Wingdings" panose="05000000000000000000" pitchFamily="2" charset="2"/>
              <a:buNone/>
            </a:pPr>
            <a:r>
              <a:rPr lang="zh-CN" altLang="en-US" sz="2600" b="1"/>
              <a:t>                </a:t>
            </a:r>
            <a:endParaRPr lang="zh-CN" altLang="en-US" sz="2600" b="1"/>
          </a:p>
        </p:txBody>
      </p:sp>
      <p:graphicFrame>
        <p:nvGraphicFramePr>
          <p:cNvPr id="250890" name="Object 10"/>
          <p:cNvGraphicFramePr>
            <a:graphicFrameLocks noChangeAspect="1"/>
          </p:cNvGraphicFramePr>
          <p:nvPr/>
        </p:nvGraphicFramePr>
        <p:xfrm>
          <a:off x="3321050" y="5113338"/>
          <a:ext cx="4830763" cy="1012825"/>
        </p:xfrm>
        <a:graphic>
          <a:graphicData uri="http://schemas.openxmlformats.org/presentationml/2006/ole">
            <mc:AlternateContent xmlns:mc="http://schemas.openxmlformats.org/markup-compatibility/2006">
              <mc:Choice xmlns:v="urn:schemas-microsoft-com:vml" Requires="v">
                <p:oleObj spid="_x0000_s111961" name="Equation" r:id="rId7" imgW="2032000" imgH="431800" progId="Equation.DSMT4">
                  <p:embed/>
                </p:oleObj>
              </mc:Choice>
              <mc:Fallback>
                <p:oleObj name="Equation" r:id="rId7" imgW="2032000" imgH="4318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21050" y="5113338"/>
                        <a:ext cx="4830763"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1"/>
          <p:cNvGraphicFramePr>
            <a:graphicFrameLocks noChangeAspect="1"/>
          </p:cNvGraphicFramePr>
          <p:nvPr/>
        </p:nvGraphicFramePr>
        <p:xfrm>
          <a:off x="4268788" y="3478213"/>
          <a:ext cx="3051175" cy="1181100"/>
        </p:xfrm>
        <a:graphic>
          <a:graphicData uri="http://schemas.openxmlformats.org/presentationml/2006/ole">
            <mc:AlternateContent xmlns:mc="http://schemas.openxmlformats.org/markup-compatibility/2006">
              <mc:Choice xmlns:v="urn:schemas-microsoft-com:vml" Requires="v">
                <p:oleObj spid="_x0000_s111962" name="Equation" r:id="rId9" imgW="1181100" imgH="457200" progId="Equation.DSMT4">
                  <p:embed/>
                </p:oleObj>
              </mc:Choice>
              <mc:Fallback>
                <p:oleObj name="Equation" r:id="rId9" imgW="1181100" imgH="4572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8788" y="3478213"/>
                        <a:ext cx="3051175" cy="1181100"/>
                      </a:xfrm>
                      <a:prstGeom prst="rect">
                        <a:avLst/>
                      </a:prstGeom>
                      <a:solidFill>
                        <a:srgbClr val="FFFF00"/>
                      </a:solidFill>
                      <a:ln w="19050" algn="ctr">
                        <a:solidFill>
                          <a:srgbClr val="0000FF"/>
                        </a:solidFill>
                        <a:miter lim="800000"/>
                        <a:headEnd/>
                        <a:tailEnd type="none" w="sm" len="sm"/>
                      </a:ln>
                      <a:effectLst/>
                      <a:extLst>
                        <a:ext uri="{AF507438-7753-43E0-B8FC-AC1667EBCBE1}">
                          <a14:hiddenEffects xmlns:a14="http://schemas.microsoft.com/office/drawing/2010/main">
                            <a:effectLst>
                              <a:outerShdw kx="-3284103" algn="br" rotWithShape="0">
                                <a:schemeClr val="bg2">
                                  <a:alpha val="50000"/>
                                </a:schemeClr>
                              </a:outerShdw>
                            </a:effectLst>
                          </a14:hiddenEffects>
                        </a:ext>
                      </a:extLst>
                    </p:spPr>
                  </p:pic>
                </p:oleObj>
              </mc:Fallback>
            </mc:AlternateContent>
          </a:graphicData>
        </a:graphic>
      </p:graphicFrame>
    </p:spTree>
    <p:custDataLst>
      <p:tags r:id="rId11"/>
    </p:custDataLst>
  </p:cSld>
  <p:clrMapOvr>
    <a:masterClrMapping/>
  </p:clrMapOvr>
  <p:transition spd="slow" advTm="11561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50883"/>
                                        </p:tgtEl>
                                        <p:attrNameLst>
                                          <p:attrName>style.visibility</p:attrName>
                                        </p:attrNameLst>
                                      </p:cBhvr>
                                      <p:to>
                                        <p:strVal val="visible"/>
                                      </p:to>
                                    </p:set>
                                    <p:anim calcmode="lin" valueType="num">
                                      <p:cBhvr>
                                        <p:cTn id="7" dur="1000" fill="hold"/>
                                        <p:tgtEl>
                                          <p:spTgt spid="250883"/>
                                        </p:tgtEl>
                                        <p:attrNameLst>
                                          <p:attrName>ppt_w</p:attrName>
                                        </p:attrNameLst>
                                      </p:cBhvr>
                                      <p:tavLst>
                                        <p:tav tm="0">
                                          <p:val>
                                            <p:strVal val="#ppt_w*0.70"/>
                                          </p:val>
                                        </p:tav>
                                        <p:tav tm="100000">
                                          <p:val>
                                            <p:strVal val="#ppt_w"/>
                                          </p:val>
                                        </p:tav>
                                      </p:tavLst>
                                    </p:anim>
                                    <p:anim calcmode="lin" valueType="num">
                                      <p:cBhvr>
                                        <p:cTn id="8" dur="1000" fill="hold"/>
                                        <p:tgtEl>
                                          <p:spTgt spid="250883"/>
                                        </p:tgtEl>
                                        <p:attrNameLst>
                                          <p:attrName>ppt_h</p:attrName>
                                        </p:attrNameLst>
                                      </p:cBhvr>
                                      <p:tavLst>
                                        <p:tav tm="0">
                                          <p:val>
                                            <p:strVal val="#ppt_h"/>
                                          </p:val>
                                        </p:tav>
                                        <p:tav tm="100000">
                                          <p:val>
                                            <p:strVal val="#ppt_h"/>
                                          </p:val>
                                        </p:tav>
                                      </p:tavLst>
                                    </p:anim>
                                    <p:animEffect transition="in" filter="fade">
                                      <p:cBhvr>
                                        <p:cTn id="9" dur="1000"/>
                                        <p:tgtEl>
                                          <p:spTgt spid="250883"/>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250888"/>
                                        </p:tgtEl>
                                        <p:attrNameLst>
                                          <p:attrName>style.visibility</p:attrName>
                                        </p:attrNameLst>
                                      </p:cBhvr>
                                      <p:to>
                                        <p:strVal val="visible"/>
                                      </p:to>
                                    </p:set>
                                    <p:anim calcmode="lin" valueType="num">
                                      <p:cBhvr>
                                        <p:cTn id="13" dur="1000" fill="hold"/>
                                        <p:tgtEl>
                                          <p:spTgt spid="250888"/>
                                        </p:tgtEl>
                                        <p:attrNameLst>
                                          <p:attrName>ppt_w</p:attrName>
                                        </p:attrNameLst>
                                      </p:cBhvr>
                                      <p:tavLst>
                                        <p:tav tm="0">
                                          <p:val>
                                            <p:strVal val="#ppt_w*0.70"/>
                                          </p:val>
                                        </p:tav>
                                        <p:tav tm="100000">
                                          <p:val>
                                            <p:strVal val="#ppt_w"/>
                                          </p:val>
                                        </p:tav>
                                      </p:tavLst>
                                    </p:anim>
                                    <p:anim calcmode="lin" valueType="num">
                                      <p:cBhvr>
                                        <p:cTn id="14" dur="1000" fill="hold"/>
                                        <p:tgtEl>
                                          <p:spTgt spid="250888"/>
                                        </p:tgtEl>
                                        <p:attrNameLst>
                                          <p:attrName>ppt_h</p:attrName>
                                        </p:attrNameLst>
                                      </p:cBhvr>
                                      <p:tavLst>
                                        <p:tav tm="0">
                                          <p:val>
                                            <p:strVal val="#ppt_h"/>
                                          </p:val>
                                        </p:tav>
                                        <p:tav tm="100000">
                                          <p:val>
                                            <p:strVal val="#ppt_h"/>
                                          </p:val>
                                        </p:tav>
                                      </p:tavLst>
                                    </p:anim>
                                    <p:animEffect transition="in" filter="fade">
                                      <p:cBhvr>
                                        <p:cTn id="15" dur="1000"/>
                                        <p:tgtEl>
                                          <p:spTgt spid="250888"/>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50884"/>
                                        </p:tgtEl>
                                        <p:attrNameLst>
                                          <p:attrName>style.visibility</p:attrName>
                                        </p:attrNameLst>
                                      </p:cBhvr>
                                      <p:to>
                                        <p:strVal val="visible"/>
                                      </p:to>
                                    </p:set>
                                    <p:anim calcmode="lin" valueType="num">
                                      <p:cBhvr>
                                        <p:cTn id="19" dur="1000" fill="hold"/>
                                        <p:tgtEl>
                                          <p:spTgt spid="250884"/>
                                        </p:tgtEl>
                                        <p:attrNameLst>
                                          <p:attrName>ppt_w</p:attrName>
                                        </p:attrNameLst>
                                      </p:cBhvr>
                                      <p:tavLst>
                                        <p:tav tm="0">
                                          <p:val>
                                            <p:strVal val="#ppt_w*0.70"/>
                                          </p:val>
                                        </p:tav>
                                        <p:tav tm="100000">
                                          <p:val>
                                            <p:strVal val="#ppt_w"/>
                                          </p:val>
                                        </p:tav>
                                      </p:tavLst>
                                    </p:anim>
                                    <p:anim calcmode="lin" valueType="num">
                                      <p:cBhvr>
                                        <p:cTn id="20" dur="1000" fill="hold"/>
                                        <p:tgtEl>
                                          <p:spTgt spid="250884"/>
                                        </p:tgtEl>
                                        <p:attrNameLst>
                                          <p:attrName>ppt_h</p:attrName>
                                        </p:attrNameLst>
                                      </p:cBhvr>
                                      <p:tavLst>
                                        <p:tav tm="0">
                                          <p:val>
                                            <p:strVal val="#ppt_h"/>
                                          </p:val>
                                        </p:tav>
                                        <p:tav tm="100000">
                                          <p:val>
                                            <p:strVal val="#ppt_h"/>
                                          </p:val>
                                        </p:tav>
                                      </p:tavLst>
                                    </p:anim>
                                    <p:animEffect transition="in" filter="fade">
                                      <p:cBhvr>
                                        <p:cTn id="21" dur="1000"/>
                                        <p:tgtEl>
                                          <p:spTgt spid="250884"/>
                                        </p:tgtEl>
                                      </p:cBhvr>
                                    </p:animEffect>
                                  </p:childTnLst>
                                </p:cTn>
                              </p:par>
                            </p:childTnLst>
                          </p:cTn>
                        </p:par>
                        <p:par>
                          <p:cTn id="22" fill="hold">
                            <p:stCondLst>
                              <p:cond delay="3000"/>
                            </p:stCondLst>
                            <p:childTnLst>
                              <p:par>
                                <p:cTn id="23" presetID="4" presetClass="entr" presetSubtype="16"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ox(in)">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250889"/>
                                        </p:tgtEl>
                                        <p:attrNameLst>
                                          <p:attrName>style.visibility</p:attrName>
                                        </p:attrNameLst>
                                      </p:cBhvr>
                                      <p:to>
                                        <p:strVal val="visible"/>
                                      </p:to>
                                    </p:set>
                                    <p:anim calcmode="lin" valueType="num">
                                      <p:cBhvr>
                                        <p:cTn id="30" dur="1000" fill="hold"/>
                                        <p:tgtEl>
                                          <p:spTgt spid="250889"/>
                                        </p:tgtEl>
                                        <p:attrNameLst>
                                          <p:attrName>ppt_w</p:attrName>
                                        </p:attrNameLst>
                                      </p:cBhvr>
                                      <p:tavLst>
                                        <p:tav tm="0">
                                          <p:val>
                                            <p:strVal val="#ppt_w*0.70"/>
                                          </p:val>
                                        </p:tav>
                                        <p:tav tm="100000">
                                          <p:val>
                                            <p:strVal val="#ppt_w"/>
                                          </p:val>
                                        </p:tav>
                                      </p:tavLst>
                                    </p:anim>
                                    <p:anim calcmode="lin" valueType="num">
                                      <p:cBhvr>
                                        <p:cTn id="31" dur="1000" fill="hold"/>
                                        <p:tgtEl>
                                          <p:spTgt spid="250889"/>
                                        </p:tgtEl>
                                        <p:attrNameLst>
                                          <p:attrName>ppt_h</p:attrName>
                                        </p:attrNameLst>
                                      </p:cBhvr>
                                      <p:tavLst>
                                        <p:tav tm="0">
                                          <p:val>
                                            <p:strVal val="#ppt_h"/>
                                          </p:val>
                                        </p:tav>
                                        <p:tav tm="100000">
                                          <p:val>
                                            <p:strVal val="#ppt_h"/>
                                          </p:val>
                                        </p:tav>
                                      </p:tavLst>
                                    </p:anim>
                                    <p:animEffect transition="in" filter="fade">
                                      <p:cBhvr>
                                        <p:cTn id="32" dur="1000"/>
                                        <p:tgtEl>
                                          <p:spTgt spid="250889"/>
                                        </p:tgtEl>
                                      </p:cBhvr>
                                    </p:animEffect>
                                  </p:childTnLst>
                                </p:cTn>
                              </p:par>
                              <p:par>
                                <p:cTn id="33" presetID="55" presetClass="entr" presetSubtype="0" fill="hold" nodeType="withEffect">
                                  <p:stCondLst>
                                    <p:cond delay="0"/>
                                  </p:stCondLst>
                                  <p:childTnLst>
                                    <p:set>
                                      <p:cBhvr>
                                        <p:cTn id="34" dur="1" fill="hold">
                                          <p:stCondLst>
                                            <p:cond delay="0"/>
                                          </p:stCondLst>
                                        </p:cTn>
                                        <p:tgtEl>
                                          <p:spTgt spid="250885"/>
                                        </p:tgtEl>
                                        <p:attrNameLst>
                                          <p:attrName>style.visibility</p:attrName>
                                        </p:attrNameLst>
                                      </p:cBhvr>
                                      <p:to>
                                        <p:strVal val="visible"/>
                                      </p:to>
                                    </p:set>
                                    <p:anim calcmode="lin" valueType="num">
                                      <p:cBhvr>
                                        <p:cTn id="35" dur="1000" fill="hold"/>
                                        <p:tgtEl>
                                          <p:spTgt spid="250885"/>
                                        </p:tgtEl>
                                        <p:attrNameLst>
                                          <p:attrName>ppt_w</p:attrName>
                                        </p:attrNameLst>
                                      </p:cBhvr>
                                      <p:tavLst>
                                        <p:tav tm="0">
                                          <p:val>
                                            <p:strVal val="#ppt_w*0.70"/>
                                          </p:val>
                                        </p:tav>
                                        <p:tav tm="100000">
                                          <p:val>
                                            <p:strVal val="#ppt_w"/>
                                          </p:val>
                                        </p:tav>
                                      </p:tavLst>
                                    </p:anim>
                                    <p:anim calcmode="lin" valueType="num">
                                      <p:cBhvr>
                                        <p:cTn id="36" dur="1000" fill="hold"/>
                                        <p:tgtEl>
                                          <p:spTgt spid="250885"/>
                                        </p:tgtEl>
                                        <p:attrNameLst>
                                          <p:attrName>ppt_h</p:attrName>
                                        </p:attrNameLst>
                                      </p:cBhvr>
                                      <p:tavLst>
                                        <p:tav tm="0">
                                          <p:val>
                                            <p:strVal val="#ppt_h"/>
                                          </p:val>
                                        </p:tav>
                                        <p:tav tm="100000">
                                          <p:val>
                                            <p:strVal val="#ppt_h"/>
                                          </p:val>
                                        </p:tav>
                                      </p:tavLst>
                                    </p:anim>
                                    <p:animEffect transition="in" filter="fade">
                                      <p:cBhvr>
                                        <p:cTn id="37" dur="1000"/>
                                        <p:tgtEl>
                                          <p:spTgt spid="250885"/>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250890"/>
                                        </p:tgtEl>
                                        <p:attrNameLst>
                                          <p:attrName>style.visibility</p:attrName>
                                        </p:attrNameLst>
                                      </p:cBhvr>
                                      <p:to>
                                        <p:strVal val="visible"/>
                                      </p:to>
                                    </p:set>
                                    <p:anim calcmode="lin" valueType="num">
                                      <p:cBhvr>
                                        <p:cTn id="42" dur="1000" fill="hold"/>
                                        <p:tgtEl>
                                          <p:spTgt spid="250890"/>
                                        </p:tgtEl>
                                        <p:attrNameLst>
                                          <p:attrName>ppt_w</p:attrName>
                                        </p:attrNameLst>
                                      </p:cBhvr>
                                      <p:tavLst>
                                        <p:tav tm="0">
                                          <p:val>
                                            <p:strVal val="#ppt_w*0.70"/>
                                          </p:val>
                                        </p:tav>
                                        <p:tav tm="100000">
                                          <p:val>
                                            <p:strVal val="#ppt_w"/>
                                          </p:val>
                                        </p:tav>
                                      </p:tavLst>
                                    </p:anim>
                                    <p:anim calcmode="lin" valueType="num">
                                      <p:cBhvr>
                                        <p:cTn id="43" dur="1000" fill="hold"/>
                                        <p:tgtEl>
                                          <p:spTgt spid="250890"/>
                                        </p:tgtEl>
                                        <p:attrNameLst>
                                          <p:attrName>ppt_h</p:attrName>
                                        </p:attrNameLst>
                                      </p:cBhvr>
                                      <p:tavLst>
                                        <p:tav tm="0">
                                          <p:val>
                                            <p:strVal val="#ppt_h"/>
                                          </p:val>
                                        </p:tav>
                                        <p:tav tm="100000">
                                          <p:val>
                                            <p:strVal val="#ppt_h"/>
                                          </p:val>
                                        </p:tav>
                                      </p:tavLst>
                                    </p:anim>
                                    <p:animEffect transition="in" filter="fade">
                                      <p:cBhvr>
                                        <p:cTn id="44" dur="1000"/>
                                        <p:tgtEl>
                                          <p:spTgt spid="250890"/>
                                        </p:tgtEl>
                                      </p:cBhvr>
                                    </p:animEffect>
                                  </p:childTnLst>
                                </p:cTn>
                              </p:par>
                            </p:childTnLst>
                          </p:cTn>
                        </p:par>
                      </p:childTnLst>
                    </p:cTn>
                  </p:par>
                  <p:par>
                    <p:cTn id="45" fill="hold">
                      <p:stCondLst>
                        <p:cond delay="indefinite"/>
                      </p:stCondLst>
                      <p:childTnLst>
                        <p:par>
                          <p:cTn id="46" fill="hold">
                            <p:stCondLst>
                              <p:cond delay="0"/>
                            </p:stCondLst>
                            <p:childTnLst>
                              <p:par>
                                <p:cTn id="47" presetID="49" presetClass="path" presetSubtype="0" accel="50000" decel="50000" fill="hold" nodeType="clickEffect">
                                  <p:stCondLst>
                                    <p:cond delay="0"/>
                                  </p:stCondLst>
                                  <p:childTnLst>
                                    <p:animMotion origin="layout" path="M -0.07795 -1.15607E-6 L 0.00087 0.23584 " pathEditMode="relative" rAng="0" ptsTypes="AA">
                                      <p:cBhvr>
                                        <p:cTn id="48" dur="2000" fill="hold"/>
                                        <p:tgtEl>
                                          <p:spTgt spid="12"/>
                                        </p:tgtEl>
                                        <p:attrNameLst>
                                          <p:attrName>ppt_x</p:attrName>
                                          <p:attrName>ppt_y</p:attrName>
                                        </p:attrNameLst>
                                      </p:cBhvr>
                                      <p:rCtr x="3941" y="1179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8" grpId="0" animBg="1"/>
      <p:bldP spid="25088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3"/>
          <p:cNvSpPr>
            <a:spLocks noGrp="1"/>
          </p:cNvSpPr>
          <p:nvPr>
            <p:ph type="dt" sz="quarter" idx="10"/>
          </p:nvPr>
        </p:nvSpPr>
        <p:spPr/>
        <p:txBody>
          <a:bodyPr/>
          <a:lstStyle/>
          <a:p>
            <a:pPr>
              <a:defRPr/>
            </a:pPr>
            <a:fld id="{A8467A06-80CF-404D-876E-1AAE717C5EE4}" type="datetime1">
              <a:rPr lang="zh-CN" altLang="en-US"/>
            </a:fld>
            <a:endParaRPr lang="zh-CN" altLang="en-US"/>
          </a:p>
        </p:txBody>
      </p:sp>
      <p:graphicFrame>
        <p:nvGraphicFramePr>
          <p:cNvPr id="251908" name="Object 4"/>
          <p:cNvGraphicFramePr>
            <a:graphicFrameLocks noChangeAspect="1"/>
          </p:cNvGraphicFramePr>
          <p:nvPr/>
        </p:nvGraphicFramePr>
        <p:xfrm>
          <a:off x="1214438" y="4630738"/>
          <a:ext cx="1011237" cy="476250"/>
        </p:xfrm>
        <a:graphic>
          <a:graphicData uri="http://schemas.openxmlformats.org/presentationml/2006/ole">
            <mc:AlternateContent xmlns:mc="http://schemas.openxmlformats.org/markup-compatibility/2006">
              <mc:Choice xmlns:v="urn:schemas-microsoft-com:vml" Requires="v">
                <p:oleObj spid="_x0000_s113376" name="公式" r:id="rId1" imgW="431800" imgH="203200" progId="Equation.3">
                  <p:embed/>
                </p:oleObj>
              </mc:Choice>
              <mc:Fallback>
                <p:oleObj name="公式" r:id="rId1" imgW="431800" imgH="203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4630738"/>
                        <a:ext cx="1011237"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44" name="Object 5"/>
          <p:cNvGraphicFramePr>
            <a:graphicFrameLocks noGrp="1" noChangeAspect="1"/>
          </p:cNvGraphicFramePr>
          <p:nvPr>
            <p:ph sz="quarter" idx="4294967295"/>
          </p:nvPr>
        </p:nvGraphicFramePr>
        <p:xfrm>
          <a:off x="712788" y="333375"/>
          <a:ext cx="4579937" cy="889000"/>
        </p:xfrm>
        <a:graphic>
          <a:graphicData uri="http://schemas.openxmlformats.org/presentationml/2006/ole">
            <mc:AlternateContent xmlns:mc="http://schemas.openxmlformats.org/markup-compatibility/2006">
              <mc:Choice xmlns:v="urn:schemas-microsoft-com:vml" Requires="v">
                <p:oleObj spid="_x0000_s113377" name="公式" r:id="rId3" imgW="2222500" imgH="457200" progId="Equation.3">
                  <p:embed/>
                </p:oleObj>
              </mc:Choice>
              <mc:Fallback>
                <p:oleObj name="公式" r:id="rId3" imgW="2222500" imgH="4572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88" y="333375"/>
                        <a:ext cx="4579937" cy="889000"/>
                      </a:xfrm>
                      <a:prstGeom prst="rect">
                        <a:avLst/>
                      </a:prstGeom>
                      <a:solidFill>
                        <a:schemeClr val="bg1"/>
                      </a:solidFill>
                      <a:ln w="9525" cmpd="sng">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51910" name="Object 6"/>
          <p:cNvGraphicFramePr>
            <a:graphicFrameLocks noChangeAspect="1"/>
          </p:cNvGraphicFramePr>
          <p:nvPr/>
        </p:nvGraphicFramePr>
        <p:xfrm>
          <a:off x="2727325" y="1255713"/>
          <a:ext cx="5595938" cy="809625"/>
        </p:xfrm>
        <a:graphic>
          <a:graphicData uri="http://schemas.openxmlformats.org/presentationml/2006/ole">
            <mc:AlternateContent xmlns:mc="http://schemas.openxmlformats.org/markup-compatibility/2006">
              <mc:Choice xmlns:v="urn:schemas-microsoft-com:vml" Requires="v">
                <p:oleObj spid="_x0000_s113378" name="公式" r:id="rId5" imgW="2616200" imgH="330200" progId="Equation.3">
                  <p:embed/>
                </p:oleObj>
              </mc:Choice>
              <mc:Fallback>
                <p:oleObj name="公式" r:id="rId5" imgW="2616200" imgH="330200" progId="Equation.3">
                  <p:embed/>
                  <p:pic>
                    <p:nvPicPr>
                      <p:cNvPr id="0" name="Object 6"/>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a:off x="2727325" y="1255713"/>
                        <a:ext cx="5595938" cy="809625"/>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1911" name="Rectangle 7"/>
          <p:cNvSpPr>
            <a:spLocks noChangeArrowheads="1"/>
          </p:cNvSpPr>
          <p:nvPr/>
        </p:nvSpPr>
        <p:spPr bwMode="auto">
          <a:xfrm>
            <a:off x="693738" y="3830638"/>
            <a:ext cx="72072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sz="2000" b="1">
                <a:solidFill>
                  <a:srgbClr val="FF3300"/>
                </a:solidFill>
              </a:rPr>
              <a:t>由</a:t>
            </a:r>
            <a:endParaRPr lang="zh-CN" altLang="en-US" sz="2000" b="1">
              <a:solidFill>
                <a:srgbClr val="FF3300"/>
              </a:solidFill>
            </a:endParaRPr>
          </a:p>
        </p:txBody>
      </p:sp>
      <p:sp>
        <p:nvSpPr>
          <p:cNvPr id="251912" name="Rectangle 8"/>
          <p:cNvSpPr>
            <a:spLocks noChangeArrowheads="1"/>
          </p:cNvSpPr>
          <p:nvPr/>
        </p:nvSpPr>
        <p:spPr bwMode="auto">
          <a:xfrm>
            <a:off x="1054100" y="5718175"/>
            <a:ext cx="7796213" cy="1139825"/>
          </a:xfrm>
          <a:prstGeom prst="rect">
            <a:avLst/>
          </a:prstGeom>
          <a:solidFill>
            <a:schemeClr val="bg1"/>
          </a:solidFill>
          <a:ln w="38100">
            <a:solidFill>
              <a:srgbClr val="FF3300"/>
            </a:solidFill>
            <a:miter lim="800000"/>
          </a:ln>
          <a:effectLst>
            <a:outerShdw dist="35921" dir="2700000" algn="ctr" rotWithShape="0">
              <a:schemeClr val="bg2"/>
            </a:outerShdw>
          </a:effec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40000"/>
              </a:lnSpc>
              <a:buFont typeface="Wingdings" panose="05000000000000000000" pitchFamily="2" charset="2"/>
              <a:buNone/>
            </a:pPr>
            <a:r>
              <a:rPr lang="zh-CN" altLang="en-US" sz="2400" b="1">
                <a:solidFill>
                  <a:srgbClr val="FF3300"/>
                </a:solidFill>
              </a:rPr>
              <a:t>   这就是非周期信号的</a:t>
            </a:r>
            <a:r>
              <a:rPr lang="en-US" altLang="zh-CN" sz="2400" b="1">
                <a:solidFill>
                  <a:srgbClr val="FF3300"/>
                </a:solidFill>
              </a:rPr>
              <a:t>Fourier</a:t>
            </a:r>
            <a:r>
              <a:rPr lang="zh-CN" altLang="en-US" sz="2400" b="1">
                <a:solidFill>
                  <a:srgbClr val="FF3300"/>
                </a:solidFill>
              </a:rPr>
              <a:t>积分表示式，相当于周期信号的</a:t>
            </a:r>
            <a:r>
              <a:rPr lang="en-US" altLang="zh-CN" sz="2400" b="1">
                <a:solidFill>
                  <a:srgbClr val="FF3300"/>
                </a:solidFill>
              </a:rPr>
              <a:t>Fourier</a:t>
            </a:r>
            <a:r>
              <a:rPr lang="zh-CN" altLang="en-US" sz="2400" b="1">
                <a:solidFill>
                  <a:srgbClr val="FF3300"/>
                </a:solidFill>
              </a:rPr>
              <a:t>级数。</a:t>
            </a:r>
            <a:endParaRPr lang="zh-CN" altLang="en-US" sz="2400" b="1">
              <a:solidFill>
                <a:srgbClr val="FF3300"/>
              </a:solidFill>
            </a:endParaRPr>
          </a:p>
        </p:txBody>
      </p:sp>
      <p:graphicFrame>
        <p:nvGraphicFramePr>
          <p:cNvPr id="251913" name="Object 9"/>
          <p:cNvGraphicFramePr>
            <a:graphicFrameLocks noChangeAspect="1"/>
          </p:cNvGraphicFramePr>
          <p:nvPr/>
        </p:nvGraphicFramePr>
        <p:xfrm>
          <a:off x="5740400" y="4414838"/>
          <a:ext cx="3213100" cy="922337"/>
        </p:xfrm>
        <a:graphic>
          <a:graphicData uri="http://schemas.openxmlformats.org/presentationml/2006/ole">
            <mc:AlternateContent xmlns:mc="http://schemas.openxmlformats.org/markup-compatibility/2006">
              <mc:Choice xmlns:v="urn:schemas-microsoft-com:vml" Requires="v">
                <p:oleObj spid="_x0000_s113379" name="Equation" r:id="rId7" imgW="1371600" imgH="393700" progId="Equation.DSMT4">
                  <p:embed/>
                </p:oleObj>
              </mc:Choice>
              <mc:Fallback>
                <p:oleObj name="Equation" r:id="rId7" imgW="1371600" imgH="3937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40400" y="4414838"/>
                        <a:ext cx="3213100"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1914" name="Object 10"/>
          <p:cNvGraphicFramePr>
            <a:graphicFrameLocks noChangeAspect="1"/>
          </p:cNvGraphicFramePr>
          <p:nvPr/>
        </p:nvGraphicFramePr>
        <p:xfrm>
          <a:off x="5651500" y="260350"/>
          <a:ext cx="2916238" cy="946150"/>
        </p:xfrm>
        <a:graphic>
          <a:graphicData uri="http://schemas.openxmlformats.org/presentationml/2006/ole">
            <mc:AlternateContent xmlns:mc="http://schemas.openxmlformats.org/markup-compatibility/2006">
              <mc:Choice xmlns:v="urn:schemas-microsoft-com:vml" Requires="v">
                <p:oleObj spid="_x0000_s113380" name="公式" r:id="rId9" imgW="1409700" imgH="457200" progId="Equation.3">
                  <p:embed/>
                </p:oleObj>
              </mc:Choice>
              <mc:Fallback>
                <p:oleObj name="公式" r:id="rId9" imgW="1409700" imgH="4572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1500" y="260350"/>
                        <a:ext cx="2916238" cy="946150"/>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47814" name="Object 7"/>
          <p:cNvGraphicFramePr>
            <a:graphicFrameLocks noChangeAspect="1"/>
          </p:cNvGraphicFramePr>
          <p:nvPr/>
        </p:nvGraphicFramePr>
        <p:xfrm>
          <a:off x="622300" y="1360488"/>
          <a:ext cx="1593850" cy="490537"/>
        </p:xfrm>
        <a:graphic>
          <a:graphicData uri="http://schemas.openxmlformats.org/presentationml/2006/ole">
            <mc:AlternateContent xmlns:mc="http://schemas.openxmlformats.org/markup-compatibility/2006">
              <mc:Choice xmlns:v="urn:schemas-microsoft-com:vml" Requires="v">
                <p:oleObj spid="_x0000_s113381" name="Equation" r:id="rId11" imgW="660400" imgH="203200" progId="Equation.DSMT4">
                  <p:embed/>
                </p:oleObj>
              </mc:Choice>
              <mc:Fallback>
                <p:oleObj name="Equation" r:id="rId11" imgW="660400" imgH="203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2300" y="1360488"/>
                        <a:ext cx="1593850" cy="490537"/>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8"/>
          <p:cNvGraphicFramePr>
            <a:graphicFrameLocks noGrp="1" noChangeAspect="1"/>
          </p:cNvGraphicFramePr>
          <p:nvPr>
            <p:ph sz="quarter" idx="4294967295"/>
          </p:nvPr>
        </p:nvGraphicFramePr>
        <p:xfrm>
          <a:off x="774700" y="2563813"/>
          <a:ext cx="4592638" cy="892175"/>
        </p:xfrm>
        <a:graphic>
          <a:graphicData uri="http://schemas.openxmlformats.org/presentationml/2006/ole">
            <mc:AlternateContent xmlns:mc="http://schemas.openxmlformats.org/markup-compatibility/2006">
              <mc:Choice xmlns:v="urn:schemas-microsoft-com:vml" Requires="v">
                <p:oleObj spid="_x0000_s113382" name="Equation" r:id="rId13" imgW="2222500" imgH="457200" progId="Equation.DSMT4">
                  <p:embed/>
                </p:oleObj>
              </mc:Choice>
              <mc:Fallback>
                <p:oleObj name="Equation" r:id="rId13" imgW="2222500" imgH="457200" progId="Equation.DSMT4">
                  <p:embed/>
                  <p:pic>
                    <p:nvPicPr>
                      <p:cNvPr id="0" name="Object 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700" y="2563813"/>
                        <a:ext cx="4592638" cy="892175"/>
                      </a:xfrm>
                      <a:prstGeom prst="rect">
                        <a:avLst/>
                      </a:prstGeom>
                      <a:solidFill>
                        <a:schemeClr val="bg1"/>
                      </a:solidFill>
                      <a:ln w="9525" cmpd="sng">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51907" name="Object 3"/>
          <p:cNvGraphicFramePr>
            <a:graphicFrameLocks noGrp="1" noChangeAspect="1"/>
          </p:cNvGraphicFramePr>
          <p:nvPr>
            <p:ph sz="quarter" idx="4294967295"/>
          </p:nvPr>
        </p:nvGraphicFramePr>
        <p:xfrm>
          <a:off x="2827338" y="3689350"/>
          <a:ext cx="2241550" cy="728663"/>
        </p:xfrm>
        <a:graphic>
          <a:graphicData uri="http://schemas.openxmlformats.org/presentationml/2006/ole">
            <mc:AlternateContent xmlns:mc="http://schemas.openxmlformats.org/markup-compatibility/2006">
              <mc:Choice xmlns:v="urn:schemas-microsoft-com:vml" Requires="v">
                <p:oleObj spid="_x0000_s113383" name="Equation" r:id="rId14" imgW="1016000" imgH="330200" progId="Equation.DSMT4">
                  <p:embed/>
                </p:oleObj>
              </mc:Choice>
              <mc:Fallback>
                <p:oleObj name="Equation" r:id="rId14" imgW="1016000" imgH="330200" progId="Equation.DSMT4">
                  <p:embed/>
                  <p:pic>
                    <p:nvPicPr>
                      <p:cNvPr id="0" name="Object 3"/>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27338" y="3689350"/>
                        <a:ext cx="2241550" cy="728663"/>
                      </a:xfrm>
                      <a:prstGeom prst="rect">
                        <a:avLst/>
                      </a:prstGeom>
                      <a:noFill/>
                      <a:ln w="28575" cmpd="sng">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68" name="Object 16"/>
          <p:cNvGraphicFramePr>
            <a:graphicFrameLocks noChangeAspect="1"/>
          </p:cNvGraphicFramePr>
          <p:nvPr/>
        </p:nvGraphicFramePr>
        <p:xfrm>
          <a:off x="1582738" y="3735388"/>
          <a:ext cx="1011237" cy="585787"/>
        </p:xfrm>
        <a:graphic>
          <a:graphicData uri="http://schemas.openxmlformats.org/presentationml/2006/ole">
            <mc:AlternateContent xmlns:mc="http://schemas.openxmlformats.org/markup-compatibility/2006">
              <mc:Choice xmlns:v="urn:schemas-microsoft-com:vml" Requires="v">
                <p:oleObj spid="_x0000_s113384" name="Equation" r:id="rId16" imgW="444500" imgH="203200" progId="Equation.DSMT4">
                  <p:embed/>
                </p:oleObj>
              </mc:Choice>
              <mc:Fallback>
                <p:oleObj name="Equation" r:id="rId16" imgW="444500" imgH="203200"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82738" y="3735388"/>
                        <a:ext cx="1011237" cy="585787"/>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type="none" w="sm" len="sm"/>
                          </a14:hiddenLine>
                        </a:ext>
                        <a:ext uri="{AF507438-7753-43E0-B8FC-AC1667EBCBE1}">
                          <a14:hiddenEffects xmlns:a14="http://schemas.microsoft.com/office/drawing/2010/main">
                            <a:effectLst>
                              <a:outerShdw kx="-3284103" algn="br" rotWithShape="0">
                                <a:schemeClr val="bg2">
                                  <a:alpha val="50000"/>
                                </a:schemeClr>
                              </a:outerShdw>
                            </a:effectLst>
                          </a14:hiddenEffects>
                        </a:ext>
                      </a:extLst>
                    </p:spPr>
                  </p:pic>
                </p:oleObj>
              </mc:Fallback>
            </mc:AlternateContent>
          </a:graphicData>
        </a:graphic>
      </p:graphicFrame>
      <p:graphicFrame>
        <p:nvGraphicFramePr>
          <p:cNvPr id="17" name="Object 11"/>
          <p:cNvGraphicFramePr>
            <a:graphicFrameLocks noGrp="1" noChangeAspect="1"/>
          </p:cNvGraphicFramePr>
          <p:nvPr>
            <p:ph sz="quarter" idx="4294967295"/>
          </p:nvPr>
        </p:nvGraphicFramePr>
        <p:xfrm>
          <a:off x="5427663" y="2616200"/>
          <a:ext cx="3716337" cy="763588"/>
        </p:xfrm>
        <a:graphic>
          <a:graphicData uri="http://schemas.openxmlformats.org/presentationml/2006/ole">
            <mc:AlternateContent xmlns:mc="http://schemas.openxmlformats.org/markup-compatibility/2006">
              <mc:Choice xmlns:v="urn:schemas-microsoft-com:vml" Requires="v">
                <p:oleObj spid="_x0000_s113385" name="Equation" r:id="rId18" imgW="1917065" imgH="393700" progId="Equation.DSMT4">
                  <p:embed/>
                </p:oleObj>
              </mc:Choice>
              <mc:Fallback>
                <p:oleObj name="Equation" r:id="rId18" imgW="1917065" imgH="393700" progId="Equation.DSMT4">
                  <p:embed/>
                  <p:pic>
                    <p:nvPicPr>
                      <p:cNvPr id="0" name="Object 11"/>
                      <p:cNvPicPr>
                        <a:picLocks noGrp="1"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27663" y="2616200"/>
                        <a:ext cx="3716337" cy="763588"/>
                      </a:xfrm>
                      <a:prstGeom prst="rect">
                        <a:avLst/>
                      </a:prstGeom>
                      <a:solidFill>
                        <a:schemeClr val="bg1"/>
                      </a:solidFill>
                      <a:ln w="9525" cmpd="sng">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19" name="Rectangle 7"/>
          <p:cNvSpPr>
            <a:spLocks noChangeArrowheads="1"/>
          </p:cNvSpPr>
          <p:nvPr/>
        </p:nvSpPr>
        <p:spPr bwMode="auto">
          <a:xfrm>
            <a:off x="601663" y="2017713"/>
            <a:ext cx="72072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sz="2000" b="1">
                <a:solidFill>
                  <a:srgbClr val="FF3300"/>
                </a:solidFill>
              </a:rPr>
              <a:t>故：</a:t>
            </a:r>
            <a:endParaRPr lang="zh-CN" altLang="en-US" sz="2000" b="1">
              <a:solidFill>
                <a:srgbClr val="FF3300"/>
              </a:solidFill>
            </a:endParaRPr>
          </a:p>
        </p:txBody>
      </p:sp>
      <p:graphicFrame>
        <p:nvGraphicFramePr>
          <p:cNvPr id="20" name="Object 12"/>
          <p:cNvGraphicFramePr>
            <a:graphicFrameLocks noGrp="1" noChangeAspect="1"/>
          </p:cNvGraphicFramePr>
          <p:nvPr>
            <p:ph sz="quarter" idx="4294967295"/>
          </p:nvPr>
        </p:nvGraphicFramePr>
        <p:xfrm>
          <a:off x="2293938" y="4533900"/>
          <a:ext cx="3473450" cy="712788"/>
        </p:xfrm>
        <a:graphic>
          <a:graphicData uri="http://schemas.openxmlformats.org/presentationml/2006/ole">
            <mc:AlternateContent xmlns:mc="http://schemas.openxmlformats.org/markup-compatibility/2006">
              <mc:Choice xmlns:v="urn:schemas-microsoft-com:vml" Requires="v">
                <p:oleObj spid="_x0000_s113386" name="Equation" r:id="rId20" imgW="1917065" imgH="393700" progId="Equation.DSMT4">
                  <p:embed/>
                </p:oleObj>
              </mc:Choice>
              <mc:Fallback>
                <p:oleObj name="Equation" r:id="rId20" imgW="1917065" imgH="393700" progId="Equation.DSMT4">
                  <p:embed/>
                  <p:pic>
                    <p:nvPicPr>
                      <p:cNvPr id="0" name="Object 12"/>
                      <p:cNvPicPr>
                        <a:picLocks noGrp="1"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93938" y="4533900"/>
                        <a:ext cx="3473450" cy="712788"/>
                      </a:xfrm>
                      <a:prstGeom prst="rect">
                        <a:avLst/>
                      </a:prstGeom>
                      <a:solidFill>
                        <a:schemeClr val="bg1"/>
                      </a:solidFill>
                      <a:ln w="9525" cmpd="sng">
                        <a:solidFill>
                          <a:schemeClr val="folHlink"/>
                        </a:solidFill>
                        <a:miter lim="800000"/>
                        <a:headEnd/>
                        <a:tailEnd/>
                      </a:ln>
                      <a:effectLst>
                        <a:outerShdw dist="35921" dir="2700000" algn="ctr" rotWithShape="0">
                          <a:srgbClr val="808080"/>
                        </a:outerShdw>
                      </a:effectLst>
                    </p:spPr>
                  </p:pic>
                </p:oleObj>
              </mc:Fallback>
            </mc:AlternateContent>
          </a:graphicData>
        </a:graphic>
      </p:graphicFrame>
    </p:spTree>
    <p:custDataLst>
      <p:tags r:id="rId22"/>
    </p:custDataLst>
  </p:cSld>
  <p:clrMapOvr>
    <a:masterClrMapping/>
  </p:clrMapOvr>
  <p:transition spd="slow" advTm="15766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51914"/>
                                        </p:tgtEl>
                                        <p:attrNameLst>
                                          <p:attrName>style.visibility</p:attrName>
                                        </p:attrNameLst>
                                      </p:cBhvr>
                                      <p:to>
                                        <p:strVal val="visible"/>
                                      </p:to>
                                    </p:set>
                                    <p:anim calcmode="lin" valueType="num">
                                      <p:cBhvr>
                                        <p:cTn id="7" dur="1000" fill="hold"/>
                                        <p:tgtEl>
                                          <p:spTgt spid="251914"/>
                                        </p:tgtEl>
                                        <p:attrNameLst>
                                          <p:attrName>ppt_w</p:attrName>
                                        </p:attrNameLst>
                                      </p:cBhvr>
                                      <p:tavLst>
                                        <p:tav tm="0">
                                          <p:val>
                                            <p:strVal val="#ppt_w*0.70"/>
                                          </p:val>
                                        </p:tav>
                                        <p:tav tm="100000">
                                          <p:val>
                                            <p:strVal val="#ppt_w"/>
                                          </p:val>
                                        </p:tav>
                                      </p:tavLst>
                                    </p:anim>
                                    <p:anim calcmode="lin" valueType="num">
                                      <p:cBhvr>
                                        <p:cTn id="8" dur="1000" fill="hold"/>
                                        <p:tgtEl>
                                          <p:spTgt spid="251914"/>
                                        </p:tgtEl>
                                        <p:attrNameLst>
                                          <p:attrName>ppt_h</p:attrName>
                                        </p:attrNameLst>
                                      </p:cBhvr>
                                      <p:tavLst>
                                        <p:tav tm="0">
                                          <p:val>
                                            <p:strVal val="#ppt_h"/>
                                          </p:val>
                                        </p:tav>
                                        <p:tav tm="100000">
                                          <p:val>
                                            <p:strVal val="#ppt_h"/>
                                          </p:val>
                                        </p:tav>
                                      </p:tavLst>
                                    </p:anim>
                                    <p:animEffect transition="in" filter="fade">
                                      <p:cBhvr>
                                        <p:cTn id="9" dur="1000"/>
                                        <p:tgtEl>
                                          <p:spTgt spid="251914"/>
                                        </p:tgtEl>
                                      </p:cBhvr>
                                    </p:animEffect>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247814"/>
                                        </p:tgtEl>
                                        <p:attrNameLst>
                                          <p:attrName>style.visibility</p:attrName>
                                        </p:attrNameLst>
                                      </p:cBhvr>
                                      <p:to>
                                        <p:strVal val="visible"/>
                                      </p:to>
                                    </p:set>
                                    <p:anim calcmode="lin" valueType="num">
                                      <p:cBhvr additive="base">
                                        <p:cTn id="13" dur="500" fill="hold"/>
                                        <p:tgtEl>
                                          <p:spTgt spid="247814"/>
                                        </p:tgtEl>
                                        <p:attrNameLst>
                                          <p:attrName>ppt_x</p:attrName>
                                        </p:attrNameLst>
                                      </p:cBhvr>
                                      <p:tavLst>
                                        <p:tav tm="0">
                                          <p:val>
                                            <p:strVal val="#ppt_x"/>
                                          </p:val>
                                        </p:tav>
                                        <p:tav tm="100000">
                                          <p:val>
                                            <p:strVal val="#ppt_x"/>
                                          </p:val>
                                        </p:tav>
                                      </p:tavLst>
                                    </p:anim>
                                    <p:anim calcmode="lin" valueType="num">
                                      <p:cBhvr additive="base">
                                        <p:cTn id="14" dur="500" fill="hold"/>
                                        <p:tgtEl>
                                          <p:spTgt spid="247814"/>
                                        </p:tgtEl>
                                        <p:attrNameLst>
                                          <p:attrName>ppt_y</p:attrName>
                                        </p:attrNameLst>
                                      </p:cBhvr>
                                      <p:tavLst>
                                        <p:tav tm="0">
                                          <p:val>
                                            <p:strVal val="1+#ppt_h/2"/>
                                          </p:val>
                                        </p:tav>
                                        <p:tav tm="100000">
                                          <p:val>
                                            <p:strVal val="#ppt_y"/>
                                          </p:val>
                                        </p:tav>
                                      </p:tavLst>
                                    </p:anim>
                                  </p:childTnLst>
                                </p:cTn>
                              </p:par>
                            </p:childTnLst>
                          </p:cTn>
                        </p:par>
                        <p:par>
                          <p:cTn id="15" fill="hold">
                            <p:stCondLst>
                              <p:cond delay="1500"/>
                            </p:stCondLst>
                            <p:childTnLst>
                              <p:par>
                                <p:cTn id="16" presetID="55" presetClass="entr" presetSubtype="0" fill="hold" nodeType="afterEffect">
                                  <p:stCondLst>
                                    <p:cond delay="0"/>
                                  </p:stCondLst>
                                  <p:childTnLst>
                                    <p:set>
                                      <p:cBhvr>
                                        <p:cTn id="17" dur="1" fill="hold">
                                          <p:stCondLst>
                                            <p:cond delay="0"/>
                                          </p:stCondLst>
                                        </p:cTn>
                                        <p:tgtEl>
                                          <p:spTgt spid="251910"/>
                                        </p:tgtEl>
                                        <p:attrNameLst>
                                          <p:attrName>style.visibility</p:attrName>
                                        </p:attrNameLst>
                                      </p:cBhvr>
                                      <p:to>
                                        <p:strVal val="visible"/>
                                      </p:to>
                                    </p:set>
                                    <p:anim calcmode="lin" valueType="num">
                                      <p:cBhvr>
                                        <p:cTn id="18" dur="1000" fill="hold"/>
                                        <p:tgtEl>
                                          <p:spTgt spid="251910"/>
                                        </p:tgtEl>
                                        <p:attrNameLst>
                                          <p:attrName>ppt_w</p:attrName>
                                        </p:attrNameLst>
                                      </p:cBhvr>
                                      <p:tavLst>
                                        <p:tav tm="0">
                                          <p:val>
                                            <p:strVal val="#ppt_w*0.70"/>
                                          </p:val>
                                        </p:tav>
                                        <p:tav tm="100000">
                                          <p:val>
                                            <p:strVal val="#ppt_w"/>
                                          </p:val>
                                        </p:tav>
                                      </p:tavLst>
                                    </p:anim>
                                    <p:anim calcmode="lin" valueType="num">
                                      <p:cBhvr>
                                        <p:cTn id="19" dur="1000" fill="hold"/>
                                        <p:tgtEl>
                                          <p:spTgt spid="251910"/>
                                        </p:tgtEl>
                                        <p:attrNameLst>
                                          <p:attrName>ppt_h</p:attrName>
                                        </p:attrNameLst>
                                      </p:cBhvr>
                                      <p:tavLst>
                                        <p:tav tm="0">
                                          <p:val>
                                            <p:strVal val="#ppt_h"/>
                                          </p:val>
                                        </p:tav>
                                        <p:tav tm="100000">
                                          <p:val>
                                            <p:strVal val="#ppt_h"/>
                                          </p:val>
                                        </p:tav>
                                      </p:tavLst>
                                    </p:anim>
                                    <p:animEffect transition="in" filter="fade">
                                      <p:cBhvr>
                                        <p:cTn id="20" dur="1000"/>
                                        <p:tgtEl>
                                          <p:spTgt spid="251910"/>
                                        </p:tgtEl>
                                      </p:cBhvr>
                                    </p:animEffect>
                                  </p:childTnLst>
                                </p:cTn>
                              </p:par>
                            </p:childTnLst>
                          </p:cTn>
                        </p:par>
                        <p:par>
                          <p:cTn id="21" fill="hold">
                            <p:stCondLst>
                              <p:cond delay="2500"/>
                            </p:stCondLst>
                            <p:childTnLst>
                              <p:par>
                                <p:cTn id="22" presetID="55" presetClass="entr" presetSubtype="0"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1000" fill="hold"/>
                                        <p:tgtEl>
                                          <p:spTgt spid="19"/>
                                        </p:tgtEl>
                                        <p:attrNameLst>
                                          <p:attrName>ppt_w</p:attrName>
                                        </p:attrNameLst>
                                      </p:cBhvr>
                                      <p:tavLst>
                                        <p:tav tm="0">
                                          <p:val>
                                            <p:strVal val="#ppt_w*0.70"/>
                                          </p:val>
                                        </p:tav>
                                        <p:tav tm="100000">
                                          <p:val>
                                            <p:strVal val="#ppt_w"/>
                                          </p:val>
                                        </p:tav>
                                      </p:tavLst>
                                    </p:anim>
                                    <p:anim calcmode="lin" valueType="num">
                                      <p:cBhvr>
                                        <p:cTn id="25" dur="1000" fill="hold"/>
                                        <p:tgtEl>
                                          <p:spTgt spid="19"/>
                                        </p:tgtEl>
                                        <p:attrNameLst>
                                          <p:attrName>ppt_h</p:attrName>
                                        </p:attrNameLst>
                                      </p:cBhvr>
                                      <p:tavLst>
                                        <p:tav tm="0">
                                          <p:val>
                                            <p:strVal val="#ppt_h"/>
                                          </p:val>
                                        </p:tav>
                                        <p:tav tm="100000">
                                          <p:val>
                                            <p:strVal val="#ppt_h"/>
                                          </p:val>
                                        </p:tav>
                                      </p:tavLst>
                                    </p:anim>
                                    <p:animEffect transition="in" filter="fade">
                                      <p:cBhvr>
                                        <p:cTn id="26" dur="1000"/>
                                        <p:tgtEl>
                                          <p:spTgt spid="19"/>
                                        </p:tgtEl>
                                      </p:cBhvr>
                                    </p:animEffect>
                                  </p:childTnLst>
                                </p:cTn>
                              </p:par>
                            </p:childTnLst>
                          </p:cTn>
                        </p:par>
                        <p:par>
                          <p:cTn id="27" fill="hold">
                            <p:stCondLst>
                              <p:cond delay="3500"/>
                            </p:stCondLst>
                            <p:childTnLst>
                              <p:par>
                                <p:cTn id="28" presetID="5" presetClass="entr" presetSubtype="10"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checkerboard(across)">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box(in)">
                                      <p:cBhvr>
                                        <p:cTn id="35" dur="500"/>
                                        <p:tgtEl>
                                          <p:spTgt spid="17"/>
                                        </p:tgtEl>
                                      </p:cBhvr>
                                    </p:animEffect>
                                  </p:childTnLst>
                                </p:cTn>
                              </p:par>
                            </p:childTnLst>
                          </p:cTn>
                        </p:par>
                        <p:par>
                          <p:cTn id="36" fill="hold">
                            <p:stCondLst>
                              <p:cond delay="500"/>
                            </p:stCondLst>
                            <p:childTnLst>
                              <p:par>
                                <p:cTn id="37" presetID="55" presetClass="entr" presetSubtype="0" fill="hold" grpId="0" nodeType="afterEffect">
                                  <p:stCondLst>
                                    <p:cond delay="0"/>
                                  </p:stCondLst>
                                  <p:childTnLst>
                                    <p:set>
                                      <p:cBhvr>
                                        <p:cTn id="38" dur="1" fill="hold">
                                          <p:stCondLst>
                                            <p:cond delay="0"/>
                                          </p:stCondLst>
                                        </p:cTn>
                                        <p:tgtEl>
                                          <p:spTgt spid="251911"/>
                                        </p:tgtEl>
                                        <p:attrNameLst>
                                          <p:attrName>style.visibility</p:attrName>
                                        </p:attrNameLst>
                                      </p:cBhvr>
                                      <p:to>
                                        <p:strVal val="visible"/>
                                      </p:to>
                                    </p:set>
                                    <p:anim calcmode="lin" valueType="num">
                                      <p:cBhvr>
                                        <p:cTn id="39" dur="1000" fill="hold"/>
                                        <p:tgtEl>
                                          <p:spTgt spid="251911"/>
                                        </p:tgtEl>
                                        <p:attrNameLst>
                                          <p:attrName>ppt_w</p:attrName>
                                        </p:attrNameLst>
                                      </p:cBhvr>
                                      <p:tavLst>
                                        <p:tav tm="0">
                                          <p:val>
                                            <p:strVal val="#ppt_w*0.70"/>
                                          </p:val>
                                        </p:tav>
                                        <p:tav tm="100000">
                                          <p:val>
                                            <p:strVal val="#ppt_w"/>
                                          </p:val>
                                        </p:tav>
                                      </p:tavLst>
                                    </p:anim>
                                    <p:anim calcmode="lin" valueType="num">
                                      <p:cBhvr>
                                        <p:cTn id="40" dur="1000" fill="hold"/>
                                        <p:tgtEl>
                                          <p:spTgt spid="251911"/>
                                        </p:tgtEl>
                                        <p:attrNameLst>
                                          <p:attrName>ppt_h</p:attrName>
                                        </p:attrNameLst>
                                      </p:cBhvr>
                                      <p:tavLst>
                                        <p:tav tm="0">
                                          <p:val>
                                            <p:strVal val="#ppt_h"/>
                                          </p:val>
                                        </p:tav>
                                        <p:tav tm="100000">
                                          <p:val>
                                            <p:strVal val="#ppt_h"/>
                                          </p:val>
                                        </p:tav>
                                      </p:tavLst>
                                    </p:anim>
                                    <p:animEffect transition="in" filter="fade">
                                      <p:cBhvr>
                                        <p:cTn id="41" dur="1000"/>
                                        <p:tgtEl>
                                          <p:spTgt spid="251911"/>
                                        </p:tgtEl>
                                      </p:cBhvr>
                                    </p:animEffect>
                                  </p:childTnLst>
                                </p:cTn>
                              </p:par>
                            </p:childTnLst>
                          </p:cTn>
                        </p:par>
                        <p:par>
                          <p:cTn id="42" fill="hold">
                            <p:stCondLst>
                              <p:cond delay="1500"/>
                            </p:stCondLst>
                            <p:childTnLst>
                              <p:par>
                                <p:cTn id="43" presetID="2" presetClass="entr" presetSubtype="4" fill="hold" nodeType="afterEffect">
                                  <p:stCondLst>
                                    <p:cond delay="0"/>
                                  </p:stCondLst>
                                  <p:childTnLst>
                                    <p:set>
                                      <p:cBhvr>
                                        <p:cTn id="44" dur="1" fill="hold">
                                          <p:stCondLst>
                                            <p:cond delay="0"/>
                                          </p:stCondLst>
                                        </p:cTn>
                                        <p:tgtEl>
                                          <p:spTgt spid="74768"/>
                                        </p:tgtEl>
                                        <p:attrNameLst>
                                          <p:attrName>style.visibility</p:attrName>
                                        </p:attrNameLst>
                                      </p:cBhvr>
                                      <p:to>
                                        <p:strVal val="visible"/>
                                      </p:to>
                                    </p:set>
                                    <p:anim calcmode="lin" valueType="num">
                                      <p:cBhvr additive="base">
                                        <p:cTn id="45" dur="500" fill="hold"/>
                                        <p:tgtEl>
                                          <p:spTgt spid="74768"/>
                                        </p:tgtEl>
                                        <p:attrNameLst>
                                          <p:attrName>ppt_x</p:attrName>
                                        </p:attrNameLst>
                                      </p:cBhvr>
                                      <p:tavLst>
                                        <p:tav tm="0">
                                          <p:val>
                                            <p:strVal val="#ppt_x"/>
                                          </p:val>
                                        </p:tav>
                                        <p:tav tm="100000">
                                          <p:val>
                                            <p:strVal val="#ppt_x"/>
                                          </p:val>
                                        </p:tav>
                                      </p:tavLst>
                                    </p:anim>
                                    <p:anim calcmode="lin" valueType="num">
                                      <p:cBhvr additive="base">
                                        <p:cTn id="46" dur="500" fill="hold"/>
                                        <p:tgtEl>
                                          <p:spTgt spid="74768"/>
                                        </p:tgtEl>
                                        <p:attrNameLst>
                                          <p:attrName>ppt_y</p:attrName>
                                        </p:attrNameLst>
                                      </p:cBhvr>
                                      <p:tavLst>
                                        <p:tav tm="0">
                                          <p:val>
                                            <p:strVal val="1+#ppt_h/2"/>
                                          </p:val>
                                        </p:tav>
                                        <p:tav tm="100000">
                                          <p:val>
                                            <p:strVal val="#ppt_y"/>
                                          </p:val>
                                        </p:tav>
                                      </p:tavLst>
                                    </p:anim>
                                  </p:childTnLst>
                                </p:cTn>
                              </p:par>
                            </p:childTnLst>
                          </p:cTn>
                        </p:par>
                        <p:par>
                          <p:cTn id="47" fill="hold">
                            <p:stCondLst>
                              <p:cond delay="2000"/>
                            </p:stCondLst>
                            <p:childTnLst>
                              <p:par>
                                <p:cTn id="48" presetID="2" presetClass="entr" presetSubtype="4" fill="hold" nodeType="afterEffect">
                                  <p:stCondLst>
                                    <p:cond delay="0"/>
                                  </p:stCondLst>
                                  <p:childTnLst>
                                    <p:set>
                                      <p:cBhvr>
                                        <p:cTn id="49" dur="1" fill="hold">
                                          <p:stCondLst>
                                            <p:cond delay="0"/>
                                          </p:stCondLst>
                                        </p:cTn>
                                        <p:tgtEl>
                                          <p:spTgt spid="251907"/>
                                        </p:tgtEl>
                                        <p:attrNameLst>
                                          <p:attrName>style.visibility</p:attrName>
                                        </p:attrNameLst>
                                      </p:cBhvr>
                                      <p:to>
                                        <p:strVal val="visible"/>
                                      </p:to>
                                    </p:set>
                                    <p:anim calcmode="lin" valueType="num">
                                      <p:cBhvr additive="base">
                                        <p:cTn id="50" dur="500" fill="hold"/>
                                        <p:tgtEl>
                                          <p:spTgt spid="251907"/>
                                        </p:tgtEl>
                                        <p:attrNameLst>
                                          <p:attrName>ppt_x</p:attrName>
                                        </p:attrNameLst>
                                      </p:cBhvr>
                                      <p:tavLst>
                                        <p:tav tm="0">
                                          <p:val>
                                            <p:strVal val="#ppt_x"/>
                                          </p:val>
                                        </p:tav>
                                        <p:tav tm="100000">
                                          <p:val>
                                            <p:strVal val="#ppt_x"/>
                                          </p:val>
                                        </p:tav>
                                      </p:tavLst>
                                    </p:anim>
                                    <p:anim calcmode="lin" valueType="num">
                                      <p:cBhvr additive="base">
                                        <p:cTn id="51" dur="500" fill="hold"/>
                                        <p:tgtEl>
                                          <p:spTgt spid="251907"/>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251907"/>
                                        </p:tgtEl>
                                        <p:attrNameLst>
                                          <p:attrName>style.visibility</p:attrName>
                                        </p:attrNameLst>
                                      </p:cBhvr>
                                      <p:to>
                                        <p:strVal val="visible"/>
                                      </p:to>
                                    </p:set>
                                    <p:anim calcmode="lin" valueType="num">
                                      <p:cBhvr additive="base">
                                        <p:cTn id="54" dur="500" fill="hold"/>
                                        <p:tgtEl>
                                          <p:spTgt spid="251907"/>
                                        </p:tgtEl>
                                        <p:attrNameLst>
                                          <p:attrName>ppt_x</p:attrName>
                                        </p:attrNameLst>
                                      </p:cBhvr>
                                      <p:tavLst>
                                        <p:tav tm="0">
                                          <p:val>
                                            <p:strVal val="#ppt_x"/>
                                          </p:val>
                                        </p:tav>
                                        <p:tav tm="100000">
                                          <p:val>
                                            <p:strVal val="#ppt_x"/>
                                          </p:val>
                                        </p:tav>
                                      </p:tavLst>
                                    </p:anim>
                                    <p:anim calcmode="lin" valueType="num">
                                      <p:cBhvr additive="base">
                                        <p:cTn id="55" dur="500" fill="hold"/>
                                        <p:tgtEl>
                                          <p:spTgt spid="251907"/>
                                        </p:tgtEl>
                                        <p:attrNameLst>
                                          <p:attrName>ppt_y</p:attrName>
                                        </p:attrNameLst>
                                      </p:cBhvr>
                                      <p:tavLst>
                                        <p:tav tm="0">
                                          <p:val>
                                            <p:strVal val="1+#ppt_h/2"/>
                                          </p:val>
                                        </p:tav>
                                        <p:tav tm="100000">
                                          <p:val>
                                            <p:strVal val="#ppt_y"/>
                                          </p:val>
                                        </p:tav>
                                      </p:tavLst>
                                    </p:anim>
                                  </p:childTnLst>
                                </p:cTn>
                              </p:par>
                              <p:par>
                                <p:cTn id="56" presetID="55" presetClass="entr" presetSubtype="0" fill="hold" nodeType="withEffect">
                                  <p:stCondLst>
                                    <p:cond delay="0"/>
                                  </p:stCondLst>
                                  <p:childTnLst>
                                    <p:set>
                                      <p:cBhvr>
                                        <p:cTn id="57" dur="1" fill="hold">
                                          <p:stCondLst>
                                            <p:cond delay="0"/>
                                          </p:stCondLst>
                                        </p:cTn>
                                        <p:tgtEl>
                                          <p:spTgt spid="251908"/>
                                        </p:tgtEl>
                                        <p:attrNameLst>
                                          <p:attrName>style.visibility</p:attrName>
                                        </p:attrNameLst>
                                      </p:cBhvr>
                                      <p:to>
                                        <p:strVal val="visible"/>
                                      </p:to>
                                    </p:set>
                                    <p:anim calcmode="lin" valueType="num">
                                      <p:cBhvr>
                                        <p:cTn id="58" dur="1000" fill="hold"/>
                                        <p:tgtEl>
                                          <p:spTgt spid="251908"/>
                                        </p:tgtEl>
                                        <p:attrNameLst>
                                          <p:attrName>ppt_w</p:attrName>
                                        </p:attrNameLst>
                                      </p:cBhvr>
                                      <p:tavLst>
                                        <p:tav tm="0">
                                          <p:val>
                                            <p:strVal val="#ppt_w*0.70"/>
                                          </p:val>
                                        </p:tav>
                                        <p:tav tm="100000">
                                          <p:val>
                                            <p:strVal val="#ppt_w"/>
                                          </p:val>
                                        </p:tav>
                                      </p:tavLst>
                                    </p:anim>
                                    <p:anim calcmode="lin" valueType="num">
                                      <p:cBhvr>
                                        <p:cTn id="59" dur="1000" fill="hold"/>
                                        <p:tgtEl>
                                          <p:spTgt spid="251908"/>
                                        </p:tgtEl>
                                        <p:attrNameLst>
                                          <p:attrName>ppt_h</p:attrName>
                                        </p:attrNameLst>
                                      </p:cBhvr>
                                      <p:tavLst>
                                        <p:tav tm="0">
                                          <p:val>
                                            <p:strVal val="#ppt_h"/>
                                          </p:val>
                                        </p:tav>
                                        <p:tav tm="100000">
                                          <p:val>
                                            <p:strVal val="#ppt_h"/>
                                          </p:val>
                                        </p:tav>
                                      </p:tavLst>
                                    </p:anim>
                                    <p:animEffect transition="in" filter="fade">
                                      <p:cBhvr>
                                        <p:cTn id="60" dur="1000"/>
                                        <p:tgtEl>
                                          <p:spTgt spid="251908"/>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blinds(horizontal)">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55" presetClass="entr" presetSubtype="0" fill="hold" nodeType="clickEffect">
                                  <p:stCondLst>
                                    <p:cond delay="0"/>
                                  </p:stCondLst>
                                  <p:childTnLst>
                                    <p:set>
                                      <p:cBhvr>
                                        <p:cTn id="69" dur="1" fill="hold">
                                          <p:stCondLst>
                                            <p:cond delay="0"/>
                                          </p:stCondLst>
                                        </p:cTn>
                                        <p:tgtEl>
                                          <p:spTgt spid="251913"/>
                                        </p:tgtEl>
                                        <p:attrNameLst>
                                          <p:attrName>style.visibility</p:attrName>
                                        </p:attrNameLst>
                                      </p:cBhvr>
                                      <p:to>
                                        <p:strVal val="visible"/>
                                      </p:to>
                                    </p:set>
                                    <p:anim calcmode="lin" valueType="num">
                                      <p:cBhvr>
                                        <p:cTn id="70" dur="1000" fill="hold"/>
                                        <p:tgtEl>
                                          <p:spTgt spid="251913"/>
                                        </p:tgtEl>
                                        <p:attrNameLst>
                                          <p:attrName>ppt_w</p:attrName>
                                        </p:attrNameLst>
                                      </p:cBhvr>
                                      <p:tavLst>
                                        <p:tav tm="0">
                                          <p:val>
                                            <p:strVal val="#ppt_w*0.70"/>
                                          </p:val>
                                        </p:tav>
                                        <p:tav tm="100000">
                                          <p:val>
                                            <p:strVal val="#ppt_w"/>
                                          </p:val>
                                        </p:tav>
                                      </p:tavLst>
                                    </p:anim>
                                    <p:anim calcmode="lin" valueType="num">
                                      <p:cBhvr>
                                        <p:cTn id="71" dur="1000" fill="hold"/>
                                        <p:tgtEl>
                                          <p:spTgt spid="251913"/>
                                        </p:tgtEl>
                                        <p:attrNameLst>
                                          <p:attrName>ppt_h</p:attrName>
                                        </p:attrNameLst>
                                      </p:cBhvr>
                                      <p:tavLst>
                                        <p:tav tm="0">
                                          <p:val>
                                            <p:strVal val="#ppt_h"/>
                                          </p:val>
                                        </p:tav>
                                        <p:tav tm="100000">
                                          <p:val>
                                            <p:strVal val="#ppt_h"/>
                                          </p:val>
                                        </p:tav>
                                      </p:tavLst>
                                    </p:anim>
                                    <p:animEffect transition="in" filter="fade">
                                      <p:cBhvr>
                                        <p:cTn id="72" dur="1000"/>
                                        <p:tgtEl>
                                          <p:spTgt spid="251913"/>
                                        </p:tgtEl>
                                      </p:cBhvr>
                                    </p:animEffect>
                                  </p:childTnLst>
                                </p:cTn>
                              </p:par>
                            </p:childTnLst>
                          </p:cTn>
                        </p:par>
                      </p:childTnLst>
                    </p:cTn>
                  </p:par>
                  <p:par>
                    <p:cTn id="73" fill="hold">
                      <p:stCondLst>
                        <p:cond delay="indefinite"/>
                      </p:stCondLst>
                      <p:childTnLst>
                        <p:par>
                          <p:cTn id="74" fill="hold">
                            <p:stCondLst>
                              <p:cond delay="0"/>
                            </p:stCondLst>
                            <p:childTnLst>
                              <p:par>
                                <p:cTn id="75" presetID="49" presetClass="path" presetSubtype="0" accel="50000" decel="50000" fill="hold" nodeType="clickEffect">
                                  <p:stCondLst>
                                    <p:cond delay="0"/>
                                  </p:stCondLst>
                                  <p:childTnLst>
                                    <p:animMotion origin="layout" path="M 1.38889E-6 4.04624E-7 L 0.5618 0.12509 " pathEditMode="relative" rAng="0" ptsTypes="AA">
                                      <p:cBhvr>
                                        <p:cTn id="76" dur="2000" fill="hold"/>
                                        <p:tgtEl>
                                          <p:spTgt spid="74768"/>
                                        </p:tgtEl>
                                        <p:attrNameLst>
                                          <p:attrName>ppt_x</p:attrName>
                                          <p:attrName>ppt_y</p:attrName>
                                        </p:attrNameLst>
                                      </p:cBhvr>
                                      <p:rCtr x="28090" y="6243"/>
                                    </p:animMotion>
                                  </p:childTnLst>
                                </p:cTn>
                              </p:par>
                            </p:childTnLst>
                          </p:cTn>
                        </p:par>
                        <p:par>
                          <p:cTn id="77" fill="hold">
                            <p:stCondLst>
                              <p:cond delay="2000"/>
                            </p:stCondLst>
                            <p:childTnLst>
                              <p:par>
                                <p:cTn id="78" presetID="55" presetClass="entr" presetSubtype="0" fill="hold" grpId="0" nodeType="afterEffect">
                                  <p:stCondLst>
                                    <p:cond delay="0"/>
                                  </p:stCondLst>
                                  <p:childTnLst>
                                    <p:set>
                                      <p:cBhvr>
                                        <p:cTn id="79" dur="1" fill="hold">
                                          <p:stCondLst>
                                            <p:cond delay="0"/>
                                          </p:stCondLst>
                                        </p:cTn>
                                        <p:tgtEl>
                                          <p:spTgt spid="251912"/>
                                        </p:tgtEl>
                                        <p:attrNameLst>
                                          <p:attrName>style.visibility</p:attrName>
                                        </p:attrNameLst>
                                      </p:cBhvr>
                                      <p:to>
                                        <p:strVal val="visible"/>
                                      </p:to>
                                    </p:set>
                                    <p:anim calcmode="lin" valueType="num">
                                      <p:cBhvr>
                                        <p:cTn id="80" dur="1000" fill="hold"/>
                                        <p:tgtEl>
                                          <p:spTgt spid="251912"/>
                                        </p:tgtEl>
                                        <p:attrNameLst>
                                          <p:attrName>ppt_w</p:attrName>
                                        </p:attrNameLst>
                                      </p:cBhvr>
                                      <p:tavLst>
                                        <p:tav tm="0">
                                          <p:val>
                                            <p:strVal val="#ppt_w*0.70"/>
                                          </p:val>
                                        </p:tav>
                                        <p:tav tm="100000">
                                          <p:val>
                                            <p:strVal val="#ppt_w"/>
                                          </p:val>
                                        </p:tav>
                                      </p:tavLst>
                                    </p:anim>
                                    <p:anim calcmode="lin" valueType="num">
                                      <p:cBhvr>
                                        <p:cTn id="81" dur="1000" fill="hold"/>
                                        <p:tgtEl>
                                          <p:spTgt spid="251912"/>
                                        </p:tgtEl>
                                        <p:attrNameLst>
                                          <p:attrName>ppt_h</p:attrName>
                                        </p:attrNameLst>
                                      </p:cBhvr>
                                      <p:tavLst>
                                        <p:tav tm="0">
                                          <p:val>
                                            <p:strVal val="#ppt_h"/>
                                          </p:val>
                                        </p:tav>
                                        <p:tav tm="100000">
                                          <p:val>
                                            <p:strVal val="#ppt_h"/>
                                          </p:val>
                                        </p:tav>
                                      </p:tavLst>
                                    </p:anim>
                                    <p:animEffect transition="in" filter="fade">
                                      <p:cBhvr>
                                        <p:cTn id="82" dur="1000"/>
                                        <p:tgtEl>
                                          <p:spTgt spid="251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1" grpId="0"/>
      <p:bldP spid="251912" grpId="0" animBg="1"/>
      <p:bldP spid="1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p:txBody>
          <a:bodyPr/>
          <a:lstStyle/>
          <a:p>
            <a:pPr>
              <a:defRPr/>
            </a:pPr>
            <a:fld id="{5E71C1FB-7712-4F4C-8AB2-192F59888190}" type="datetime1">
              <a:rPr lang="zh-CN" altLang="en-US"/>
            </a:fld>
            <a:endParaRPr lang="zh-CN" altLang="en-US"/>
          </a:p>
        </p:txBody>
      </p:sp>
      <p:sp>
        <p:nvSpPr>
          <p:cNvPr id="113667" name="Rectangle 2"/>
          <p:cNvSpPr>
            <a:spLocks noChangeArrowheads="1"/>
          </p:cNvSpPr>
          <p:nvPr/>
        </p:nvSpPr>
        <p:spPr bwMode="auto">
          <a:xfrm>
            <a:off x="919163" y="1490663"/>
            <a:ext cx="255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800" b="1">
                <a:solidFill>
                  <a:srgbClr val="FF3300"/>
                </a:solidFill>
                <a:latin typeface="黑体" panose="02010609060101010101" pitchFamily="49" charset="-122"/>
                <a:ea typeface="ˎ̥"/>
                <a:cs typeface="ˎ̥"/>
              </a:rPr>
              <a:t>傅里叶正变换</a:t>
            </a:r>
            <a:r>
              <a:rPr kumimoji="1" lang="zh-CN" altLang="en-US" sz="3200" b="1">
                <a:latin typeface="黑体" panose="02010609060101010101" pitchFamily="49" charset="-122"/>
                <a:ea typeface="ˎ̥"/>
                <a:cs typeface="ˎ̥"/>
              </a:rPr>
              <a:t> </a:t>
            </a:r>
            <a:endParaRPr lang="zh-CN" altLang="en-US" sz="1800" b="1">
              <a:latin typeface="黑体" panose="02010609060101010101" pitchFamily="49" charset="-122"/>
            </a:endParaRPr>
          </a:p>
        </p:txBody>
      </p:sp>
      <p:sp>
        <p:nvSpPr>
          <p:cNvPr id="113668" name="Rectangle 3"/>
          <p:cNvSpPr>
            <a:spLocks noChangeArrowheads="1"/>
          </p:cNvSpPr>
          <p:nvPr/>
        </p:nvSpPr>
        <p:spPr bwMode="auto">
          <a:xfrm>
            <a:off x="971550" y="2708275"/>
            <a:ext cx="255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800" b="1">
                <a:solidFill>
                  <a:srgbClr val="FF3300"/>
                </a:solidFill>
                <a:latin typeface="黑体" panose="02010609060101010101" pitchFamily="49" charset="-122"/>
                <a:ea typeface="ˎ̥"/>
                <a:cs typeface="ˎ̥"/>
              </a:rPr>
              <a:t>傅里叶反变换</a:t>
            </a:r>
            <a:r>
              <a:rPr kumimoji="1" lang="zh-CN" altLang="en-US" sz="3200" b="1">
                <a:latin typeface="黑体" panose="02010609060101010101" pitchFamily="49" charset="-122"/>
                <a:ea typeface="ˎ̥"/>
                <a:cs typeface="ˎ̥"/>
              </a:rPr>
              <a:t> </a:t>
            </a:r>
            <a:endParaRPr lang="zh-CN" altLang="en-US" sz="1800" b="1">
              <a:latin typeface="黑体" panose="02010609060101010101" pitchFamily="49" charset="-122"/>
            </a:endParaRPr>
          </a:p>
        </p:txBody>
      </p:sp>
      <p:sp>
        <p:nvSpPr>
          <p:cNvPr id="252932" name="Rectangle 4"/>
          <p:cNvSpPr>
            <a:spLocks noChangeArrowheads="1"/>
          </p:cNvSpPr>
          <p:nvPr/>
        </p:nvSpPr>
        <p:spPr bwMode="auto">
          <a:xfrm>
            <a:off x="827088" y="5153025"/>
            <a:ext cx="2428875" cy="579438"/>
          </a:xfrm>
          <a:prstGeom prst="rect">
            <a:avLst/>
          </a:prstGeom>
          <a:noFill/>
          <a:ln w="9525">
            <a:noFill/>
            <a:miter lim="800000"/>
          </a:ln>
          <a:effectLst/>
        </p:spPr>
        <p:txBody>
          <a:bodyPr wrap="none" anchor="ctr">
            <a:spAutoFit/>
          </a:bodyPr>
          <a:lstStyle/>
          <a:p>
            <a:pPr eaLnBrk="1" hangingPunct="1">
              <a:defRPr/>
            </a:pPr>
            <a:r>
              <a:rPr kumimoji="1" lang="zh-CN" altLang="en-US" b="1">
                <a:effectLst>
                  <a:outerShdw blurRad="38100" dist="38100" dir="2700000" algn="tl">
                    <a:srgbClr val="C0C0C0"/>
                  </a:outerShdw>
                </a:effectLst>
                <a:latin typeface="宋体" panose="02010600030101010101" pitchFamily="2" charset="-122"/>
                <a:ea typeface="隶书" panose="02010509060101010101" pitchFamily="49" charset="-122"/>
              </a:rPr>
              <a:t>对应关系记为</a:t>
            </a:r>
            <a:r>
              <a:rPr kumimoji="1" lang="zh-CN" altLang="en-US" sz="3200" b="1">
                <a:latin typeface="Times New Roman" panose="02020603050405020304" pitchFamily="18" charset="0"/>
                <a:ea typeface="ˎ̥"/>
                <a:cs typeface="ˎ̥"/>
              </a:rPr>
              <a:t> </a:t>
            </a:r>
            <a:endParaRPr lang="zh-CN" altLang="en-US" sz="1800" b="1">
              <a:latin typeface="Arial" panose="020B0604020202020204" pitchFamily="34" charset="0"/>
            </a:endParaRPr>
          </a:p>
        </p:txBody>
      </p:sp>
      <p:sp>
        <p:nvSpPr>
          <p:cNvPr id="252933" name="Rectangle 5"/>
          <p:cNvSpPr>
            <a:spLocks noChangeArrowheads="1"/>
          </p:cNvSpPr>
          <p:nvPr/>
        </p:nvSpPr>
        <p:spPr bwMode="auto">
          <a:xfrm>
            <a:off x="3308350" y="5495925"/>
            <a:ext cx="3455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2800" b="1" i="1">
                <a:solidFill>
                  <a:srgbClr val="FF3300"/>
                </a:solidFill>
                <a:latin typeface="Times New Roman" panose="02020603050405020304" pitchFamily="18" charset="0"/>
                <a:ea typeface="ˎ̥"/>
                <a:cs typeface="ˎ̥"/>
              </a:rPr>
              <a:t>f</a:t>
            </a:r>
            <a:r>
              <a:rPr kumimoji="1" lang="en-US" altLang="zh-CN" sz="2800" b="1">
                <a:solidFill>
                  <a:srgbClr val="FF3300"/>
                </a:solidFill>
                <a:latin typeface="Times New Roman" panose="02020603050405020304" pitchFamily="18" charset="0"/>
                <a:ea typeface="ˎ̥"/>
                <a:cs typeface="ˎ̥"/>
              </a:rPr>
              <a:t>(</a:t>
            </a:r>
            <a:r>
              <a:rPr kumimoji="1" lang="en-US" altLang="zh-CN" sz="2800" b="1" i="1">
                <a:solidFill>
                  <a:srgbClr val="FF3300"/>
                </a:solidFill>
                <a:latin typeface="Times New Roman" panose="02020603050405020304" pitchFamily="18" charset="0"/>
                <a:ea typeface="ˎ̥"/>
                <a:cs typeface="ˎ̥"/>
              </a:rPr>
              <a:t>t</a:t>
            </a:r>
            <a:r>
              <a:rPr kumimoji="1" lang="en-US" altLang="zh-CN" sz="2800" b="1">
                <a:solidFill>
                  <a:srgbClr val="FF3300"/>
                </a:solidFill>
                <a:latin typeface="Times New Roman" panose="02020603050405020304" pitchFamily="18" charset="0"/>
                <a:ea typeface="ˎ̥"/>
                <a:cs typeface="ˎ̥"/>
              </a:rPr>
              <a:t>)</a:t>
            </a:r>
            <a:r>
              <a:rPr kumimoji="1" lang="en-US" altLang="zh-CN" sz="2800" b="1">
                <a:solidFill>
                  <a:srgbClr val="FF3300"/>
                </a:solidFill>
                <a:latin typeface="宋体" panose="02010600030101010101" pitchFamily="2" charset="-122"/>
                <a:ea typeface="ˎ̥"/>
                <a:cs typeface="ˎ̥"/>
              </a:rPr>
              <a:t>←→</a:t>
            </a:r>
            <a:r>
              <a:rPr kumimoji="1" lang="en-US" altLang="zh-CN" sz="2800" b="1" i="1">
                <a:solidFill>
                  <a:srgbClr val="FF3300"/>
                </a:solidFill>
                <a:latin typeface="Times New Roman" panose="02020603050405020304" pitchFamily="18" charset="0"/>
                <a:ea typeface="ˎ̥"/>
                <a:cs typeface="ˎ̥"/>
              </a:rPr>
              <a:t>F</a:t>
            </a:r>
            <a:r>
              <a:rPr kumimoji="1" lang="en-US" altLang="zh-CN" sz="2800" b="1">
                <a:solidFill>
                  <a:srgbClr val="FF3300"/>
                </a:solidFill>
                <a:latin typeface="Times New Roman" panose="02020603050405020304" pitchFamily="18" charset="0"/>
                <a:ea typeface="ˎ̥"/>
                <a:cs typeface="ˎ̥"/>
              </a:rPr>
              <a:t>( j</a:t>
            </a:r>
            <a:r>
              <a:rPr kumimoji="1" lang="en-US" altLang="zh-CN" sz="2800" b="1">
                <a:solidFill>
                  <a:srgbClr val="FF3300"/>
                </a:solidFill>
                <a:latin typeface="Times New Roman" panose="02020603050405020304" pitchFamily="18" charset="0"/>
                <a:ea typeface="ˎ̥"/>
                <a:cs typeface="ˎ̥"/>
                <a:sym typeface="Symbol" panose="05050102010706020507" pitchFamily="18" charset="2"/>
              </a:rPr>
              <a:t></a:t>
            </a:r>
            <a:r>
              <a:rPr kumimoji="1" lang="en-US" altLang="zh-CN" sz="2800" b="1">
                <a:solidFill>
                  <a:srgbClr val="FF3300"/>
                </a:solidFill>
                <a:latin typeface="Times New Roman" panose="02020603050405020304" pitchFamily="18" charset="0"/>
                <a:ea typeface="ˎ̥"/>
                <a:cs typeface="ˎ̥"/>
              </a:rPr>
              <a:t>)</a:t>
            </a:r>
            <a:r>
              <a:rPr kumimoji="1" lang="en-US" altLang="zh-CN" sz="3200" b="1">
                <a:latin typeface="Times New Roman" panose="02020603050405020304" pitchFamily="18" charset="0"/>
                <a:ea typeface="ˎ̥"/>
                <a:cs typeface="ˎ̥"/>
              </a:rPr>
              <a:t> </a:t>
            </a:r>
            <a:endParaRPr kumimoji="1" lang="en-US" altLang="zh-CN" sz="3200" b="1" i="1">
              <a:solidFill>
                <a:srgbClr val="FF3300"/>
              </a:solidFill>
              <a:latin typeface="Arial" panose="020B0604020202020204" pitchFamily="34" charset="0"/>
              <a:ea typeface="ˎ̥"/>
              <a:cs typeface="ˎ̥"/>
              <a:sym typeface="UniversalMath1 BT" panose="05050102010205020602" pitchFamily="18" charset="2"/>
            </a:endParaRPr>
          </a:p>
        </p:txBody>
      </p:sp>
      <p:sp>
        <p:nvSpPr>
          <p:cNvPr id="113671" name="AutoShape 6"/>
          <p:cNvSpPr/>
          <p:nvPr/>
        </p:nvSpPr>
        <p:spPr bwMode="auto">
          <a:xfrm>
            <a:off x="684213" y="1770063"/>
            <a:ext cx="287337" cy="1439862"/>
          </a:xfrm>
          <a:prstGeom prst="leftBrace">
            <a:avLst>
              <a:gd name="adj1" fmla="val 41759"/>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nvGrpSpPr>
          <p:cNvPr id="2" name="Group 7"/>
          <p:cNvGrpSpPr/>
          <p:nvPr/>
        </p:nvGrpSpPr>
        <p:grpSpPr bwMode="auto">
          <a:xfrm>
            <a:off x="2916238" y="3641725"/>
            <a:ext cx="3671887" cy="1281113"/>
            <a:chOff x="1837" y="2024"/>
            <a:chExt cx="2313" cy="807"/>
          </a:xfrm>
        </p:grpSpPr>
        <p:sp>
          <p:nvSpPr>
            <p:cNvPr id="113677" name="Rectangle 8"/>
            <p:cNvSpPr>
              <a:spLocks noChangeArrowheads="1"/>
            </p:cNvSpPr>
            <p:nvPr/>
          </p:nvSpPr>
          <p:spPr bwMode="auto">
            <a:xfrm>
              <a:off x="2018" y="2466"/>
              <a:ext cx="21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3200" b="1" i="1">
                  <a:latin typeface="Times New Roman" panose="02020603050405020304" pitchFamily="18" charset="0"/>
                  <a:ea typeface="ˎ̥"/>
                  <a:cs typeface="ˎ̥"/>
                </a:rPr>
                <a:t>f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t</a:t>
              </a:r>
              <a:r>
                <a:rPr kumimoji="1" lang="en-US" altLang="zh-CN" sz="3200" b="1">
                  <a:latin typeface="Times New Roman" panose="02020603050405020304" pitchFamily="18" charset="0"/>
                  <a:ea typeface="ˎ̥"/>
                  <a:cs typeface="ˎ̥"/>
                </a:rPr>
                <a:t>) =</a:t>
              </a:r>
              <a:r>
                <a:rPr kumimoji="1" lang="en-US" altLang="zh-CN" sz="3200" b="1" i="1">
                  <a:solidFill>
                    <a:srgbClr val="FF3300"/>
                  </a:solidFill>
                  <a:latin typeface="Magneto" panose="04030805050802020D02" pitchFamily="82" charset="0"/>
                  <a:ea typeface="幼圆" panose="02010509060101010101" pitchFamily="49" charset="-122"/>
                </a:rPr>
                <a:t>F</a:t>
              </a:r>
              <a:r>
                <a:rPr kumimoji="1" lang="en-US" altLang="zh-CN" sz="3200" b="1" baseline="30000">
                  <a:solidFill>
                    <a:srgbClr val="FF3300"/>
                  </a:solidFill>
                  <a:latin typeface="Magneto" panose="04030805050802020D02" pitchFamily="82" charset="0"/>
                  <a:ea typeface="幼圆" panose="02010509060101010101" pitchFamily="49" charset="-122"/>
                </a:rPr>
                <a:t>-</a:t>
              </a:r>
              <a:r>
                <a:rPr kumimoji="1" lang="en-US" altLang="zh-CN" sz="3200" b="1" baseline="30000">
                  <a:solidFill>
                    <a:srgbClr val="FF3300"/>
                  </a:solidFill>
                  <a:latin typeface="Monotype Corsiva" panose="03010101010201010101" pitchFamily="66" charset="0"/>
                  <a:ea typeface="幼圆" panose="02010509060101010101" pitchFamily="49" charset="-122"/>
                </a:rPr>
                <a:t>1</a:t>
              </a:r>
              <a:r>
                <a:rPr kumimoji="1" lang="en-US" altLang="zh-CN" sz="3200" b="1" i="1">
                  <a:latin typeface="Monotype Corsiva" panose="03010101010201010101" pitchFamily="66" charset="0"/>
                  <a:ea typeface="幼圆" panose="02010509060101010101" pitchFamily="49" charset="-122"/>
                </a:rPr>
                <a:t>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F</a:t>
              </a:r>
              <a:r>
                <a:rPr kumimoji="1" lang="en-US" altLang="zh-CN" sz="3200" b="1">
                  <a:latin typeface="Times New Roman" panose="02020603050405020304" pitchFamily="18" charset="0"/>
                  <a:ea typeface="ˎ̥"/>
                  <a:cs typeface="ˎ̥"/>
                </a:rPr>
                <a:t>(j</a:t>
              </a:r>
              <a:r>
                <a:rPr kumimoji="1" lang="en-US" altLang="zh-CN" sz="3200" b="1">
                  <a:latin typeface="Times New Roman" panose="02020603050405020304" pitchFamily="18" charset="0"/>
                  <a:ea typeface="ˎ̥"/>
                  <a:cs typeface="ˎ̥"/>
                  <a:sym typeface="Symbol" panose="05050102010706020507" pitchFamily="18" charset="2"/>
                </a:rPr>
                <a:t></a:t>
              </a:r>
              <a:r>
                <a:rPr kumimoji="1" lang="en-US" altLang="zh-CN" sz="3200" b="1">
                  <a:latin typeface="Times New Roman" panose="02020603050405020304" pitchFamily="18" charset="0"/>
                  <a:ea typeface="ˎ̥"/>
                  <a:cs typeface="ˎ̥"/>
                </a:rPr>
                <a:t>)}</a:t>
              </a:r>
              <a:endParaRPr kumimoji="1" lang="en-US" altLang="zh-CN" sz="3200" b="1" i="1">
                <a:latin typeface="Arial" panose="020B0604020202020204" pitchFamily="34" charset="0"/>
                <a:ea typeface="ˎ̥"/>
                <a:cs typeface="ˎ̥"/>
                <a:sym typeface="UniversalMath1 BT" panose="05050102010205020602" pitchFamily="18" charset="2"/>
              </a:endParaRPr>
            </a:p>
          </p:txBody>
        </p:sp>
        <p:sp>
          <p:nvSpPr>
            <p:cNvPr id="113678" name="Rectangle 9"/>
            <p:cNvSpPr>
              <a:spLocks noChangeArrowheads="1"/>
            </p:cNvSpPr>
            <p:nvPr/>
          </p:nvSpPr>
          <p:spPr bwMode="auto">
            <a:xfrm>
              <a:off x="2018" y="2024"/>
              <a:ext cx="192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3200" b="1" i="1">
                  <a:latin typeface="Times New Roman" panose="02020603050405020304" pitchFamily="18" charset="0"/>
                  <a:ea typeface="ˎ̥"/>
                  <a:cs typeface="ˎ̥"/>
                </a:rPr>
                <a:t>F</a:t>
              </a:r>
              <a:r>
                <a:rPr kumimoji="1" lang="en-US" altLang="zh-CN" sz="3200" b="1">
                  <a:latin typeface="Times New Roman" panose="02020603050405020304" pitchFamily="18" charset="0"/>
                  <a:ea typeface="ˎ̥"/>
                  <a:cs typeface="ˎ̥"/>
                </a:rPr>
                <a:t>(j</a:t>
              </a:r>
              <a:r>
                <a:rPr kumimoji="1" lang="en-US" altLang="zh-CN" sz="3200" b="1">
                  <a:latin typeface="Times New Roman" panose="02020603050405020304" pitchFamily="18" charset="0"/>
                  <a:ea typeface="ˎ̥"/>
                  <a:cs typeface="ˎ̥"/>
                  <a:sym typeface="Symbol" panose="05050102010706020507" pitchFamily="18" charset="2"/>
                </a:rPr>
                <a:t></a:t>
              </a:r>
              <a:r>
                <a:rPr kumimoji="1" lang="en-US" altLang="zh-CN" sz="3200" b="1">
                  <a:latin typeface="Times New Roman" panose="02020603050405020304" pitchFamily="18" charset="0"/>
                  <a:ea typeface="ˎ̥"/>
                  <a:cs typeface="ˎ̥"/>
                </a:rPr>
                <a:t>) =</a:t>
              </a:r>
              <a:r>
                <a:rPr kumimoji="1" lang="en-US" altLang="zh-CN" sz="3200" b="1" i="1">
                  <a:solidFill>
                    <a:srgbClr val="FF3300"/>
                  </a:solidFill>
                  <a:latin typeface="Magneto" panose="04030805050802020D02" pitchFamily="82" charset="0"/>
                  <a:ea typeface="幼圆" panose="02010509060101010101" pitchFamily="49" charset="-122"/>
                </a:rPr>
                <a:t>F</a:t>
              </a:r>
              <a:r>
                <a:rPr kumimoji="1" lang="en-US" altLang="zh-CN" sz="3200" b="1" i="1">
                  <a:latin typeface="Monotype Corsiva" panose="03010101010201010101" pitchFamily="66" charset="0"/>
                  <a:ea typeface="幼圆" panose="02010509060101010101" pitchFamily="49" charset="-122"/>
                </a:rPr>
                <a:t> </a:t>
              </a:r>
              <a:r>
                <a:rPr kumimoji="1" lang="en-US" altLang="zh-CN" sz="3200" b="1">
                  <a:latin typeface="Times New Roman" panose="02020603050405020304" pitchFamily="18" charset="0"/>
                  <a:ea typeface="ˎ̥"/>
                  <a:cs typeface="ˎ̥"/>
                </a:rPr>
                <a:t>{ </a:t>
              </a:r>
              <a:r>
                <a:rPr kumimoji="1" lang="en-US" altLang="zh-CN" sz="3200" b="1" i="1">
                  <a:latin typeface="Times New Roman" panose="02020603050405020304" pitchFamily="18" charset="0"/>
                  <a:ea typeface="ˎ̥"/>
                  <a:cs typeface="ˎ̥"/>
                </a:rPr>
                <a:t>f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t</a:t>
              </a:r>
              <a:r>
                <a:rPr kumimoji="1" lang="en-US" altLang="zh-CN" sz="3200" b="1">
                  <a:latin typeface="Times New Roman" panose="02020603050405020304" pitchFamily="18" charset="0"/>
                  <a:ea typeface="ˎ̥"/>
                  <a:cs typeface="ˎ̥"/>
                </a:rPr>
                <a:t>) }</a:t>
              </a:r>
              <a:endParaRPr kumimoji="1" lang="en-US" altLang="zh-CN" sz="3200" b="1">
                <a:latin typeface="Times New Roman" panose="02020603050405020304" pitchFamily="18" charset="0"/>
                <a:ea typeface="ˎ̥"/>
                <a:cs typeface="ˎ̥"/>
              </a:endParaRPr>
            </a:p>
          </p:txBody>
        </p:sp>
        <p:sp>
          <p:nvSpPr>
            <p:cNvPr id="113679" name="AutoShape 10"/>
            <p:cNvSpPr/>
            <p:nvPr/>
          </p:nvSpPr>
          <p:spPr bwMode="auto">
            <a:xfrm>
              <a:off x="1837" y="2115"/>
              <a:ext cx="136" cy="589"/>
            </a:xfrm>
            <a:prstGeom prst="leftBrace">
              <a:avLst>
                <a:gd name="adj1" fmla="val 36091"/>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sp>
        <p:nvSpPr>
          <p:cNvPr id="252939" name="Rectangle 11"/>
          <p:cNvSpPr>
            <a:spLocks noChangeArrowheads="1"/>
          </p:cNvSpPr>
          <p:nvPr/>
        </p:nvSpPr>
        <p:spPr bwMode="auto">
          <a:xfrm>
            <a:off x="755650" y="765175"/>
            <a:ext cx="2836863" cy="579438"/>
          </a:xfrm>
          <a:prstGeom prst="rect">
            <a:avLst/>
          </a:prstGeom>
          <a:noFill/>
          <a:ln w="9525">
            <a:noFill/>
            <a:miter lim="800000"/>
          </a:ln>
          <a:effectLst/>
        </p:spPr>
        <p:txBody>
          <a:bodyPr wrap="none" anchor="ctr">
            <a:spAutoFit/>
          </a:bodyPr>
          <a:lstStyle/>
          <a:p>
            <a:pPr eaLnBrk="1" hangingPunct="1">
              <a:spcBef>
                <a:spcPct val="50000"/>
              </a:spcBef>
              <a:defRPr/>
            </a:pPr>
            <a:r>
              <a:rPr kumimoji="1" lang="zh-CN" altLang="en-US" sz="3200" b="1">
                <a:solidFill>
                  <a:srgbClr val="FF3300"/>
                </a:solidFill>
                <a:effectLst>
                  <a:outerShdw blurRad="38100" dist="38100" dir="2700000" algn="tl">
                    <a:srgbClr val="C0C0C0"/>
                  </a:outerShdw>
                </a:effectLst>
                <a:latin typeface="隶书" panose="02010509060101010101" pitchFamily="49" charset="-122"/>
                <a:ea typeface="隶书" panose="02010509060101010101" pitchFamily="49" charset="-122"/>
              </a:rPr>
              <a:t>傅里叶变换：</a:t>
            </a:r>
            <a:r>
              <a:rPr kumimoji="1" lang="zh-CN" altLang="en-US" sz="3200" b="1">
                <a:effectLst>
                  <a:outerShdw blurRad="38100" dist="38100" dir="2700000" algn="tl">
                    <a:srgbClr val="C0C0C0"/>
                  </a:outerShdw>
                </a:effectLst>
                <a:latin typeface="隶书" panose="02010509060101010101" pitchFamily="49" charset="-122"/>
                <a:ea typeface="隶书" panose="02010509060101010101" pitchFamily="49" charset="-122"/>
              </a:rPr>
              <a:t> </a:t>
            </a:r>
            <a:endParaRPr lang="zh-CN" altLang="en-US" sz="3200" b="1">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
        <p:nvSpPr>
          <p:cNvPr id="252940" name="Rectangle 12"/>
          <p:cNvSpPr>
            <a:spLocks noGrp="1" noChangeArrowheads="1"/>
          </p:cNvSpPr>
          <p:nvPr>
            <p:ph type="title" idx="4294967295"/>
          </p:nvPr>
        </p:nvSpPr>
        <p:spPr>
          <a:xfrm>
            <a:off x="827088" y="115888"/>
            <a:ext cx="7548562" cy="60801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graphicFrame>
        <p:nvGraphicFramePr>
          <p:cNvPr id="252941" name="Object 13"/>
          <p:cNvGraphicFramePr>
            <a:graphicFrameLocks noGrp="1" noChangeAspect="1"/>
          </p:cNvGraphicFramePr>
          <p:nvPr>
            <p:ph sz="half" idx="4294967295"/>
          </p:nvPr>
        </p:nvGraphicFramePr>
        <p:xfrm>
          <a:off x="3708400" y="1484313"/>
          <a:ext cx="3600450" cy="720725"/>
        </p:xfrm>
        <a:graphic>
          <a:graphicData uri="http://schemas.openxmlformats.org/presentationml/2006/ole">
            <mc:AlternateContent xmlns:mc="http://schemas.openxmlformats.org/markup-compatibility/2006">
              <mc:Choice xmlns:v="urn:schemas-microsoft-com:vml" Requires="v">
                <p:oleObj spid="_x0000_s113814" name="公式" r:id="rId1" imgW="1536700" imgH="330200" progId="Equation.3">
                  <p:embed/>
                </p:oleObj>
              </mc:Choice>
              <mc:Fallback>
                <p:oleObj name="公式" r:id="rId1" imgW="1536700" imgH="330200" progId="Equation.3">
                  <p:embed/>
                  <p:pic>
                    <p:nvPicPr>
                      <p:cNvPr id="0" name="Object 1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484313"/>
                        <a:ext cx="3600450" cy="7207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52942" name="Object 14"/>
          <p:cNvGraphicFramePr>
            <a:graphicFrameLocks noGrp="1" noChangeAspect="1"/>
          </p:cNvGraphicFramePr>
          <p:nvPr>
            <p:ph sz="half" idx="4294967295"/>
          </p:nvPr>
        </p:nvGraphicFramePr>
        <p:xfrm>
          <a:off x="3714750" y="2584450"/>
          <a:ext cx="4922838" cy="708025"/>
        </p:xfrm>
        <a:graphic>
          <a:graphicData uri="http://schemas.openxmlformats.org/presentationml/2006/ole">
            <mc:AlternateContent xmlns:mc="http://schemas.openxmlformats.org/markup-compatibility/2006">
              <mc:Choice xmlns:v="urn:schemas-microsoft-com:vml" Requires="v">
                <p:oleObj spid="_x0000_s113815" name="公式" r:id="rId3" imgW="1790700" imgH="342900" progId="Equation.3">
                  <p:embed/>
                </p:oleObj>
              </mc:Choice>
              <mc:Fallback>
                <p:oleObj name="公式" r:id="rId3" imgW="1790700" imgH="342900" progId="Equation.3">
                  <p:embed/>
                  <p:pic>
                    <p:nvPicPr>
                      <p:cNvPr id="0" name="Object 1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2584450"/>
                        <a:ext cx="4922838" cy="7080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5"/>
    </p:custDataLst>
  </p:cSld>
  <p:clrMapOvr>
    <a:masterClrMapping/>
  </p:clrMapOvr>
  <p:transition spd="slow" advTm="48016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52941"/>
                                        </p:tgtEl>
                                        <p:attrNameLst>
                                          <p:attrName>style.visibility</p:attrName>
                                        </p:attrNameLst>
                                      </p:cBhvr>
                                      <p:to>
                                        <p:strVal val="visible"/>
                                      </p:to>
                                    </p:set>
                                    <p:animEffect transition="in" filter="blinds(horizontal)">
                                      <p:cBhvr>
                                        <p:cTn id="7" dur="500"/>
                                        <p:tgtEl>
                                          <p:spTgt spid="252941"/>
                                        </p:tgtEl>
                                      </p:cBhvr>
                                    </p:animEffect>
                                  </p:childTnLst>
                                </p:cTn>
                              </p:par>
                            </p:childTnLst>
                          </p:cTn>
                        </p:par>
                        <p:par>
                          <p:cTn id="8" fill="hold">
                            <p:stCondLst>
                              <p:cond delay="500"/>
                            </p:stCondLst>
                            <p:childTnLst>
                              <p:par>
                                <p:cTn id="9" presetID="55" presetClass="entr" presetSubtype="0" fill="hold" nodeType="afterEffect">
                                  <p:stCondLst>
                                    <p:cond delay="0"/>
                                  </p:stCondLst>
                                  <p:childTnLst>
                                    <p:set>
                                      <p:cBhvr>
                                        <p:cTn id="10" dur="1" fill="hold">
                                          <p:stCondLst>
                                            <p:cond delay="0"/>
                                          </p:stCondLst>
                                        </p:cTn>
                                        <p:tgtEl>
                                          <p:spTgt spid="252942"/>
                                        </p:tgtEl>
                                        <p:attrNameLst>
                                          <p:attrName>style.visibility</p:attrName>
                                        </p:attrNameLst>
                                      </p:cBhvr>
                                      <p:to>
                                        <p:strVal val="visible"/>
                                      </p:to>
                                    </p:set>
                                    <p:anim calcmode="lin" valueType="num">
                                      <p:cBhvr>
                                        <p:cTn id="11" dur="1000" fill="hold"/>
                                        <p:tgtEl>
                                          <p:spTgt spid="252942"/>
                                        </p:tgtEl>
                                        <p:attrNameLst>
                                          <p:attrName>ppt_w</p:attrName>
                                        </p:attrNameLst>
                                      </p:cBhvr>
                                      <p:tavLst>
                                        <p:tav tm="0">
                                          <p:val>
                                            <p:strVal val="#ppt_w*0.70"/>
                                          </p:val>
                                        </p:tav>
                                        <p:tav tm="100000">
                                          <p:val>
                                            <p:strVal val="#ppt_w"/>
                                          </p:val>
                                        </p:tav>
                                      </p:tavLst>
                                    </p:anim>
                                    <p:anim calcmode="lin" valueType="num">
                                      <p:cBhvr>
                                        <p:cTn id="12" dur="1000" fill="hold"/>
                                        <p:tgtEl>
                                          <p:spTgt spid="252942"/>
                                        </p:tgtEl>
                                        <p:attrNameLst>
                                          <p:attrName>ppt_h</p:attrName>
                                        </p:attrNameLst>
                                      </p:cBhvr>
                                      <p:tavLst>
                                        <p:tav tm="0">
                                          <p:val>
                                            <p:strVal val="#ppt_h"/>
                                          </p:val>
                                        </p:tav>
                                        <p:tav tm="100000">
                                          <p:val>
                                            <p:strVal val="#ppt_h"/>
                                          </p:val>
                                        </p:tav>
                                      </p:tavLst>
                                    </p:anim>
                                    <p:animEffect transition="in" filter="fade">
                                      <p:cBhvr>
                                        <p:cTn id="13" dur="1000"/>
                                        <p:tgtEl>
                                          <p:spTgt spid="252942"/>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in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nodeType="clickEffect">
                                  <p:stCondLst>
                                    <p:cond delay="0"/>
                                  </p:stCondLst>
                                  <p:childTnLst>
                                    <p:set>
                                      <p:cBhvr>
                                        <p:cTn id="22" dur="1" fill="hold">
                                          <p:stCondLst>
                                            <p:cond delay="0"/>
                                          </p:stCondLst>
                                        </p:cTn>
                                        <p:tgtEl>
                                          <p:spTgt spid="252932"/>
                                        </p:tgtEl>
                                        <p:attrNameLst>
                                          <p:attrName>style.visibility</p:attrName>
                                        </p:attrNameLst>
                                      </p:cBhvr>
                                      <p:to>
                                        <p:strVal val="visible"/>
                                      </p:to>
                                    </p:set>
                                    <p:animEffect transition="in" filter="barn(inHorizontal)">
                                      <p:cBhvr>
                                        <p:cTn id="23" dur="500"/>
                                        <p:tgtEl>
                                          <p:spTgt spid="252932"/>
                                        </p:tgtEl>
                                      </p:cBhvr>
                                    </p:animEffect>
                                  </p:childTnLst>
                                </p:cTn>
                              </p:par>
                              <p:par>
                                <p:cTn id="24" presetID="16" presetClass="entr" presetSubtype="26" fill="hold" grpId="0" nodeType="withEffect">
                                  <p:stCondLst>
                                    <p:cond delay="0"/>
                                  </p:stCondLst>
                                  <p:childTnLst>
                                    <p:set>
                                      <p:cBhvr>
                                        <p:cTn id="25" dur="1" fill="hold">
                                          <p:stCondLst>
                                            <p:cond delay="0"/>
                                          </p:stCondLst>
                                        </p:cTn>
                                        <p:tgtEl>
                                          <p:spTgt spid="252933"/>
                                        </p:tgtEl>
                                        <p:attrNameLst>
                                          <p:attrName>style.visibility</p:attrName>
                                        </p:attrNameLst>
                                      </p:cBhvr>
                                      <p:to>
                                        <p:strVal val="visible"/>
                                      </p:to>
                                    </p:set>
                                    <p:animEffect transition="in" filter="barn(inHorizontal)">
                                      <p:cBhvr>
                                        <p:cTn id="26" dur="500"/>
                                        <p:tgtEl>
                                          <p:spTgt spid="252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125AFAD9-80F2-4DCD-897B-CA7E4B5A7E8B}" type="datetime1">
              <a:rPr lang="zh-CN" altLang="en-US"/>
            </a:fld>
            <a:endParaRPr lang="zh-CN" altLang="en-US"/>
          </a:p>
        </p:txBody>
      </p:sp>
      <p:sp>
        <p:nvSpPr>
          <p:cNvPr id="104451" name="Rectangle 2"/>
          <p:cNvSpPr>
            <a:spLocks noGrp="1" noChangeArrowheads="1"/>
          </p:cNvSpPr>
          <p:nvPr>
            <p:ph type="title" idx="4294967295"/>
          </p:nvPr>
        </p:nvSpPr>
        <p:spPr>
          <a:xfrm>
            <a:off x="1042988" y="115888"/>
            <a:ext cx="4249737" cy="576262"/>
          </a:xfrm>
          <a:solidFill>
            <a:srgbClr val="0000CC"/>
          </a:solidFill>
          <a:effectLst>
            <a:outerShdw dist="35921" dir="2700000" algn="ctr" rotWithShape="0">
              <a:srgbClr val="808080"/>
            </a:outerShdw>
          </a:effectLst>
        </p:spPr>
        <p:txBody>
          <a:bodyPr/>
          <a:lstStyle/>
          <a:p>
            <a:r>
              <a:rPr lang="en-US" altLang="zh-CN" sz="2100" b="1">
                <a:solidFill>
                  <a:schemeClr val="bg1"/>
                </a:solidFill>
              </a:rPr>
              <a:t>§3.4 </a:t>
            </a:r>
            <a:r>
              <a:rPr lang="zh-CN" altLang="en-US" sz="2100" b="1">
                <a:solidFill>
                  <a:schemeClr val="bg1"/>
                </a:solidFill>
              </a:rPr>
              <a:t>周期信号的频谱</a:t>
            </a:r>
            <a:endParaRPr lang="zh-CN" altLang="en-US" sz="2100" b="1">
              <a:solidFill>
                <a:schemeClr val="bg1"/>
              </a:solidFill>
            </a:endParaRPr>
          </a:p>
        </p:txBody>
      </p:sp>
      <p:sp>
        <p:nvSpPr>
          <p:cNvPr id="243715" name="Rectangle 3"/>
          <p:cNvSpPr>
            <a:spLocks noGrp="1" noChangeArrowheads="1"/>
          </p:cNvSpPr>
          <p:nvPr>
            <p:ph type="body" idx="4294967295"/>
          </p:nvPr>
        </p:nvSpPr>
        <p:spPr>
          <a:xfrm>
            <a:off x="601734" y="1025144"/>
            <a:ext cx="8318091" cy="5107530"/>
          </a:xfrm>
          <a:solidFill>
            <a:schemeClr val="bg1"/>
          </a:solidFill>
          <a:ln w="38100">
            <a:solidFill>
              <a:srgbClr val="000000"/>
            </a:solidFill>
            <a:miter lim="800000"/>
          </a:ln>
          <a:effectLst>
            <a:prstShdw prst="shdw12">
              <a:srgbClr val="808080">
                <a:alpha val="50000"/>
              </a:srgbClr>
            </a:prstShdw>
          </a:effectLst>
        </p:spPr>
        <p:txBody>
          <a:bodyPr/>
          <a:lstStyle/>
          <a:p>
            <a:pPr marL="0" indent="0">
              <a:lnSpc>
                <a:spcPct val="135000"/>
              </a:lnSpc>
              <a:buClr>
                <a:srgbClr val="6600CC"/>
              </a:buClr>
              <a:buNone/>
            </a:pPr>
            <a:r>
              <a:rPr lang="zh-CN" altLang="en-US" sz="2400" b="1" dirty="0"/>
              <a:t>对任意周期信号，其频谱都具有：</a:t>
            </a:r>
            <a:endParaRPr lang="en-US" altLang="zh-CN" sz="2400" b="1" dirty="0"/>
          </a:p>
          <a:p>
            <a:pPr marL="895350" lvl="1" indent="-457200">
              <a:lnSpc>
                <a:spcPct val="135000"/>
              </a:lnSpc>
              <a:buClr>
                <a:srgbClr val="6600CC"/>
              </a:buClr>
              <a:buFont typeface="+mj-ea"/>
              <a:buAutoNum type="circleNumDbPlain"/>
            </a:pPr>
            <a:r>
              <a:rPr lang="zh-CN" altLang="en-US" sz="2800" b="1" dirty="0">
                <a:solidFill>
                  <a:srgbClr val="FF0000"/>
                </a:solidFill>
              </a:rPr>
              <a:t>离散性 </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FF0000"/>
                </a:solidFill>
              </a:rPr>
              <a:t>谐波性</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FF0000"/>
                </a:solidFill>
              </a:rPr>
              <a:t>收敛性</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0000FF"/>
                </a:solidFill>
              </a:rPr>
              <a:t>信号时域所占空间与频谱域占有空间成</a:t>
            </a:r>
            <a:r>
              <a:rPr lang="zh-CN" altLang="en-US" sz="2800" b="1" dirty="0">
                <a:solidFill>
                  <a:srgbClr val="FF0000"/>
                </a:solidFill>
              </a:rPr>
              <a:t>反比</a:t>
            </a:r>
            <a:endParaRPr lang="en-US" altLang="zh-CN" sz="2800" b="1" dirty="0">
              <a:solidFill>
                <a:srgbClr val="FF0000"/>
              </a:solidFill>
            </a:endParaRPr>
          </a:p>
          <a:p>
            <a:pPr marL="895350" lvl="1" indent="-457200">
              <a:lnSpc>
                <a:spcPct val="135000"/>
              </a:lnSpc>
              <a:buClr>
                <a:srgbClr val="6600CC"/>
              </a:buClr>
              <a:buFont typeface="+mj-ea"/>
              <a:buAutoNum type="circleNumDbPlain"/>
            </a:pPr>
            <a:r>
              <a:rPr lang="zh-CN" altLang="en-US" sz="2800" b="1" dirty="0">
                <a:solidFill>
                  <a:srgbClr val="0000FF"/>
                </a:solidFill>
              </a:rPr>
              <a:t>频谱密度与时域信号的周期</a:t>
            </a:r>
            <a:r>
              <a:rPr lang="zh-CN" altLang="en-US" sz="2800" b="1" dirty="0">
                <a:solidFill>
                  <a:srgbClr val="FF0000"/>
                </a:solidFill>
              </a:rPr>
              <a:t>成正比；</a:t>
            </a:r>
            <a:endParaRPr lang="en-US" altLang="zh-CN" sz="2800" b="1" dirty="0">
              <a:solidFill>
                <a:srgbClr val="FF0000"/>
              </a:solidFill>
            </a:endParaRPr>
          </a:p>
          <a:p>
            <a:pPr marL="438150" lvl="1" indent="0">
              <a:lnSpc>
                <a:spcPct val="135000"/>
              </a:lnSpc>
              <a:buClr>
                <a:srgbClr val="6600CC"/>
              </a:buClr>
              <a:buNone/>
            </a:pPr>
            <a:r>
              <a:rPr lang="en-US" altLang="zh-CN" sz="2800" b="1" dirty="0">
                <a:solidFill>
                  <a:srgbClr val="FF0000"/>
                </a:solidFill>
              </a:rPr>
              <a:t>      </a:t>
            </a:r>
            <a:r>
              <a:rPr lang="zh-CN" altLang="en-US" sz="2800" b="1" dirty="0">
                <a:solidFill>
                  <a:srgbClr val="0000FF"/>
                </a:solidFill>
              </a:rPr>
              <a:t>或者说谱线间隔与时域信号的周期</a:t>
            </a:r>
            <a:r>
              <a:rPr lang="zh-CN" altLang="en-US" sz="2800" b="1" dirty="0">
                <a:solidFill>
                  <a:srgbClr val="FF0000"/>
                </a:solidFill>
              </a:rPr>
              <a:t>成反比</a:t>
            </a:r>
            <a:endParaRPr lang="en-US" altLang="zh-CN" sz="2800" b="1" dirty="0">
              <a:solidFill>
                <a:srgbClr val="6600CC"/>
              </a:solidFill>
            </a:endParaRPr>
          </a:p>
        </p:txBody>
      </p:sp>
      <p:sp>
        <p:nvSpPr>
          <p:cNvPr id="104454" name="Rectangle 5"/>
          <p:cNvSpPr>
            <a:spLocks noChangeArrowheads="1"/>
          </p:cNvSpPr>
          <p:nvPr/>
        </p:nvSpPr>
        <p:spPr bwMode="auto">
          <a:xfrm>
            <a:off x="550863" y="127000"/>
            <a:ext cx="5457825" cy="59690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3200" b="1" dirty="0">
                <a:solidFill>
                  <a:srgbClr val="FF0000"/>
                </a:solidFill>
                <a:ea typeface="宋体" panose="02010600030101010101" pitchFamily="2" charset="-122"/>
              </a:rPr>
              <a:t>回顾</a:t>
            </a:r>
            <a:r>
              <a:rPr lang="en-US" altLang="zh-CN" sz="3200" b="1" dirty="0">
                <a:solidFill>
                  <a:srgbClr val="FF0000"/>
                </a:solidFill>
                <a:ea typeface="宋体" panose="02010600030101010101" pitchFamily="2" charset="-122"/>
              </a:rPr>
              <a:t>1</a:t>
            </a:r>
            <a:r>
              <a:rPr lang="zh-CN" altLang="en-US" sz="3200" b="1" dirty="0">
                <a:solidFill>
                  <a:srgbClr val="FF0000"/>
                </a:solidFill>
                <a:ea typeface="宋体" panose="02010600030101010101" pitchFamily="2" charset="-122"/>
              </a:rPr>
              <a:t>   </a:t>
            </a:r>
            <a:r>
              <a:rPr lang="zh-CN" altLang="en-US" sz="3200" b="1" dirty="0">
                <a:solidFill>
                  <a:srgbClr val="0000FF"/>
                </a:solidFill>
                <a:ea typeface="宋体" panose="02010600030101010101" pitchFamily="2" charset="-122"/>
              </a:rPr>
              <a:t>周期信号的频谱</a:t>
            </a:r>
            <a:endParaRPr lang="zh-CN" altLang="en-US" sz="3200" b="1" dirty="0">
              <a:solidFill>
                <a:srgbClr val="0000FF"/>
              </a:solidFill>
              <a:ea typeface="宋体" panose="02010600030101010101" pitchFamily="2" charset="-122"/>
            </a:endParaRPr>
          </a:p>
        </p:txBody>
      </p:sp>
    </p:spTree>
    <p:custDataLst>
      <p:tags r:id="rId1"/>
    </p:custDataLst>
  </p:cSld>
  <p:clrMapOvr>
    <a:masterClrMapping/>
  </p:clrMapOvr>
  <p:transition spd="slow" advTm="1344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3715">
                                            <p:txEl>
                                              <p:pRg st="0" end="0"/>
                                            </p:txEl>
                                          </p:spTgt>
                                        </p:tgtEl>
                                        <p:attrNameLst>
                                          <p:attrName>style.visibility</p:attrName>
                                        </p:attrNameLst>
                                      </p:cBhvr>
                                      <p:to>
                                        <p:strVal val="visible"/>
                                      </p:to>
                                    </p:set>
                                    <p:anim calcmode="lin" valueType="num">
                                      <p:cBhvr>
                                        <p:cTn id="7" dur="1000" fill="hold"/>
                                        <p:tgtEl>
                                          <p:spTgt spid="24371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4371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43715">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43715">
                                            <p:txEl>
                                              <p:pRg st="1" end="1"/>
                                            </p:txEl>
                                          </p:spTgt>
                                        </p:tgtEl>
                                        <p:attrNameLst>
                                          <p:attrName>style.visibility</p:attrName>
                                        </p:attrNameLst>
                                      </p:cBhvr>
                                      <p:to>
                                        <p:strVal val="visible"/>
                                      </p:to>
                                    </p:set>
                                    <p:anim calcmode="lin" valueType="num">
                                      <p:cBhvr>
                                        <p:cTn id="13" dur="1000" fill="hold"/>
                                        <p:tgtEl>
                                          <p:spTgt spid="243715">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243715">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243715">
                                            <p:txEl>
                                              <p:pRg st="1" end="1"/>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43715">
                                            <p:txEl>
                                              <p:pRg st="2" end="2"/>
                                            </p:txEl>
                                          </p:spTgt>
                                        </p:tgtEl>
                                        <p:attrNameLst>
                                          <p:attrName>style.visibility</p:attrName>
                                        </p:attrNameLst>
                                      </p:cBhvr>
                                      <p:to>
                                        <p:strVal val="visible"/>
                                      </p:to>
                                    </p:set>
                                    <p:anim calcmode="lin" valueType="num">
                                      <p:cBhvr>
                                        <p:cTn id="19" dur="1000" fill="hold"/>
                                        <p:tgtEl>
                                          <p:spTgt spid="243715">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243715">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243715">
                                            <p:txEl>
                                              <p:pRg st="2" end="2"/>
                                            </p:txEl>
                                          </p:spTgt>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243715">
                                            <p:txEl>
                                              <p:pRg st="3" end="3"/>
                                            </p:txEl>
                                          </p:spTgt>
                                        </p:tgtEl>
                                        <p:attrNameLst>
                                          <p:attrName>style.visibility</p:attrName>
                                        </p:attrNameLst>
                                      </p:cBhvr>
                                      <p:to>
                                        <p:strVal val="visible"/>
                                      </p:to>
                                    </p:set>
                                    <p:anim calcmode="lin" valueType="num">
                                      <p:cBhvr>
                                        <p:cTn id="25" dur="1000" fill="hold"/>
                                        <p:tgtEl>
                                          <p:spTgt spid="243715">
                                            <p:txEl>
                                              <p:pRg st="3" end="3"/>
                                            </p:txEl>
                                          </p:spTgt>
                                        </p:tgtEl>
                                        <p:attrNameLst>
                                          <p:attrName>ppt_w</p:attrName>
                                        </p:attrNameLst>
                                      </p:cBhvr>
                                      <p:tavLst>
                                        <p:tav tm="0">
                                          <p:val>
                                            <p:strVal val="#ppt_w*0.70"/>
                                          </p:val>
                                        </p:tav>
                                        <p:tav tm="100000">
                                          <p:val>
                                            <p:strVal val="#ppt_w"/>
                                          </p:val>
                                        </p:tav>
                                      </p:tavLst>
                                    </p:anim>
                                    <p:anim calcmode="lin" valueType="num">
                                      <p:cBhvr>
                                        <p:cTn id="26" dur="1000" fill="hold"/>
                                        <p:tgtEl>
                                          <p:spTgt spid="243715">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243715">
                                            <p:txEl>
                                              <p:pRg st="3" end="3"/>
                                            </p:txEl>
                                          </p:spTgt>
                                        </p:tgtEl>
                                      </p:cBhvr>
                                    </p:animEffect>
                                  </p:childTnLst>
                                </p:cTn>
                              </p:par>
                            </p:childTnLst>
                          </p:cTn>
                        </p:par>
                        <p:par>
                          <p:cTn id="28" fill="hold">
                            <p:stCondLst>
                              <p:cond delay="4000"/>
                            </p:stCondLst>
                            <p:childTnLst>
                              <p:par>
                                <p:cTn id="29" presetID="55" presetClass="entr" presetSubtype="0" fill="hold" nodeType="afterEffect">
                                  <p:stCondLst>
                                    <p:cond delay="0"/>
                                  </p:stCondLst>
                                  <p:childTnLst>
                                    <p:set>
                                      <p:cBhvr>
                                        <p:cTn id="30" dur="1" fill="hold">
                                          <p:stCondLst>
                                            <p:cond delay="0"/>
                                          </p:stCondLst>
                                        </p:cTn>
                                        <p:tgtEl>
                                          <p:spTgt spid="243715">
                                            <p:txEl>
                                              <p:pRg st="4" end="4"/>
                                            </p:txEl>
                                          </p:spTgt>
                                        </p:tgtEl>
                                        <p:attrNameLst>
                                          <p:attrName>style.visibility</p:attrName>
                                        </p:attrNameLst>
                                      </p:cBhvr>
                                      <p:to>
                                        <p:strVal val="visible"/>
                                      </p:to>
                                    </p:set>
                                    <p:anim calcmode="lin" valueType="num">
                                      <p:cBhvr>
                                        <p:cTn id="31" dur="1000" fill="hold"/>
                                        <p:tgtEl>
                                          <p:spTgt spid="243715">
                                            <p:txEl>
                                              <p:pRg st="4" end="4"/>
                                            </p:txEl>
                                          </p:spTgt>
                                        </p:tgtEl>
                                        <p:attrNameLst>
                                          <p:attrName>ppt_w</p:attrName>
                                        </p:attrNameLst>
                                      </p:cBhvr>
                                      <p:tavLst>
                                        <p:tav tm="0">
                                          <p:val>
                                            <p:strVal val="#ppt_w*0.70"/>
                                          </p:val>
                                        </p:tav>
                                        <p:tav tm="100000">
                                          <p:val>
                                            <p:strVal val="#ppt_w"/>
                                          </p:val>
                                        </p:tav>
                                      </p:tavLst>
                                    </p:anim>
                                    <p:anim calcmode="lin" valueType="num">
                                      <p:cBhvr>
                                        <p:cTn id="32" dur="1000" fill="hold"/>
                                        <p:tgtEl>
                                          <p:spTgt spid="243715">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243715">
                                            <p:txEl>
                                              <p:pRg st="4" end="4"/>
                                            </p:txEl>
                                          </p:spTgt>
                                        </p:tgtEl>
                                      </p:cBhvr>
                                    </p:animEffect>
                                  </p:childTnLst>
                                </p:cTn>
                              </p:par>
                            </p:childTnLst>
                          </p:cTn>
                        </p:par>
                        <p:par>
                          <p:cTn id="34" fill="hold">
                            <p:stCondLst>
                              <p:cond delay="5000"/>
                            </p:stCondLst>
                            <p:childTnLst>
                              <p:par>
                                <p:cTn id="35" presetID="55" presetClass="entr" presetSubtype="0" fill="hold" nodeType="afterEffect">
                                  <p:stCondLst>
                                    <p:cond delay="0"/>
                                  </p:stCondLst>
                                  <p:childTnLst>
                                    <p:set>
                                      <p:cBhvr>
                                        <p:cTn id="36" dur="1" fill="hold">
                                          <p:stCondLst>
                                            <p:cond delay="0"/>
                                          </p:stCondLst>
                                        </p:cTn>
                                        <p:tgtEl>
                                          <p:spTgt spid="243715">
                                            <p:txEl>
                                              <p:pRg st="5" end="5"/>
                                            </p:txEl>
                                          </p:spTgt>
                                        </p:tgtEl>
                                        <p:attrNameLst>
                                          <p:attrName>style.visibility</p:attrName>
                                        </p:attrNameLst>
                                      </p:cBhvr>
                                      <p:to>
                                        <p:strVal val="visible"/>
                                      </p:to>
                                    </p:set>
                                    <p:anim calcmode="lin" valueType="num">
                                      <p:cBhvr>
                                        <p:cTn id="37" dur="1000" fill="hold"/>
                                        <p:tgtEl>
                                          <p:spTgt spid="243715">
                                            <p:txEl>
                                              <p:pRg st="5" end="5"/>
                                            </p:txEl>
                                          </p:spTgt>
                                        </p:tgtEl>
                                        <p:attrNameLst>
                                          <p:attrName>ppt_w</p:attrName>
                                        </p:attrNameLst>
                                      </p:cBhvr>
                                      <p:tavLst>
                                        <p:tav tm="0">
                                          <p:val>
                                            <p:strVal val="#ppt_w*0.70"/>
                                          </p:val>
                                        </p:tav>
                                        <p:tav tm="100000">
                                          <p:val>
                                            <p:strVal val="#ppt_w"/>
                                          </p:val>
                                        </p:tav>
                                      </p:tavLst>
                                    </p:anim>
                                    <p:anim calcmode="lin" valueType="num">
                                      <p:cBhvr>
                                        <p:cTn id="38" dur="1000" fill="hold"/>
                                        <p:tgtEl>
                                          <p:spTgt spid="243715">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243715">
                                            <p:txEl>
                                              <p:pRg st="5" end="5"/>
                                            </p:txEl>
                                          </p:spTgt>
                                        </p:tgtEl>
                                      </p:cBhvr>
                                    </p:animEffect>
                                  </p:childTnLst>
                                </p:cTn>
                              </p:par>
                            </p:childTnLst>
                          </p:cTn>
                        </p:par>
                        <p:par>
                          <p:cTn id="40" fill="hold">
                            <p:stCondLst>
                              <p:cond delay="6000"/>
                            </p:stCondLst>
                            <p:childTnLst>
                              <p:par>
                                <p:cTn id="41" presetID="55" presetClass="entr" presetSubtype="0" fill="hold" nodeType="afterEffect">
                                  <p:stCondLst>
                                    <p:cond delay="0"/>
                                  </p:stCondLst>
                                  <p:childTnLst>
                                    <p:set>
                                      <p:cBhvr>
                                        <p:cTn id="42" dur="1" fill="hold">
                                          <p:stCondLst>
                                            <p:cond delay="0"/>
                                          </p:stCondLst>
                                        </p:cTn>
                                        <p:tgtEl>
                                          <p:spTgt spid="243715">
                                            <p:txEl>
                                              <p:pRg st="6" end="6"/>
                                            </p:txEl>
                                          </p:spTgt>
                                        </p:tgtEl>
                                        <p:attrNameLst>
                                          <p:attrName>style.visibility</p:attrName>
                                        </p:attrNameLst>
                                      </p:cBhvr>
                                      <p:to>
                                        <p:strVal val="visible"/>
                                      </p:to>
                                    </p:set>
                                    <p:anim calcmode="lin" valueType="num">
                                      <p:cBhvr>
                                        <p:cTn id="43" dur="1000" fill="hold"/>
                                        <p:tgtEl>
                                          <p:spTgt spid="243715">
                                            <p:txEl>
                                              <p:pRg st="6" end="6"/>
                                            </p:txEl>
                                          </p:spTgt>
                                        </p:tgtEl>
                                        <p:attrNameLst>
                                          <p:attrName>ppt_w</p:attrName>
                                        </p:attrNameLst>
                                      </p:cBhvr>
                                      <p:tavLst>
                                        <p:tav tm="0">
                                          <p:val>
                                            <p:strVal val="#ppt_w*0.70"/>
                                          </p:val>
                                        </p:tav>
                                        <p:tav tm="100000">
                                          <p:val>
                                            <p:strVal val="#ppt_w"/>
                                          </p:val>
                                        </p:tav>
                                      </p:tavLst>
                                    </p:anim>
                                    <p:anim calcmode="lin" valueType="num">
                                      <p:cBhvr>
                                        <p:cTn id="44" dur="1000" fill="hold"/>
                                        <p:tgtEl>
                                          <p:spTgt spid="243715">
                                            <p:txEl>
                                              <p:pRg st="6" end="6"/>
                                            </p:txEl>
                                          </p:spTgt>
                                        </p:tgtEl>
                                        <p:attrNameLst>
                                          <p:attrName>ppt_h</p:attrName>
                                        </p:attrNameLst>
                                      </p:cBhvr>
                                      <p:tavLst>
                                        <p:tav tm="0">
                                          <p:val>
                                            <p:strVal val="#ppt_h"/>
                                          </p:val>
                                        </p:tav>
                                        <p:tav tm="100000">
                                          <p:val>
                                            <p:strVal val="#ppt_h"/>
                                          </p:val>
                                        </p:tav>
                                      </p:tavLst>
                                    </p:anim>
                                    <p:animEffect transition="in" filter="fade">
                                      <p:cBhvr>
                                        <p:cTn id="45" dur="1000"/>
                                        <p:tgtEl>
                                          <p:spTgt spid="2437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9C8FCE75-B363-4C6F-827D-55626C3C7E32}" type="datetime1">
              <a:rPr lang="zh-CN" altLang="en-US"/>
            </a:fld>
            <a:endParaRPr lang="zh-CN" altLang="en-US"/>
          </a:p>
        </p:txBody>
      </p:sp>
      <mc:AlternateContent xmlns:mc="http://schemas.openxmlformats.org/markup-compatibility/2006">
        <mc:Choice xmlns:a14="http://schemas.microsoft.com/office/drawing/2010/main" Requires="a14">
          <p:sp>
            <p:nvSpPr>
              <p:cNvPr id="248840" name="Rectangle 8"/>
              <p:cNvSpPr>
                <a:spLocks noChangeArrowheads="1"/>
              </p:cNvSpPr>
              <p:nvPr/>
            </p:nvSpPr>
            <p:spPr bwMode="auto">
              <a:xfrm>
                <a:off x="870743" y="1526361"/>
                <a:ext cx="6985000" cy="936625"/>
              </a:xfrm>
              <a:prstGeom prst="rect">
                <a:avLst/>
              </a:prstGeom>
              <a:solidFill>
                <a:schemeClr val="bg1"/>
              </a:solidFill>
              <a:ln w="9525">
                <a:solidFill>
                  <a:schemeClr val="hlink"/>
                </a:solidFill>
                <a:miter lim="800000"/>
              </a:ln>
              <a:effectLst>
                <a:outerShdw dist="35921" dir="2700000" algn="ctr" rotWithShape="0">
                  <a:schemeClr val="bg2"/>
                </a:outerShdw>
              </a:effectLst>
            </p:spPr>
            <p:txBody>
              <a:bodyPr/>
              <a:lstStyle>
                <a:lvl1pPr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None/>
                </a:pPr>
                <a14:m>
                  <m:oMath xmlns:m="http://schemas.openxmlformats.org/officeDocument/2006/math">
                    <m:r>
                      <a:rPr lang="zh-CN" altLang="en-US" sz="2400" i="1">
                        <a:solidFill>
                          <a:srgbClr val="000000"/>
                        </a:solidFill>
                        <a:latin typeface="Cambria Math" panose="02040503050406030204" pitchFamily="18" charset="0"/>
                      </a:rPr>
                      <m:t>𝐹</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𝜔</m:t>
                    </m:r>
                    <m:r>
                      <a:rPr lang="zh-CN" altLang="en-US" sz="2400" i="1">
                        <a:solidFill>
                          <a:srgbClr val="000000"/>
                        </a:solidFill>
                        <a:latin typeface="Cambria Math" panose="02040503050406030204" pitchFamily="18" charset="0"/>
                      </a:rPr>
                      <m:t>)</m:t>
                    </m:r>
                  </m:oMath>
                </a14:m>
                <a:r>
                  <a:rPr lang="zh-CN" altLang="en-US" sz="2200" b="1" dirty="0"/>
                  <a:t>称为原函数的</a:t>
                </a:r>
                <a:r>
                  <a:rPr lang="zh-CN" altLang="en-US" sz="2200" b="1" dirty="0">
                    <a:solidFill>
                      <a:srgbClr val="FF3300"/>
                    </a:solidFill>
                  </a:rPr>
                  <a:t>频谱密度函数</a:t>
                </a:r>
                <a:r>
                  <a:rPr lang="zh-CN" altLang="en-US" sz="2200" b="1" dirty="0"/>
                  <a:t>，简称频谱函数，它们是一个复函数，记为：           </a:t>
                </a:r>
                <a:endParaRPr lang="zh-CN" altLang="en-US" sz="2200" b="1" dirty="0"/>
              </a:p>
            </p:txBody>
          </p:sp>
        </mc:Choice>
        <mc:Fallback>
          <p:sp>
            <p:nvSpPr>
              <p:cNvPr id="248840" name="Rectangle 8"/>
              <p:cNvSpPr>
                <a:spLocks noRot="1" noChangeAspect="1" noMove="1" noResize="1" noEditPoints="1" noAdjustHandles="1" noChangeArrowheads="1" noChangeShapeType="1" noTextEdit="1"/>
              </p:cNvSpPr>
              <p:nvPr/>
            </p:nvSpPr>
            <p:spPr bwMode="auto">
              <a:xfrm>
                <a:off x="870743" y="1526361"/>
                <a:ext cx="6985000" cy="936625"/>
              </a:xfrm>
              <a:prstGeom prst="rect">
                <a:avLst/>
              </a:prstGeom>
              <a:blipFill rotWithShape="1">
                <a:blip r:embed="rId1"/>
                <a:stretch>
                  <a:fillRect l="-75" t="-523" r="-425" b="-3206"/>
                </a:stretch>
              </a:blipFill>
              <a:ln w="9525">
                <a:solidFill>
                  <a:schemeClr val="hlink"/>
                </a:solidFill>
                <a:miter lim="800000"/>
              </a:ln>
              <a:effectLst>
                <a:outerShdw dist="35921" dir="2700000" algn="ctr" rotWithShape="0">
                  <a:schemeClr val="bg2"/>
                </a:outerShdw>
              </a:effectLst>
            </p:spPr>
            <p:txBody>
              <a:bodyPr/>
              <a:lstStyle/>
              <a:p>
                <a:r>
                  <a:rPr lang="zh-CN" altLang="en-US">
                    <a:noFill/>
                  </a:rPr>
                  <a:t> </a:t>
                </a:r>
              </a:p>
            </p:txBody>
          </p:sp>
        </mc:Fallback>
      </mc:AlternateContent>
      <p:graphicFrame>
        <p:nvGraphicFramePr>
          <p:cNvPr id="11" name="Object 4"/>
          <p:cNvGraphicFramePr>
            <a:graphicFrameLocks noChangeAspect="1"/>
          </p:cNvGraphicFramePr>
          <p:nvPr/>
        </p:nvGraphicFramePr>
        <p:xfrm>
          <a:off x="1543051" y="5080207"/>
          <a:ext cx="1011237" cy="476250"/>
        </p:xfrm>
        <a:graphic>
          <a:graphicData uri="http://schemas.openxmlformats.org/presentationml/2006/ole">
            <mc:AlternateContent xmlns:mc="http://schemas.openxmlformats.org/markup-compatibility/2006">
              <mc:Choice xmlns:v="urn:schemas-microsoft-com:vml" Requires="v">
                <p:oleObj spid="_x0000_s290818" name="公式" r:id="rId2" imgW="431800" imgH="203200" progId="Equation.3">
                  <p:embed/>
                </p:oleObj>
              </mc:Choice>
              <mc:Fallback>
                <p:oleObj name="公式" r:id="rId2" imgW="431800" imgH="203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51" y="5080207"/>
                        <a:ext cx="1011237"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12" name="Object 9"/>
              <p:cNvSpPr txBox="1"/>
              <p:nvPr/>
            </p:nvSpPr>
            <p:spPr bwMode="auto">
              <a:xfrm>
                <a:off x="2554288" y="4772624"/>
                <a:ext cx="3213100" cy="922337"/>
              </a:xfrm>
              <a:prstGeom prst="rect">
                <a:avLst/>
              </a:prstGeom>
              <a:noFill/>
              <a:ln>
                <a:noFill/>
              </a:ln>
              <a:effectLst/>
            </p:spPr>
            <p:txBody>
              <a:bodyPr>
                <a:normAutofit fontScale="85000" lnSpcReduction="10000"/>
              </a:bodyPr>
              <a:lstStyle/>
              <a:p>
                <a14:m>
                  <m:oMathPara xmlns:m="http://schemas.openxmlformats.org/officeDocument/2006/math">
                    <m:oMathParaPr>
                      <m:jc m:val="left"/>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 </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𝜔</m:t>
                          </m:r>
                        </m:e>
                      </m:nary>
                    </m:oMath>
                  </m:oMathPara>
                </a14:m>
                <a:endParaRPr lang="zh-CN" altLang="en-US" dirty="0"/>
              </a:p>
            </p:txBody>
          </p:sp>
        </mc:Choice>
        <mc:Fallback>
          <p:sp>
            <p:nvSpPr>
              <p:cNvPr id="12" name="Object 9"/>
              <p:cNvSpPr txBox="1">
                <a:spLocks noRot="1" noChangeAspect="1" noMove="1" noResize="1" noEditPoints="1" noAdjustHandles="1" noChangeArrowheads="1" noChangeShapeType="1" noTextEdit="1"/>
              </p:cNvSpPr>
              <p:nvPr/>
            </p:nvSpPr>
            <p:spPr bwMode="auto">
              <a:xfrm>
                <a:off x="2554288" y="4772624"/>
                <a:ext cx="3213100" cy="922337"/>
              </a:xfrm>
              <a:prstGeom prst="rect">
                <a:avLst/>
              </a:prstGeom>
              <a:blipFill rotWithShape="1">
                <a:blip r:embed="rId4"/>
                <a:stretch>
                  <a:fillRect l="-10" t="-65" r="10" b="3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4"/>
              <p:cNvSpPr txBox="1"/>
              <p:nvPr/>
            </p:nvSpPr>
            <p:spPr bwMode="auto">
              <a:xfrm>
                <a:off x="1191418" y="2464725"/>
                <a:ext cx="6664325" cy="1131888"/>
              </a:xfrm>
              <a:prstGeom prst="rect">
                <a:avLst/>
              </a:prstGeom>
              <a:no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𝑑𝑡</m:t>
                          </m:r>
                        </m:e>
                      </m:nary>
                    </m:oMath>
                  </m:oMathPara>
                </a14:m>
                <a:endParaRPr lang="zh-CN" altLang="en-US" dirty="0"/>
              </a:p>
            </p:txBody>
          </p:sp>
        </mc:Choice>
        <mc:Fallback>
          <p:sp>
            <p:nvSpPr>
              <p:cNvPr id="15" name="Object 4"/>
              <p:cNvSpPr txBox="1">
                <a:spLocks noRot="1" noChangeAspect="1" noMove="1" noResize="1" noEditPoints="1" noAdjustHandles="1" noChangeArrowheads="1" noChangeShapeType="1" noTextEdit="1"/>
              </p:cNvSpPr>
              <p:nvPr/>
            </p:nvSpPr>
            <p:spPr bwMode="auto">
              <a:xfrm>
                <a:off x="1191418" y="2464725"/>
                <a:ext cx="6664325" cy="1131888"/>
              </a:xfrm>
              <a:prstGeom prst="rect">
                <a:avLst/>
              </a:prstGeom>
              <a:blipFill rotWithShape="1">
                <a:blip r:embed="rId5"/>
                <a:stretch>
                  <a:fillRect l="-2" t="-26" r="2" b="5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8"/>
              <p:cNvSpPr>
                <a:spLocks noChangeArrowheads="1"/>
              </p:cNvSpPr>
              <p:nvPr/>
            </p:nvSpPr>
            <p:spPr bwMode="auto">
              <a:xfrm>
                <a:off x="870743" y="3877811"/>
                <a:ext cx="6985000" cy="617648"/>
              </a:xfrm>
              <a:prstGeom prst="rect">
                <a:avLst/>
              </a:prstGeom>
              <a:solidFill>
                <a:schemeClr val="bg1"/>
              </a:solidFill>
              <a:ln w="9525">
                <a:solidFill>
                  <a:schemeClr val="hlink"/>
                </a:solidFill>
                <a:miter lim="800000"/>
              </a:ln>
              <a:effectLst>
                <a:outerShdw dist="35921" dir="2700000" algn="ctr" rotWithShape="0">
                  <a:schemeClr val="bg2"/>
                </a:outerShdw>
              </a:effectLst>
            </p:spPr>
            <p:txBody>
              <a:bodyPr/>
              <a:lstStyle>
                <a:lvl1pPr indent="2654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None/>
                </a:pPr>
                <a14:m>
                  <m:oMath xmlns:m="http://schemas.openxmlformats.org/officeDocument/2006/math">
                    <m:r>
                      <a:rPr lang="en-US" altLang="zh-CN" sz="2400" b="0" i="1" smtClean="0">
                        <a:solidFill>
                          <a:srgbClr val="000000"/>
                        </a:solidFill>
                        <a:latin typeface="Cambria Math" panose="02040503050406030204" pitchFamily="18" charset="0"/>
                      </a:rPr>
                      <m:t>𝑓</m:t>
                    </m:r>
                    <m:r>
                      <a:rPr lang="zh-CN" altLang="en-US" sz="2400" i="1">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a14:m>
                <a:r>
                  <a:rPr lang="zh-CN" altLang="en-US" sz="2200" b="1" dirty="0"/>
                  <a:t>称为</a:t>
                </a:r>
                <a:r>
                  <a:rPr lang="zh-CN" altLang="en-US" sz="2200" b="1" dirty="0">
                    <a:solidFill>
                      <a:srgbClr val="FF3300"/>
                    </a:solidFill>
                  </a:rPr>
                  <a:t>频谱密度函数的原函数</a:t>
                </a:r>
                <a:r>
                  <a:rPr lang="zh-CN" altLang="en-US" sz="2200" b="1" dirty="0"/>
                  <a:t>：           </a:t>
                </a:r>
                <a:endParaRPr lang="zh-CN" altLang="en-US" sz="2200" b="1" dirty="0"/>
              </a:p>
            </p:txBody>
          </p:sp>
        </mc:Choice>
        <mc:Fallback>
          <p:sp>
            <p:nvSpPr>
              <p:cNvPr id="18" name="Rectangle 8"/>
              <p:cNvSpPr>
                <a:spLocks noRot="1" noChangeAspect="1" noMove="1" noResize="1" noEditPoints="1" noAdjustHandles="1" noChangeArrowheads="1" noChangeShapeType="1" noTextEdit="1"/>
              </p:cNvSpPr>
              <p:nvPr/>
            </p:nvSpPr>
            <p:spPr bwMode="auto">
              <a:xfrm>
                <a:off x="870743" y="3877811"/>
                <a:ext cx="6985000" cy="617648"/>
              </a:xfrm>
              <a:prstGeom prst="rect">
                <a:avLst/>
              </a:prstGeom>
              <a:blipFill rotWithShape="1">
                <a:blip r:embed="rId6"/>
                <a:stretch>
                  <a:fillRect l="-75" t="-801" r="-425" b="-4784"/>
                </a:stretch>
              </a:blipFill>
              <a:ln w="9525">
                <a:solidFill>
                  <a:schemeClr val="hlink"/>
                </a:solidFill>
                <a:miter lim="800000"/>
              </a:ln>
              <a:effectLst>
                <a:outerShdw dist="35921" dir="2700000" algn="ctr" rotWithShape="0">
                  <a:schemeClr val="bg2"/>
                </a:outerShdw>
              </a:effectLst>
            </p:spPr>
            <p:txBody>
              <a:bodyPr/>
              <a:lstStyle/>
              <a:p>
                <a:r>
                  <a:rPr lang="zh-CN" altLang="en-US">
                    <a:noFill/>
                  </a:rPr>
                  <a:t> </a:t>
                </a:r>
              </a:p>
            </p:txBody>
          </p:sp>
        </mc:Fallback>
      </mc:AlternateContent>
      <p:sp>
        <p:nvSpPr>
          <p:cNvPr id="19" name="Rectangle 12"/>
          <p:cNvSpPr txBox="1">
            <a:spLocks noChangeArrowheads="1"/>
          </p:cNvSpPr>
          <p:nvPr/>
        </p:nvSpPr>
        <p:spPr bwMode="auto">
          <a:xfrm>
            <a:off x="827088" y="115888"/>
            <a:ext cx="7548562" cy="608012"/>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3200" b="1" kern="0">
                <a:solidFill>
                  <a:srgbClr val="FF0000"/>
                </a:solidFill>
                <a:ea typeface="宋体" panose="02010600030101010101" pitchFamily="2" charset="-122"/>
              </a:rPr>
              <a:t>回顾</a:t>
            </a:r>
            <a:r>
              <a:rPr lang="en-US" altLang="zh-CN" sz="3200" b="1" kern="0">
                <a:solidFill>
                  <a:srgbClr val="FF0000"/>
                </a:solidFill>
                <a:ea typeface="宋体" panose="02010600030101010101" pitchFamily="2" charset="-122"/>
              </a:rPr>
              <a:t>2</a:t>
            </a:r>
            <a:r>
              <a:rPr lang="zh-CN" altLang="en-US" sz="3200" b="1" kern="0">
                <a:solidFill>
                  <a:srgbClr val="FF0000"/>
                </a:solidFill>
                <a:ea typeface="宋体" panose="02010600030101010101" pitchFamily="2" charset="-122"/>
              </a:rPr>
              <a:t>   </a:t>
            </a:r>
            <a:r>
              <a:rPr lang="zh-CN" altLang="en-US" sz="3200" b="1" kern="1200">
                <a:solidFill>
                  <a:srgbClr val="0000FF"/>
                </a:solidFill>
                <a:cs typeface="+mn-cs"/>
              </a:rPr>
              <a:t>傅立叶变换</a:t>
            </a:r>
            <a:endParaRPr lang="zh-CN" altLang="en-US" sz="3200" b="1" kern="1200" dirty="0">
              <a:solidFill>
                <a:srgbClr val="0000FF"/>
              </a:solidFill>
              <a:cs typeface="+mn-cs"/>
            </a:endParaRPr>
          </a:p>
        </p:txBody>
      </p:sp>
    </p:spTree>
    <p:custDataLst>
      <p:tags r:id="rId7"/>
    </p:custDataLst>
  </p:cSld>
  <p:clrMapOvr>
    <a:masterClrMapping/>
  </p:clrMapOvr>
  <p:transition spd="slow" advTm="1756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48840"/>
                                        </p:tgtEl>
                                        <p:attrNameLst>
                                          <p:attrName>style.visibility</p:attrName>
                                        </p:attrNameLst>
                                      </p:cBhvr>
                                      <p:to>
                                        <p:strVal val="visible"/>
                                      </p:to>
                                    </p:set>
                                    <p:anim calcmode="lin" valueType="num">
                                      <p:cBhvr>
                                        <p:cTn id="7" dur="1000" fill="hold"/>
                                        <p:tgtEl>
                                          <p:spTgt spid="248840"/>
                                        </p:tgtEl>
                                        <p:attrNameLst>
                                          <p:attrName>ppt_w</p:attrName>
                                        </p:attrNameLst>
                                      </p:cBhvr>
                                      <p:tavLst>
                                        <p:tav tm="0">
                                          <p:val>
                                            <p:strVal val="#ppt_w*0.70"/>
                                          </p:val>
                                        </p:tav>
                                        <p:tav tm="100000">
                                          <p:val>
                                            <p:strVal val="#ppt_w"/>
                                          </p:val>
                                        </p:tav>
                                      </p:tavLst>
                                    </p:anim>
                                    <p:anim calcmode="lin" valueType="num">
                                      <p:cBhvr>
                                        <p:cTn id="8" dur="1000" fill="hold"/>
                                        <p:tgtEl>
                                          <p:spTgt spid="248840"/>
                                        </p:tgtEl>
                                        <p:attrNameLst>
                                          <p:attrName>ppt_h</p:attrName>
                                        </p:attrNameLst>
                                      </p:cBhvr>
                                      <p:tavLst>
                                        <p:tav tm="0">
                                          <p:val>
                                            <p:strVal val="#ppt_h"/>
                                          </p:val>
                                        </p:tav>
                                        <p:tav tm="100000">
                                          <p:val>
                                            <p:strVal val="#ppt_h"/>
                                          </p:val>
                                        </p:tav>
                                      </p:tavLst>
                                    </p:anim>
                                    <p:animEffect transition="in" filter="fade">
                                      <p:cBhvr>
                                        <p:cTn id="9" dur="1000"/>
                                        <p:tgtEl>
                                          <p:spTgt spid="248840"/>
                                        </p:tgtEl>
                                      </p:cBhvr>
                                    </p:animEffect>
                                  </p:childTnLst>
                                </p:cTn>
                              </p:par>
                              <p:par>
                                <p:cTn id="10" presetID="55"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1000" fill="hold"/>
                                        <p:tgtEl>
                                          <p:spTgt spid="11"/>
                                        </p:tgtEl>
                                        <p:attrNameLst>
                                          <p:attrName>ppt_w</p:attrName>
                                        </p:attrNameLst>
                                      </p:cBhvr>
                                      <p:tavLst>
                                        <p:tav tm="0">
                                          <p:val>
                                            <p:strVal val="#ppt_w*0.70"/>
                                          </p:val>
                                        </p:tav>
                                        <p:tav tm="100000">
                                          <p:val>
                                            <p:strVal val="#ppt_w"/>
                                          </p:val>
                                        </p:tav>
                                      </p:tavLst>
                                    </p:anim>
                                    <p:anim calcmode="lin" valueType="num">
                                      <p:cBhvr>
                                        <p:cTn id="13" dur="1000" fill="hold"/>
                                        <p:tgtEl>
                                          <p:spTgt spid="11"/>
                                        </p:tgtEl>
                                        <p:attrNameLst>
                                          <p:attrName>ppt_h</p:attrName>
                                        </p:attrNameLst>
                                      </p:cBhvr>
                                      <p:tavLst>
                                        <p:tav tm="0">
                                          <p:val>
                                            <p:strVal val="#ppt_h"/>
                                          </p:val>
                                        </p:tav>
                                        <p:tav tm="100000">
                                          <p:val>
                                            <p:strVal val="#ppt_h"/>
                                          </p:val>
                                        </p:tav>
                                      </p:tavLst>
                                    </p:anim>
                                    <p:animEffect transition="in" filter="fade">
                                      <p:cBhvr>
                                        <p:cTn id="14" dur="1000"/>
                                        <p:tgtEl>
                                          <p:spTgt spid="11"/>
                                        </p:tgtEl>
                                      </p:cBhvr>
                                    </p:animEffect>
                                  </p:childTnLst>
                                </p:cTn>
                              </p:par>
                            </p:childTnLst>
                          </p:cTn>
                        </p:par>
                        <p:par>
                          <p:cTn id="15" fill="hold">
                            <p:stCondLst>
                              <p:cond delay="1000"/>
                            </p:stCondLst>
                            <p:childTnLst>
                              <p:par>
                                <p:cTn id="16" presetID="55"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p:cTn id="18" dur="1000" fill="hold"/>
                                        <p:tgtEl>
                                          <p:spTgt spid="18"/>
                                        </p:tgtEl>
                                        <p:attrNameLst>
                                          <p:attrName>ppt_w</p:attrName>
                                        </p:attrNameLst>
                                      </p:cBhvr>
                                      <p:tavLst>
                                        <p:tav tm="0">
                                          <p:val>
                                            <p:strVal val="#ppt_w*0.70"/>
                                          </p:val>
                                        </p:tav>
                                        <p:tav tm="100000">
                                          <p:val>
                                            <p:strVal val="#ppt_w"/>
                                          </p:val>
                                        </p:tav>
                                      </p:tavLst>
                                    </p:anim>
                                    <p:anim calcmode="lin" valueType="num">
                                      <p:cBhvr>
                                        <p:cTn id="19" dur="1000" fill="hold"/>
                                        <p:tgtEl>
                                          <p:spTgt spid="18"/>
                                        </p:tgtEl>
                                        <p:attrNameLst>
                                          <p:attrName>ppt_h</p:attrName>
                                        </p:attrNameLst>
                                      </p:cBhvr>
                                      <p:tavLst>
                                        <p:tav tm="0">
                                          <p:val>
                                            <p:strVal val="#ppt_h"/>
                                          </p:val>
                                        </p:tav>
                                        <p:tav tm="100000">
                                          <p:val>
                                            <p:strVal val="#ppt_h"/>
                                          </p:val>
                                        </p:tav>
                                      </p:tavLst>
                                    </p:anim>
                                    <p:animEffect transition="in" filter="fade">
                                      <p:cBhvr>
                                        <p:cTn id="20"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40" grpId="0" animBg="1"/>
      <p:bldP spid="1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p:txBody>
          <a:bodyPr/>
          <a:lstStyle/>
          <a:p>
            <a:pPr>
              <a:defRPr/>
            </a:pPr>
            <a:fld id="{5E71C1FB-7712-4F4C-8AB2-192F59888190}" type="datetime1">
              <a:rPr lang="zh-CN" altLang="en-US"/>
            </a:fld>
            <a:endParaRPr lang="zh-CN" altLang="en-US"/>
          </a:p>
        </p:txBody>
      </p:sp>
      <p:sp>
        <p:nvSpPr>
          <p:cNvPr id="113667" name="Rectangle 2"/>
          <p:cNvSpPr>
            <a:spLocks noChangeArrowheads="1"/>
          </p:cNvSpPr>
          <p:nvPr/>
        </p:nvSpPr>
        <p:spPr bwMode="auto">
          <a:xfrm>
            <a:off x="919163" y="1490663"/>
            <a:ext cx="255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800" b="1">
                <a:solidFill>
                  <a:srgbClr val="FF3300"/>
                </a:solidFill>
                <a:latin typeface="黑体" panose="02010609060101010101" pitchFamily="49" charset="-122"/>
                <a:ea typeface="ˎ̥"/>
                <a:cs typeface="ˎ̥"/>
              </a:rPr>
              <a:t>傅里叶正变换</a:t>
            </a:r>
            <a:r>
              <a:rPr kumimoji="1" lang="zh-CN" altLang="en-US" sz="3200" b="1">
                <a:latin typeface="黑体" panose="02010609060101010101" pitchFamily="49" charset="-122"/>
                <a:ea typeface="ˎ̥"/>
                <a:cs typeface="ˎ̥"/>
              </a:rPr>
              <a:t> </a:t>
            </a:r>
            <a:endParaRPr lang="zh-CN" altLang="en-US" sz="1800" b="1">
              <a:latin typeface="黑体" panose="02010609060101010101" pitchFamily="49" charset="-122"/>
            </a:endParaRPr>
          </a:p>
        </p:txBody>
      </p:sp>
      <p:sp>
        <p:nvSpPr>
          <p:cNvPr id="113668" name="Rectangle 3"/>
          <p:cNvSpPr>
            <a:spLocks noChangeArrowheads="1"/>
          </p:cNvSpPr>
          <p:nvPr/>
        </p:nvSpPr>
        <p:spPr bwMode="auto">
          <a:xfrm>
            <a:off x="971550" y="2708275"/>
            <a:ext cx="255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800" b="1">
                <a:solidFill>
                  <a:srgbClr val="FF3300"/>
                </a:solidFill>
                <a:latin typeface="黑体" panose="02010609060101010101" pitchFamily="49" charset="-122"/>
                <a:ea typeface="ˎ̥"/>
                <a:cs typeface="ˎ̥"/>
              </a:rPr>
              <a:t>傅里叶反变换</a:t>
            </a:r>
            <a:r>
              <a:rPr kumimoji="1" lang="zh-CN" altLang="en-US" sz="3200" b="1">
                <a:latin typeface="黑体" panose="02010609060101010101" pitchFamily="49" charset="-122"/>
                <a:ea typeface="ˎ̥"/>
                <a:cs typeface="ˎ̥"/>
              </a:rPr>
              <a:t> </a:t>
            </a:r>
            <a:endParaRPr lang="zh-CN" altLang="en-US" sz="1800" b="1">
              <a:latin typeface="黑体" panose="02010609060101010101" pitchFamily="49" charset="-122"/>
            </a:endParaRPr>
          </a:p>
        </p:txBody>
      </p:sp>
      <p:sp>
        <p:nvSpPr>
          <p:cNvPr id="252932" name="Rectangle 4"/>
          <p:cNvSpPr>
            <a:spLocks noChangeArrowheads="1"/>
          </p:cNvSpPr>
          <p:nvPr/>
        </p:nvSpPr>
        <p:spPr bwMode="auto">
          <a:xfrm>
            <a:off x="827088" y="5153025"/>
            <a:ext cx="2428875" cy="579438"/>
          </a:xfrm>
          <a:prstGeom prst="rect">
            <a:avLst/>
          </a:prstGeom>
          <a:noFill/>
          <a:ln w="9525">
            <a:noFill/>
            <a:miter lim="800000"/>
          </a:ln>
          <a:effectLst/>
        </p:spPr>
        <p:txBody>
          <a:bodyPr wrap="none" anchor="ctr">
            <a:spAutoFit/>
          </a:bodyPr>
          <a:lstStyle/>
          <a:p>
            <a:pPr eaLnBrk="1" hangingPunct="1">
              <a:defRPr/>
            </a:pPr>
            <a:r>
              <a:rPr kumimoji="1" lang="zh-CN" altLang="en-US" b="1">
                <a:effectLst>
                  <a:outerShdw blurRad="38100" dist="38100" dir="2700000" algn="tl">
                    <a:srgbClr val="C0C0C0"/>
                  </a:outerShdw>
                </a:effectLst>
                <a:latin typeface="宋体" panose="02010600030101010101" pitchFamily="2" charset="-122"/>
                <a:ea typeface="隶书" panose="02010509060101010101" pitchFamily="49" charset="-122"/>
              </a:rPr>
              <a:t>对应关系记为</a:t>
            </a:r>
            <a:r>
              <a:rPr kumimoji="1" lang="zh-CN" altLang="en-US" sz="3200" b="1">
                <a:latin typeface="Times New Roman" panose="02020603050405020304" pitchFamily="18" charset="0"/>
                <a:ea typeface="ˎ̥"/>
                <a:cs typeface="ˎ̥"/>
              </a:rPr>
              <a:t> </a:t>
            </a:r>
            <a:endParaRPr lang="zh-CN" altLang="en-US" sz="1800" b="1">
              <a:latin typeface="Arial" panose="020B0604020202020204" pitchFamily="34" charset="0"/>
            </a:endParaRPr>
          </a:p>
        </p:txBody>
      </p:sp>
      <p:sp>
        <p:nvSpPr>
          <p:cNvPr id="252933" name="Rectangle 5"/>
          <p:cNvSpPr>
            <a:spLocks noChangeArrowheads="1"/>
          </p:cNvSpPr>
          <p:nvPr/>
        </p:nvSpPr>
        <p:spPr bwMode="auto">
          <a:xfrm>
            <a:off x="3308350" y="5495925"/>
            <a:ext cx="3455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2800" b="1" i="1">
                <a:solidFill>
                  <a:srgbClr val="FF3300"/>
                </a:solidFill>
                <a:latin typeface="Times New Roman" panose="02020603050405020304" pitchFamily="18" charset="0"/>
                <a:ea typeface="ˎ̥"/>
                <a:cs typeface="ˎ̥"/>
              </a:rPr>
              <a:t>f</a:t>
            </a:r>
            <a:r>
              <a:rPr kumimoji="1" lang="en-US" altLang="zh-CN" sz="2800" b="1">
                <a:solidFill>
                  <a:srgbClr val="FF3300"/>
                </a:solidFill>
                <a:latin typeface="Times New Roman" panose="02020603050405020304" pitchFamily="18" charset="0"/>
                <a:ea typeface="ˎ̥"/>
                <a:cs typeface="ˎ̥"/>
              </a:rPr>
              <a:t>(</a:t>
            </a:r>
            <a:r>
              <a:rPr kumimoji="1" lang="en-US" altLang="zh-CN" sz="2800" b="1" i="1">
                <a:solidFill>
                  <a:srgbClr val="FF3300"/>
                </a:solidFill>
                <a:latin typeface="Times New Roman" panose="02020603050405020304" pitchFamily="18" charset="0"/>
                <a:ea typeface="ˎ̥"/>
                <a:cs typeface="ˎ̥"/>
              </a:rPr>
              <a:t>t</a:t>
            </a:r>
            <a:r>
              <a:rPr kumimoji="1" lang="en-US" altLang="zh-CN" sz="2800" b="1">
                <a:solidFill>
                  <a:srgbClr val="FF3300"/>
                </a:solidFill>
                <a:latin typeface="Times New Roman" panose="02020603050405020304" pitchFamily="18" charset="0"/>
                <a:ea typeface="ˎ̥"/>
                <a:cs typeface="ˎ̥"/>
              </a:rPr>
              <a:t>)</a:t>
            </a:r>
            <a:r>
              <a:rPr kumimoji="1" lang="en-US" altLang="zh-CN" sz="2800" b="1">
                <a:solidFill>
                  <a:srgbClr val="FF3300"/>
                </a:solidFill>
                <a:latin typeface="宋体" panose="02010600030101010101" pitchFamily="2" charset="-122"/>
                <a:ea typeface="ˎ̥"/>
                <a:cs typeface="ˎ̥"/>
              </a:rPr>
              <a:t>←→</a:t>
            </a:r>
            <a:r>
              <a:rPr kumimoji="1" lang="en-US" altLang="zh-CN" sz="2800" b="1" i="1">
                <a:solidFill>
                  <a:srgbClr val="FF3300"/>
                </a:solidFill>
                <a:latin typeface="Times New Roman" panose="02020603050405020304" pitchFamily="18" charset="0"/>
                <a:ea typeface="ˎ̥"/>
                <a:cs typeface="ˎ̥"/>
              </a:rPr>
              <a:t>F</a:t>
            </a:r>
            <a:r>
              <a:rPr kumimoji="1" lang="en-US" altLang="zh-CN" sz="2800" b="1">
                <a:solidFill>
                  <a:srgbClr val="FF3300"/>
                </a:solidFill>
                <a:latin typeface="Times New Roman" panose="02020603050405020304" pitchFamily="18" charset="0"/>
                <a:ea typeface="ˎ̥"/>
                <a:cs typeface="ˎ̥"/>
              </a:rPr>
              <a:t>( j</a:t>
            </a:r>
            <a:r>
              <a:rPr kumimoji="1" lang="en-US" altLang="zh-CN" sz="2800" b="1">
                <a:solidFill>
                  <a:srgbClr val="FF3300"/>
                </a:solidFill>
                <a:latin typeface="Times New Roman" panose="02020603050405020304" pitchFamily="18" charset="0"/>
                <a:ea typeface="ˎ̥"/>
                <a:cs typeface="ˎ̥"/>
                <a:sym typeface="Symbol" panose="05050102010706020507" pitchFamily="18" charset="2"/>
              </a:rPr>
              <a:t></a:t>
            </a:r>
            <a:r>
              <a:rPr kumimoji="1" lang="en-US" altLang="zh-CN" sz="2800" b="1">
                <a:solidFill>
                  <a:srgbClr val="FF3300"/>
                </a:solidFill>
                <a:latin typeface="Times New Roman" panose="02020603050405020304" pitchFamily="18" charset="0"/>
                <a:ea typeface="ˎ̥"/>
                <a:cs typeface="ˎ̥"/>
              </a:rPr>
              <a:t>)</a:t>
            </a:r>
            <a:r>
              <a:rPr kumimoji="1" lang="en-US" altLang="zh-CN" sz="3200" b="1">
                <a:latin typeface="Times New Roman" panose="02020603050405020304" pitchFamily="18" charset="0"/>
                <a:ea typeface="ˎ̥"/>
                <a:cs typeface="ˎ̥"/>
              </a:rPr>
              <a:t> </a:t>
            </a:r>
            <a:endParaRPr kumimoji="1" lang="en-US" altLang="zh-CN" sz="3200" b="1" i="1">
              <a:solidFill>
                <a:srgbClr val="FF3300"/>
              </a:solidFill>
              <a:latin typeface="Arial" panose="020B0604020202020204" pitchFamily="34" charset="0"/>
              <a:ea typeface="ˎ̥"/>
              <a:cs typeface="ˎ̥"/>
              <a:sym typeface="UniversalMath1 BT" panose="05050102010205020602" pitchFamily="18" charset="2"/>
            </a:endParaRPr>
          </a:p>
        </p:txBody>
      </p:sp>
      <p:sp>
        <p:nvSpPr>
          <p:cNvPr id="113671" name="AutoShape 6"/>
          <p:cNvSpPr/>
          <p:nvPr/>
        </p:nvSpPr>
        <p:spPr bwMode="auto">
          <a:xfrm>
            <a:off x="684213" y="1770063"/>
            <a:ext cx="287337" cy="1439862"/>
          </a:xfrm>
          <a:prstGeom prst="leftBrace">
            <a:avLst>
              <a:gd name="adj1" fmla="val 41759"/>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nvGrpSpPr>
          <p:cNvPr id="2" name="Group 7"/>
          <p:cNvGrpSpPr/>
          <p:nvPr/>
        </p:nvGrpSpPr>
        <p:grpSpPr bwMode="auto">
          <a:xfrm>
            <a:off x="2916238" y="3641725"/>
            <a:ext cx="3671887" cy="1281113"/>
            <a:chOff x="1837" y="2024"/>
            <a:chExt cx="2313" cy="807"/>
          </a:xfrm>
        </p:grpSpPr>
        <p:sp>
          <p:nvSpPr>
            <p:cNvPr id="113677" name="Rectangle 8"/>
            <p:cNvSpPr>
              <a:spLocks noChangeArrowheads="1"/>
            </p:cNvSpPr>
            <p:nvPr/>
          </p:nvSpPr>
          <p:spPr bwMode="auto">
            <a:xfrm>
              <a:off x="2018" y="2466"/>
              <a:ext cx="21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3200" b="1" i="1">
                  <a:latin typeface="Times New Roman" panose="02020603050405020304" pitchFamily="18" charset="0"/>
                  <a:ea typeface="ˎ̥"/>
                  <a:cs typeface="ˎ̥"/>
                </a:rPr>
                <a:t>f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t</a:t>
              </a:r>
              <a:r>
                <a:rPr kumimoji="1" lang="en-US" altLang="zh-CN" sz="3200" b="1">
                  <a:latin typeface="Times New Roman" panose="02020603050405020304" pitchFamily="18" charset="0"/>
                  <a:ea typeface="ˎ̥"/>
                  <a:cs typeface="ˎ̥"/>
                </a:rPr>
                <a:t>) =</a:t>
              </a:r>
              <a:r>
                <a:rPr kumimoji="1" lang="en-US" altLang="zh-CN" sz="3200" b="1" i="1">
                  <a:solidFill>
                    <a:srgbClr val="FF3300"/>
                  </a:solidFill>
                  <a:latin typeface="Magneto" panose="04030805050802020D02" pitchFamily="82" charset="0"/>
                  <a:ea typeface="幼圆" panose="02010509060101010101" pitchFamily="49" charset="-122"/>
                </a:rPr>
                <a:t>F</a:t>
              </a:r>
              <a:r>
                <a:rPr kumimoji="1" lang="en-US" altLang="zh-CN" sz="3200" b="1" baseline="30000">
                  <a:solidFill>
                    <a:srgbClr val="FF3300"/>
                  </a:solidFill>
                  <a:latin typeface="Magneto" panose="04030805050802020D02" pitchFamily="82" charset="0"/>
                  <a:ea typeface="幼圆" panose="02010509060101010101" pitchFamily="49" charset="-122"/>
                </a:rPr>
                <a:t>-</a:t>
              </a:r>
              <a:r>
                <a:rPr kumimoji="1" lang="en-US" altLang="zh-CN" sz="3200" b="1" baseline="30000">
                  <a:solidFill>
                    <a:srgbClr val="FF3300"/>
                  </a:solidFill>
                  <a:latin typeface="Monotype Corsiva" panose="03010101010201010101" pitchFamily="66" charset="0"/>
                  <a:ea typeface="幼圆" panose="02010509060101010101" pitchFamily="49" charset="-122"/>
                </a:rPr>
                <a:t>1</a:t>
              </a:r>
              <a:r>
                <a:rPr kumimoji="1" lang="en-US" altLang="zh-CN" sz="3200" b="1" i="1">
                  <a:latin typeface="Monotype Corsiva" panose="03010101010201010101" pitchFamily="66" charset="0"/>
                  <a:ea typeface="幼圆" panose="02010509060101010101" pitchFamily="49" charset="-122"/>
                </a:rPr>
                <a:t>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F</a:t>
              </a:r>
              <a:r>
                <a:rPr kumimoji="1" lang="en-US" altLang="zh-CN" sz="3200" b="1">
                  <a:latin typeface="Times New Roman" panose="02020603050405020304" pitchFamily="18" charset="0"/>
                  <a:ea typeface="ˎ̥"/>
                  <a:cs typeface="ˎ̥"/>
                </a:rPr>
                <a:t>(j</a:t>
              </a:r>
              <a:r>
                <a:rPr kumimoji="1" lang="en-US" altLang="zh-CN" sz="3200" b="1">
                  <a:latin typeface="Times New Roman" panose="02020603050405020304" pitchFamily="18" charset="0"/>
                  <a:ea typeface="ˎ̥"/>
                  <a:cs typeface="ˎ̥"/>
                  <a:sym typeface="Symbol" panose="05050102010706020507" pitchFamily="18" charset="2"/>
                </a:rPr>
                <a:t></a:t>
              </a:r>
              <a:r>
                <a:rPr kumimoji="1" lang="en-US" altLang="zh-CN" sz="3200" b="1">
                  <a:latin typeface="Times New Roman" panose="02020603050405020304" pitchFamily="18" charset="0"/>
                  <a:ea typeface="ˎ̥"/>
                  <a:cs typeface="ˎ̥"/>
                </a:rPr>
                <a:t>)}</a:t>
              </a:r>
              <a:endParaRPr kumimoji="1" lang="en-US" altLang="zh-CN" sz="3200" b="1" i="1">
                <a:latin typeface="Arial" panose="020B0604020202020204" pitchFamily="34" charset="0"/>
                <a:ea typeface="ˎ̥"/>
                <a:cs typeface="ˎ̥"/>
                <a:sym typeface="UniversalMath1 BT" panose="05050102010205020602" pitchFamily="18" charset="2"/>
              </a:endParaRPr>
            </a:p>
          </p:txBody>
        </p:sp>
        <p:sp>
          <p:nvSpPr>
            <p:cNvPr id="113678" name="Rectangle 9"/>
            <p:cNvSpPr>
              <a:spLocks noChangeArrowheads="1"/>
            </p:cNvSpPr>
            <p:nvPr/>
          </p:nvSpPr>
          <p:spPr bwMode="auto">
            <a:xfrm>
              <a:off x="2018" y="2024"/>
              <a:ext cx="192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3200" b="1" i="1">
                  <a:latin typeface="Times New Roman" panose="02020603050405020304" pitchFamily="18" charset="0"/>
                  <a:ea typeface="ˎ̥"/>
                  <a:cs typeface="ˎ̥"/>
                </a:rPr>
                <a:t>F</a:t>
              </a:r>
              <a:r>
                <a:rPr kumimoji="1" lang="en-US" altLang="zh-CN" sz="3200" b="1">
                  <a:latin typeface="Times New Roman" panose="02020603050405020304" pitchFamily="18" charset="0"/>
                  <a:ea typeface="ˎ̥"/>
                  <a:cs typeface="ˎ̥"/>
                </a:rPr>
                <a:t>(j</a:t>
              </a:r>
              <a:r>
                <a:rPr kumimoji="1" lang="en-US" altLang="zh-CN" sz="3200" b="1">
                  <a:latin typeface="Times New Roman" panose="02020603050405020304" pitchFamily="18" charset="0"/>
                  <a:ea typeface="ˎ̥"/>
                  <a:cs typeface="ˎ̥"/>
                  <a:sym typeface="Symbol" panose="05050102010706020507" pitchFamily="18" charset="2"/>
                </a:rPr>
                <a:t></a:t>
              </a:r>
              <a:r>
                <a:rPr kumimoji="1" lang="en-US" altLang="zh-CN" sz="3200" b="1">
                  <a:latin typeface="Times New Roman" panose="02020603050405020304" pitchFamily="18" charset="0"/>
                  <a:ea typeface="ˎ̥"/>
                  <a:cs typeface="ˎ̥"/>
                </a:rPr>
                <a:t>) =</a:t>
              </a:r>
              <a:r>
                <a:rPr kumimoji="1" lang="en-US" altLang="zh-CN" sz="3200" b="1" i="1">
                  <a:solidFill>
                    <a:srgbClr val="FF3300"/>
                  </a:solidFill>
                  <a:latin typeface="Magneto" panose="04030805050802020D02" pitchFamily="82" charset="0"/>
                  <a:ea typeface="幼圆" panose="02010509060101010101" pitchFamily="49" charset="-122"/>
                </a:rPr>
                <a:t>F</a:t>
              </a:r>
              <a:r>
                <a:rPr kumimoji="1" lang="en-US" altLang="zh-CN" sz="3200" b="1" i="1">
                  <a:latin typeface="Monotype Corsiva" panose="03010101010201010101" pitchFamily="66" charset="0"/>
                  <a:ea typeface="幼圆" panose="02010509060101010101" pitchFamily="49" charset="-122"/>
                </a:rPr>
                <a:t> </a:t>
              </a:r>
              <a:r>
                <a:rPr kumimoji="1" lang="en-US" altLang="zh-CN" sz="3200" b="1">
                  <a:latin typeface="Times New Roman" panose="02020603050405020304" pitchFamily="18" charset="0"/>
                  <a:ea typeface="ˎ̥"/>
                  <a:cs typeface="ˎ̥"/>
                </a:rPr>
                <a:t>{ </a:t>
              </a:r>
              <a:r>
                <a:rPr kumimoji="1" lang="en-US" altLang="zh-CN" sz="3200" b="1" i="1">
                  <a:latin typeface="Times New Roman" panose="02020603050405020304" pitchFamily="18" charset="0"/>
                  <a:ea typeface="ˎ̥"/>
                  <a:cs typeface="ˎ̥"/>
                </a:rPr>
                <a:t>f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t</a:t>
              </a:r>
              <a:r>
                <a:rPr kumimoji="1" lang="en-US" altLang="zh-CN" sz="3200" b="1">
                  <a:latin typeface="Times New Roman" panose="02020603050405020304" pitchFamily="18" charset="0"/>
                  <a:ea typeface="ˎ̥"/>
                  <a:cs typeface="ˎ̥"/>
                </a:rPr>
                <a:t>) }</a:t>
              </a:r>
              <a:endParaRPr kumimoji="1" lang="en-US" altLang="zh-CN" sz="3200" b="1">
                <a:latin typeface="Times New Roman" panose="02020603050405020304" pitchFamily="18" charset="0"/>
                <a:ea typeface="ˎ̥"/>
                <a:cs typeface="ˎ̥"/>
              </a:endParaRPr>
            </a:p>
          </p:txBody>
        </p:sp>
        <p:sp>
          <p:nvSpPr>
            <p:cNvPr id="113679" name="AutoShape 10"/>
            <p:cNvSpPr/>
            <p:nvPr/>
          </p:nvSpPr>
          <p:spPr bwMode="auto">
            <a:xfrm>
              <a:off x="1837" y="2115"/>
              <a:ext cx="136" cy="589"/>
            </a:xfrm>
            <a:prstGeom prst="leftBrace">
              <a:avLst>
                <a:gd name="adj1" fmla="val 36091"/>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sp>
        <p:nvSpPr>
          <p:cNvPr id="252939" name="Rectangle 11"/>
          <p:cNvSpPr>
            <a:spLocks noChangeArrowheads="1"/>
          </p:cNvSpPr>
          <p:nvPr/>
        </p:nvSpPr>
        <p:spPr bwMode="auto">
          <a:xfrm>
            <a:off x="755650" y="765175"/>
            <a:ext cx="2836863" cy="579438"/>
          </a:xfrm>
          <a:prstGeom prst="rect">
            <a:avLst/>
          </a:prstGeom>
          <a:noFill/>
          <a:ln w="9525">
            <a:noFill/>
            <a:miter lim="800000"/>
          </a:ln>
          <a:effectLst/>
        </p:spPr>
        <p:txBody>
          <a:bodyPr wrap="none" anchor="ctr">
            <a:spAutoFit/>
          </a:bodyPr>
          <a:lstStyle/>
          <a:p>
            <a:pPr eaLnBrk="1" hangingPunct="1">
              <a:spcBef>
                <a:spcPct val="50000"/>
              </a:spcBef>
              <a:defRPr/>
            </a:pPr>
            <a:r>
              <a:rPr kumimoji="1" lang="zh-CN" altLang="en-US" sz="3200" b="1">
                <a:solidFill>
                  <a:srgbClr val="FF3300"/>
                </a:solidFill>
                <a:effectLst>
                  <a:outerShdw blurRad="38100" dist="38100" dir="2700000" algn="tl">
                    <a:srgbClr val="C0C0C0"/>
                  </a:outerShdw>
                </a:effectLst>
                <a:latin typeface="隶书" panose="02010509060101010101" pitchFamily="49" charset="-122"/>
                <a:ea typeface="隶书" panose="02010509060101010101" pitchFamily="49" charset="-122"/>
              </a:rPr>
              <a:t>傅里叶变换：</a:t>
            </a:r>
            <a:r>
              <a:rPr kumimoji="1" lang="zh-CN" altLang="en-US" sz="3200" b="1">
                <a:effectLst>
                  <a:outerShdw blurRad="38100" dist="38100" dir="2700000" algn="tl">
                    <a:srgbClr val="C0C0C0"/>
                  </a:outerShdw>
                </a:effectLst>
                <a:latin typeface="隶书" panose="02010509060101010101" pitchFamily="49" charset="-122"/>
                <a:ea typeface="隶书" panose="02010509060101010101" pitchFamily="49" charset="-122"/>
              </a:rPr>
              <a:t> </a:t>
            </a:r>
            <a:endParaRPr lang="zh-CN" altLang="en-US" sz="3200" b="1">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
        <p:nvSpPr>
          <p:cNvPr id="252940" name="Rectangle 12"/>
          <p:cNvSpPr>
            <a:spLocks noGrp="1" noChangeArrowheads="1"/>
          </p:cNvSpPr>
          <p:nvPr>
            <p:ph type="title" idx="4294967295"/>
          </p:nvPr>
        </p:nvSpPr>
        <p:spPr>
          <a:xfrm>
            <a:off x="827088" y="115888"/>
            <a:ext cx="7548562" cy="608012"/>
          </a:xfrm>
          <a:solidFill>
            <a:schemeClr val="bg1"/>
          </a:solidFill>
          <a:effectLst>
            <a:outerShdw dist="35921" dir="2700000" algn="ctr" rotWithShape="0">
              <a:srgbClr val="808080"/>
            </a:outerShdw>
          </a:effectLst>
        </p:spPr>
        <p:txBody>
          <a:bodyPr/>
          <a:lstStyle/>
          <a:p>
            <a:pPr>
              <a:defRPr/>
            </a:pPr>
            <a:r>
              <a:rPr lang="zh-CN" altLang="en-US" sz="3200" b="1" dirty="0">
                <a:solidFill>
                  <a:srgbClr val="FF0000"/>
                </a:solidFill>
                <a:ea typeface="宋体" panose="02010600030101010101" pitchFamily="2" charset="-122"/>
              </a:rPr>
              <a:t>回顾</a:t>
            </a:r>
            <a:r>
              <a:rPr lang="en-US" altLang="zh-CN" sz="3200" b="1" dirty="0">
                <a:solidFill>
                  <a:srgbClr val="FF0000"/>
                </a:solidFill>
                <a:ea typeface="宋体" panose="02010600030101010101" pitchFamily="2" charset="-122"/>
              </a:rPr>
              <a:t>3</a:t>
            </a:r>
            <a:r>
              <a:rPr lang="zh-CN" altLang="en-US" sz="3200" b="1" dirty="0">
                <a:solidFill>
                  <a:srgbClr val="FF0000"/>
                </a:solidFill>
                <a:ea typeface="宋体" panose="02010600030101010101" pitchFamily="2" charset="-122"/>
              </a:rPr>
              <a:t>   </a:t>
            </a:r>
            <a:r>
              <a:rPr lang="zh-CN" altLang="en-US" sz="3200" b="1" kern="1200" dirty="0">
                <a:solidFill>
                  <a:srgbClr val="0000FF"/>
                </a:solidFill>
                <a:cs typeface="+mn-cs"/>
              </a:rPr>
              <a:t>傅立叶变换对</a:t>
            </a:r>
            <a:endParaRPr lang="zh-CN" altLang="en-US" sz="3200" b="1" kern="1200" dirty="0">
              <a:solidFill>
                <a:srgbClr val="0000FF"/>
              </a:solidFill>
              <a:cs typeface="+mn-cs"/>
            </a:endParaRPr>
          </a:p>
        </p:txBody>
      </p:sp>
      <p:graphicFrame>
        <p:nvGraphicFramePr>
          <p:cNvPr id="252941" name="Object 13"/>
          <p:cNvGraphicFramePr>
            <a:graphicFrameLocks noGrp="1" noChangeAspect="1"/>
          </p:cNvGraphicFramePr>
          <p:nvPr>
            <p:ph sz="half" idx="4294967295"/>
          </p:nvPr>
        </p:nvGraphicFramePr>
        <p:xfrm>
          <a:off x="3708400" y="1484313"/>
          <a:ext cx="3600450" cy="720725"/>
        </p:xfrm>
        <a:graphic>
          <a:graphicData uri="http://schemas.openxmlformats.org/presentationml/2006/ole">
            <mc:AlternateContent xmlns:mc="http://schemas.openxmlformats.org/markup-compatibility/2006">
              <mc:Choice xmlns:v="urn:schemas-microsoft-com:vml" Requires="v">
                <p:oleObj spid="_x0000_s291842" name="公式" r:id="rId1" imgW="1536700" imgH="330200" progId="Equation.3">
                  <p:embed/>
                </p:oleObj>
              </mc:Choice>
              <mc:Fallback>
                <p:oleObj name="公式" r:id="rId1" imgW="1536700" imgH="330200" progId="Equation.3">
                  <p:embed/>
                  <p:pic>
                    <p:nvPicPr>
                      <p:cNvPr id="0" name="Object 1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484313"/>
                        <a:ext cx="3600450" cy="7207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52942" name="Object 14"/>
          <p:cNvGraphicFramePr>
            <a:graphicFrameLocks noGrp="1" noChangeAspect="1"/>
          </p:cNvGraphicFramePr>
          <p:nvPr>
            <p:ph sz="half" idx="4294967295"/>
          </p:nvPr>
        </p:nvGraphicFramePr>
        <p:xfrm>
          <a:off x="3714750" y="2584450"/>
          <a:ext cx="4922838" cy="708025"/>
        </p:xfrm>
        <a:graphic>
          <a:graphicData uri="http://schemas.openxmlformats.org/presentationml/2006/ole">
            <mc:AlternateContent xmlns:mc="http://schemas.openxmlformats.org/markup-compatibility/2006">
              <mc:Choice xmlns:v="urn:schemas-microsoft-com:vml" Requires="v">
                <p:oleObj spid="_x0000_s291843" name="公式" r:id="rId3" imgW="1790700" imgH="342900" progId="Equation.3">
                  <p:embed/>
                </p:oleObj>
              </mc:Choice>
              <mc:Fallback>
                <p:oleObj name="公式" r:id="rId3" imgW="1790700" imgH="342900" progId="Equation.3">
                  <p:embed/>
                  <p:pic>
                    <p:nvPicPr>
                      <p:cNvPr id="0" name="Object 1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2584450"/>
                        <a:ext cx="4922838" cy="7080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5"/>
    </p:custDataLst>
  </p:cSld>
  <p:clrMapOvr>
    <a:masterClrMapping/>
  </p:clrMapOvr>
  <p:transition spd="slow" advTm="48016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52941"/>
                                        </p:tgtEl>
                                        <p:attrNameLst>
                                          <p:attrName>style.visibility</p:attrName>
                                        </p:attrNameLst>
                                      </p:cBhvr>
                                      <p:to>
                                        <p:strVal val="visible"/>
                                      </p:to>
                                    </p:set>
                                    <p:animEffect transition="in" filter="blinds(horizontal)">
                                      <p:cBhvr>
                                        <p:cTn id="7" dur="500"/>
                                        <p:tgtEl>
                                          <p:spTgt spid="252941"/>
                                        </p:tgtEl>
                                      </p:cBhvr>
                                    </p:animEffect>
                                  </p:childTnLst>
                                </p:cTn>
                              </p:par>
                            </p:childTnLst>
                          </p:cTn>
                        </p:par>
                        <p:par>
                          <p:cTn id="8" fill="hold">
                            <p:stCondLst>
                              <p:cond delay="500"/>
                            </p:stCondLst>
                            <p:childTnLst>
                              <p:par>
                                <p:cTn id="9" presetID="55" presetClass="entr" presetSubtype="0" fill="hold" nodeType="afterEffect">
                                  <p:stCondLst>
                                    <p:cond delay="0"/>
                                  </p:stCondLst>
                                  <p:childTnLst>
                                    <p:set>
                                      <p:cBhvr>
                                        <p:cTn id="10" dur="1" fill="hold">
                                          <p:stCondLst>
                                            <p:cond delay="0"/>
                                          </p:stCondLst>
                                        </p:cTn>
                                        <p:tgtEl>
                                          <p:spTgt spid="252942"/>
                                        </p:tgtEl>
                                        <p:attrNameLst>
                                          <p:attrName>style.visibility</p:attrName>
                                        </p:attrNameLst>
                                      </p:cBhvr>
                                      <p:to>
                                        <p:strVal val="visible"/>
                                      </p:to>
                                    </p:set>
                                    <p:anim calcmode="lin" valueType="num">
                                      <p:cBhvr>
                                        <p:cTn id="11" dur="1000" fill="hold"/>
                                        <p:tgtEl>
                                          <p:spTgt spid="252942"/>
                                        </p:tgtEl>
                                        <p:attrNameLst>
                                          <p:attrName>ppt_w</p:attrName>
                                        </p:attrNameLst>
                                      </p:cBhvr>
                                      <p:tavLst>
                                        <p:tav tm="0">
                                          <p:val>
                                            <p:strVal val="#ppt_w*0.70"/>
                                          </p:val>
                                        </p:tav>
                                        <p:tav tm="100000">
                                          <p:val>
                                            <p:strVal val="#ppt_w"/>
                                          </p:val>
                                        </p:tav>
                                      </p:tavLst>
                                    </p:anim>
                                    <p:anim calcmode="lin" valueType="num">
                                      <p:cBhvr>
                                        <p:cTn id="12" dur="1000" fill="hold"/>
                                        <p:tgtEl>
                                          <p:spTgt spid="252942"/>
                                        </p:tgtEl>
                                        <p:attrNameLst>
                                          <p:attrName>ppt_h</p:attrName>
                                        </p:attrNameLst>
                                      </p:cBhvr>
                                      <p:tavLst>
                                        <p:tav tm="0">
                                          <p:val>
                                            <p:strVal val="#ppt_h"/>
                                          </p:val>
                                        </p:tav>
                                        <p:tav tm="100000">
                                          <p:val>
                                            <p:strVal val="#ppt_h"/>
                                          </p:val>
                                        </p:tav>
                                      </p:tavLst>
                                    </p:anim>
                                    <p:animEffect transition="in" filter="fade">
                                      <p:cBhvr>
                                        <p:cTn id="13" dur="1000"/>
                                        <p:tgtEl>
                                          <p:spTgt spid="252942"/>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in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nodeType="clickEffect">
                                  <p:stCondLst>
                                    <p:cond delay="0"/>
                                  </p:stCondLst>
                                  <p:childTnLst>
                                    <p:set>
                                      <p:cBhvr>
                                        <p:cTn id="22" dur="1" fill="hold">
                                          <p:stCondLst>
                                            <p:cond delay="0"/>
                                          </p:stCondLst>
                                        </p:cTn>
                                        <p:tgtEl>
                                          <p:spTgt spid="252932"/>
                                        </p:tgtEl>
                                        <p:attrNameLst>
                                          <p:attrName>style.visibility</p:attrName>
                                        </p:attrNameLst>
                                      </p:cBhvr>
                                      <p:to>
                                        <p:strVal val="visible"/>
                                      </p:to>
                                    </p:set>
                                    <p:animEffect transition="in" filter="barn(inHorizontal)">
                                      <p:cBhvr>
                                        <p:cTn id="23" dur="500"/>
                                        <p:tgtEl>
                                          <p:spTgt spid="252932"/>
                                        </p:tgtEl>
                                      </p:cBhvr>
                                    </p:animEffect>
                                  </p:childTnLst>
                                </p:cTn>
                              </p:par>
                              <p:par>
                                <p:cTn id="24" presetID="16" presetClass="entr" presetSubtype="26" fill="hold" grpId="0" nodeType="withEffect">
                                  <p:stCondLst>
                                    <p:cond delay="0"/>
                                  </p:stCondLst>
                                  <p:childTnLst>
                                    <p:set>
                                      <p:cBhvr>
                                        <p:cTn id="25" dur="1" fill="hold">
                                          <p:stCondLst>
                                            <p:cond delay="0"/>
                                          </p:stCondLst>
                                        </p:cTn>
                                        <p:tgtEl>
                                          <p:spTgt spid="252933"/>
                                        </p:tgtEl>
                                        <p:attrNameLst>
                                          <p:attrName>style.visibility</p:attrName>
                                        </p:attrNameLst>
                                      </p:cBhvr>
                                      <p:to>
                                        <p:strVal val="visible"/>
                                      </p:to>
                                    </p:set>
                                    <p:animEffect transition="in" filter="barn(inHorizontal)">
                                      <p:cBhvr>
                                        <p:cTn id="26" dur="500"/>
                                        <p:tgtEl>
                                          <p:spTgt spid="252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FD40BD59-696A-443B-8B9A-0EA804F4648E}" type="datetime1">
              <a:rPr lang="zh-CN" altLang="en-US"/>
            </a:fld>
            <a:endParaRPr lang="zh-CN" altLang="en-US"/>
          </a:p>
        </p:txBody>
      </p:sp>
      <p:sp>
        <p:nvSpPr>
          <p:cNvPr id="114691" name="Rectangle 2"/>
          <p:cNvSpPr>
            <a:spLocks noGrp="1" noChangeArrowheads="1"/>
          </p:cNvSpPr>
          <p:nvPr>
            <p:ph type="body" sz="half" idx="4294967295"/>
          </p:nvPr>
        </p:nvSpPr>
        <p:spPr>
          <a:xfrm>
            <a:off x="1042988" y="681038"/>
            <a:ext cx="3816350" cy="431800"/>
          </a:xfrm>
        </p:spPr>
        <p:txBody>
          <a:bodyPr/>
          <a:lstStyle/>
          <a:p>
            <a:pPr>
              <a:lnSpc>
                <a:spcPct val="120000"/>
              </a:lnSpc>
              <a:buFont typeface="Wingdings" panose="05000000000000000000" pitchFamily="2" charset="2"/>
              <a:buNone/>
            </a:pPr>
            <a:r>
              <a:rPr lang="en-US" altLang="zh-CN" sz="2000" b="1">
                <a:solidFill>
                  <a:srgbClr val="FF3300"/>
                </a:solidFill>
              </a:rPr>
              <a:t>f(t)</a:t>
            </a:r>
            <a:r>
              <a:rPr lang="zh-CN" altLang="en-US" sz="2000" b="1">
                <a:solidFill>
                  <a:srgbClr val="FF3300"/>
                </a:solidFill>
              </a:rPr>
              <a:t>的三角傅立叶积分形式为：      </a:t>
            </a:r>
            <a:endParaRPr lang="zh-CN" altLang="en-US" sz="2000" b="1">
              <a:solidFill>
                <a:srgbClr val="FF3300"/>
              </a:solidFill>
            </a:endParaRPr>
          </a:p>
        </p:txBody>
      </p:sp>
      <p:graphicFrame>
        <p:nvGraphicFramePr>
          <p:cNvPr id="253955" name="Object 3"/>
          <p:cNvGraphicFramePr>
            <a:graphicFrameLocks noChangeAspect="1"/>
          </p:cNvGraphicFramePr>
          <p:nvPr/>
        </p:nvGraphicFramePr>
        <p:xfrm>
          <a:off x="1549400" y="1171575"/>
          <a:ext cx="5894388" cy="3190875"/>
        </p:xfrm>
        <a:graphic>
          <a:graphicData uri="http://schemas.openxmlformats.org/presentationml/2006/ole">
            <mc:AlternateContent xmlns:mc="http://schemas.openxmlformats.org/markup-compatibility/2006">
              <mc:Choice xmlns:v="urn:schemas-microsoft-com:vml" Requires="v">
                <p:oleObj spid="_x0000_s114961" name="公式" r:id="rId1" imgW="2413000" imgH="1625600" progId="Equation.3">
                  <p:embed/>
                </p:oleObj>
              </mc:Choice>
              <mc:Fallback>
                <p:oleObj name="公式" r:id="rId1" imgW="2413000" imgH="16256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400" y="1171575"/>
                        <a:ext cx="5894388" cy="319087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253956" name="Rectangle 4"/>
          <p:cNvSpPr>
            <a:spLocks noGrp="1" noChangeArrowheads="1"/>
          </p:cNvSpPr>
          <p:nvPr>
            <p:ph type="title" idx="4294967295"/>
          </p:nvPr>
        </p:nvSpPr>
        <p:spPr>
          <a:xfrm>
            <a:off x="481013" y="0"/>
            <a:ext cx="7602537" cy="503238"/>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graphicFrame>
        <p:nvGraphicFramePr>
          <p:cNvPr id="253957" name="Object 5"/>
          <p:cNvGraphicFramePr>
            <a:graphicFrameLocks noChangeAspect="1"/>
          </p:cNvGraphicFramePr>
          <p:nvPr/>
        </p:nvGraphicFramePr>
        <p:xfrm>
          <a:off x="2051050" y="4386263"/>
          <a:ext cx="5310188" cy="1589087"/>
        </p:xfrm>
        <a:graphic>
          <a:graphicData uri="http://schemas.openxmlformats.org/presentationml/2006/ole">
            <mc:AlternateContent xmlns:mc="http://schemas.openxmlformats.org/markup-compatibility/2006">
              <mc:Choice xmlns:v="urn:schemas-microsoft-com:vml" Requires="v">
                <p:oleObj spid="_x0000_s114962" name="公式" r:id="rId3" imgW="2235200" imgH="673100" progId="Equation.3">
                  <p:embed/>
                </p:oleObj>
              </mc:Choice>
              <mc:Fallback>
                <p:oleObj name="公式" r:id="rId3" imgW="2235200" imgH="673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4386263"/>
                        <a:ext cx="5310188" cy="158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99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3958" name="Object 6"/>
          <p:cNvGraphicFramePr>
            <a:graphicFrameLocks noChangeAspect="1"/>
          </p:cNvGraphicFramePr>
          <p:nvPr/>
        </p:nvGraphicFramePr>
        <p:xfrm>
          <a:off x="3779838" y="5805488"/>
          <a:ext cx="3571875" cy="771525"/>
        </p:xfrm>
        <a:graphic>
          <a:graphicData uri="http://schemas.openxmlformats.org/presentationml/2006/ole">
            <mc:AlternateContent xmlns:mc="http://schemas.openxmlformats.org/markup-compatibility/2006">
              <mc:Choice xmlns:v="urn:schemas-microsoft-com:vml" Requires="v">
                <p:oleObj spid="_x0000_s114963" name="公式" r:id="rId5" imgW="1765300" imgH="393700" progId="Equation.3">
                  <p:embed/>
                </p:oleObj>
              </mc:Choice>
              <mc:Fallback>
                <p:oleObj name="公式" r:id="rId5" imgW="17653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5805488"/>
                        <a:ext cx="3571875" cy="771525"/>
                      </a:xfrm>
                      <a:prstGeom prst="rect">
                        <a:avLst/>
                      </a:prstGeom>
                      <a:solidFill>
                        <a:schemeClr val="bg1"/>
                      </a:solidFill>
                      <a:ln w="12700">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53959" name="Object 7"/>
          <p:cNvGraphicFramePr>
            <a:graphicFrameLocks noChangeAspect="1"/>
          </p:cNvGraphicFramePr>
          <p:nvPr/>
        </p:nvGraphicFramePr>
        <p:xfrm>
          <a:off x="2700338" y="6021388"/>
          <a:ext cx="873125" cy="398462"/>
        </p:xfrm>
        <a:graphic>
          <a:graphicData uri="http://schemas.openxmlformats.org/presentationml/2006/ole">
            <mc:AlternateContent xmlns:mc="http://schemas.openxmlformats.org/markup-compatibility/2006">
              <mc:Choice xmlns:v="urn:schemas-microsoft-com:vml" Requires="v">
                <p:oleObj spid="_x0000_s114964" name="公式" r:id="rId7" imgW="431800" imgH="203200" progId="Equation.3">
                  <p:embed/>
                </p:oleObj>
              </mc:Choice>
              <mc:Fallback>
                <p:oleObj name="公式" r:id="rId7" imgW="431800" imgH="203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6021388"/>
                        <a:ext cx="873125" cy="39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9900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9"/>
    </p:custDataLst>
  </p:cSld>
  <p:clrMapOvr>
    <a:masterClrMapping/>
  </p:clrMapOvr>
  <p:transition spd="slow" advTm="26622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53955"/>
                                        </p:tgtEl>
                                        <p:attrNameLst>
                                          <p:attrName>style.visibility</p:attrName>
                                        </p:attrNameLst>
                                      </p:cBhvr>
                                      <p:to>
                                        <p:strVal val="visible"/>
                                      </p:to>
                                    </p:set>
                                    <p:anim calcmode="lin" valueType="num">
                                      <p:cBhvr>
                                        <p:cTn id="7" dur="1000" fill="hold"/>
                                        <p:tgtEl>
                                          <p:spTgt spid="253955"/>
                                        </p:tgtEl>
                                        <p:attrNameLst>
                                          <p:attrName>ppt_w</p:attrName>
                                        </p:attrNameLst>
                                      </p:cBhvr>
                                      <p:tavLst>
                                        <p:tav tm="0">
                                          <p:val>
                                            <p:strVal val="#ppt_w*0.70"/>
                                          </p:val>
                                        </p:tav>
                                        <p:tav tm="100000">
                                          <p:val>
                                            <p:strVal val="#ppt_w"/>
                                          </p:val>
                                        </p:tav>
                                      </p:tavLst>
                                    </p:anim>
                                    <p:anim calcmode="lin" valueType="num">
                                      <p:cBhvr>
                                        <p:cTn id="8" dur="1000" fill="hold"/>
                                        <p:tgtEl>
                                          <p:spTgt spid="253955"/>
                                        </p:tgtEl>
                                        <p:attrNameLst>
                                          <p:attrName>ppt_h</p:attrName>
                                        </p:attrNameLst>
                                      </p:cBhvr>
                                      <p:tavLst>
                                        <p:tav tm="0">
                                          <p:val>
                                            <p:strVal val="#ppt_h"/>
                                          </p:val>
                                        </p:tav>
                                        <p:tav tm="100000">
                                          <p:val>
                                            <p:strVal val="#ppt_h"/>
                                          </p:val>
                                        </p:tav>
                                      </p:tavLst>
                                    </p:anim>
                                    <p:animEffect transition="in" filter="fade">
                                      <p:cBhvr>
                                        <p:cTn id="9" dur="1000"/>
                                        <p:tgtEl>
                                          <p:spTgt spid="25395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53957"/>
                                        </p:tgtEl>
                                        <p:attrNameLst>
                                          <p:attrName>style.visibility</p:attrName>
                                        </p:attrNameLst>
                                      </p:cBhvr>
                                      <p:to>
                                        <p:strVal val="visible"/>
                                      </p:to>
                                    </p:set>
                                    <p:anim calcmode="lin" valueType="num">
                                      <p:cBhvr>
                                        <p:cTn id="14" dur="1000" fill="hold"/>
                                        <p:tgtEl>
                                          <p:spTgt spid="253957"/>
                                        </p:tgtEl>
                                        <p:attrNameLst>
                                          <p:attrName>ppt_w</p:attrName>
                                        </p:attrNameLst>
                                      </p:cBhvr>
                                      <p:tavLst>
                                        <p:tav tm="0">
                                          <p:val>
                                            <p:strVal val="#ppt_w*0.70"/>
                                          </p:val>
                                        </p:tav>
                                        <p:tav tm="100000">
                                          <p:val>
                                            <p:strVal val="#ppt_w"/>
                                          </p:val>
                                        </p:tav>
                                      </p:tavLst>
                                    </p:anim>
                                    <p:anim calcmode="lin" valueType="num">
                                      <p:cBhvr>
                                        <p:cTn id="15" dur="1000" fill="hold"/>
                                        <p:tgtEl>
                                          <p:spTgt spid="253957"/>
                                        </p:tgtEl>
                                        <p:attrNameLst>
                                          <p:attrName>ppt_h</p:attrName>
                                        </p:attrNameLst>
                                      </p:cBhvr>
                                      <p:tavLst>
                                        <p:tav tm="0">
                                          <p:val>
                                            <p:strVal val="#ppt_h"/>
                                          </p:val>
                                        </p:tav>
                                        <p:tav tm="100000">
                                          <p:val>
                                            <p:strVal val="#ppt_h"/>
                                          </p:val>
                                        </p:tav>
                                      </p:tavLst>
                                    </p:anim>
                                    <p:animEffect transition="in" filter="fade">
                                      <p:cBhvr>
                                        <p:cTn id="16" dur="1000"/>
                                        <p:tgtEl>
                                          <p:spTgt spid="253957"/>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253959"/>
                                        </p:tgtEl>
                                        <p:attrNameLst>
                                          <p:attrName>style.visibility</p:attrName>
                                        </p:attrNameLst>
                                      </p:cBhvr>
                                      <p:to>
                                        <p:strVal val="visible"/>
                                      </p:to>
                                    </p:set>
                                    <p:anim calcmode="lin" valueType="num">
                                      <p:cBhvr>
                                        <p:cTn id="20" dur="1000" fill="hold"/>
                                        <p:tgtEl>
                                          <p:spTgt spid="253959"/>
                                        </p:tgtEl>
                                        <p:attrNameLst>
                                          <p:attrName>ppt_w</p:attrName>
                                        </p:attrNameLst>
                                      </p:cBhvr>
                                      <p:tavLst>
                                        <p:tav tm="0">
                                          <p:val>
                                            <p:strVal val="#ppt_w*0.70"/>
                                          </p:val>
                                        </p:tav>
                                        <p:tav tm="100000">
                                          <p:val>
                                            <p:strVal val="#ppt_w"/>
                                          </p:val>
                                        </p:tav>
                                      </p:tavLst>
                                    </p:anim>
                                    <p:anim calcmode="lin" valueType="num">
                                      <p:cBhvr>
                                        <p:cTn id="21" dur="1000" fill="hold"/>
                                        <p:tgtEl>
                                          <p:spTgt spid="253959"/>
                                        </p:tgtEl>
                                        <p:attrNameLst>
                                          <p:attrName>ppt_h</p:attrName>
                                        </p:attrNameLst>
                                      </p:cBhvr>
                                      <p:tavLst>
                                        <p:tav tm="0">
                                          <p:val>
                                            <p:strVal val="#ppt_h"/>
                                          </p:val>
                                        </p:tav>
                                        <p:tav tm="100000">
                                          <p:val>
                                            <p:strVal val="#ppt_h"/>
                                          </p:val>
                                        </p:tav>
                                      </p:tavLst>
                                    </p:anim>
                                    <p:animEffect transition="in" filter="fade">
                                      <p:cBhvr>
                                        <p:cTn id="22" dur="1000"/>
                                        <p:tgtEl>
                                          <p:spTgt spid="253959"/>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253958"/>
                                        </p:tgtEl>
                                        <p:attrNameLst>
                                          <p:attrName>style.visibility</p:attrName>
                                        </p:attrNameLst>
                                      </p:cBhvr>
                                      <p:to>
                                        <p:strVal val="visible"/>
                                      </p:to>
                                    </p:set>
                                    <p:anim calcmode="lin" valueType="num">
                                      <p:cBhvr>
                                        <p:cTn id="27" dur="1000" fill="hold"/>
                                        <p:tgtEl>
                                          <p:spTgt spid="253958"/>
                                        </p:tgtEl>
                                        <p:attrNameLst>
                                          <p:attrName>ppt_w</p:attrName>
                                        </p:attrNameLst>
                                      </p:cBhvr>
                                      <p:tavLst>
                                        <p:tav tm="0">
                                          <p:val>
                                            <p:strVal val="#ppt_w*0.70"/>
                                          </p:val>
                                        </p:tav>
                                        <p:tav tm="100000">
                                          <p:val>
                                            <p:strVal val="#ppt_w"/>
                                          </p:val>
                                        </p:tav>
                                      </p:tavLst>
                                    </p:anim>
                                    <p:anim calcmode="lin" valueType="num">
                                      <p:cBhvr>
                                        <p:cTn id="28" dur="1000" fill="hold"/>
                                        <p:tgtEl>
                                          <p:spTgt spid="253958"/>
                                        </p:tgtEl>
                                        <p:attrNameLst>
                                          <p:attrName>ppt_h</p:attrName>
                                        </p:attrNameLst>
                                      </p:cBhvr>
                                      <p:tavLst>
                                        <p:tav tm="0">
                                          <p:val>
                                            <p:strVal val="#ppt_h"/>
                                          </p:val>
                                        </p:tav>
                                        <p:tav tm="100000">
                                          <p:val>
                                            <p:strVal val="#ppt_h"/>
                                          </p:val>
                                        </p:tav>
                                      </p:tavLst>
                                    </p:anim>
                                    <p:animEffect transition="in" filter="fade">
                                      <p:cBhvr>
                                        <p:cTn id="29" dur="1000"/>
                                        <p:tgtEl>
                                          <p:spTgt spid="253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BDDE9A2-FFF4-498B-A506-0FB9FCAA8B6E}" type="datetime1">
              <a:rPr lang="zh-CN" altLang="en-US"/>
            </a:fld>
            <a:endParaRPr lang="zh-CN" altLang="en-US"/>
          </a:p>
        </p:txBody>
      </p:sp>
      <p:sp>
        <p:nvSpPr>
          <p:cNvPr id="115715" name="Rectangle 2"/>
          <p:cNvSpPr>
            <a:spLocks noGrp="1" noChangeArrowheads="1"/>
          </p:cNvSpPr>
          <p:nvPr>
            <p:ph type="body" sz="half" idx="4294967295"/>
          </p:nvPr>
        </p:nvSpPr>
        <p:spPr>
          <a:xfrm>
            <a:off x="971550" y="404813"/>
            <a:ext cx="6423025" cy="576262"/>
          </a:xfrm>
          <a:solidFill>
            <a:schemeClr val="bg1"/>
          </a:solidFill>
          <a:effectLst>
            <a:outerShdw dist="35921" dir="2700000" algn="ctr" rotWithShape="0">
              <a:srgbClr val="808080"/>
            </a:outerShdw>
          </a:effectLst>
        </p:spPr>
        <p:txBody>
          <a:bodyPr/>
          <a:lstStyle/>
          <a:p>
            <a:pPr>
              <a:lnSpc>
                <a:spcPct val="120000"/>
              </a:lnSpc>
              <a:buFont typeface="Wingdings" panose="05000000000000000000" pitchFamily="2" charset="2"/>
              <a:buNone/>
            </a:pPr>
            <a:r>
              <a:rPr lang="en-US" altLang="zh-CN" sz="2200" b="1">
                <a:solidFill>
                  <a:srgbClr val="FF0000"/>
                </a:solidFill>
              </a:rPr>
              <a:t>4</a:t>
            </a:r>
            <a:r>
              <a:rPr lang="zh-CN" altLang="en-US" sz="2200" b="1">
                <a:solidFill>
                  <a:srgbClr val="FF0000"/>
                </a:solidFill>
              </a:rPr>
              <a:t>、非周期信号与周期信号频谱的比较</a:t>
            </a:r>
            <a:endParaRPr lang="zh-CN" altLang="en-US" sz="2200" b="1">
              <a:solidFill>
                <a:srgbClr val="FF0000"/>
              </a:solidFill>
            </a:endParaRPr>
          </a:p>
        </p:txBody>
      </p:sp>
      <p:sp>
        <p:nvSpPr>
          <p:cNvPr id="254979" name="Rectangle 3"/>
          <p:cNvSpPr>
            <a:spLocks noChangeArrowheads="1"/>
          </p:cNvSpPr>
          <p:nvPr/>
        </p:nvSpPr>
        <p:spPr bwMode="auto">
          <a:xfrm>
            <a:off x="1042988" y="1412875"/>
            <a:ext cx="7705725" cy="4824413"/>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533400" indent="-5334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Clr>
                <a:schemeClr val="tx1"/>
              </a:buClr>
              <a:buFontTx/>
              <a:buAutoNum type="circleNumDbPlain"/>
            </a:pPr>
            <a:r>
              <a:rPr lang="zh-CN" altLang="en-US" sz="2200" b="1"/>
              <a:t>周期信号在</a:t>
            </a:r>
            <a:r>
              <a:rPr lang="en-US" altLang="zh-CN" sz="2200" b="1"/>
              <a:t>T</a:t>
            </a:r>
            <a:r>
              <a:rPr lang="zh-CN" altLang="en-US" sz="2200" b="1"/>
              <a:t>一定时，其</a:t>
            </a:r>
            <a:r>
              <a:rPr lang="zh-CN" altLang="en-US" sz="2200" b="1">
                <a:solidFill>
                  <a:srgbClr val="008000"/>
                </a:solidFill>
              </a:rPr>
              <a:t>基波频率一定</a:t>
            </a:r>
            <a:r>
              <a:rPr lang="zh-CN" altLang="en-US" sz="2200" b="1"/>
              <a:t>；非周期信号基波频率为</a:t>
            </a:r>
            <a:r>
              <a:rPr lang="zh-CN" altLang="en-US" sz="2200" b="1">
                <a:solidFill>
                  <a:srgbClr val="FF3300"/>
                </a:solidFill>
              </a:rPr>
              <a:t>无穷小量</a:t>
            </a:r>
            <a:r>
              <a:rPr lang="zh-CN" altLang="en-US" sz="2200" b="1"/>
              <a:t>。</a:t>
            </a:r>
            <a:endParaRPr lang="zh-CN" altLang="en-US" sz="2200" b="1"/>
          </a:p>
          <a:p>
            <a:pPr>
              <a:lnSpc>
                <a:spcPct val="120000"/>
              </a:lnSpc>
              <a:buClr>
                <a:schemeClr val="tx1"/>
              </a:buClr>
              <a:buFontTx/>
              <a:buAutoNum type="circleNumDbPlain"/>
            </a:pPr>
            <a:r>
              <a:rPr lang="zh-CN" altLang="en-US" sz="2200" b="1"/>
              <a:t>周期信号的频谱是</a:t>
            </a:r>
            <a:r>
              <a:rPr lang="zh-CN" altLang="en-US" sz="2200" b="1">
                <a:solidFill>
                  <a:srgbClr val="008000"/>
                </a:solidFill>
              </a:rPr>
              <a:t>离散谱</a:t>
            </a:r>
            <a:r>
              <a:rPr lang="zh-CN" altLang="en-US" sz="2200" b="1"/>
              <a:t>，非周期称为</a:t>
            </a:r>
            <a:r>
              <a:rPr lang="zh-CN" altLang="en-US" sz="2200" b="1">
                <a:solidFill>
                  <a:srgbClr val="FF3300"/>
                </a:solidFill>
              </a:rPr>
              <a:t>连续谱</a:t>
            </a:r>
            <a:r>
              <a:rPr lang="zh-CN" altLang="en-US" sz="2200" b="1"/>
              <a:t>。</a:t>
            </a:r>
            <a:endParaRPr lang="zh-CN" altLang="en-US" sz="2200" b="1"/>
          </a:p>
          <a:p>
            <a:pPr>
              <a:lnSpc>
                <a:spcPct val="120000"/>
              </a:lnSpc>
              <a:buClr>
                <a:schemeClr val="tx1"/>
              </a:buClr>
              <a:buFontTx/>
              <a:buAutoNum type="circleNumDbPlain"/>
            </a:pPr>
            <a:r>
              <a:rPr lang="zh-CN" altLang="en-US" sz="2200" b="1"/>
              <a:t>周期信号的频谱包含</a:t>
            </a:r>
            <a:r>
              <a:rPr lang="zh-CN" altLang="en-US" sz="2200" b="1">
                <a:solidFill>
                  <a:srgbClr val="008000"/>
                </a:solidFill>
              </a:rPr>
              <a:t>一些离散频率分量</a:t>
            </a:r>
            <a:r>
              <a:rPr lang="zh-CN" altLang="en-US" sz="2200" b="1"/>
              <a:t>，非周期频谱包含</a:t>
            </a:r>
            <a:r>
              <a:rPr lang="en-US" altLang="zh-CN" sz="2200" b="1">
                <a:solidFill>
                  <a:srgbClr val="FF3300"/>
                </a:solidFill>
              </a:rPr>
              <a:t>0</a:t>
            </a:r>
            <a:r>
              <a:rPr lang="zh-CN" altLang="en-US" sz="2200" b="1">
                <a:solidFill>
                  <a:srgbClr val="FF3300"/>
                </a:solidFill>
              </a:rPr>
              <a:t>～∞的所有频率分量</a:t>
            </a:r>
            <a:r>
              <a:rPr lang="zh-CN" altLang="en-US" sz="2200" b="1"/>
              <a:t>。</a:t>
            </a:r>
            <a:endParaRPr lang="zh-CN" altLang="en-US" sz="2200" b="1"/>
          </a:p>
          <a:p>
            <a:pPr>
              <a:lnSpc>
                <a:spcPct val="120000"/>
              </a:lnSpc>
              <a:buClr>
                <a:schemeClr val="tx1"/>
              </a:buClr>
              <a:buFontTx/>
              <a:buAutoNum type="circleNumDbPlain"/>
            </a:pPr>
            <a:r>
              <a:rPr lang="zh-CN" altLang="en-US" sz="2200" b="1"/>
              <a:t>周期信号的</a:t>
            </a:r>
            <a:r>
              <a:rPr lang="zh-CN" altLang="en-US" sz="2200" b="1">
                <a:solidFill>
                  <a:srgbClr val="008000"/>
                </a:solidFill>
              </a:rPr>
              <a:t>振幅频谱一定</a:t>
            </a:r>
            <a:r>
              <a:rPr lang="zh-CN" altLang="en-US" sz="2200" b="1"/>
              <a:t>，而非周期信号的振幅频谱只能用它的</a:t>
            </a:r>
            <a:r>
              <a:rPr lang="zh-CN" altLang="en-US" sz="2200" b="1">
                <a:solidFill>
                  <a:srgbClr val="FF3300"/>
                </a:solidFill>
              </a:rPr>
              <a:t>密度函数</a:t>
            </a:r>
            <a:r>
              <a:rPr lang="zh-CN" altLang="en-US" sz="2200" b="1"/>
              <a:t>来做出。</a:t>
            </a:r>
            <a:endParaRPr lang="zh-CN" altLang="en-US" sz="2200" b="1"/>
          </a:p>
          <a:p>
            <a:pPr>
              <a:lnSpc>
                <a:spcPct val="120000"/>
              </a:lnSpc>
              <a:buClr>
                <a:schemeClr val="tx1"/>
              </a:buClr>
              <a:buFontTx/>
              <a:buAutoNum type="circleNumDbPlain"/>
            </a:pPr>
            <a:r>
              <a:rPr lang="zh-CN" altLang="en-US" sz="2200" b="1"/>
              <a:t>密度函数的模量对频率做出的连续曲线代表信号的振幅频谱， 密度函数的相角对频率做出的连续曲线代表信号的相位频谱；</a:t>
            </a:r>
            <a:endParaRPr lang="zh-CN" altLang="en-US" sz="2200" b="1"/>
          </a:p>
          <a:p>
            <a:pPr>
              <a:lnSpc>
                <a:spcPct val="120000"/>
              </a:lnSpc>
              <a:buClr>
                <a:schemeClr val="tx1"/>
              </a:buClr>
              <a:buFontTx/>
              <a:buAutoNum type="circleNumDbPlain"/>
            </a:pPr>
            <a:endParaRPr lang="zh-CN" altLang="en-US" sz="2200" b="1"/>
          </a:p>
          <a:p>
            <a:pPr>
              <a:lnSpc>
                <a:spcPct val="120000"/>
              </a:lnSpc>
              <a:buClr>
                <a:schemeClr val="tx1"/>
              </a:buClr>
              <a:buFontTx/>
              <a:buAutoNum type="circleNumDbPlain"/>
            </a:pPr>
            <a:endParaRPr lang="zh-CN" altLang="en-US" sz="2200" b="1">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spd="slow" advTm="35750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254979">
                                            <p:txEl>
                                              <p:pRg st="0" end="0"/>
                                            </p:txEl>
                                          </p:spTgt>
                                        </p:tgtEl>
                                        <p:attrNameLst>
                                          <p:attrName>style.visibility</p:attrName>
                                        </p:attrNameLst>
                                      </p:cBhvr>
                                      <p:to>
                                        <p:strVal val="visible"/>
                                      </p:to>
                                    </p:set>
                                    <p:animEffect transition="in" filter="barn(inHorizontal)">
                                      <p:cBhvr>
                                        <p:cTn id="7" dur="500"/>
                                        <p:tgtEl>
                                          <p:spTgt spid="254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54979">
                                            <p:txEl>
                                              <p:pRg st="1" end="1"/>
                                            </p:txEl>
                                          </p:spTgt>
                                        </p:tgtEl>
                                        <p:attrNameLst>
                                          <p:attrName>style.visibility</p:attrName>
                                        </p:attrNameLst>
                                      </p:cBhvr>
                                      <p:to>
                                        <p:strVal val="visible"/>
                                      </p:to>
                                    </p:set>
                                    <p:animEffect transition="in" filter="barn(inHorizontal)">
                                      <p:cBhvr>
                                        <p:cTn id="12" dur="500"/>
                                        <p:tgtEl>
                                          <p:spTgt spid="2549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54979">
                                            <p:txEl>
                                              <p:pRg st="2" end="2"/>
                                            </p:txEl>
                                          </p:spTgt>
                                        </p:tgtEl>
                                        <p:attrNameLst>
                                          <p:attrName>style.visibility</p:attrName>
                                        </p:attrNameLst>
                                      </p:cBhvr>
                                      <p:to>
                                        <p:strVal val="visible"/>
                                      </p:to>
                                    </p:set>
                                    <p:animEffect transition="in" filter="barn(inHorizontal)">
                                      <p:cBhvr>
                                        <p:cTn id="17" dur="500"/>
                                        <p:tgtEl>
                                          <p:spTgt spid="2549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254979">
                                            <p:txEl>
                                              <p:pRg st="3" end="3"/>
                                            </p:txEl>
                                          </p:spTgt>
                                        </p:tgtEl>
                                        <p:attrNameLst>
                                          <p:attrName>style.visibility</p:attrName>
                                        </p:attrNameLst>
                                      </p:cBhvr>
                                      <p:to>
                                        <p:strVal val="visible"/>
                                      </p:to>
                                    </p:set>
                                    <p:animEffect transition="in" filter="barn(inHorizontal)">
                                      <p:cBhvr>
                                        <p:cTn id="22" dur="500"/>
                                        <p:tgtEl>
                                          <p:spTgt spid="2549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254979">
                                            <p:txEl>
                                              <p:pRg st="4" end="4"/>
                                            </p:txEl>
                                          </p:spTgt>
                                        </p:tgtEl>
                                        <p:attrNameLst>
                                          <p:attrName>style.visibility</p:attrName>
                                        </p:attrNameLst>
                                      </p:cBhvr>
                                      <p:to>
                                        <p:strVal val="visible"/>
                                      </p:to>
                                    </p:set>
                                    <p:animEffect transition="in" filter="barn(inHorizontal)">
                                      <p:cBhvr>
                                        <p:cTn id="27" dur="500"/>
                                        <p:tgtEl>
                                          <p:spTgt spid="2549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7BF1B573-79E7-4292-9F3A-0DF4A3219E4A}" type="datetime1">
              <a:rPr lang="zh-CN" altLang="en-US"/>
            </a:fld>
            <a:endParaRPr lang="zh-CN" altLang="en-US"/>
          </a:p>
        </p:txBody>
      </p:sp>
      <p:sp>
        <p:nvSpPr>
          <p:cNvPr id="116739" name="Rectangle 2"/>
          <p:cNvSpPr>
            <a:spLocks noChangeArrowheads="1"/>
          </p:cNvSpPr>
          <p:nvPr/>
        </p:nvSpPr>
        <p:spPr bwMode="auto">
          <a:xfrm>
            <a:off x="684213" y="0"/>
            <a:ext cx="5040312" cy="608013"/>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zh-CN" altLang="en-US" sz="2400" b="1">
                <a:solidFill>
                  <a:srgbClr val="FF3300"/>
                </a:solidFill>
                <a:ea typeface="宋体" panose="02010600030101010101" pitchFamily="2" charset="-122"/>
              </a:rPr>
              <a:t>周期函数与非周期函数对比：</a:t>
            </a:r>
            <a:endParaRPr lang="zh-CN" altLang="en-US" sz="2400" b="1">
              <a:solidFill>
                <a:srgbClr val="FF3300"/>
              </a:solidFill>
              <a:ea typeface="宋体" panose="02010600030101010101" pitchFamily="2" charset="-122"/>
            </a:endParaRPr>
          </a:p>
        </p:txBody>
      </p:sp>
      <p:sp>
        <p:nvSpPr>
          <p:cNvPr id="256003" name="Rectangle 3"/>
          <p:cNvSpPr>
            <a:spLocks noChangeArrowheads="1"/>
          </p:cNvSpPr>
          <p:nvPr/>
        </p:nvSpPr>
        <p:spPr bwMode="auto">
          <a:xfrm>
            <a:off x="971550" y="981075"/>
            <a:ext cx="7561263" cy="2590800"/>
          </a:xfrm>
          <a:prstGeom prst="rect">
            <a:avLst/>
          </a:prstGeom>
          <a:solidFill>
            <a:schemeClr val="bg1"/>
          </a:solidFill>
          <a:ln w="9525">
            <a:solidFill>
              <a:schemeClr val="folHlink"/>
            </a:solidFill>
            <a:miter lim="800000"/>
          </a:ln>
          <a:effectLst>
            <a:outerShdw dist="35921" dir="2700000" algn="ctr" rotWithShape="0">
              <a:schemeClr val="bg2"/>
            </a:outerShdw>
          </a:effectLst>
        </p:spPr>
        <p:txBody>
          <a:bodyPr/>
          <a:lstStyle>
            <a:lvl1pPr marL="609600" indent="-6096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Tx/>
              <a:buAutoNum type="circleNumDbPlain"/>
            </a:pPr>
            <a:r>
              <a:rPr lang="zh-CN" altLang="en-US" sz="2200" b="1"/>
              <a:t>时域非周期</a:t>
            </a:r>
            <a:r>
              <a:rPr lang="zh-CN" altLang="en-US" sz="2200" b="1">
                <a:sym typeface="Symbol" panose="05050102010706020507" pitchFamily="18" charset="2"/>
              </a:rPr>
              <a:t> 频域连续谱</a:t>
            </a:r>
            <a:endParaRPr lang="zh-CN" altLang="en-US" sz="2200" b="1">
              <a:sym typeface="Symbol" panose="05050102010706020507" pitchFamily="18" charset="2"/>
            </a:endParaRPr>
          </a:p>
          <a:p>
            <a:pPr>
              <a:lnSpc>
                <a:spcPct val="120000"/>
              </a:lnSpc>
              <a:buFontTx/>
              <a:buNone/>
            </a:pPr>
            <a:r>
              <a:rPr lang="zh-CN" altLang="en-US" sz="2200" b="1">
                <a:sym typeface="Symbol" panose="05050102010706020507" pitchFamily="18" charset="2"/>
              </a:rPr>
              <a:t>   （</a:t>
            </a:r>
            <a:r>
              <a:rPr lang="zh-CN" altLang="en-US" sz="2200" b="1"/>
              <a:t>时域周期</a:t>
            </a:r>
            <a:r>
              <a:rPr lang="zh-CN" altLang="en-US" sz="2200" b="1">
                <a:sym typeface="Symbol" panose="05050102010706020507" pitchFamily="18" charset="2"/>
              </a:rPr>
              <a:t> 频域离散谱）</a:t>
            </a:r>
            <a:endParaRPr lang="zh-CN" altLang="en-US" sz="2200" b="1">
              <a:sym typeface="Symbol" panose="05050102010706020507" pitchFamily="18" charset="2"/>
            </a:endParaRPr>
          </a:p>
          <a:p>
            <a:pPr>
              <a:lnSpc>
                <a:spcPct val="120000"/>
              </a:lnSpc>
              <a:buFontTx/>
              <a:buAutoNum type="circleNumDbPlain" startAt="2"/>
            </a:pPr>
            <a:r>
              <a:rPr lang="zh-CN" altLang="en-US" sz="2200" b="1">
                <a:sym typeface="Symbol" panose="05050102010706020507" pitchFamily="18" charset="2"/>
              </a:rPr>
              <a:t>收敛性 （能量有限才存在傅里叶变换）</a:t>
            </a:r>
            <a:r>
              <a:rPr lang="zh-CN" altLang="en-US" sz="2200" b="1">
                <a:solidFill>
                  <a:srgbClr val="FF0000"/>
                </a:solidFill>
              </a:rPr>
              <a:t>但不具有离散性与谐波性；</a:t>
            </a:r>
            <a:endParaRPr lang="zh-CN" altLang="en-US" sz="2200" b="1">
              <a:sym typeface="Symbol" panose="05050102010706020507" pitchFamily="18" charset="2"/>
            </a:endParaRPr>
          </a:p>
          <a:p>
            <a:pPr>
              <a:lnSpc>
                <a:spcPct val="120000"/>
              </a:lnSpc>
              <a:buFontTx/>
              <a:buAutoNum type="circleNumDbPlain" startAt="2"/>
            </a:pPr>
            <a:r>
              <a:rPr lang="zh-CN" altLang="en-US" sz="2200" b="1">
                <a:sym typeface="Symbol" panose="05050102010706020507" pitchFamily="18" charset="2"/>
              </a:rPr>
              <a:t>包络一致性：</a:t>
            </a:r>
            <a:r>
              <a:rPr lang="en-US" altLang="zh-CN" sz="2200" b="1" i="1">
                <a:sym typeface="Symbol" panose="05050102010706020507" pitchFamily="18" charset="2"/>
              </a:rPr>
              <a:t>F</a:t>
            </a:r>
            <a:r>
              <a:rPr lang="en-US" altLang="zh-CN" sz="2200" b="1">
                <a:sym typeface="Symbol" panose="05050102010706020507" pitchFamily="18" charset="2"/>
              </a:rPr>
              <a:t>(</a:t>
            </a:r>
            <a:r>
              <a:rPr lang="en-US" altLang="zh-CN" sz="2200" b="1" i="1">
                <a:sym typeface="Symbol" panose="05050102010706020507" pitchFamily="18" charset="2"/>
              </a:rPr>
              <a:t>j</a:t>
            </a:r>
            <a:r>
              <a:rPr lang="en-US" altLang="zh-CN" sz="2200" b="1">
                <a:sym typeface="Symbol" panose="05050102010706020507" pitchFamily="18" charset="2"/>
              </a:rPr>
              <a:t>)</a:t>
            </a:r>
            <a:r>
              <a:rPr lang="zh-CN" altLang="en-US" sz="2200" b="1">
                <a:sym typeface="Symbol" panose="05050102010706020507" pitchFamily="18" charset="2"/>
              </a:rPr>
              <a:t>与     包络一致</a:t>
            </a:r>
            <a:endParaRPr lang="zh-CN" altLang="en-US" sz="2200" b="1">
              <a:sym typeface="Symbol" panose="05050102010706020507" pitchFamily="18" charset="2"/>
            </a:endParaRPr>
          </a:p>
        </p:txBody>
      </p:sp>
      <p:sp>
        <p:nvSpPr>
          <p:cNvPr id="256004" name="Rectangle 4"/>
          <p:cNvSpPr>
            <a:spLocks noChangeArrowheads="1"/>
          </p:cNvSpPr>
          <p:nvPr/>
        </p:nvSpPr>
        <p:spPr bwMode="auto">
          <a:xfrm>
            <a:off x="1042988" y="5013325"/>
            <a:ext cx="39592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buFontTx/>
              <a:buAutoNum type="circleNumDbPlain" startAt="4"/>
            </a:pPr>
            <a:r>
              <a:rPr lang="zh-CN" altLang="zh-CN" sz="2200" b="1">
                <a:sym typeface="Symbol" panose="05050102010706020507" pitchFamily="18" charset="2"/>
              </a:rPr>
              <a:t>共轭对称性</a:t>
            </a:r>
            <a:r>
              <a:rPr lang="zh-CN" altLang="en-US" sz="2200" b="1">
                <a:sym typeface="Symbol" panose="05050102010706020507" pitchFamily="18" charset="2"/>
              </a:rPr>
              <a:t>，即：</a:t>
            </a:r>
            <a:endParaRPr lang="zh-CN" altLang="zh-CN" sz="2200" b="1">
              <a:sym typeface="Symbol" panose="05050102010706020507" pitchFamily="18" charset="2"/>
            </a:endParaRPr>
          </a:p>
        </p:txBody>
      </p:sp>
      <p:graphicFrame>
        <p:nvGraphicFramePr>
          <p:cNvPr id="256005" name="Object 5"/>
          <p:cNvGraphicFramePr>
            <a:graphicFrameLocks noGrp="1" noChangeAspect="1"/>
          </p:cNvGraphicFramePr>
          <p:nvPr>
            <p:ph sz="quarter" idx="4294967295"/>
          </p:nvPr>
        </p:nvGraphicFramePr>
        <p:xfrm>
          <a:off x="4133850" y="5119688"/>
          <a:ext cx="3168650" cy="1065212"/>
        </p:xfrm>
        <a:graphic>
          <a:graphicData uri="http://schemas.openxmlformats.org/presentationml/2006/ole">
            <mc:AlternateContent xmlns:mc="http://schemas.openxmlformats.org/markup-compatibility/2006">
              <mc:Choice xmlns:v="urn:schemas-microsoft-com:vml" Requires="v">
                <p:oleObj spid="_x0000_s116944" name="公式" r:id="rId1" imgW="1435100" imgH="482600" progId="Equation.3">
                  <p:embed/>
                </p:oleObj>
              </mc:Choice>
              <mc:Fallback>
                <p:oleObj name="公式" r:id="rId1" imgW="1435100" imgH="482600" progId="Equation.3">
                  <p:embed/>
                  <p:pic>
                    <p:nvPicPr>
                      <p:cNvPr id="0" name="Object 5"/>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3850" y="5119688"/>
                        <a:ext cx="3168650" cy="1065212"/>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56006" name="Object 6"/>
          <p:cNvGraphicFramePr>
            <a:graphicFrameLocks noChangeAspect="1"/>
          </p:cNvGraphicFramePr>
          <p:nvPr/>
        </p:nvGraphicFramePr>
        <p:xfrm>
          <a:off x="2051050" y="3860800"/>
          <a:ext cx="4175125" cy="1071563"/>
        </p:xfrm>
        <a:graphic>
          <a:graphicData uri="http://schemas.openxmlformats.org/presentationml/2006/ole">
            <mc:AlternateContent xmlns:mc="http://schemas.openxmlformats.org/markup-compatibility/2006">
              <mc:Choice xmlns:v="urn:schemas-microsoft-com:vml" Requires="v">
                <p:oleObj spid="_x0000_s116945" name="公式" r:id="rId3" imgW="2425700" imgH="622300" progId="Equation.3">
                  <p:embed/>
                </p:oleObj>
              </mc:Choice>
              <mc:Fallback>
                <p:oleObj name="公式" r:id="rId3" imgW="2425700" imgH="622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3860800"/>
                        <a:ext cx="4175125" cy="1071563"/>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56007" name="Object 7"/>
          <p:cNvGraphicFramePr>
            <a:graphicFrameLocks noGrp="1" noChangeAspect="1"/>
          </p:cNvGraphicFramePr>
          <p:nvPr>
            <p:ph sz="quarter" idx="4294967295"/>
          </p:nvPr>
        </p:nvGraphicFramePr>
        <p:xfrm>
          <a:off x="4549775" y="2805113"/>
          <a:ext cx="392113" cy="463550"/>
        </p:xfrm>
        <a:graphic>
          <a:graphicData uri="http://schemas.openxmlformats.org/presentationml/2006/ole">
            <mc:AlternateContent xmlns:mc="http://schemas.openxmlformats.org/markup-compatibility/2006">
              <mc:Choice xmlns:v="urn:schemas-microsoft-com:vml" Requires="v">
                <p:oleObj spid="_x0000_s116946" name="公式" r:id="rId5" imgW="203200" imgH="317500" progId="Equation.3">
                  <p:embed/>
                </p:oleObj>
              </mc:Choice>
              <mc:Fallback>
                <p:oleObj name="公式" r:id="rId5" imgW="203200" imgH="317500" progId="Equation.3">
                  <p:embed/>
                  <p:pic>
                    <p:nvPicPr>
                      <p:cNvPr id="0" name="Object 7"/>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49775" y="2805113"/>
                        <a:ext cx="39211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7"/>
    </p:custDataLst>
  </p:cSld>
  <p:clrMapOvr>
    <a:masterClrMapping/>
  </p:clrMapOvr>
  <p:transition spd="slow" advTm="40816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56003">
                                            <p:txEl>
                                              <p:pRg st="2" end="2"/>
                                            </p:txEl>
                                          </p:spTgt>
                                        </p:tgtEl>
                                        <p:attrNameLst>
                                          <p:attrName>style.visibility</p:attrName>
                                        </p:attrNameLst>
                                      </p:cBhvr>
                                      <p:to>
                                        <p:strVal val="visible"/>
                                      </p:to>
                                    </p:set>
                                    <p:animEffect transition="in" filter="barn(inHorizontal)">
                                      <p:cBhvr>
                                        <p:cTn id="7" dur="500"/>
                                        <p:tgtEl>
                                          <p:spTgt spid="2560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56003">
                                            <p:txEl>
                                              <p:pRg st="3" end="3"/>
                                            </p:txEl>
                                          </p:spTgt>
                                        </p:tgtEl>
                                        <p:attrNameLst>
                                          <p:attrName>style.visibility</p:attrName>
                                        </p:attrNameLst>
                                      </p:cBhvr>
                                      <p:to>
                                        <p:strVal val="visible"/>
                                      </p:to>
                                    </p:set>
                                    <p:animEffect transition="in" filter="barn(inHorizontal)">
                                      <p:cBhvr>
                                        <p:cTn id="12" dur="500"/>
                                        <p:tgtEl>
                                          <p:spTgt spid="256003">
                                            <p:txEl>
                                              <p:pRg st="3" end="3"/>
                                            </p:txEl>
                                          </p:spTgt>
                                        </p:tgtEl>
                                      </p:cBhvr>
                                    </p:animEffect>
                                  </p:childTnLst>
                                </p:cTn>
                              </p:par>
                              <p:par>
                                <p:cTn id="13" presetID="55" presetClass="entr" presetSubtype="0" fill="hold" nodeType="withEffect">
                                  <p:stCondLst>
                                    <p:cond delay="0"/>
                                  </p:stCondLst>
                                  <p:childTnLst>
                                    <p:set>
                                      <p:cBhvr>
                                        <p:cTn id="14" dur="1" fill="hold">
                                          <p:stCondLst>
                                            <p:cond delay="0"/>
                                          </p:stCondLst>
                                        </p:cTn>
                                        <p:tgtEl>
                                          <p:spTgt spid="256007"/>
                                        </p:tgtEl>
                                        <p:attrNameLst>
                                          <p:attrName>style.visibility</p:attrName>
                                        </p:attrNameLst>
                                      </p:cBhvr>
                                      <p:to>
                                        <p:strVal val="visible"/>
                                      </p:to>
                                    </p:set>
                                    <p:anim calcmode="lin" valueType="num">
                                      <p:cBhvr>
                                        <p:cTn id="15" dur="1000" fill="hold"/>
                                        <p:tgtEl>
                                          <p:spTgt spid="256007"/>
                                        </p:tgtEl>
                                        <p:attrNameLst>
                                          <p:attrName>ppt_w</p:attrName>
                                        </p:attrNameLst>
                                      </p:cBhvr>
                                      <p:tavLst>
                                        <p:tav tm="0">
                                          <p:val>
                                            <p:strVal val="#ppt_w*0.70"/>
                                          </p:val>
                                        </p:tav>
                                        <p:tav tm="100000">
                                          <p:val>
                                            <p:strVal val="#ppt_w"/>
                                          </p:val>
                                        </p:tav>
                                      </p:tavLst>
                                    </p:anim>
                                    <p:anim calcmode="lin" valueType="num">
                                      <p:cBhvr>
                                        <p:cTn id="16" dur="1000" fill="hold"/>
                                        <p:tgtEl>
                                          <p:spTgt spid="256007"/>
                                        </p:tgtEl>
                                        <p:attrNameLst>
                                          <p:attrName>ppt_h</p:attrName>
                                        </p:attrNameLst>
                                      </p:cBhvr>
                                      <p:tavLst>
                                        <p:tav tm="0">
                                          <p:val>
                                            <p:strVal val="#ppt_h"/>
                                          </p:val>
                                        </p:tav>
                                        <p:tav tm="100000">
                                          <p:val>
                                            <p:strVal val="#ppt_h"/>
                                          </p:val>
                                        </p:tav>
                                      </p:tavLst>
                                    </p:anim>
                                    <p:animEffect transition="in" filter="fade">
                                      <p:cBhvr>
                                        <p:cTn id="17" dur="1000"/>
                                        <p:tgtEl>
                                          <p:spTgt spid="256007"/>
                                        </p:tgtEl>
                                      </p:cBhvr>
                                    </p:animEffect>
                                  </p:childTnLst>
                                </p:cTn>
                              </p:par>
                              <p:par>
                                <p:cTn id="18" presetID="55" presetClass="entr" presetSubtype="0" fill="hold" nodeType="withEffect">
                                  <p:stCondLst>
                                    <p:cond delay="0"/>
                                  </p:stCondLst>
                                  <p:childTnLst>
                                    <p:set>
                                      <p:cBhvr>
                                        <p:cTn id="19" dur="1" fill="hold">
                                          <p:stCondLst>
                                            <p:cond delay="0"/>
                                          </p:stCondLst>
                                        </p:cTn>
                                        <p:tgtEl>
                                          <p:spTgt spid="256006"/>
                                        </p:tgtEl>
                                        <p:attrNameLst>
                                          <p:attrName>style.visibility</p:attrName>
                                        </p:attrNameLst>
                                      </p:cBhvr>
                                      <p:to>
                                        <p:strVal val="visible"/>
                                      </p:to>
                                    </p:set>
                                    <p:anim calcmode="lin" valueType="num">
                                      <p:cBhvr>
                                        <p:cTn id="20" dur="1000" fill="hold"/>
                                        <p:tgtEl>
                                          <p:spTgt spid="256006"/>
                                        </p:tgtEl>
                                        <p:attrNameLst>
                                          <p:attrName>ppt_w</p:attrName>
                                        </p:attrNameLst>
                                      </p:cBhvr>
                                      <p:tavLst>
                                        <p:tav tm="0">
                                          <p:val>
                                            <p:strVal val="#ppt_w*0.70"/>
                                          </p:val>
                                        </p:tav>
                                        <p:tav tm="100000">
                                          <p:val>
                                            <p:strVal val="#ppt_w"/>
                                          </p:val>
                                        </p:tav>
                                      </p:tavLst>
                                    </p:anim>
                                    <p:anim calcmode="lin" valueType="num">
                                      <p:cBhvr>
                                        <p:cTn id="21" dur="1000" fill="hold"/>
                                        <p:tgtEl>
                                          <p:spTgt spid="256006"/>
                                        </p:tgtEl>
                                        <p:attrNameLst>
                                          <p:attrName>ppt_h</p:attrName>
                                        </p:attrNameLst>
                                      </p:cBhvr>
                                      <p:tavLst>
                                        <p:tav tm="0">
                                          <p:val>
                                            <p:strVal val="#ppt_h"/>
                                          </p:val>
                                        </p:tav>
                                        <p:tav tm="100000">
                                          <p:val>
                                            <p:strVal val="#ppt_h"/>
                                          </p:val>
                                        </p:tav>
                                      </p:tavLst>
                                    </p:anim>
                                    <p:animEffect transition="in" filter="fade">
                                      <p:cBhvr>
                                        <p:cTn id="22" dur="1000"/>
                                        <p:tgtEl>
                                          <p:spTgt spid="25600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256004">
                                            <p:txEl>
                                              <p:pRg st="0" end="0"/>
                                            </p:txEl>
                                          </p:spTgt>
                                        </p:tgtEl>
                                        <p:attrNameLst>
                                          <p:attrName>style.visibility</p:attrName>
                                        </p:attrNameLst>
                                      </p:cBhvr>
                                      <p:to>
                                        <p:strVal val="visible"/>
                                      </p:to>
                                    </p:set>
                                    <p:animEffect transition="in" filter="barn(inHorizontal)">
                                      <p:cBhvr>
                                        <p:cTn id="27" dur="500"/>
                                        <p:tgtEl>
                                          <p:spTgt spid="256004">
                                            <p:txEl>
                                              <p:pRg st="0" end="0"/>
                                            </p:txEl>
                                          </p:spTgt>
                                        </p:tgtEl>
                                      </p:cBhvr>
                                    </p:animEffect>
                                  </p:childTnLst>
                                </p:cTn>
                              </p:par>
                            </p:childTnLst>
                          </p:cTn>
                        </p:par>
                        <p:par>
                          <p:cTn id="28" fill="hold">
                            <p:stCondLst>
                              <p:cond delay="500"/>
                            </p:stCondLst>
                            <p:childTnLst>
                              <p:par>
                                <p:cTn id="29" presetID="55" presetClass="entr" presetSubtype="0" fill="hold" nodeType="afterEffect">
                                  <p:stCondLst>
                                    <p:cond delay="0"/>
                                  </p:stCondLst>
                                  <p:childTnLst>
                                    <p:set>
                                      <p:cBhvr>
                                        <p:cTn id="30" dur="1" fill="hold">
                                          <p:stCondLst>
                                            <p:cond delay="0"/>
                                          </p:stCondLst>
                                        </p:cTn>
                                        <p:tgtEl>
                                          <p:spTgt spid="256005"/>
                                        </p:tgtEl>
                                        <p:attrNameLst>
                                          <p:attrName>style.visibility</p:attrName>
                                        </p:attrNameLst>
                                      </p:cBhvr>
                                      <p:to>
                                        <p:strVal val="visible"/>
                                      </p:to>
                                    </p:set>
                                    <p:anim calcmode="lin" valueType="num">
                                      <p:cBhvr>
                                        <p:cTn id="31" dur="1000" fill="hold"/>
                                        <p:tgtEl>
                                          <p:spTgt spid="256005"/>
                                        </p:tgtEl>
                                        <p:attrNameLst>
                                          <p:attrName>ppt_w</p:attrName>
                                        </p:attrNameLst>
                                      </p:cBhvr>
                                      <p:tavLst>
                                        <p:tav tm="0">
                                          <p:val>
                                            <p:strVal val="#ppt_w*0.70"/>
                                          </p:val>
                                        </p:tav>
                                        <p:tav tm="100000">
                                          <p:val>
                                            <p:strVal val="#ppt_w"/>
                                          </p:val>
                                        </p:tav>
                                      </p:tavLst>
                                    </p:anim>
                                    <p:anim calcmode="lin" valueType="num">
                                      <p:cBhvr>
                                        <p:cTn id="32" dur="1000" fill="hold"/>
                                        <p:tgtEl>
                                          <p:spTgt spid="256005"/>
                                        </p:tgtEl>
                                        <p:attrNameLst>
                                          <p:attrName>ppt_h</p:attrName>
                                        </p:attrNameLst>
                                      </p:cBhvr>
                                      <p:tavLst>
                                        <p:tav tm="0">
                                          <p:val>
                                            <p:strVal val="#ppt_h"/>
                                          </p:val>
                                        </p:tav>
                                        <p:tav tm="100000">
                                          <p:val>
                                            <p:strVal val="#ppt_h"/>
                                          </p:val>
                                        </p:tav>
                                      </p:tavLst>
                                    </p:anim>
                                    <p:animEffect transition="in" filter="fade">
                                      <p:cBhvr>
                                        <p:cTn id="33" dur="1000"/>
                                        <p:tgtEl>
                                          <p:spTgt spid="256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日期占位符 3"/>
          <p:cNvSpPr>
            <a:spLocks noGrp="1"/>
          </p:cNvSpPr>
          <p:nvPr>
            <p:ph type="dt" sz="quarter" idx="10"/>
          </p:nvPr>
        </p:nvSpPr>
        <p:spPr/>
        <p:txBody>
          <a:bodyPr/>
          <a:lstStyle/>
          <a:p>
            <a:pPr>
              <a:defRPr/>
            </a:pPr>
            <a:fld id="{220F0FD4-6BD7-4AE4-867E-C7BB8D7D6767}" type="datetime1">
              <a:rPr lang="zh-CN" altLang="en-US"/>
            </a:fld>
            <a:endParaRPr lang="zh-CN" altLang="en-US"/>
          </a:p>
        </p:txBody>
      </p:sp>
      <p:sp>
        <p:nvSpPr>
          <p:cNvPr id="117763" name="Rectangle 2"/>
          <p:cNvSpPr>
            <a:spLocks noGrp="1" noChangeArrowheads="1"/>
          </p:cNvSpPr>
          <p:nvPr>
            <p:ph type="body" sz="half" idx="4294967295"/>
          </p:nvPr>
        </p:nvSpPr>
        <p:spPr>
          <a:xfrm>
            <a:off x="1981200" y="2133600"/>
            <a:ext cx="6478588" cy="4568825"/>
          </a:xfrm>
        </p:spPr>
        <p:txBody>
          <a:bodyPr/>
          <a:lstStyle/>
          <a:p>
            <a:pPr>
              <a:lnSpc>
                <a:spcPct val="120000"/>
              </a:lnSpc>
              <a:buFont typeface="Wingdings" panose="05000000000000000000" pitchFamily="2" charset="2"/>
              <a:buNone/>
            </a:pPr>
            <a:r>
              <a:rPr lang="zh-CN" altLang="en-US" sz="2200"/>
              <a:t>         </a:t>
            </a:r>
            <a:endParaRPr lang="zh-CN" altLang="en-US" sz="2600"/>
          </a:p>
        </p:txBody>
      </p:sp>
      <p:pic>
        <p:nvPicPr>
          <p:cNvPr id="117764"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76375" y="765175"/>
            <a:ext cx="2592388"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5" name="Rectangle 4"/>
          <p:cNvSpPr>
            <a:spLocks noChangeArrowheads="1"/>
          </p:cNvSpPr>
          <p:nvPr/>
        </p:nvSpPr>
        <p:spPr bwMode="auto">
          <a:xfrm>
            <a:off x="755650" y="471488"/>
            <a:ext cx="2603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2800">
                <a:latin typeface="华文中宋" panose="02010600040101010101" pitchFamily="2" charset="-122"/>
                <a:ea typeface="华文中宋" panose="02010600040101010101" pitchFamily="2" charset="-122"/>
              </a:rPr>
              <a:t>例：</a:t>
            </a:r>
            <a:r>
              <a:rPr lang="zh-CN" altLang="en-US" sz="2800">
                <a:solidFill>
                  <a:srgbClr val="000000"/>
                </a:solidFill>
                <a:latin typeface="华文中宋" panose="02010600040101010101" pitchFamily="2" charset="-122"/>
                <a:ea typeface="华文中宋" panose="02010600040101010101" pitchFamily="2" charset="-122"/>
              </a:rPr>
              <a:t>         </a:t>
            </a:r>
            <a:endParaRPr lang="zh-CN" altLang="en-US" sz="2800">
              <a:solidFill>
                <a:srgbClr val="000000"/>
              </a:solidFill>
              <a:latin typeface="华文中宋" panose="02010600040101010101" pitchFamily="2" charset="-122"/>
              <a:ea typeface="华文中宋" panose="02010600040101010101" pitchFamily="2" charset="-122"/>
            </a:endParaRPr>
          </a:p>
        </p:txBody>
      </p:sp>
      <p:sp>
        <p:nvSpPr>
          <p:cNvPr id="117766" name="Rectangle 5"/>
          <p:cNvSpPr>
            <a:spLocks noChangeArrowheads="1"/>
          </p:cNvSpPr>
          <p:nvPr/>
        </p:nvSpPr>
        <p:spPr bwMode="auto">
          <a:xfrm>
            <a:off x="1628775" y="6989763"/>
            <a:ext cx="355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a:solidFill>
                  <a:srgbClr val="000000"/>
                </a:solidFill>
                <a:latin typeface="Arial" panose="020B0604020202020204" pitchFamily="34" charset="0"/>
                <a:ea typeface="华文楷体" panose="02010600040101010101" pitchFamily="2" charset="-122"/>
              </a:rPr>
              <a:t>   </a:t>
            </a:r>
            <a:endParaRPr lang="zh-CN" altLang="en-US" sz="1800">
              <a:latin typeface="Arial" panose="020B0604020202020204" pitchFamily="34" charset="0"/>
              <a:ea typeface="宋体" panose="02010600030101010101" pitchFamily="2" charset="-122"/>
            </a:endParaRPr>
          </a:p>
        </p:txBody>
      </p:sp>
      <p:graphicFrame>
        <p:nvGraphicFramePr>
          <p:cNvPr id="117767" name="Object 6"/>
          <p:cNvGraphicFramePr>
            <a:graphicFrameLocks noGrp="1" noChangeAspect="1"/>
          </p:cNvGraphicFramePr>
          <p:nvPr>
            <p:ph sz="half" idx="4294967295"/>
          </p:nvPr>
        </p:nvGraphicFramePr>
        <p:xfrm>
          <a:off x="5724525" y="0"/>
          <a:ext cx="2828925" cy="2514600"/>
        </p:xfrm>
        <a:graphic>
          <a:graphicData uri="http://schemas.openxmlformats.org/presentationml/2006/ole">
            <mc:AlternateContent xmlns:mc="http://schemas.openxmlformats.org/markup-compatibility/2006">
              <mc:Choice xmlns:v="urn:schemas-microsoft-com:vml" Requires="v">
                <p:oleObj spid="_x0000_s117896" name="位图图像" r:id="rId2" imgW="2828925" imgH="2514600" progId="Paint.Picture">
                  <p:embed/>
                </p:oleObj>
              </mc:Choice>
              <mc:Fallback>
                <p:oleObj name="位图图像" r:id="rId2" imgW="2828925" imgH="2514600" progId="Paint.Picture">
                  <p:embed/>
                  <p:pic>
                    <p:nvPicPr>
                      <p:cNvPr id="0" name="Object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0"/>
                        <a:ext cx="282892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7"/>
          <p:cNvGrpSpPr/>
          <p:nvPr/>
        </p:nvGrpSpPr>
        <p:grpSpPr bwMode="auto">
          <a:xfrm>
            <a:off x="1890713" y="2492375"/>
            <a:ext cx="4481512" cy="3887788"/>
            <a:chOff x="1020" y="1661"/>
            <a:chExt cx="2126" cy="2449"/>
          </a:xfrm>
        </p:grpSpPr>
        <p:sp>
          <p:nvSpPr>
            <p:cNvPr id="117769" name="Rectangle 8"/>
            <p:cNvSpPr>
              <a:spLocks noChangeArrowheads="1"/>
            </p:cNvSpPr>
            <p:nvPr/>
          </p:nvSpPr>
          <p:spPr bwMode="auto">
            <a:xfrm>
              <a:off x="1026" y="3257"/>
              <a:ext cx="412" cy="3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a:solidFill>
                    <a:srgbClr val="000000"/>
                  </a:solidFill>
                  <a:latin typeface="Arial" panose="020B0604020202020204" pitchFamily="34" charset="0"/>
                  <a:ea typeface="华文楷体" panose="02010600040101010101" pitchFamily="2" charset="-122"/>
                </a:rPr>
                <a:t>   </a:t>
              </a:r>
              <a:endParaRPr lang="zh-CN" altLang="en-US" sz="1100">
                <a:latin typeface="Arial" panose="020B0604020202020204" pitchFamily="34" charset="0"/>
                <a:ea typeface="宋体" panose="02010600030101010101" pitchFamily="2" charset="-122"/>
              </a:endParaRPr>
            </a:p>
            <a:p>
              <a:pPr>
                <a:spcBef>
                  <a:spcPct val="0"/>
                </a:spcBef>
                <a:buClrTx/>
                <a:buFontTx/>
                <a:buNone/>
              </a:pPr>
              <a:r>
                <a:rPr lang="zh-CN" altLang="en-US" sz="1600">
                  <a:solidFill>
                    <a:srgbClr val="000000"/>
                  </a:solidFill>
                  <a:latin typeface="Arial" panose="020B0604020202020204" pitchFamily="34" charset="0"/>
                  <a:ea typeface="华文楷体" panose="02010600040101010101" pitchFamily="2" charset="-122"/>
                </a:rPr>
                <a:t>         </a:t>
              </a:r>
              <a:endParaRPr lang="zh-CN" altLang="en-US" sz="1800">
                <a:latin typeface="Arial" panose="020B0604020202020204" pitchFamily="34" charset="0"/>
                <a:ea typeface="宋体" panose="02010600030101010101" pitchFamily="2" charset="-122"/>
              </a:endParaRPr>
            </a:p>
          </p:txBody>
        </p:sp>
        <p:sp>
          <p:nvSpPr>
            <p:cNvPr id="117770" name="AutoShape 9"/>
            <p:cNvSpPr>
              <a:spLocks noChangeAspect="1" noChangeArrowheads="1" noTextEdit="1"/>
            </p:cNvSpPr>
            <p:nvPr/>
          </p:nvSpPr>
          <p:spPr bwMode="auto">
            <a:xfrm>
              <a:off x="1020" y="1661"/>
              <a:ext cx="2126" cy="244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71" name="Rectangle 10"/>
            <p:cNvSpPr>
              <a:spLocks noChangeArrowheads="1"/>
            </p:cNvSpPr>
            <p:nvPr/>
          </p:nvSpPr>
          <p:spPr bwMode="auto">
            <a:xfrm>
              <a:off x="1222" y="1684"/>
              <a:ext cx="92" cy="3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37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72" name="Rectangle 11"/>
            <p:cNvSpPr>
              <a:spLocks noChangeArrowheads="1"/>
            </p:cNvSpPr>
            <p:nvPr/>
          </p:nvSpPr>
          <p:spPr bwMode="auto">
            <a:xfrm>
              <a:off x="1582" y="1684"/>
              <a:ext cx="93" cy="3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37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73" name="Rectangle 12"/>
            <p:cNvSpPr>
              <a:spLocks noChangeArrowheads="1"/>
            </p:cNvSpPr>
            <p:nvPr/>
          </p:nvSpPr>
          <p:spPr bwMode="auto">
            <a:xfrm>
              <a:off x="2307" y="1684"/>
              <a:ext cx="93" cy="3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37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74" name="Rectangle 13"/>
            <p:cNvSpPr>
              <a:spLocks noChangeArrowheads="1"/>
            </p:cNvSpPr>
            <p:nvPr/>
          </p:nvSpPr>
          <p:spPr bwMode="auto">
            <a:xfrm>
              <a:off x="2455" y="1684"/>
              <a:ext cx="93" cy="3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37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75" name="Line 14"/>
            <p:cNvSpPr>
              <a:spLocks noChangeShapeType="1"/>
            </p:cNvSpPr>
            <p:nvPr/>
          </p:nvSpPr>
          <p:spPr bwMode="auto">
            <a:xfrm>
              <a:off x="1537" y="2670"/>
              <a:ext cx="79"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76" name="Line 15"/>
            <p:cNvSpPr>
              <a:spLocks noChangeShapeType="1"/>
            </p:cNvSpPr>
            <p:nvPr/>
          </p:nvSpPr>
          <p:spPr bwMode="auto">
            <a:xfrm>
              <a:off x="1493" y="2364"/>
              <a:ext cx="79"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77" name="Line 16"/>
            <p:cNvSpPr>
              <a:spLocks noChangeShapeType="1"/>
            </p:cNvSpPr>
            <p:nvPr/>
          </p:nvSpPr>
          <p:spPr bwMode="auto">
            <a:xfrm>
              <a:off x="1237" y="3170"/>
              <a:ext cx="182"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78" name="Line 17"/>
            <p:cNvSpPr>
              <a:spLocks noChangeShapeType="1"/>
            </p:cNvSpPr>
            <p:nvPr/>
          </p:nvSpPr>
          <p:spPr bwMode="auto">
            <a:xfrm>
              <a:off x="1763" y="3170"/>
              <a:ext cx="29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79" name="Line 18"/>
            <p:cNvSpPr>
              <a:spLocks noChangeShapeType="1"/>
            </p:cNvSpPr>
            <p:nvPr/>
          </p:nvSpPr>
          <p:spPr bwMode="auto">
            <a:xfrm>
              <a:off x="2088" y="3785"/>
              <a:ext cx="295" cy="1"/>
            </a:xfrm>
            <a:prstGeom prst="line">
              <a:avLst/>
            </a:prstGeom>
            <a:noFill/>
            <a:ln w="142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7780" name="Rectangle 20"/>
            <p:cNvSpPr>
              <a:spLocks noChangeArrowheads="1"/>
            </p:cNvSpPr>
            <p:nvPr/>
          </p:nvSpPr>
          <p:spPr bwMode="auto">
            <a:xfrm>
              <a:off x="2408" y="3816"/>
              <a:ext cx="81"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ø</a:t>
              </a:r>
              <a:endParaRPr lang="en-US" altLang="zh-CN" sz="2400">
                <a:latin typeface="Times New Roman" panose="02020603050405020304" pitchFamily="18" charset="0"/>
                <a:ea typeface="宋体" panose="02010600030101010101" pitchFamily="2" charset="-122"/>
              </a:endParaRPr>
            </a:p>
          </p:txBody>
        </p:sp>
        <p:sp>
          <p:nvSpPr>
            <p:cNvPr id="117781" name="Rectangle 21"/>
            <p:cNvSpPr>
              <a:spLocks noChangeArrowheads="1"/>
            </p:cNvSpPr>
            <p:nvPr/>
          </p:nvSpPr>
          <p:spPr bwMode="auto">
            <a:xfrm>
              <a:off x="2408" y="3495"/>
              <a:ext cx="81"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ö</a:t>
              </a:r>
              <a:endParaRPr lang="en-US" altLang="zh-CN" sz="2400">
                <a:latin typeface="Times New Roman" panose="02020603050405020304" pitchFamily="18" charset="0"/>
                <a:ea typeface="宋体" panose="02010600030101010101" pitchFamily="2" charset="-122"/>
              </a:endParaRPr>
            </a:p>
          </p:txBody>
        </p:sp>
        <p:sp>
          <p:nvSpPr>
            <p:cNvPr id="117782" name="Rectangle 22"/>
            <p:cNvSpPr>
              <a:spLocks noChangeArrowheads="1"/>
            </p:cNvSpPr>
            <p:nvPr/>
          </p:nvSpPr>
          <p:spPr bwMode="auto">
            <a:xfrm>
              <a:off x="1972" y="3637"/>
              <a:ext cx="81"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ç</a:t>
              </a:r>
              <a:endParaRPr lang="en-US" altLang="zh-CN" sz="2400">
                <a:latin typeface="Times New Roman" panose="02020603050405020304" pitchFamily="18" charset="0"/>
                <a:ea typeface="宋体" panose="02010600030101010101" pitchFamily="2" charset="-122"/>
              </a:endParaRPr>
            </a:p>
          </p:txBody>
        </p:sp>
        <p:sp>
          <p:nvSpPr>
            <p:cNvPr id="117783" name="Rectangle 23"/>
            <p:cNvSpPr>
              <a:spLocks noChangeArrowheads="1"/>
            </p:cNvSpPr>
            <p:nvPr/>
          </p:nvSpPr>
          <p:spPr bwMode="auto">
            <a:xfrm>
              <a:off x="1972" y="3816"/>
              <a:ext cx="81"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è</a:t>
              </a:r>
              <a:endParaRPr lang="en-US" altLang="zh-CN" sz="2400">
                <a:latin typeface="Times New Roman" panose="02020603050405020304" pitchFamily="18" charset="0"/>
                <a:ea typeface="宋体" panose="02010600030101010101" pitchFamily="2" charset="-122"/>
              </a:endParaRPr>
            </a:p>
          </p:txBody>
        </p:sp>
        <p:sp>
          <p:nvSpPr>
            <p:cNvPr id="117784" name="Rectangle 24"/>
            <p:cNvSpPr>
              <a:spLocks noChangeArrowheads="1"/>
            </p:cNvSpPr>
            <p:nvPr/>
          </p:nvSpPr>
          <p:spPr bwMode="auto">
            <a:xfrm>
              <a:off x="1972" y="3495"/>
              <a:ext cx="81"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æ</a:t>
              </a:r>
              <a:endParaRPr lang="en-US" altLang="zh-CN" sz="2400">
                <a:latin typeface="Times New Roman" panose="02020603050405020304" pitchFamily="18" charset="0"/>
                <a:ea typeface="宋体" panose="02010600030101010101" pitchFamily="2" charset="-122"/>
              </a:endParaRPr>
            </a:p>
          </p:txBody>
        </p:sp>
        <p:sp>
          <p:nvSpPr>
            <p:cNvPr id="117785" name="Rectangle 25"/>
            <p:cNvSpPr>
              <a:spLocks noChangeArrowheads="1"/>
            </p:cNvSpPr>
            <p:nvPr/>
          </p:nvSpPr>
          <p:spPr bwMode="auto">
            <a:xfrm>
              <a:off x="1054" y="3617"/>
              <a:ext cx="115"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86" name="Rectangle 26"/>
            <p:cNvSpPr>
              <a:spLocks noChangeArrowheads="1"/>
            </p:cNvSpPr>
            <p:nvPr/>
          </p:nvSpPr>
          <p:spPr bwMode="auto">
            <a:xfrm>
              <a:off x="1054" y="3002"/>
              <a:ext cx="115"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87" name="Rectangle 27"/>
            <p:cNvSpPr>
              <a:spLocks noChangeArrowheads="1"/>
            </p:cNvSpPr>
            <p:nvPr/>
          </p:nvSpPr>
          <p:spPr bwMode="auto">
            <a:xfrm>
              <a:off x="1054" y="2341"/>
              <a:ext cx="115"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88" name="Rectangle 28"/>
            <p:cNvSpPr>
              <a:spLocks noChangeArrowheads="1"/>
            </p:cNvSpPr>
            <p:nvPr/>
          </p:nvSpPr>
          <p:spPr bwMode="auto">
            <a:xfrm>
              <a:off x="1694" y="1758"/>
              <a:ext cx="115"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89" name="Rectangle 29"/>
            <p:cNvSpPr>
              <a:spLocks noChangeArrowheads="1"/>
            </p:cNvSpPr>
            <p:nvPr/>
          </p:nvSpPr>
          <p:spPr bwMode="auto">
            <a:xfrm>
              <a:off x="1392" y="2309"/>
              <a:ext cx="86" cy="4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4200">
                  <a:solidFill>
                    <a:srgbClr val="000000"/>
                  </a:solidFill>
                  <a:latin typeface="Symbol" panose="05050102010706020507" pitchFamily="18" charset="2"/>
                  <a:ea typeface="宋体" panose="02010600030101010101" pitchFamily="2" charset="-122"/>
                </a:rPr>
                <a:t>ò</a:t>
              </a:r>
              <a:endParaRPr lang="en-US" altLang="zh-CN" sz="2400">
                <a:latin typeface="Times New Roman" panose="02020603050405020304" pitchFamily="18" charset="0"/>
                <a:ea typeface="宋体" panose="02010600030101010101" pitchFamily="2" charset="-122"/>
              </a:endParaRPr>
            </a:p>
          </p:txBody>
        </p:sp>
        <p:sp>
          <p:nvSpPr>
            <p:cNvPr id="117790" name="Rectangle 30"/>
            <p:cNvSpPr>
              <a:spLocks noChangeArrowheads="1"/>
            </p:cNvSpPr>
            <p:nvPr/>
          </p:nvSpPr>
          <p:spPr bwMode="auto">
            <a:xfrm>
              <a:off x="1877" y="1726"/>
              <a:ext cx="86" cy="4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4200">
                  <a:solidFill>
                    <a:srgbClr val="000000"/>
                  </a:solidFill>
                  <a:latin typeface="Symbol" panose="05050102010706020507" pitchFamily="18" charset="2"/>
                  <a:ea typeface="宋体" panose="02010600030101010101" pitchFamily="2" charset="-122"/>
                </a:rPr>
                <a:t>ò</a:t>
              </a:r>
              <a:endParaRPr lang="en-US" altLang="zh-CN" sz="2400">
                <a:latin typeface="Times New Roman" panose="02020603050405020304" pitchFamily="18" charset="0"/>
                <a:ea typeface="宋体" panose="02010600030101010101" pitchFamily="2" charset="-122"/>
              </a:endParaRPr>
            </a:p>
          </p:txBody>
        </p:sp>
        <p:sp>
          <p:nvSpPr>
            <p:cNvPr id="117791" name="Rectangle 31"/>
            <p:cNvSpPr>
              <a:spLocks noChangeArrowheads="1"/>
            </p:cNvSpPr>
            <p:nvPr/>
          </p:nvSpPr>
          <p:spPr bwMode="auto">
            <a:xfrm>
              <a:off x="1458" y="2572"/>
              <a:ext cx="65"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92" name="Rectangle 32"/>
            <p:cNvSpPr>
              <a:spLocks noChangeArrowheads="1"/>
            </p:cNvSpPr>
            <p:nvPr/>
          </p:nvSpPr>
          <p:spPr bwMode="auto">
            <a:xfrm>
              <a:off x="1766" y="2335"/>
              <a:ext cx="66"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93" name="Rectangle 33"/>
            <p:cNvSpPr>
              <a:spLocks noChangeArrowheads="1"/>
            </p:cNvSpPr>
            <p:nvPr/>
          </p:nvSpPr>
          <p:spPr bwMode="auto">
            <a:xfrm>
              <a:off x="1974" y="1683"/>
              <a:ext cx="86"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94" name="Rectangle 34"/>
            <p:cNvSpPr>
              <a:spLocks noChangeArrowheads="1"/>
            </p:cNvSpPr>
            <p:nvPr/>
          </p:nvSpPr>
          <p:spPr bwMode="auto">
            <a:xfrm>
              <a:off x="2017" y="1973"/>
              <a:ext cx="86"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95" name="Rectangle 35"/>
            <p:cNvSpPr>
              <a:spLocks noChangeArrowheads="1"/>
            </p:cNvSpPr>
            <p:nvPr/>
          </p:nvSpPr>
          <p:spPr bwMode="auto">
            <a:xfrm>
              <a:off x="1942" y="1973"/>
              <a:ext cx="66"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96" name="Rectangle 36"/>
            <p:cNvSpPr>
              <a:spLocks noChangeArrowheads="1"/>
            </p:cNvSpPr>
            <p:nvPr/>
          </p:nvSpPr>
          <p:spPr bwMode="auto">
            <a:xfrm>
              <a:off x="2626" y="1752"/>
              <a:ext cx="65"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Symbol" panose="05050102010706020507" pitchFamily="18" charset="2"/>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117797" name="Rectangle 37"/>
            <p:cNvSpPr>
              <a:spLocks noChangeArrowheads="1"/>
            </p:cNvSpPr>
            <p:nvPr/>
          </p:nvSpPr>
          <p:spPr bwMode="auto">
            <a:xfrm>
              <a:off x="2182" y="3816"/>
              <a:ext cx="105"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117798" name="Rectangle 38"/>
            <p:cNvSpPr>
              <a:spLocks noChangeArrowheads="1"/>
            </p:cNvSpPr>
            <p:nvPr/>
          </p:nvSpPr>
          <p:spPr bwMode="auto">
            <a:xfrm>
              <a:off x="1857" y="3201"/>
              <a:ext cx="105"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117799" name="Rectangle 39"/>
            <p:cNvSpPr>
              <a:spLocks noChangeArrowheads="1"/>
            </p:cNvSpPr>
            <p:nvPr/>
          </p:nvSpPr>
          <p:spPr bwMode="auto">
            <a:xfrm>
              <a:off x="1453" y="3028"/>
              <a:ext cx="245"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a:solidFill>
                    <a:srgbClr val="000000"/>
                  </a:solidFill>
                  <a:latin typeface="Times New Roman" panose="02020603050405020304" pitchFamily="18" charset="0"/>
                  <a:ea typeface="宋体" panose="02010600030101010101" pitchFamily="2" charset="-122"/>
                </a:rPr>
                <a:t>sin</a:t>
              </a:r>
              <a:endParaRPr lang="en-US" altLang="zh-CN" sz="2400">
                <a:latin typeface="Times New Roman" panose="02020603050405020304" pitchFamily="18" charset="0"/>
                <a:ea typeface="宋体" panose="02010600030101010101" pitchFamily="2" charset="-122"/>
              </a:endParaRPr>
            </a:p>
          </p:txBody>
        </p:sp>
        <p:sp>
          <p:nvSpPr>
            <p:cNvPr id="117800" name="Rectangle 40"/>
            <p:cNvSpPr>
              <a:spLocks noChangeArrowheads="1"/>
            </p:cNvSpPr>
            <p:nvPr/>
          </p:nvSpPr>
          <p:spPr bwMode="auto">
            <a:xfrm>
              <a:off x="1502" y="2383"/>
              <a:ext cx="60"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117801" name="Rectangle 41"/>
            <p:cNvSpPr>
              <a:spLocks noChangeArrowheads="1"/>
            </p:cNvSpPr>
            <p:nvPr/>
          </p:nvSpPr>
          <p:spPr bwMode="auto">
            <a:xfrm>
              <a:off x="1546" y="2688"/>
              <a:ext cx="60"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a:solidFill>
                    <a:srgbClr val="000000"/>
                  </a:solidFill>
                  <a:latin typeface="Times New Roman" panose="02020603050405020304" pitchFamily="18" charset="0"/>
                  <a:ea typeface="宋体" panose="02010600030101010101" pitchFamily="2" charset="-122"/>
                </a:rPr>
                <a:t>2</a:t>
              </a:r>
              <a:endParaRPr lang="en-US" altLang="zh-CN" sz="2400">
                <a:latin typeface="Times New Roman" panose="02020603050405020304" pitchFamily="18" charset="0"/>
                <a:ea typeface="宋体" panose="02010600030101010101" pitchFamily="2" charset="-122"/>
              </a:endParaRPr>
            </a:p>
          </p:txBody>
        </p:sp>
        <p:sp>
          <p:nvSpPr>
            <p:cNvPr id="117802" name="Rectangle 42"/>
            <p:cNvSpPr>
              <a:spLocks noChangeArrowheads="1"/>
            </p:cNvSpPr>
            <p:nvPr/>
          </p:nvSpPr>
          <p:spPr bwMode="auto">
            <a:xfrm>
              <a:off x="2085" y="3478"/>
              <a:ext cx="236"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Symbol" panose="05050102010706020507" pitchFamily="18" charset="2"/>
                  <a:ea typeface="宋体" panose="02010600030101010101" pitchFamily="2" charset="-122"/>
                </a:rPr>
                <a:t>wt</a:t>
              </a:r>
              <a:endParaRPr lang="en-US" altLang="zh-CN" sz="2400">
                <a:latin typeface="Times New Roman" panose="02020603050405020304" pitchFamily="18" charset="0"/>
                <a:ea typeface="宋体" panose="02010600030101010101" pitchFamily="2" charset="-122"/>
              </a:endParaRPr>
            </a:p>
          </p:txBody>
        </p:sp>
        <p:sp>
          <p:nvSpPr>
            <p:cNvPr id="117803" name="Rectangle 43"/>
            <p:cNvSpPr>
              <a:spLocks noChangeArrowheads="1"/>
            </p:cNvSpPr>
            <p:nvPr/>
          </p:nvSpPr>
          <p:spPr bwMode="auto">
            <a:xfrm>
              <a:off x="1383" y="3657"/>
              <a:ext cx="92"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Symbol" panose="05050102010706020507" pitchFamily="18" charset="2"/>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17804" name="Rectangle 44"/>
            <p:cNvSpPr>
              <a:spLocks noChangeArrowheads="1"/>
            </p:cNvSpPr>
            <p:nvPr/>
          </p:nvSpPr>
          <p:spPr bwMode="auto">
            <a:xfrm>
              <a:off x="1760" y="2863"/>
              <a:ext cx="236"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Symbol" panose="05050102010706020507" pitchFamily="18" charset="2"/>
                  <a:ea typeface="宋体" panose="02010600030101010101" pitchFamily="2" charset="-122"/>
                </a:rPr>
                <a:t>wt</a:t>
              </a:r>
              <a:endParaRPr lang="en-US" altLang="zh-CN" sz="2400">
                <a:latin typeface="Times New Roman" panose="02020603050405020304" pitchFamily="18" charset="0"/>
                <a:ea typeface="宋体" panose="02010600030101010101" pitchFamily="2" charset="-122"/>
              </a:endParaRPr>
            </a:p>
          </p:txBody>
        </p:sp>
        <p:sp>
          <p:nvSpPr>
            <p:cNvPr id="117805" name="Rectangle 45"/>
            <p:cNvSpPr>
              <a:spLocks noChangeArrowheads="1"/>
            </p:cNvSpPr>
            <p:nvPr/>
          </p:nvSpPr>
          <p:spPr bwMode="auto">
            <a:xfrm>
              <a:off x="1235" y="3175"/>
              <a:ext cx="144"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Symbol" panose="05050102010706020507" pitchFamily="18" charset="2"/>
                  <a:ea typeface="宋体" panose="02010600030101010101" pitchFamily="2" charset="-122"/>
                </a:rPr>
                <a:t>w</a:t>
              </a:r>
              <a:endParaRPr lang="en-US" altLang="zh-CN" sz="2400">
                <a:latin typeface="Times New Roman" panose="02020603050405020304" pitchFamily="18" charset="0"/>
                <a:ea typeface="宋体" panose="02010600030101010101" pitchFamily="2" charset="-122"/>
              </a:endParaRPr>
            </a:p>
          </p:txBody>
        </p:sp>
        <p:sp>
          <p:nvSpPr>
            <p:cNvPr id="117806" name="Rectangle 46"/>
            <p:cNvSpPr>
              <a:spLocks noChangeArrowheads="1"/>
            </p:cNvSpPr>
            <p:nvPr/>
          </p:nvSpPr>
          <p:spPr bwMode="auto">
            <a:xfrm>
              <a:off x="1399" y="1758"/>
              <a:ext cx="144"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Symbol" panose="05050102010706020507" pitchFamily="18" charset="2"/>
                  <a:ea typeface="宋体" panose="02010600030101010101" pitchFamily="2" charset="-122"/>
                </a:rPr>
                <a:t>w</a:t>
              </a:r>
              <a:endParaRPr lang="en-US" altLang="zh-CN" sz="2400">
                <a:latin typeface="Times New Roman" panose="02020603050405020304" pitchFamily="18" charset="0"/>
                <a:ea typeface="宋体" panose="02010600030101010101" pitchFamily="2" charset="-122"/>
              </a:endParaRPr>
            </a:p>
          </p:txBody>
        </p:sp>
        <p:sp>
          <p:nvSpPr>
            <p:cNvPr id="117807" name="Rectangle 47"/>
            <p:cNvSpPr>
              <a:spLocks noChangeArrowheads="1"/>
            </p:cNvSpPr>
            <p:nvPr/>
          </p:nvSpPr>
          <p:spPr bwMode="auto">
            <a:xfrm>
              <a:off x="1489" y="2184"/>
              <a:ext cx="52"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Symbol" panose="05050102010706020507" pitchFamily="18" charset="2"/>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17808" name="Rectangle 48"/>
            <p:cNvSpPr>
              <a:spLocks noChangeArrowheads="1"/>
            </p:cNvSpPr>
            <p:nvPr/>
          </p:nvSpPr>
          <p:spPr bwMode="auto">
            <a:xfrm>
              <a:off x="1532" y="2489"/>
              <a:ext cx="52"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Symbol" panose="05050102010706020507" pitchFamily="18" charset="2"/>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17809" name="Rectangle 49"/>
            <p:cNvSpPr>
              <a:spLocks noChangeArrowheads="1"/>
            </p:cNvSpPr>
            <p:nvPr/>
          </p:nvSpPr>
          <p:spPr bwMode="auto">
            <a:xfrm>
              <a:off x="1904" y="2335"/>
              <a:ext cx="82"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Symbol" panose="05050102010706020507" pitchFamily="18" charset="2"/>
                  <a:ea typeface="宋体" panose="02010600030101010101" pitchFamily="2" charset="-122"/>
                </a:rPr>
                <a:t>w</a:t>
              </a:r>
              <a:endParaRPr lang="en-US" altLang="zh-CN" sz="2400">
                <a:latin typeface="Times New Roman" panose="02020603050405020304" pitchFamily="18" charset="0"/>
                <a:ea typeface="宋体" panose="02010600030101010101" pitchFamily="2" charset="-122"/>
              </a:endParaRPr>
            </a:p>
          </p:txBody>
        </p:sp>
        <p:sp>
          <p:nvSpPr>
            <p:cNvPr id="117810" name="Rectangle 50"/>
            <p:cNvSpPr>
              <a:spLocks noChangeArrowheads="1"/>
            </p:cNvSpPr>
            <p:nvPr/>
          </p:nvSpPr>
          <p:spPr bwMode="auto">
            <a:xfrm>
              <a:off x="2764" y="1752"/>
              <a:ext cx="82"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Symbol" panose="05050102010706020507" pitchFamily="18" charset="2"/>
                  <a:ea typeface="宋体" panose="02010600030101010101" pitchFamily="2" charset="-122"/>
                </a:rPr>
                <a:t>w</a:t>
              </a:r>
              <a:endParaRPr lang="en-US" altLang="zh-CN" sz="2400">
                <a:latin typeface="Times New Roman" panose="02020603050405020304" pitchFamily="18" charset="0"/>
                <a:ea typeface="宋体" panose="02010600030101010101" pitchFamily="2" charset="-122"/>
              </a:endParaRPr>
            </a:p>
          </p:txBody>
        </p:sp>
        <p:sp>
          <p:nvSpPr>
            <p:cNvPr id="117811" name="Rectangle 51"/>
            <p:cNvSpPr>
              <a:spLocks noChangeArrowheads="1"/>
            </p:cNvSpPr>
            <p:nvPr/>
          </p:nvSpPr>
          <p:spPr bwMode="auto">
            <a:xfrm>
              <a:off x="1701" y="3657"/>
              <a:ext cx="210"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Sa</a:t>
              </a:r>
              <a:endParaRPr lang="en-US" altLang="zh-CN" sz="2400">
                <a:latin typeface="Times New Roman" panose="02020603050405020304" pitchFamily="18" charset="0"/>
                <a:ea typeface="宋体" panose="02010600030101010101" pitchFamily="2" charset="-122"/>
              </a:endParaRPr>
            </a:p>
          </p:txBody>
        </p:sp>
        <p:sp>
          <p:nvSpPr>
            <p:cNvPr id="117812" name="Rectangle 52"/>
            <p:cNvSpPr>
              <a:spLocks noChangeArrowheads="1"/>
            </p:cNvSpPr>
            <p:nvPr/>
          </p:nvSpPr>
          <p:spPr bwMode="auto">
            <a:xfrm>
              <a:off x="1251" y="3643"/>
              <a:ext cx="128"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17813" name="Rectangle 53"/>
            <p:cNvSpPr>
              <a:spLocks noChangeArrowheads="1"/>
            </p:cNvSpPr>
            <p:nvPr/>
          </p:nvSpPr>
          <p:spPr bwMode="auto">
            <a:xfrm>
              <a:off x="1202" y="2886"/>
              <a:ext cx="233"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2A</a:t>
              </a:r>
              <a:endParaRPr lang="en-US" altLang="zh-CN" sz="2400">
                <a:latin typeface="Times New Roman" panose="02020603050405020304" pitchFamily="18" charset="0"/>
                <a:ea typeface="宋体" panose="02010600030101010101" pitchFamily="2" charset="-122"/>
              </a:endParaRPr>
            </a:p>
          </p:txBody>
        </p:sp>
        <p:sp>
          <p:nvSpPr>
            <p:cNvPr id="117814" name="Rectangle 54"/>
            <p:cNvSpPr>
              <a:spLocks noChangeArrowheads="1"/>
            </p:cNvSpPr>
            <p:nvPr/>
          </p:nvSpPr>
          <p:spPr bwMode="auto">
            <a:xfrm>
              <a:off x="2052" y="2367"/>
              <a:ext cx="163"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dt</a:t>
              </a:r>
              <a:endParaRPr lang="en-US" altLang="zh-CN" sz="2400">
                <a:latin typeface="Times New Roman" panose="02020603050405020304" pitchFamily="18" charset="0"/>
                <a:ea typeface="宋体" panose="02010600030101010101" pitchFamily="2" charset="-122"/>
              </a:endParaRPr>
            </a:p>
          </p:txBody>
        </p:sp>
        <p:sp>
          <p:nvSpPr>
            <p:cNvPr id="117815" name="Rectangle 55"/>
            <p:cNvSpPr>
              <a:spLocks noChangeArrowheads="1"/>
            </p:cNvSpPr>
            <p:nvPr/>
          </p:nvSpPr>
          <p:spPr bwMode="auto">
            <a:xfrm>
              <a:off x="1653" y="2367"/>
              <a:ext cx="93"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117816" name="Rectangle 56"/>
            <p:cNvSpPr>
              <a:spLocks noChangeArrowheads="1"/>
            </p:cNvSpPr>
            <p:nvPr/>
          </p:nvSpPr>
          <p:spPr bwMode="auto">
            <a:xfrm>
              <a:off x="1251" y="2367"/>
              <a:ext cx="128"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17817" name="Rectangle 57"/>
            <p:cNvSpPr>
              <a:spLocks noChangeArrowheads="1"/>
            </p:cNvSpPr>
            <p:nvPr/>
          </p:nvSpPr>
          <p:spPr bwMode="auto">
            <a:xfrm>
              <a:off x="2913" y="1784"/>
              <a:ext cx="163"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dt</a:t>
              </a:r>
              <a:endParaRPr lang="en-US" altLang="zh-CN" sz="2400">
                <a:latin typeface="Times New Roman" panose="02020603050405020304" pitchFamily="18" charset="0"/>
                <a:ea typeface="宋体" panose="02010600030101010101" pitchFamily="2" charset="-122"/>
              </a:endParaRPr>
            </a:p>
          </p:txBody>
        </p:sp>
        <p:sp>
          <p:nvSpPr>
            <p:cNvPr id="117818" name="Rectangle 58"/>
            <p:cNvSpPr>
              <a:spLocks noChangeArrowheads="1"/>
            </p:cNvSpPr>
            <p:nvPr/>
          </p:nvSpPr>
          <p:spPr bwMode="auto">
            <a:xfrm>
              <a:off x="2514" y="1784"/>
              <a:ext cx="93"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117819" name="Rectangle 59"/>
            <p:cNvSpPr>
              <a:spLocks noChangeArrowheads="1"/>
            </p:cNvSpPr>
            <p:nvPr/>
          </p:nvSpPr>
          <p:spPr bwMode="auto">
            <a:xfrm>
              <a:off x="2371" y="1784"/>
              <a:ext cx="58"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17820" name="Rectangle 60"/>
            <p:cNvSpPr>
              <a:spLocks noChangeArrowheads="1"/>
            </p:cNvSpPr>
            <p:nvPr/>
          </p:nvSpPr>
          <p:spPr bwMode="auto">
            <a:xfrm>
              <a:off x="2191" y="1784"/>
              <a:ext cx="58"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117821" name="Rectangle 61"/>
            <p:cNvSpPr>
              <a:spLocks noChangeArrowheads="1"/>
            </p:cNvSpPr>
            <p:nvPr/>
          </p:nvSpPr>
          <p:spPr bwMode="auto">
            <a:xfrm>
              <a:off x="1335" y="1784"/>
              <a:ext cx="58"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j</a:t>
              </a:r>
              <a:endParaRPr lang="en-US" altLang="zh-CN" sz="2400">
                <a:latin typeface="Times New Roman" panose="02020603050405020304" pitchFamily="18" charset="0"/>
                <a:ea typeface="宋体" panose="02010600030101010101" pitchFamily="2" charset="-122"/>
              </a:endParaRPr>
            </a:p>
          </p:txBody>
        </p:sp>
        <p:sp>
          <p:nvSpPr>
            <p:cNvPr id="117822" name="Rectangle 62"/>
            <p:cNvSpPr>
              <a:spLocks noChangeArrowheads="1"/>
            </p:cNvSpPr>
            <p:nvPr/>
          </p:nvSpPr>
          <p:spPr bwMode="auto">
            <a:xfrm>
              <a:off x="1061" y="1784"/>
              <a:ext cx="129" cy="26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800" i="1">
                  <a:solidFill>
                    <a:srgbClr val="000000"/>
                  </a:solidFill>
                  <a:latin typeface="Times New Roman" panose="02020603050405020304" pitchFamily="18" charset="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117823" name="Rectangle 63"/>
            <p:cNvSpPr>
              <a:spLocks noChangeArrowheads="1"/>
            </p:cNvSpPr>
            <p:nvPr/>
          </p:nvSpPr>
          <p:spPr bwMode="auto">
            <a:xfrm>
              <a:off x="1994" y="2349"/>
              <a:ext cx="34"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17824" name="Rectangle 64"/>
            <p:cNvSpPr>
              <a:spLocks noChangeArrowheads="1"/>
            </p:cNvSpPr>
            <p:nvPr/>
          </p:nvSpPr>
          <p:spPr bwMode="auto">
            <a:xfrm>
              <a:off x="1867" y="2349"/>
              <a:ext cx="34"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Times New Roman" panose="02020603050405020304" pitchFamily="18" charset="0"/>
                  <a:ea typeface="宋体" panose="02010600030101010101" pitchFamily="2" charset="-122"/>
                </a:rPr>
                <a:t>j</a:t>
              </a:r>
              <a:endParaRPr lang="en-US" altLang="zh-CN" sz="2400">
                <a:latin typeface="Times New Roman" panose="02020603050405020304" pitchFamily="18" charset="0"/>
                <a:ea typeface="宋体" panose="02010600030101010101" pitchFamily="2" charset="-122"/>
              </a:endParaRPr>
            </a:p>
          </p:txBody>
        </p:sp>
        <p:sp>
          <p:nvSpPr>
            <p:cNvPr id="117825" name="Rectangle 65"/>
            <p:cNvSpPr>
              <a:spLocks noChangeArrowheads="1"/>
            </p:cNvSpPr>
            <p:nvPr/>
          </p:nvSpPr>
          <p:spPr bwMode="auto">
            <a:xfrm>
              <a:off x="2855" y="1766"/>
              <a:ext cx="34"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117826" name="Rectangle 66"/>
            <p:cNvSpPr>
              <a:spLocks noChangeArrowheads="1"/>
            </p:cNvSpPr>
            <p:nvPr/>
          </p:nvSpPr>
          <p:spPr bwMode="auto">
            <a:xfrm>
              <a:off x="2727" y="1766"/>
              <a:ext cx="34" cy="1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i="1">
                  <a:solidFill>
                    <a:srgbClr val="000000"/>
                  </a:solidFill>
                  <a:latin typeface="Times New Roman" panose="02020603050405020304" pitchFamily="18" charset="0"/>
                  <a:ea typeface="宋体" panose="02010600030101010101" pitchFamily="2" charset="-122"/>
                </a:rPr>
                <a:t>j</a:t>
              </a:r>
              <a:endParaRPr lang="en-US" altLang="zh-CN" sz="2400">
                <a:latin typeface="Times New Roman" panose="02020603050405020304" pitchFamily="18" charset="0"/>
                <a:ea typeface="宋体" panose="02010600030101010101" pitchFamily="2" charset="-122"/>
              </a:endParaRPr>
            </a:p>
          </p:txBody>
        </p:sp>
      </p:grpSp>
    </p:spTree>
    <p:custDataLst>
      <p:tags r:id="rId4"/>
    </p:custDataLst>
  </p:cSld>
  <p:clrMapOvr>
    <a:masterClrMapping/>
  </p:clrMapOvr>
  <p:transition spd="slow" advTm="10282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AC555EC0-FCC7-4532-9619-635D35A4ACE3}" type="datetime1">
              <a:rPr lang="zh-CN" altLang="en-US"/>
            </a:fld>
            <a:endParaRPr lang="zh-CN" altLang="en-US"/>
          </a:p>
        </p:txBody>
      </p:sp>
      <p:sp>
        <p:nvSpPr>
          <p:cNvPr id="258050" name="Rectangle 2"/>
          <p:cNvSpPr>
            <a:spLocks noGrp="1" noChangeArrowheads="1"/>
          </p:cNvSpPr>
          <p:nvPr>
            <p:ph type="title" idx="4294967295"/>
          </p:nvPr>
        </p:nvSpPr>
        <p:spPr>
          <a:xfrm>
            <a:off x="574675" y="0"/>
            <a:ext cx="7469188" cy="504825"/>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sp>
        <p:nvSpPr>
          <p:cNvPr id="118788" name="Rectangle 3"/>
          <p:cNvSpPr>
            <a:spLocks noGrp="1" noChangeArrowheads="1"/>
          </p:cNvSpPr>
          <p:nvPr>
            <p:ph type="body" sz="half" idx="4294967295"/>
          </p:nvPr>
        </p:nvSpPr>
        <p:spPr>
          <a:xfrm>
            <a:off x="611188" y="1484313"/>
            <a:ext cx="3914775" cy="4267200"/>
          </a:xfrm>
        </p:spPr>
        <p:txBody>
          <a:bodyPr/>
          <a:lstStyle/>
          <a:p>
            <a:pPr>
              <a:lnSpc>
                <a:spcPct val="120000"/>
              </a:lnSpc>
              <a:buFont typeface="Wingdings" panose="05000000000000000000" pitchFamily="2" charset="2"/>
              <a:buNone/>
            </a:pPr>
            <a:r>
              <a:rPr lang="zh-CN" altLang="en-US" sz="2200" b="1"/>
              <a:t>         </a:t>
            </a:r>
            <a:endParaRPr lang="zh-CN" altLang="en-US" sz="2600" b="1"/>
          </a:p>
        </p:txBody>
      </p:sp>
      <p:graphicFrame>
        <p:nvGraphicFramePr>
          <p:cNvPr id="258052" name="Object 4"/>
          <p:cNvGraphicFramePr>
            <a:graphicFrameLocks noGrp="1" noChangeAspect="1"/>
          </p:cNvGraphicFramePr>
          <p:nvPr>
            <p:ph sz="quarter" idx="4294967295"/>
          </p:nvPr>
        </p:nvGraphicFramePr>
        <p:xfrm>
          <a:off x="1258888" y="908050"/>
          <a:ext cx="5545137" cy="977900"/>
        </p:xfrm>
        <a:graphic>
          <a:graphicData uri="http://schemas.openxmlformats.org/presentationml/2006/ole">
            <mc:AlternateContent xmlns:mc="http://schemas.openxmlformats.org/markup-compatibility/2006">
              <mc:Choice xmlns:v="urn:schemas-microsoft-com:vml" Requires="v">
                <p:oleObj spid="_x0000_s118932" name="公式" r:id="rId1" imgW="2451100" imgH="431800" progId="Equation.3">
                  <p:embed/>
                </p:oleObj>
              </mc:Choice>
              <mc:Fallback>
                <p:oleObj name="公式" r:id="rId1" imgW="2451100" imgH="4318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908050"/>
                        <a:ext cx="5545137" cy="977900"/>
                      </a:xfrm>
                      <a:prstGeom prst="rect">
                        <a:avLst/>
                      </a:prstGeom>
                      <a:noFill/>
                      <a:ln w="28575" cmpd="sng">
                        <a:solidFill>
                          <a:srgbClr val="008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790" name="Rectangle 5"/>
          <p:cNvSpPr>
            <a:spLocks noChangeArrowheads="1"/>
          </p:cNvSpPr>
          <p:nvPr/>
        </p:nvSpPr>
        <p:spPr bwMode="auto">
          <a:xfrm>
            <a:off x="1628775" y="5170488"/>
            <a:ext cx="6985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solidFill>
                  <a:srgbClr val="000000"/>
                </a:solidFill>
                <a:latin typeface="Arial" panose="020B0604020202020204" pitchFamily="34" charset="0"/>
                <a:ea typeface="华文楷体" panose="02010600040101010101" pitchFamily="2" charset="-122"/>
              </a:rPr>
              <a:t>   </a:t>
            </a:r>
            <a:endParaRPr lang="zh-CN" altLang="en-US" sz="1100" b="1">
              <a:latin typeface="Arial" panose="020B0604020202020204" pitchFamily="34" charset="0"/>
              <a:ea typeface="宋体" panose="02010600030101010101" pitchFamily="2" charset="-122"/>
            </a:endParaRPr>
          </a:p>
          <a:p>
            <a:pPr>
              <a:spcBef>
                <a:spcPct val="0"/>
              </a:spcBef>
              <a:buClrTx/>
              <a:buFontTx/>
              <a:buNone/>
            </a:pPr>
            <a:r>
              <a:rPr lang="zh-CN" altLang="en-US" sz="1600" b="1">
                <a:solidFill>
                  <a:srgbClr val="000000"/>
                </a:solidFill>
                <a:latin typeface="Arial" panose="020B0604020202020204" pitchFamily="34" charset="0"/>
                <a:ea typeface="华文楷体" panose="0201060004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18791" name="Rectangle 6"/>
          <p:cNvSpPr>
            <a:spLocks noChangeArrowheads="1"/>
          </p:cNvSpPr>
          <p:nvPr/>
        </p:nvSpPr>
        <p:spPr bwMode="auto">
          <a:xfrm>
            <a:off x="1628775" y="6989763"/>
            <a:ext cx="355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solidFill>
                  <a:srgbClr val="000000"/>
                </a:solidFill>
                <a:latin typeface="Arial" panose="020B0604020202020204" pitchFamily="34" charset="0"/>
                <a:ea typeface="华文楷体" panose="0201060004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18792" name="Rectangle 7"/>
          <p:cNvSpPr>
            <a:spLocks noChangeArrowheads="1"/>
          </p:cNvSpPr>
          <p:nvPr/>
        </p:nvSpPr>
        <p:spPr bwMode="auto">
          <a:xfrm>
            <a:off x="1628775" y="1668463"/>
            <a:ext cx="527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solidFill>
                  <a:srgbClr val="000000"/>
                </a:solidFill>
                <a:latin typeface="Arial" panose="020B0604020202020204" pitchFamily="34" charset="0"/>
                <a:ea typeface="华文楷体" panose="02010600040101010101" pitchFamily="2" charset="-122"/>
              </a:rPr>
              <a:t>      </a:t>
            </a:r>
            <a:endParaRPr lang="zh-CN" altLang="en-US" sz="1800" b="1">
              <a:latin typeface="Arial" panose="020B0604020202020204" pitchFamily="34" charset="0"/>
              <a:ea typeface="宋体" panose="02010600030101010101" pitchFamily="2" charset="-122"/>
            </a:endParaRPr>
          </a:p>
        </p:txBody>
      </p:sp>
      <p:pic>
        <p:nvPicPr>
          <p:cNvPr id="258056" name="Picture 8" descr="2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4000500"/>
            <a:ext cx="338455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8057" name="Object 9"/>
          <p:cNvGraphicFramePr>
            <a:graphicFrameLocks noGrp="1" noChangeAspect="1"/>
          </p:cNvGraphicFramePr>
          <p:nvPr>
            <p:ph sz="quarter" idx="4294967295"/>
          </p:nvPr>
        </p:nvGraphicFramePr>
        <p:xfrm>
          <a:off x="696913" y="2109788"/>
          <a:ext cx="7038975" cy="1519237"/>
        </p:xfrm>
        <a:graphic>
          <a:graphicData uri="http://schemas.openxmlformats.org/presentationml/2006/ole">
            <mc:AlternateContent xmlns:mc="http://schemas.openxmlformats.org/markup-compatibility/2006">
              <mc:Choice xmlns:v="urn:schemas-microsoft-com:vml" Requires="v">
                <p:oleObj spid="_x0000_s118933" name="公式" r:id="rId4" imgW="3251200" imgH="914400" progId="Equation.3">
                  <p:embed/>
                </p:oleObj>
              </mc:Choice>
              <mc:Fallback>
                <p:oleObj name="公式" r:id="rId4" imgW="3251200" imgH="914400" progId="Equation.3">
                  <p:embed/>
                  <p:pic>
                    <p:nvPicPr>
                      <p:cNvPr id="0" name="Object 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913" y="2109788"/>
                        <a:ext cx="7038975" cy="1519237"/>
                      </a:xfrm>
                      <a:prstGeom prst="rect">
                        <a:avLst/>
                      </a:prstGeom>
                      <a:noFill/>
                      <a:ln w="28575" cmpd="sng">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58058" name="Picture 10" descr="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4365625"/>
            <a:ext cx="295275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12311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58052"/>
                                        </p:tgtEl>
                                        <p:attrNameLst>
                                          <p:attrName>style.visibility</p:attrName>
                                        </p:attrNameLst>
                                      </p:cBhvr>
                                      <p:to>
                                        <p:strVal val="visible"/>
                                      </p:to>
                                    </p:set>
                                    <p:anim calcmode="lin" valueType="num">
                                      <p:cBhvr>
                                        <p:cTn id="7" dur="1000" fill="hold"/>
                                        <p:tgtEl>
                                          <p:spTgt spid="258052"/>
                                        </p:tgtEl>
                                        <p:attrNameLst>
                                          <p:attrName>ppt_w</p:attrName>
                                        </p:attrNameLst>
                                      </p:cBhvr>
                                      <p:tavLst>
                                        <p:tav tm="0">
                                          <p:val>
                                            <p:strVal val="#ppt_w*0.70"/>
                                          </p:val>
                                        </p:tav>
                                        <p:tav tm="100000">
                                          <p:val>
                                            <p:strVal val="#ppt_w"/>
                                          </p:val>
                                        </p:tav>
                                      </p:tavLst>
                                    </p:anim>
                                    <p:anim calcmode="lin" valueType="num">
                                      <p:cBhvr>
                                        <p:cTn id="8" dur="1000" fill="hold"/>
                                        <p:tgtEl>
                                          <p:spTgt spid="258052"/>
                                        </p:tgtEl>
                                        <p:attrNameLst>
                                          <p:attrName>ppt_h</p:attrName>
                                        </p:attrNameLst>
                                      </p:cBhvr>
                                      <p:tavLst>
                                        <p:tav tm="0">
                                          <p:val>
                                            <p:strVal val="#ppt_h"/>
                                          </p:val>
                                        </p:tav>
                                        <p:tav tm="100000">
                                          <p:val>
                                            <p:strVal val="#ppt_h"/>
                                          </p:val>
                                        </p:tav>
                                      </p:tavLst>
                                    </p:anim>
                                    <p:animEffect transition="in" filter="fade">
                                      <p:cBhvr>
                                        <p:cTn id="9" dur="1000"/>
                                        <p:tgtEl>
                                          <p:spTgt spid="258052"/>
                                        </p:tgtEl>
                                      </p:cBhvr>
                                    </p:animEffect>
                                  </p:childTnLst>
                                </p:cTn>
                              </p:par>
                              <p:par>
                                <p:cTn id="10" presetID="55" presetClass="entr" presetSubtype="0" fill="hold" nodeType="withEffect">
                                  <p:stCondLst>
                                    <p:cond delay="0"/>
                                  </p:stCondLst>
                                  <p:childTnLst>
                                    <p:set>
                                      <p:cBhvr>
                                        <p:cTn id="11" dur="1" fill="hold">
                                          <p:stCondLst>
                                            <p:cond delay="0"/>
                                          </p:stCondLst>
                                        </p:cTn>
                                        <p:tgtEl>
                                          <p:spTgt spid="258057"/>
                                        </p:tgtEl>
                                        <p:attrNameLst>
                                          <p:attrName>style.visibility</p:attrName>
                                        </p:attrNameLst>
                                      </p:cBhvr>
                                      <p:to>
                                        <p:strVal val="visible"/>
                                      </p:to>
                                    </p:set>
                                    <p:anim calcmode="lin" valueType="num">
                                      <p:cBhvr>
                                        <p:cTn id="12" dur="1000" fill="hold"/>
                                        <p:tgtEl>
                                          <p:spTgt spid="258057"/>
                                        </p:tgtEl>
                                        <p:attrNameLst>
                                          <p:attrName>ppt_w</p:attrName>
                                        </p:attrNameLst>
                                      </p:cBhvr>
                                      <p:tavLst>
                                        <p:tav tm="0">
                                          <p:val>
                                            <p:strVal val="#ppt_w*0.70"/>
                                          </p:val>
                                        </p:tav>
                                        <p:tav tm="100000">
                                          <p:val>
                                            <p:strVal val="#ppt_w"/>
                                          </p:val>
                                        </p:tav>
                                      </p:tavLst>
                                    </p:anim>
                                    <p:anim calcmode="lin" valueType="num">
                                      <p:cBhvr>
                                        <p:cTn id="13" dur="1000" fill="hold"/>
                                        <p:tgtEl>
                                          <p:spTgt spid="258057"/>
                                        </p:tgtEl>
                                        <p:attrNameLst>
                                          <p:attrName>ppt_h</p:attrName>
                                        </p:attrNameLst>
                                      </p:cBhvr>
                                      <p:tavLst>
                                        <p:tav tm="0">
                                          <p:val>
                                            <p:strVal val="#ppt_h"/>
                                          </p:val>
                                        </p:tav>
                                        <p:tav tm="100000">
                                          <p:val>
                                            <p:strVal val="#ppt_h"/>
                                          </p:val>
                                        </p:tav>
                                      </p:tavLst>
                                    </p:anim>
                                    <p:animEffect transition="in" filter="fade">
                                      <p:cBhvr>
                                        <p:cTn id="14" dur="1000"/>
                                        <p:tgtEl>
                                          <p:spTgt spid="258057"/>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258056"/>
                                        </p:tgtEl>
                                        <p:attrNameLst>
                                          <p:attrName>style.visibility</p:attrName>
                                        </p:attrNameLst>
                                      </p:cBhvr>
                                      <p:to>
                                        <p:strVal val="visible"/>
                                      </p:to>
                                    </p:set>
                                    <p:anim calcmode="lin" valueType="num">
                                      <p:cBhvr>
                                        <p:cTn id="18" dur="1000" fill="hold"/>
                                        <p:tgtEl>
                                          <p:spTgt spid="258056"/>
                                        </p:tgtEl>
                                        <p:attrNameLst>
                                          <p:attrName>ppt_w</p:attrName>
                                        </p:attrNameLst>
                                      </p:cBhvr>
                                      <p:tavLst>
                                        <p:tav tm="0">
                                          <p:val>
                                            <p:strVal val="#ppt_w*0.70"/>
                                          </p:val>
                                        </p:tav>
                                        <p:tav tm="100000">
                                          <p:val>
                                            <p:strVal val="#ppt_w"/>
                                          </p:val>
                                        </p:tav>
                                      </p:tavLst>
                                    </p:anim>
                                    <p:anim calcmode="lin" valueType="num">
                                      <p:cBhvr>
                                        <p:cTn id="19" dur="1000" fill="hold"/>
                                        <p:tgtEl>
                                          <p:spTgt spid="258056"/>
                                        </p:tgtEl>
                                        <p:attrNameLst>
                                          <p:attrName>ppt_h</p:attrName>
                                        </p:attrNameLst>
                                      </p:cBhvr>
                                      <p:tavLst>
                                        <p:tav tm="0">
                                          <p:val>
                                            <p:strVal val="#ppt_h"/>
                                          </p:val>
                                        </p:tav>
                                        <p:tav tm="100000">
                                          <p:val>
                                            <p:strVal val="#ppt_h"/>
                                          </p:val>
                                        </p:tav>
                                      </p:tavLst>
                                    </p:anim>
                                    <p:animEffect transition="in" filter="fade">
                                      <p:cBhvr>
                                        <p:cTn id="20" dur="1000"/>
                                        <p:tgtEl>
                                          <p:spTgt spid="258056"/>
                                        </p:tgtEl>
                                      </p:cBhvr>
                                    </p:animEffect>
                                  </p:childTnLst>
                                </p:cTn>
                              </p:par>
                            </p:childTnLst>
                          </p:cTn>
                        </p:par>
                        <p:par>
                          <p:cTn id="21" fill="hold">
                            <p:stCondLst>
                              <p:cond delay="2000"/>
                            </p:stCondLst>
                            <p:childTnLst>
                              <p:par>
                                <p:cTn id="22" presetID="55" presetClass="entr" presetSubtype="0" fill="hold" nodeType="afterEffect">
                                  <p:stCondLst>
                                    <p:cond delay="0"/>
                                  </p:stCondLst>
                                  <p:childTnLst>
                                    <p:set>
                                      <p:cBhvr>
                                        <p:cTn id="23" dur="1" fill="hold">
                                          <p:stCondLst>
                                            <p:cond delay="0"/>
                                          </p:stCondLst>
                                        </p:cTn>
                                        <p:tgtEl>
                                          <p:spTgt spid="258058"/>
                                        </p:tgtEl>
                                        <p:attrNameLst>
                                          <p:attrName>style.visibility</p:attrName>
                                        </p:attrNameLst>
                                      </p:cBhvr>
                                      <p:to>
                                        <p:strVal val="visible"/>
                                      </p:to>
                                    </p:set>
                                    <p:anim calcmode="lin" valueType="num">
                                      <p:cBhvr>
                                        <p:cTn id="24" dur="1000" fill="hold"/>
                                        <p:tgtEl>
                                          <p:spTgt spid="258058"/>
                                        </p:tgtEl>
                                        <p:attrNameLst>
                                          <p:attrName>ppt_w</p:attrName>
                                        </p:attrNameLst>
                                      </p:cBhvr>
                                      <p:tavLst>
                                        <p:tav tm="0">
                                          <p:val>
                                            <p:strVal val="#ppt_w*0.70"/>
                                          </p:val>
                                        </p:tav>
                                        <p:tav tm="100000">
                                          <p:val>
                                            <p:strVal val="#ppt_w"/>
                                          </p:val>
                                        </p:tav>
                                      </p:tavLst>
                                    </p:anim>
                                    <p:anim calcmode="lin" valueType="num">
                                      <p:cBhvr>
                                        <p:cTn id="25" dur="1000" fill="hold"/>
                                        <p:tgtEl>
                                          <p:spTgt spid="258058"/>
                                        </p:tgtEl>
                                        <p:attrNameLst>
                                          <p:attrName>ppt_h</p:attrName>
                                        </p:attrNameLst>
                                      </p:cBhvr>
                                      <p:tavLst>
                                        <p:tav tm="0">
                                          <p:val>
                                            <p:strVal val="#ppt_h"/>
                                          </p:val>
                                        </p:tav>
                                        <p:tav tm="100000">
                                          <p:val>
                                            <p:strVal val="#ppt_h"/>
                                          </p:val>
                                        </p:tav>
                                      </p:tavLst>
                                    </p:anim>
                                    <p:animEffect transition="in" filter="fade">
                                      <p:cBhvr>
                                        <p:cTn id="26" dur="1000"/>
                                        <p:tgtEl>
                                          <p:spTgt spid="258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20152222-EFE3-49FD-951C-1E5C9F4AF6E4}" type="datetime1">
              <a:rPr lang="zh-CN" altLang="en-US"/>
            </a:fld>
            <a:endParaRPr lang="zh-CN" altLang="en-US"/>
          </a:p>
        </p:txBody>
      </p:sp>
      <p:sp>
        <p:nvSpPr>
          <p:cNvPr id="259074" name="Rectangle 2"/>
          <p:cNvSpPr>
            <a:spLocks noGrp="1" noChangeArrowheads="1"/>
          </p:cNvSpPr>
          <p:nvPr>
            <p:ph type="body" sz="half" idx="4294967295"/>
          </p:nvPr>
        </p:nvSpPr>
        <p:spPr>
          <a:xfrm>
            <a:off x="971550" y="3573463"/>
            <a:ext cx="7444317" cy="2687637"/>
          </a:xfrm>
          <a:ln w="28575">
            <a:solidFill>
              <a:srgbClr val="000000"/>
            </a:solidFill>
          </a:ln>
        </p:spPr>
        <p:txBody>
          <a:bodyPr/>
          <a:lstStyle/>
          <a:p>
            <a:pPr>
              <a:lnSpc>
                <a:spcPct val="120000"/>
              </a:lnSpc>
              <a:buFont typeface="Wingdings" panose="05000000000000000000" pitchFamily="2" charset="2"/>
              <a:buNone/>
              <a:defRPr/>
            </a:pPr>
            <a:r>
              <a:rPr lang="zh-CN" altLang="en-US" sz="2600" b="1" dirty="0">
                <a:latin typeface="Times New Roman" panose="02020603050405020304" pitchFamily="18" charset="0"/>
                <a:cs typeface="Times New Roman" panose="02020603050405020304" pitchFamily="18" charset="0"/>
              </a:rPr>
              <a:t>  单脉冲信号与周期脉冲信号有一些共同的特点：</a:t>
            </a:r>
            <a:endParaRPr lang="zh-CN" altLang="en-US" sz="2600" b="1" dirty="0">
              <a:latin typeface="Times New Roman" panose="02020603050405020304" pitchFamily="18" charset="0"/>
              <a:cs typeface="Times New Roman" panose="02020603050405020304" pitchFamily="18" charset="0"/>
            </a:endParaRPr>
          </a:p>
          <a:p>
            <a:pPr marL="1069975" indent="-1069975">
              <a:lnSpc>
                <a:spcPct val="120000"/>
              </a:lnSpc>
              <a:buFont typeface="Wingdings" panose="05000000000000000000" pitchFamily="2" charset="2"/>
              <a:buNone/>
              <a:defRPr/>
            </a:pPr>
            <a:r>
              <a:rPr lang="zh-CN" altLang="en-US" sz="2600" b="1" dirty="0">
                <a:latin typeface="Times New Roman" panose="02020603050405020304" pitchFamily="18" charset="0"/>
                <a:cs typeface="Times New Roman" panose="02020603050405020304" pitchFamily="18" charset="0"/>
              </a:rPr>
              <a:t>        ① 频谱具有</a:t>
            </a:r>
            <a:r>
              <a:rPr lang="zh-CN" altLang="en-US" sz="2600" b="1" dirty="0">
                <a:solidFill>
                  <a:srgbClr val="FF3300"/>
                </a:solidFill>
                <a:latin typeface="Times New Roman" panose="02020603050405020304" pitchFamily="18" charset="0"/>
                <a:cs typeface="Times New Roman" panose="02020603050405020304" pitchFamily="18" charset="0"/>
              </a:rPr>
              <a:t>收敛性</a:t>
            </a:r>
            <a:r>
              <a:rPr lang="zh-CN" altLang="en-US" sz="2600" b="1" dirty="0">
                <a:latin typeface="Times New Roman" panose="02020603050405020304" pitchFamily="18" charset="0"/>
                <a:cs typeface="Times New Roman" panose="02020603050405020304" pitchFamily="18" charset="0"/>
              </a:rPr>
              <a:t>；</a:t>
            </a:r>
            <a:endParaRPr lang="zh-CN" altLang="en-US" sz="2600" b="1" dirty="0">
              <a:latin typeface="Times New Roman" panose="02020603050405020304" pitchFamily="18" charset="0"/>
              <a:cs typeface="Times New Roman" panose="02020603050405020304" pitchFamily="18" charset="0"/>
            </a:endParaRPr>
          </a:p>
          <a:p>
            <a:pPr marL="1069975" indent="-1069975">
              <a:lnSpc>
                <a:spcPct val="120000"/>
              </a:lnSpc>
              <a:buFont typeface="Wingdings" panose="05000000000000000000" pitchFamily="2" charset="2"/>
              <a:buNone/>
              <a:defRPr/>
            </a:pPr>
            <a:r>
              <a:rPr lang="zh-CN" altLang="en-US" sz="2600" b="1" dirty="0">
                <a:latin typeface="Times New Roman" panose="02020603050405020304" pitchFamily="18" charset="0"/>
                <a:cs typeface="Times New Roman" panose="02020603050405020304" pitchFamily="18" charset="0"/>
              </a:rPr>
              <a:t>        ② </a:t>
            </a:r>
            <a:r>
              <a:rPr lang="en-US" altLang="zh-CN" sz="2600" b="1" dirty="0">
                <a:latin typeface="Times New Roman" panose="02020603050405020304" pitchFamily="18" charset="0"/>
                <a:cs typeface="Times New Roman" panose="02020603050405020304" pitchFamily="18" charset="0"/>
              </a:rPr>
              <a:t>τ</a:t>
            </a:r>
            <a:r>
              <a:rPr lang="zh-CN" altLang="en-US" sz="2600" b="1" dirty="0">
                <a:latin typeface="Times New Roman" panose="02020603050405020304" pitchFamily="18" charset="0"/>
                <a:cs typeface="Times New Roman" panose="02020603050405020304" pitchFamily="18" charset="0"/>
              </a:rPr>
              <a:t>减小时，频谱第一零点 </a:t>
            </a:r>
            <a:r>
              <a:rPr lang="en-US" altLang="zh-CN" sz="2600" b="1" dirty="0">
                <a:latin typeface="Times New Roman" panose="02020603050405020304" pitchFamily="18" charset="0"/>
                <a:cs typeface="Times New Roman" panose="02020603050405020304" pitchFamily="18" charset="0"/>
              </a:rPr>
              <a:t>2π/τ</a:t>
            </a:r>
            <a:r>
              <a:rPr lang="zh-CN" altLang="en-US" sz="2600" b="1" dirty="0">
                <a:latin typeface="Times New Roman" panose="02020603050405020304" pitchFamily="18" charset="0"/>
                <a:cs typeface="Times New Roman" panose="02020603050405020304" pitchFamily="18" charset="0"/>
              </a:rPr>
              <a:t>增大，收敛速度减慢，频带加宽。亦即：</a:t>
            </a:r>
            <a:r>
              <a:rPr lang="zh-CN" altLang="en-US" sz="2600" b="1" dirty="0">
                <a:solidFill>
                  <a:srgbClr val="FF3300"/>
                </a:solidFill>
                <a:latin typeface="Times New Roman" panose="02020603050405020304" pitchFamily="18" charset="0"/>
                <a:cs typeface="Times New Roman" panose="02020603050405020304" pitchFamily="18" charset="0"/>
              </a:rPr>
              <a:t>信号占空与频带占空成反比。</a:t>
            </a:r>
            <a:endParaRPr lang="zh-CN" altLang="en-US" sz="2600" b="1" dirty="0">
              <a:solidFill>
                <a:srgbClr val="FF3300"/>
              </a:solidFill>
              <a:latin typeface="Times New Roman" panose="02020603050405020304" pitchFamily="18" charset="0"/>
              <a:cs typeface="Times New Roman" panose="02020603050405020304" pitchFamily="18" charset="0"/>
            </a:endParaRPr>
          </a:p>
        </p:txBody>
      </p:sp>
      <p:pic>
        <p:nvPicPr>
          <p:cNvPr id="119812" name="Picture 3"/>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a:xfrm>
            <a:off x="1763713" y="549275"/>
            <a:ext cx="3529012" cy="3014663"/>
          </a:xfrm>
        </p:spPr>
      </p:pic>
      <p:sp>
        <p:nvSpPr>
          <p:cNvPr id="259076" name="Rectangle 4"/>
          <p:cNvSpPr>
            <a:spLocks noGrp="1" noChangeArrowheads="1"/>
          </p:cNvSpPr>
          <p:nvPr>
            <p:ph type="title" idx="4294967295"/>
          </p:nvPr>
        </p:nvSpPr>
        <p:spPr>
          <a:xfrm>
            <a:off x="755650" y="115888"/>
            <a:ext cx="7461250" cy="53181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§3.5 </a:t>
            </a:r>
            <a:r>
              <a:rPr lang="zh-CN" altLang="en-US" sz="3200" b="1" kern="1200" dirty="0">
                <a:solidFill>
                  <a:srgbClr val="0000FF"/>
                </a:solidFill>
                <a:cs typeface="+mn-cs"/>
              </a:rPr>
              <a:t>傅立叶变换与非周期信号的频谱</a:t>
            </a:r>
            <a:endParaRPr lang="zh-CN" altLang="en-US" sz="3200" b="1" kern="1200" dirty="0">
              <a:solidFill>
                <a:srgbClr val="0000FF"/>
              </a:solidFill>
              <a:cs typeface="+mn-cs"/>
            </a:endParaRPr>
          </a:p>
        </p:txBody>
      </p:sp>
    </p:spTree>
  </p:cSld>
  <p:clrMapOvr>
    <a:masterClrMapping/>
  </p:clrMapOvr>
  <p:transition spd="slow" advTm="4856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59074">
                                            <p:txEl>
                                              <p:pRg st="1" end="1"/>
                                            </p:txEl>
                                          </p:spTgt>
                                        </p:tgtEl>
                                        <p:attrNameLst>
                                          <p:attrName>style.visibility</p:attrName>
                                        </p:attrNameLst>
                                      </p:cBhvr>
                                      <p:to>
                                        <p:strVal val="visible"/>
                                      </p:to>
                                    </p:set>
                                    <p:anim calcmode="lin" valueType="num">
                                      <p:cBhvr>
                                        <p:cTn id="7" dur="1000" fill="hold"/>
                                        <p:tgtEl>
                                          <p:spTgt spid="259074">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259074">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259074">
                                            <p:txEl>
                                              <p:pRg st="1" end="1"/>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59074">
                                            <p:txEl>
                                              <p:pRg st="2" end="2"/>
                                            </p:txEl>
                                          </p:spTgt>
                                        </p:tgtEl>
                                        <p:attrNameLst>
                                          <p:attrName>style.visibility</p:attrName>
                                        </p:attrNameLst>
                                      </p:cBhvr>
                                      <p:to>
                                        <p:strVal val="visible"/>
                                      </p:to>
                                    </p:set>
                                    <p:anim calcmode="lin" valueType="num">
                                      <p:cBhvr>
                                        <p:cTn id="13" dur="1000" fill="hold"/>
                                        <p:tgtEl>
                                          <p:spTgt spid="259074">
                                            <p:txEl>
                                              <p:pRg st="2" end="2"/>
                                            </p:txEl>
                                          </p:spTgt>
                                        </p:tgtEl>
                                        <p:attrNameLst>
                                          <p:attrName>ppt_w</p:attrName>
                                        </p:attrNameLst>
                                      </p:cBhvr>
                                      <p:tavLst>
                                        <p:tav tm="0">
                                          <p:val>
                                            <p:strVal val="#ppt_w*0.70"/>
                                          </p:val>
                                        </p:tav>
                                        <p:tav tm="100000">
                                          <p:val>
                                            <p:strVal val="#ppt_w"/>
                                          </p:val>
                                        </p:tav>
                                      </p:tavLst>
                                    </p:anim>
                                    <p:anim calcmode="lin" valueType="num">
                                      <p:cBhvr>
                                        <p:cTn id="14" dur="1000" fill="hold"/>
                                        <p:tgtEl>
                                          <p:spTgt spid="259074">
                                            <p:txEl>
                                              <p:pRg st="2" end="2"/>
                                            </p:txEl>
                                          </p:spTgt>
                                        </p:tgtEl>
                                        <p:attrNameLst>
                                          <p:attrName>ppt_h</p:attrName>
                                        </p:attrNameLst>
                                      </p:cBhvr>
                                      <p:tavLst>
                                        <p:tav tm="0">
                                          <p:val>
                                            <p:strVal val="#ppt_h"/>
                                          </p:val>
                                        </p:tav>
                                        <p:tav tm="100000">
                                          <p:val>
                                            <p:strVal val="#ppt_h"/>
                                          </p:val>
                                        </p:tav>
                                      </p:tavLst>
                                    </p:anim>
                                    <p:animEffect transition="in" filter="fade">
                                      <p:cBhvr>
                                        <p:cTn id="15" dur="1000"/>
                                        <p:tgtEl>
                                          <p:spTgt spid="2590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6D16B623-5009-4BB4-847F-0B30FE8173CA}" type="datetime1">
              <a:rPr lang="zh-CN" altLang="en-US"/>
            </a:fld>
            <a:endParaRPr lang="zh-CN" altLang="en-US"/>
          </a:p>
        </p:txBody>
      </p:sp>
      <p:sp>
        <p:nvSpPr>
          <p:cNvPr id="120835" name="Rectangle 3"/>
          <p:cNvSpPr>
            <a:spLocks noGrp="1" noChangeArrowheads="1"/>
          </p:cNvSpPr>
          <p:nvPr>
            <p:ph type="body" idx="4294967295"/>
          </p:nvPr>
        </p:nvSpPr>
        <p:spPr>
          <a:xfrm>
            <a:off x="1217613" y="1406525"/>
            <a:ext cx="6810375" cy="4173538"/>
          </a:xfrm>
          <a:solidFill>
            <a:schemeClr val="bg1"/>
          </a:solidFill>
          <a:ln w="28575">
            <a:solidFill>
              <a:srgbClr val="FF0000"/>
            </a:solidFill>
            <a:miter lim="800000"/>
          </a:ln>
          <a:effectLst>
            <a:prstShdw prst="shdw12">
              <a:srgbClr val="808080">
                <a:alpha val="50000"/>
              </a:srgbClr>
            </a:prstShdw>
          </a:effectLst>
        </p:spPr>
        <p:txBody>
          <a:bodyPr/>
          <a:lstStyle/>
          <a:p>
            <a:pPr latinLnBrk="1">
              <a:lnSpc>
                <a:spcPct val="140000"/>
              </a:lnSpc>
              <a:spcBef>
                <a:spcPct val="45000"/>
              </a:spcBef>
              <a:buFont typeface="Wingdings" panose="05000000000000000000" pitchFamily="2" charset="2"/>
              <a:buNone/>
            </a:pPr>
            <a:r>
              <a:rPr lang="zh-CN" altLang="en-US" sz="2600" b="1">
                <a:solidFill>
                  <a:srgbClr val="FF0000"/>
                </a:solidFill>
              </a:rPr>
              <a:t>一般周期性信号频谱的几种特性：</a:t>
            </a:r>
            <a:endParaRPr lang="zh-CN" altLang="en-US" sz="2600" b="1">
              <a:solidFill>
                <a:srgbClr val="FF0000"/>
              </a:solidFill>
            </a:endParaRPr>
          </a:p>
          <a:p>
            <a:pPr latinLnBrk="1">
              <a:lnSpc>
                <a:spcPct val="140000"/>
              </a:lnSpc>
              <a:spcBef>
                <a:spcPct val="45000"/>
              </a:spcBef>
              <a:buFont typeface="Wingdings" panose="05000000000000000000" pitchFamily="2" charset="2"/>
              <a:buNone/>
            </a:pPr>
            <a:r>
              <a:rPr lang="zh-CN" altLang="en-US" sz="2100" b="1"/>
              <a:t>①离散性，谐波性，收敛性 ；</a:t>
            </a:r>
            <a:endParaRPr lang="zh-CN" altLang="en-US" sz="2100" b="1"/>
          </a:p>
          <a:p>
            <a:pPr latinLnBrk="1">
              <a:lnSpc>
                <a:spcPct val="140000"/>
              </a:lnSpc>
              <a:spcBef>
                <a:spcPct val="45000"/>
              </a:spcBef>
              <a:buFont typeface="Wingdings" panose="05000000000000000000" pitchFamily="2" charset="2"/>
              <a:buNone/>
            </a:pPr>
            <a:r>
              <a:rPr lang="zh-CN" altLang="en-US" sz="2100" b="1"/>
              <a:t>②信号的</a:t>
            </a:r>
            <a:r>
              <a:rPr lang="zh-CN" altLang="en-US" sz="2100" b="1">
                <a:solidFill>
                  <a:srgbClr val="0000FF"/>
                </a:solidFill>
              </a:rPr>
              <a:t>时间域空间与频率域空间成反比</a:t>
            </a:r>
            <a:r>
              <a:rPr lang="zh-CN" altLang="en-US" sz="2100" b="1"/>
              <a:t>；</a:t>
            </a:r>
            <a:endParaRPr lang="zh-CN" altLang="en-US" sz="2100" b="1"/>
          </a:p>
          <a:p>
            <a:pPr latinLnBrk="1">
              <a:lnSpc>
                <a:spcPct val="140000"/>
              </a:lnSpc>
              <a:spcBef>
                <a:spcPct val="45000"/>
              </a:spcBef>
              <a:buFont typeface="Wingdings" panose="05000000000000000000" pitchFamily="2" charset="2"/>
              <a:buNone/>
            </a:pPr>
            <a:r>
              <a:rPr lang="zh-CN" altLang="en-US" sz="2100" b="1"/>
              <a:t>③</a:t>
            </a:r>
            <a:r>
              <a:rPr lang="zh-CN" altLang="en-US" sz="2100" b="1">
                <a:solidFill>
                  <a:srgbClr val="0000FF"/>
                </a:solidFill>
              </a:rPr>
              <a:t>信号周期与频线密度成正比</a:t>
            </a:r>
            <a:r>
              <a:rPr lang="zh-CN" altLang="en-US" sz="2100" b="1"/>
              <a:t>；</a:t>
            </a:r>
            <a:endParaRPr lang="zh-CN" altLang="en-US" sz="2100" b="1"/>
          </a:p>
          <a:p>
            <a:pPr latinLnBrk="1">
              <a:lnSpc>
                <a:spcPct val="140000"/>
              </a:lnSpc>
              <a:spcBef>
                <a:spcPct val="45000"/>
              </a:spcBef>
              <a:buFont typeface="Wingdings" panose="05000000000000000000" pitchFamily="2" charset="2"/>
              <a:buNone/>
            </a:pPr>
            <a:r>
              <a:rPr lang="zh-CN" altLang="en-US" sz="2100" b="1"/>
              <a:t>④信号</a:t>
            </a:r>
            <a:r>
              <a:rPr lang="zh-CN" altLang="en-US" sz="2100" b="1">
                <a:solidFill>
                  <a:srgbClr val="0000FF"/>
                </a:solidFill>
              </a:rPr>
              <a:t>变化率与谱线收敛率成反比</a:t>
            </a:r>
            <a:r>
              <a:rPr lang="zh-CN" altLang="en-US" sz="2100" b="1"/>
              <a:t>等。</a:t>
            </a:r>
            <a:endParaRPr lang="zh-CN" altLang="en-US" sz="2100" b="1"/>
          </a:p>
        </p:txBody>
      </p:sp>
      <p:sp>
        <p:nvSpPr>
          <p:cNvPr id="5" name="Rectangle 4"/>
          <p:cNvSpPr txBox="1">
            <a:spLocks noChangeArrowheads="1"/>
          </p:cNvSpPr>
          <p:nvPr/>
        </p:nvSpPr>
        <p:spPr bwMode="auto">
          <a:xfrm>
            <a:off x="755650" y="115888"/>
            <a:ext cx="7461250" cy="531812"/>
          </a:xfrm>
          <a:prstGeom prst="rect">
            <a:avLst/>
          </a:prstGeom>
          <a:solidFill>
            <a:schemeClr val="bg1"/>
          </a:solidFill>
          <a:ln>
            <a:noFill/>
          </a:ln>
          <a:effectLst>
            <a:outerShdw dist="35921" dir="2700000" algn="ctr" rotWithShape="0">
              <a:srgbClr val="808080"/>
            </a:outerShdw>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en-US" altLang="zh-CN" sz="3200" b="1">
                <a:solidFill>
                  <a:srgbClr val="0000FF"/>
                </a:solidFill>
                <a:cs typeface="+mn-cs"/>
              </a:rPr>
              <a:t>§3.5 </a:t>
            </a:r>
            <a:r>
              <a:rPr lang="zh-CN" altLang="en-US" sz="3200" b="1">
                <a:solidFill>
                  <a:srgbClr val="0000FF"/>
                </a:solidFill>
                <a:cs typeface="+mn-cs"/>
              </a:rPr>
              <a:t>傅立叶变换与非周期信号的频谱</a:t>
            </a:r>
            <a:endParaRPr lang="zh-CN" altLang="en-US" sz="3200" b="1" dirty="0">
              <a:solidFill>
                <a:srgbClr val="0000FF"/>
              </a:solidFill>
              <a:cs typeface="+mn-cs"/>
            </a:endParaRPr>
          </a:p>
        </p:txBody>
      </p:sp>
      <p:sp>
        <p:nvSpPr>
          <p:cNvPr id="2" name="墨迹 1"/>
          <p:cNvSpPr/>
          <p:nvPr/>
        </p:nvSpPr>
        <p:spPr bwMode="auto">
          <a:xfrm>
            <a:off x="1635840" y="1519200"/>
            <a:ext cx="6445800" cy="3417120"/>
          </a:xfrm>
          <a:prstGeom prst="rect">
            <a:avLst/>
          </a:prstGeom>
        </p:spPr>
      </p:sp>
    </p:spTree>
  </p:cSld>
  <p:clrMapOvr>
    <a:masterClrMapping/>
  </p:clrMapOvr>
  <p:transition spd="slow" advTm="2592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BD5A7025-66D1-4B1A-9609-01AD4F998CFF}" type="datetime1">
              <a:rPr lang="zh-CN" altLang="en-US"/>
            </a:fld>
            <a:endParaRPr lang="zh-CN" altLang="en-US"/>
          </a:p>
        </p:txBody>
      </p:sp>
      <p:sp>
        <p:nvSpPr>
          <p:cNvPr id="261122" name="Rectangle 2"/>
          <p:cNvSpPr>
            <a:spLocks noGrp="1" noChangeArrowheads="1"/>
          </p:cNvSpPr>
          <p:nvPr>
            <p:ph type="body" sz="half" idx="4294967295"/>
          </p:nvPr>
        </p:nvSpPr>
        <p:spPr>
          <a:xfrm>
            <a:off x="1187450" y="908050"/>
            <a:ext cx="6983413" cy="3311525"/>
          </a:xfrm>
          <a:ln w="38100">
            <a:solidFill>
              <a:srgbClr val="008000"/>
            </a:solidFill>
            <a:miter lim="800000"/>
          </a:ln>
        </p:spPr>
        <p:txBody>
          <a:bodyPr/>
          <a:lstStyle/>
          <a:p>
            <a:pPr marL="360680" indent="-360680" latinLnBrk="1">
              <a:lnSpc>
                <a:spcPct val="135000"/>
              </a:lnSpc>
              <a:spcBef>
                <a:spcPct val="35000"/>
              </a:spcBef>
              <a:buClr>
                <a:schemeClr val="tx1"/>
              </a:buClr>
              <a:buFont typeface="Wingdings" panose="05000000000000000000" pitchFamily="2" charset="2"/>
              <a:buChar char="l"/>
            </a:pPr>
            <a:r>
              <a:rPr lang="zh-CN" altLang="en-US" sz="2200" b="1"/>
              <a:t>当信号的周期</a:t>
            </a:r>
            <a:r>
              <a:rPr lang="zh-CN" altLang="en-US" sz="2200" b="1">
                <a:solidFill>
                  <a:srgbClr val="FF0000"/>
                </a:solidFill>
              </a:rPr>
              <a:t>无限增大</a:t>
            </a:r>
            <a:r>
              <a:rPr lang="zh-CN" altLang="en-US" sz="2200" b="1"/>
              <a:t>时，周期信号变成为非周期信号，离散频谱变成连续频谱</a:t>
            </a:r>
            <a:r>
              <a:rPr lang="en-US" altLang="zh-CN" sz="2200" b="1"/>
              <a:t>;</a:t>
            </a:r>
            <a:endParaRPr lang="en-US" altLang="zh-CN" sz="2200" b="1"/>
          </a:p>
          <a:p>
            <a:pPr marL="360680" indent="-360680" latinLnBrk="1">
              <a:lnSpc>
                <a:spcPct val="135000"/>
              </a:lnSpc>
              <a:spcBef>
                <a:spcPct val="35000"/>
              </a:spcBef>
              <a:buClr>
                <a:schemeClr val="tx1"/>
              </a:buClr>
              <a:buFont typeface="Wingdings" panose="05000000000000000000" pitchFamily="2" charset="2"/>
              <a:buChar char="l"/>
            </a:pPr>
            <a:r>
              <a:rPr lang="zh-CN" altLang="en-US" sz="2200" b="1"/>
              <a:t>这时，描述周期信号的振幅为</a:t>
            </a:r>
            <a:r>
              <a:rPr lang="zh-CN" altLang="en-US" sz="2200" b="1">
                <a:solidFill>
                  <a:srgbClr val="FF0000"/>
                </a:solidFill>
              </a:rPr>
              <a:t>无穷小量</a:t>
            </a:r>
            <a:r>
              <a:rPr lang="zh-CN" altLang="en-US" sz="2200" b="1"/>
              <a:t>，只能用</a:t>
            </a:r>
            <a:r>
              <a:rPr lang="zh-CN" altLang="en-US" sz="2200" b="1">
                <a:solidFill>
                  <a:srgbClr val="FF0000"/>
                </a:solidFill>
              </a:rPr>
              <a:t>频谱函数</a:t>
            </a:r>
            <a:r>
              <a:rPr lang="zh-CN" altLang="en-US" sz="2200" b="1"/>
              <a:t>来表示</a:t>
            </a:r>
            <a:r>
              <a:rPr lang="en-US" altLang="zh-CN" sz="2200" b="1"/>
              <a:t>;</a:t>
            </a:r>
            <a:endParaRPr lang="en-US" altLang="zh-CN" sz="2200" b="1"/>
          </a:p>
          <a:p>
            <a:pPr marL="360680" indent="-360680" latinLnBrk="1">
              <a:lnSpc>
                <a:spcPct val="135000"/>
              </a:lnSpc>
              <a:spcBef>
                <a:spcPct val="35000"/>
              </a:spcBef>
              <a:buClr>
                <a:schemeClr val="tx1"/>
              </a:buClr>
              <a:buFont typeface="Wingdings" panose="05000000000000000000" pitchFamily="2" charset="2"/>
              <a:buChar char="l"/>
            </a:pPr>
            <a:r>
              <a:rPr lang="zh-CN" altLang="en-US" sz="2200" b="1"/>
              <a:t>在推导频率函数的同时，引入了</a:t>
            </a:r>
            <a:r>
              <a:rPr lang="en-US" altLang="zh-CN" sz="2200" b="1"/>
              <a:t>Fourier</a:t>
            </a:r>
            <a:r>
              <a:rPr lang="zh-CN" altLang="en-US" sz="2200" b="1"/>
              <a:t>变换对的定义。</a:t>
            </a:r>
            <a:endParaRPr lang="zh-CN" altLang="en-US" sz="2200" b="1"/>
          </a:p>
        </p:txBody>
      </p:sp>
      <p:graphicFrame>
        <p:nvGraphicFramePr>
          <p:cNvPr id="261123" name="Object 3"/>
          <p:cNvGraphicFramePr>
            <a:graphicFrameLocks noGrp="1" noChangeAspect="1"/>
          </p:cNvGraphicFramePr>
          <p:nvPr>
            <p:ph sz="half" idx="4294967295"/>
          </p:nvPr>
        </p:nvGraphicFramePr>
        <p:xfrm>
          <a:off x="1349375" y="4359275"/>
          <a:ext cx="7026275" cy="2046288"/>
        </p:xfrm>
        <a:graphic>
          <a:graphicData uri="http://schemas.openxmlformats.org/presentationml/2006/ole">
            <mc:AlternateContent xmlns:mc="http://schemas.openxmlformats.org/markup-compatibility/2006">
              <mc:Choice xmlns:v="urn:schemas-microsoft-com:vml" Requires="v">
                <p:oleObj spid="_x0000_s121931" name="Equation" r:id="rId1" imgW="2616200" imgH="762000" progId="Equation.DSMT4">
                  <p:embed/>
                </p:oleObj>
              </mc:Choice>
              <mc:Fallback>
                <p:oleObj name="Equation" r:id="rId1" imgW="2616200" imgH="762000" progId="Equation.DSMT4">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9375" y="4359275"/>
                        <a:ext cx="7026275" cy="204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4"/>
          <p:cNvSpPr txBox="1">
            <a:spLocks noChangeArrowheads="1"/>
          </p:cNvSpPr>
          <p:nvPr/>
        </p:nvSpPr>
        <p:spPr bwMode="auto">
          <a:xfrm>
            <a:off x="755650" y="115888"/>
            <a:ext cx="7461250" cy="531812"/>
          </a:xfrm>
          <a:prstGeom prst="rect">
            <a:avLst/>
          </a:prstGeom>
          <a:solidFill>
            <a:schemeClr val="bg1"/>
          </a:solidFill>
          <a:ln>
            <a:noFill/>
          </a:ln>
          <a:effectLst>
            <a:outerShdw dist="35921" dir="2700000" algn="ctr" rotWithShape="0">
              <a:srgbClr val="808080"/>
            </a:outerShdw>
          </a:effectLst>
        </p:spPr>
        <p:txBody>
          <a:bodyPr anchor="b"/>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en-US" altLang="zh-CN" sz="3200" b="1">
                <a:solidFill>
                  <a:srgbClr val="0000FF"/>
                </a:solidFill>
                <a:cs typeface="+mn-cs"/>
              </a:rPr>
              <a:t>§3.5 </a:t>
            </a:r>
            <a:r>
              <a:rPr lang="zh-CN" altLang="en-US" sz="3200" b="1">
                <a:solidFill>
                  <a:srgbClr val="0000FF"/>
                </a:solidFill>
                <a:cs typeface="+mn-cs"/>
              </a:rPr>
              <a:t>傅立叶变换与非周期信号的频谱</a:t>
            </a:r>
            <a:endParaRPr lang="zh-CN" altLang="en-US" sz="3200" b="1" dirty="0">
              <a:solidFill>
                <a:srgbClr val="0000FF"/>
              </a:solidFill>
              <a:cs typeface="+mn-cs"/>
            </a:endParaRPr>
          </a:p>
        </p:txBody>
      </p:sp>
    </p:spTree>
    <p:custDataLst>
      <p:tags r:id="rId3"/>
    </p:custDataLst>
  </p:cSld>
  <p:clrMapOvr>
    <a:masterClrMapping/>
  </p:clrMapOvr>
  <p:transition spd="slow" advTm="548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61122">
                                            <p:bg/>
                                          </p:spTgt>
                                        </p:tgtEl>
                                        <p:attrNameLst>
                                          <p:attrName>style.visibility</p:attrName>
                                        </p:attrNameLst>
                                      </p:cBhvr>
                                      <p:to>
                                        <p:strVal val="visible"/>
                                      </p:to>
                                    </p:set>
                                    <p:anim calcmode="lin" valueType="num">
                                      <p:cBhvr>
                                        <p:cTn id="7" dur="1000" fill="hold"/>
                                        <p:tgtEl>
                                          <p:spTgt spid="261122">
                                            <p:bg/>
                                          </p:spTgt>
                                        </p:tgtEl>
                                        <p:attrNameLst>
                                          <p:attrName>ppt_w</p:attrName>
                                        </p:attrNameLst>
                                      </p:cBhvr>
                                      <p:tavLst>
                                        <p:tav tm="0">
                                          <p:val>
                                            <p:strVal val="#ppt_w*0.70"/>
                                          </p:val>
                                        </p:tav>
                                        <p:tav tm="100000">
                                          <p:val>
                                            <p:strVal val="#ppt_w"/>
                                          </p:val>
                                        </p:tav>
                                      </p:tavLst>
                                    </p:anim>
                                    <p:anim calcmode="lin" valueType="num">
                                      <p:cBhvr>
                                        <p:cTn id="8" dur="1000" fill="hold"/>
                                        <p:tgtEl>
                                          <p:spTgt spid="261122">
                                            <p:bg/>
                                          </p:spTgt>
                                        </p:tgtEl>
                                        <p:attrNameLst>
                                          <p:attrName>ppt_h</p:attrName>
                                        </p:attrNameLst>
                                      </p:cBhvr>
                                      <p:tavLst>
                                        <p:tav tm="0">
                                          <p:val>
                                            <p:strVal val="#ppt_h"/>
                                          </p:val>
                                        </p:tav>
                                        <p:tav tm="100000">
                                          <p:val>
                                            <p:strVal val="#ppt_h"/>
                                          </p:val>
                                        </p:tav>
                                      </p:tavLst>
                                    </p:anim>
                                    <p:animEffect transition="in" filter="fade">
                                      <p:cBhvr>
                                        <p:cTn id="9" dur="1000"/>
                                        <p:tgtEl>
                                          <p:spTgt spid="261122">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261122">
                                            <p:txEl>
                                              <p:pRg st="0" end="0"/>
                                            </p:txEl>
                                          </p:spTgt>
                                        </p:tgtEl>
                                        <p:attrNameLst>
                                          <p:attrName>style.visibility</p:attrName>
                                        </p:attrNameLst>
                                      </p:cBhvr>
                                      <p:to>
                                        <p:strVal val="visible"/>
                                      </p:to>
                                    </p:set>
                                    <p:anim calcmode="lin" valueType="num">
                                      <p:cBhvr>
                                        <p:cTn id="13" dur="1000" fill="hold"/>
                                        <p:tgtEl>
                                          <p:spTgt spid="261122">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261122">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261122">
                                            <p:txEl>
                                              <p:pRg st="0" end="0"/>
                                            </p:txEl>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261122">
                                            <p:txEl>
                                              <p:pRg st="1" end="1"/>
                                            </p:txEl>
                                          </p:spTgt>
                                        </p:tgtEl>
                                        <p:attrNameLst>
                                          <p:attrName>style.visibility</p:attrName>
                                        </p:attrNameLst>
                                      </p:cBhvr>
                                      <p:to>
                                        <p:strVal val="visible"/>
                                      </p:to>
                                    </p:set>
                                    <p:anim calcmode="lin" valueType="num">
                                      <p:cBhvr>
                                        <p:cTn id="19" dur="1000" fill="hold"/>
                                        <p:tgtEl>
                                          <p:spTgt spid="261122">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261122">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261122">
                                            <p:txEl>
                                              <p:pRg st="1" end="1"/>
                                            </p:txEl>
                                          </p:spTgt>
                                        </p:tgtEl>
                                      </p:cBhvr>
                                    </p:animEffect>
                                  </p:childTnLst>
                                </p:cTn>
                              </p:par>
                            </p:childTnLst>
                          </p:cTn>
                        </p:par>
                        <p:par>
                          <p:cTn id="22" fill="hold">
                            <p:stCondLst>
                              <p:cond delay="3000"/>
                            </p:stCondLst>
                            <p:childTnLst>
                              <p:par>
                                <p:cTn id="23" presetID="55" presetClass="entr" presetSubtype="0" fill="hold" grpId="0" nodeType="afterEffect">
                                  <p:stCondLst>
                                    <p:cond delay="0"/>
                                  </p:stCondLst>
                                  <p:childTnLst>
                                    <p:set>
                                      <p:cBhvr>
                                        <p:cTn id="24" dur="1" fill="hold">
                                          <p:stCondLst>
                                            <p:cond delay="0"/>
                                          </p:stCondLst>
                                        </p:cTn>
                                        <p:tgtEl>
                                          <p:spTgt spid="261122">
                                            <p:txEl>
                                              <p:pRg st="2" end="2"/>
                                            </p:txEl>
                                          </p:spTgt>
                                        </p:tgtEl>
                                        <p:attrNameLst>
                                          <p:attrName>style.visibility</p:attrName>
                                        </p:attrNameLst>
                                      </p:cBhvr>
                                      <p:to>
                                        <p:strVal val="visible"/>
                                      </p:to>
                                    </p:set>
                                    <p:anim calcmode="lin" valueType="num">
                                      <p:cBhvr>
                                        <p:cTn id="25" dur="1000" fill="hold"/>
                                        <p:tgtEl>
                                          <p:spTgt spid="261122">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261122">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26112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261123"/>
                                        </p:tgtEl>
                                        <p:attrNameLst>
                                          <p:attrName>style.visibility</p:attrName>
                                        </p:attrNameLst>
                                      </p:cBhvr>
                                      <p:to>
                                        <p:strVal val="visible"/>
                                      </p:to>
                                    </p:set>
                                    <p:anim calcmode="lin" valueType="num">
                                      <p:cBhvr>
                                        <p:cTn id="32" dur="1000" fill="hold"/>
                                        <p:tgtEl>
                                          <p:spTgt spid="261123"/>
                                        </p:tgtEl>
                                        <p:attrNameLst>
                                          <p:attrName>ppt_w</p:attrName>
                                        </p:attrNameLst>
                                      </p:cBhvr>
                                      <p:tavLst>
                                        <p:tav tm="0">
                                          <p:val>
                                            <p:strVal val="#ppt_w*0.70"/>
                                          </p:val>
                                        </p:tav>
                                        <p:tav tm="100000">
                                          <p:val>
                                            <p:strVal val="#ppt_w"/>
                                          </p:val>
                                        </p:tav>
                                      </p:tavLst>
                                    </p:anim>
                                    <p:anim calcmode="lin" valueType="num">
                                      <p:cBhvr>
                                        <p:cTn id="33" dur="1000" fill="hold"/>
                                        <p:tgtEl>
                                          <p:spTgt spid="261123"/>
                                        </p:tgtEl>
                                        <p:attrNameLst>
                                          <p:attrName>ppt_h</p:attrName>
                                        </p:attrNameLst>
                                      </p:cBhvr>
                                      <p:tavLst>
                                        <p:tav tm="0">
                                          <p:val>
                                            <p:strVal val="#ppt_h"/>
                                          </p:val>
                                        </p:tav>
                                        <p:tav tm="100000">
                                          <p:val>
                                            <p:strVal val="#ppt_h"/>
                                          </p:val>
                                        </p:tav>
                                      </p:tavLst>
                                    </p:anim>
                                    <p:animEffect transition="in" filter="fade">
                                      <p:cBhvr>
                                        <p:cTn id="34" dur="1000"/>
                                        <p:tgtEl>
                                          <p:spTgt spid="261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2" grpId="0" animBg="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F3F5497-7A4D-4C8E-8335-D040E1C62E69}" type="datetime1">
              <a:rPr lang="zh-CN" altLang="en-US"/>
            </a:fld>
            <a:endParaRPr lang="zh-CN" altLang="en-US"/>
          </a:p>
        </p:txBody>
      </p:sp>
      <p:sp>
        <p:nvSpPr>
          <p:cNvPr id="262146" name="Rectangle 2"/>
          <p:cNvSpPr>
            <a:spLocks noGrp="1" noChangeArrowheads="1"/>
          </p:cNvSpPr>
          <p:nvPr>
            <p:ph type="body" idx="4294967295"/>
          </p:nvPr>
        </p:nvSpPr>
        <p:spPr>
          <a:xfrm>
            <a:off x="1331913" y="1196975"/>
            <a:ext cx="6838950" cy="4713288"/>
          </a:xfrm>
          <a:ln w="38100">
            <a:solidFill>
              <a:srgbClr val="008000"/>
            </a:solidFill>
            <a:miter lim="800000"/>
          </a:ln>
        </p:spPr>
        <p:txBody>
          <a:bodyPr/>
          <a:lstStyle/>
          <a:p>
            <a:pPr marL="0" indent="0" latinLnBrk="1">
              <a:lnSpc>
                <a:spcPct val="140000"/>
              </a:lnSpc>
              <a:buFont typeface="Wingdings" panose="05000000000000000000" pitchFamily="2" charset="2"/>
              <a:buNone/>
            </a:pPr>
            <a:r>
              <a:rPr lang="zh-CN" altLang="en-US" sz="2600" b="1"/>
              <a:t>   在实际应用上，最常见的是非周期信号，应当用频谱函数即</a:t>
            </a:r>
            <a:r>
              <a:rPr lang="en-US" altLang="zh-CN" sz="2600" b="1"/>
              <a:t>Fourier</a:t>
            </a:r>
            <a:r>
              <a:rPr lang="zh-CN" altLang="en-US" sz="2600" b="1"/>
              <a:t>变换来描述它们。下面举几个最常见的例子说明频谱函数的确定方法。</a:t>
            </a:r>
            <a:br>
              <a:rPr lang="zh-CN" altLang="en-US" sz="2600" b="1"/>
            </a:br>
            <a:r>
              <a:rPr lang="zh-CN" altLang="en-US" sz="2600" b="1"/>
              <a:t>    学习本节有两个</a:t>
            </a:r>
            <a:r>
              <a:rPr lang="zh-CN" altLang="en-US" sz="2600" b="1">
                <a:solidFill>
                  <a:srgbClr val="FF0000"/>
                </a:solidFill>
              </a:rPr>
              <a:t>目的</a:t>
            </a:r>
            <a:r>
              <a:rPr lang="zh-CN" altLang="en-US" sz="2600" b="1"/>
              <a:t>：</a:t>
            </a:r>
            <a:endParaRPr lang="zh-CN" altLang="en-US" sz="2600" b="1"/>
          </a:p>
          <a:p>
            <a:pPr marL="363855" lvl="2" indent="-5080" latinLnBrk="1">
              <a:lnSpc>
                <a:spcPct val="140000"/>
              </a:lnSpc>
              <a:buFont typeface="Wingdings" panose="05000000000000000000" pitchFamily="2" charset="2"/>
              <a:buNone/>
            </a:pPr>
            <a:r>
              <a:rPr lang="zh-CN" altLang="en-US" sz="2800" b="1"/>
              <a:t>①熟悉一些典型函数的频谱；</a:t>
            </a:r>
            <a:endParaRPr lang="zh-CN" altLang="en-US" sz="2800" b="1"/>
          </a:p>
          <a:p>
            <a:pPr marL="363855" lvl="2" indent="-5080" latinLnBrk="1">
              <a:lnSpc>
                <a:spcPct val="140000"/>
              </a:lnSpc>
              <a:buFont typeface="Wingdings" panose="05000000000000000000" pitchFamily="2" charset="2"/>
              <a:buNone/>
            </a:pPr>
            <a:r>
              <a:rPr lang="zh-CN" altLang="en-US" sz="2800" b="1"/>
              <a:t>②掌握</a:t>
            </a:r>
            <a:r>
              <a:rPr lang="en-US" altLang="zh-CN" sz="2800" b="1"/>
              <a:t>Fourier Trans</a:t>
            </a:r>
            <a:r>
              <a:rPr lang="zh-CN" altLang="en-US" sz="2800" b="1"/>
              <a:t>的技巧。          </a:t>
            </a:r>
            <a:endParaRPr lang="zh-CN" altLang="en-US" sz="2800" b="1"/>
          </a:p>
        </p:txBody>
      </p:sp>
      <p:sp>
        <p:nvSpPr>
          <p:cNvPr id="262147" name="Rectangle 3"/>
          <p:cNvSpPr>
            <a:spLocks noGrp="1" noChangeArrowheads="1"/>
          </p:cNvSpPr>
          <p:nvPr>
            <p:ph type="title" idx="4294967295"/>
          </p:nvPr>
        </p:nvSpPr>
        <p:spPr>
          <a:xfrm>
            <a:off x="755650" y="188913"/>
            <a:ext cx="6877050" cy="43180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spTree>
    <p:custDataLst>
      <p:tags r:id="rId1"/>
    </p:custDataLst>
  </p:cSld>
  <p:clrMapOvr>
    <a:masterClrMapping/>
  </p:clrMapOvr>
  <p:transition spd="slow" advTm="5229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62146">
                                            <p:txEl>
                                              <p:pRg st="1" end="1"/>
                                            </p:txEl>
                                          </p:spTgt>
                                        </p:tgtEl>
                                        <p:attrNameLst>
                                          <p:attrName>style.visibility</p:attrName>
                                        </p:attrNameLst>
                                      </p:cBhvr>
                                      <p:to>
                                        <p:strVal val="visible"/>
                                      </p:to>
                                    </p:set>
                                    <p:anim calcmode="lin" valueType="num">
                                      <p:cBhvr>
                                        <p:cTn id="7" dur="1000" fill="hold"/>
                                        <p:tgtEl>
                                          <p:spTgt spid="262146">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262146">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262146">
                                            <p:txEl>
                                              <p:pRg st="1" end="1"/>
                                            </p:txEl>
                                          </p:spTgt>
                                        </p:tgtEl>
                                      </p:cBhvr>
                                    </p:animEffect>
                                  </p:childTnLst>
                                </p:cTn>
                              </p:par>
                              <p:par>
                                <p:cTn id="10" presetID="55" presetClass="entr" presetSubtype="0" fill="hold" nodeType="withEffect">
                                  <p:stCondLst>
                                    <p:cond delay="0"/>
                                  </p:stCondLst>
                                  <p:childTnLst>
                                    <p:set>
                                      <p:cBhvr>
                                        <p:cTn id="11" dur="1" fill="hold">
                                          <p:stCondLst>
                                            <p:cond delay="0"/>
                                          </p:stCondLst>
                                        </p:cTn>
                                        <p:tgtEl>
                                          <p:spTgt spid="262146">
                                            <p:txEl>
                                              <p:pRg st="2" end="2"/>
                                            </p:txEl>
                                          </p:spTgt>
                                        </p:tgtEl>
                                        <p:attrNameLst>
                                          <p:attrName>style.visibility</p:attrName>
                                        </p:attrNameLst>
                                      </p:cBhvr>
                                      <p:to>
                                        <p:strVal val="visible"/>
                                      </p:to>
                                    </p:set>
                                    <p:anim calcmode="lin" valueType="num">
                                      <p:cBhvr>
                                        <p:cTn id="12" dur="1000" fill="hold"/>
                                        <p:tgtEl>
                                          <p:spTgt spid="262146">
                                            <p:txEl>
                                              <p:pRg st="2" end="2"/>
                                            </p:txEl>
                                          </p:spTgt>
                                        </p:tgtEl>
                                        <p:attrNameLst>
                                          <p:attrName>ppt_w</p:attrName>
                                        </p:attrNameLst>
                                      </p:cBhvr>
                                      <p:tavLst>
                                        <p:tav tm="0">
                                          <p:val>
                                            <p:strVal val="#ppt_w*0.70"/>
                                          </p:val>
                                        </p:tav>
                                        <p:tav tm="100000">
                                          <p:val>
                                            <p:strVal val="#ppt_w"/>
                                          </p:val>
                                        </p:tav>
                                      </p:tavLst>
                                    </p:anim>
                                    <p:anim calcmode="lin" valueType="num">
                                      <p:cBhvr>
                                        <p:cTn id="13" dur="1000" fill="hold"/>
                                        <p:tgtEl>
                                          <p:spTgt spid="262146">
                                            <p:txEl>
                                              <p:pRg st="2" end="2"/>
                                            </p:txEl>
                                          </p:spTgt>
                                        </p:tgtEl>
                                        <p:attrNameLst>
                                          <p:attrName>ppt_h</p:attrName>
                                        </p:attrNameLst>
                                      </p:cBhvr>
                                      <p:tavLst>
                                        <p:tav tm="0">
                                          <p:val>
                                            <p:strVal val="#ppt_h"/>
                                          </p:val>
                                        </p:tav>
                                        <p:tav tm="100000">
                                          <p:val>
                                            <p:strVal val="#ppt_h"/>
                                          </p:val>
                                        </p:tav>
                                      </p:tavLst>
                                    </p:anim>
                                    <p:animEffect transition="in" filter="fade">
                                      <p:cBhvr>
                                        <p:cTn id="14" dur="1000"/>
                                        <p:tgtEl>
                                          <p:spTgt spid="26214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2E11EA6C-D0E0-438E-8C8C-CAD2B8C1CA94}" type="datetime1">
              <a:rPr lang="zh-CN" altLang="en-US"/>
            </a:fld>
            <a:endParaRPr lang="zh-CN" altLang="en-US"/>
          </a:p>
        </p:txBody>
      </p:sp>
      <p:sp>
        <p:nvSpPr>
          <p:cNvPr id="123907" name="Rectangle 2"/>
          <p:cNvSpPr>
            <a:spLocks noGrp="1" noChangeArrowheads="1"/>
          </p:cNvSpPr>
          <p:nvPr>
            <p:ph type="body" sz="half" idx="4294967295"/>
          </p:nvPr>
        </p:nvSpPr>
        <p:spPr>
          <a:xfrm>
            <a:off x="852488" y="908050"/>
            <a:ext cx="5226050" cy="1081088"/>
          </a:xfrm>
        </p:spPr>
        <p:txBody>
          <a:bodyPr/>
          <a:lstStyle/>
          <a:p>
            <a:pPr>
              <a:lnSpc>
                <a:spcPct val="120000"/>
              </a:lnSpc>
              <a:buFont typeface="Wingdings" panose="05000000000000000000" pitchFamily="2" charset="2"/>
              <a:buNone/>
            </a:pPr>
            <a:r>
              <a:rPr lang="zh-CN" altLang="en-US" sz="2200" b="1" dirty="0"/>
              <a:t>例</a:t>
            </a:r>
            <a:r>
              <a:rPr lang="en-US" altLang="zh-CN" sz="2200" b="1" dirty="0"/>
              <a:t>1:</a:t>
            </a:r>
            <a:r>
              <a:rPr lang="zh-CN" altLang="en-US" sz="2200" b="1" dirty="0"/>
              <a:t>单脉冲信号</a:t>
            </a:r>
            <a:endParaRPr lang="zh-CN" altLang="en-US" sz="2200" b="1" dirty="0"/>
          </a:p>
          <a:p>
            <a:pPr>
              <a:lnSpc>
                <a:spcPct val="120000"/>
              </a:lnSpc>
              <a:buFont typeface="Wingdings" panose="05000000000000000000" pitchFamily="2" charset="2"/>
              <a:buNone/>
            </a:pPr>
            <a:r>
              <a:rPr lang="en-US" altLang="zh-CN" sz="2200" b="1" dirty="0">
                <a:latin typeface="+mn-ea"/>
              </a:rPr>
              <a:t>f(t)=</a:t>
            </a:r>
            <a:r>
              <a:rPr lang="el-GR" altLang="zh-CN" sz="2200" b="1" dirty="0">
                <a:latin typeface="+mn-ea"/>
              </a:rPr>
              <a:t>ε</a:t>
            </a:r>
            <a:r>
              <a:rPr lang="en-US" altLang="zh-CN" sz="2200" b="1" dirty="0">
                <a:latin typeface="+mn-ea"/>
              </a:rPr>
              <a:t>(t+</a:t>
            </a:r>
            <a:r>
              <a:rPr lang="el-GR" altLang="zh-CN" sz="2200" b="1" dirty="0">
                <a:latin typeface="+mn-ea"/>
              </a:rPr>
              <a:t>τ</a:t>
            </a:r>
            <a:r>
              <a:rPr lang="en-US" altLang="zh-CN" sz="2200" b="1" dirty="0">
                <a:latin typeface="+mn-ea"/>
              </a:rPr>
              <a:t>/2)- </a:t>
            </a:r>
            <a:r>
              <a:rPr lang="el-GR" altLang="zh-CN" sz="2200" b="1" dirty="0">
                <a:latin typeface="+mn-ea"/>
              </a:rPr>
              <a:t>ε</a:t>
            </a:r>
            <a:r>
              <a:rPr lang="en-US" altLang="zh-CN" sz="2200" b="1" dirty="0">
                <a:latin typeface="+mn-ea"/>
              </a:rPr>
              <a:t>(t-</a:t>
            </a:r>
            <a:r>
              <a:rPr lang="el-GR" altLang="zh-CN" sz="2200" b="1" dirty="0">
                <a:latin typeface="+mn-ea"/>
              </a:rPr>
              <a:t>τ</a:t>
            </a:r>
            <a:r>
              <a:rPr lang="en-US" altLang="zh-CN" sz="2200" b="1" dirty="0">
                <a:latin typeface="+mn-ea"/>
              </a:rPr>
              <a:t>/2)         </a:t>
            </a:r>
            <a:endParaRPr lang="en-US" altLang="zh-CN" sz="2200" b="1" dirty="0">
              <a:latin typeface="+mn-ea"/>
            </a:endParaRPr>
          </a:p>
        </p:txBody>
      </p:sp>
      <p:pic>
        <p:nvPicPr>
          <p:cNvPr id="123908" name="Picture 3" descr="27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11863" y="0"/>
            <a:ext cx="283845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63172" name="Object 4"/>
              <p:cNvSpPr txBox="1">
                <a:spLocks noGrp="1"/>
              </p:cNvSpPr>
              <p:nvPr>
                <p:ph sz="half" idx="4294967295"/>
              </p:nvPr>
            </p:nvSpPr>
            <p:spPr bwMode="auto">
              <a:xfrm>
                <a:off x="1116012" y="2420938"/>
                <a:ext cx="6865815" cy="3796982"/>
              </a:xfrm>
              <a:prstGeom prst="rect">
                <a:avLst/>
              </a:prstGeom>
              <a:solidFill>
                <a:schemeClr val="bg1"/>
              </a:solidFill>
              <a:ln w="9525">
                <a:solidFill>
                  <a:schemeClr val="folHlink"/>
                </a:solidFill>
                <a:miter lim="800000"/>
              </a:ln>
              <a:effectLst>
                <a:outerShdw dist="35921" dir="2700000" algn="ctr" rotWithShape="0">
                  <a:srgbClr val="808080"/>
                </a:outerShdw>
              </a:effectLst>
            </p:spPr>
            <p:txBody>
              <a:bodyPr>
                <a:normAutofit fontScale="85000" lnSpcReduction="10000"/>
              </a:bodyPr>
              <a:lstStyle/>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解：</m:t>
                      </m:r>
                    </m:oMath>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e>
                      </m:nary>
                      <m:r>
                        <a:rPr lang="zh-CN" altLang="en-US" i="1">
                          <a:solidFill>
                            <a:srgbClr val="000000"/>
                          </a:solidFill>
                          <a:latin typeface="Cambria Math" panose="02040503050406030204" pitchFamily="18" charset="0"/>
                        </a:rPr>
                        <m:t>𝑑𝑡</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𝜏</m:t>
                              </m:r>
                            </m:num>
                            <m:den>
                              <m:r>
                                <a:rPr lang="zh-CN" altLang="en-US" i="1">
                                  <a:solidFill>
                                    <a:srgbClr val="000000"/>
                                  </a:solidFill>
                                  <a:latin typeface="Cambria Math" panose="02040503050406030204" pitchFamily="18" charset="0"/>
                                </a:rPr>
                                <m:t>2</m:t>
                              </m:r>
                            </m:den>
                          </m:f>
                        </m:sub>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𝜏</m:t>
                              </m:r>
                            </m:num>
                            <m:den>
                              <m:r>
                                <a:rPr lang="zh-CN" altLang="en-US" i="1">
                                  <a:solidFill>
                                    <a:srgbClr val="000000"/>
                                  </a:solidFill>
                                  <a:latin typeface="Cambria Math" panose="02040503050406030204" pitchFamily="18" charset="0"/>
                                </a:rPr>
                                <m:t>2</m:t>
                              </m:r>
                            </m:den>
                          </m:f>
                        </m:sup>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e>
                      </m:nary>
                      <m:r>
                        <a:rPr lang="zh-CN" altLang="en-US" i="1">
                          <a:solidFill>
                            <a:srgbClr val="000000"/>
                          </a:solidFill>
                          <a:latin typeface="Cambria Math" panose="02040503050406030204" pitchFamily="18" charset="0"/>
                        </a:rPr>
                        <m:t>𝑑𝑡</m:t>
                      </m:r>
                    </m:oMath>
                    <m:oMath xmlns:m="http://schemas.openxmlformats.org/officeDocument/2006/math">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den>
                      </m:f>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𝜔𝜏</m:t>
                              </m:r>
                            </m:num>
                            <m:den>
                              <m:r>
                                <a:rPr lang="zh-CN" altLang="en-US" i="1">
                                  <a:solidFill>
                                    <a:srgbClr val="000000"/>
                                  </a:solidFill>
                                  <a:latin typeface="Cambria Math" panose="02040503050406030204" pitchFamily="18" charset="0"/>
                                </a:rPr>
                                <m:t>2</m:t>
                              </m:r>
                            </m:den>
                          </m:f>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𝜔𝜏</m:t>
                              </m:r>
                            </m:num>
                            <m:den>
                              <m:r>
                                <a:rPr lang="zh-CN" altLang="en-US" i="1">
                                  <a:solidFill>
                                    <a:srgbClr val="000000"/>
                                  </a:solidFill>
                                  <a:latin typeface="Cambria Math" panose="02040503050406030204" pitchFamily="18" charset="0"/>
                                </a:rPr>
                                <m:t>2</m:t>
                              </m:r>
                            </m:den>
                          </m:f>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𝜔</m:t>
                          </m:r>
                        </m:den>
                      </m:f>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𝜔𝜏</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oMath>
                    <m:oMath xmlns:m="http://schemas.openxmlformats.org/officeDocument/2006/math">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𝑆𝑎</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𝜔𝜏</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263172" name="Object 4"/>
              <p:cNvSpPr txBox="1">
                <a:spLocks noRot="1" noChangeAspect="1" noMove="1" noResize="1" noEditPoints="1" noAdjustHandles="1" noChangeArrowheads="1" noChangeShapeType="1" noTextEdit="1"/>
              </p:cNvSpPr>
              <p:nvPr>
                <p:ph sz="half" idx="4294967295"/>
              </p:nvPr>
            </p:nvSpPr>
            <p:spPr bwMode="auto">
              <a:xfrm>
                <a:off x="1116012" y="2420938"/>
                <a:ext cx="6865815" cy="3796982"/>
              </a:xfrm>
              <a:prstGeom prst="rect">
                <a:avLst/>
              </a:prstGeom>
              <a:blipFill rotWithShape="1">
                <a:blip r:embed="rId2"/>
                <a:stretch>
                  <a:fillRect l="-79" t="-125" r="-436" b="-786"/>
                </a:stretch>
              </a:blipFill>
              <a:ln w="9525">
                <a:solidFill>
                  <a:schemeClr val="folHlink"/>
                </a:solidFill>
                <a:miter lim="800000"/>
              </a:ln>
              <a:effectLst>
                <a:outerShdw dist="35921" dir="2700000" algn="ctr" rotWithShape="0">
                  <a:srgbClr val="808080"/>
                </a:outerShdw>
              </a:effectLst>
            </p:spPr>
            <p:txBody>
              <a:bodyPr/>
              <a:lstStyle/>
              <a:p>
                <a:r>
                  <a:rPr lang="zh-CN" altLang="en-US">
                    <a:noFill/>
                  </a:rPr>
                  <a:t> </a:t>
                </a:r>
              </a:p>
            </p:txBody>
          </p:sp>
        </mc:Fallback>
      </mc:AlternateContent>
      <p:sp>
        <p:nvSpPr>
          <p:cNvPr id="263173" name="Rectangle 5"/>
          <p:cNvSpPr>
            <a:spLocks noGrp="1" noChangeArrowheads="1"/>
          </p:cNvSpPr>
          <p:nvPr>
            <p:ph type="title" idx="4294967295"/>
          </p:nvPr>
        </p:nvSpPr>
        <p:spPr>
          <a:xfrm>
            <a:off x="490538" y="188913"/>
            <a:ext cx="6122987" cy="43180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spTree>
    <p:custDataLst>
      <p:tags r:id="rId3"/>
    </p:custDataLst>
  </p:cSld>
  <p:clrMapOvr>
    <a:masterClrMapping/>
  </p:clrMapOvr>
  <p:transition spd="slow" advTm="40979"/>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899D8636-38CD-4AA0-84B8-F08AAC12FF36}" type="datetime1">
              <a:rPr lang="zh-CN" altLang="en-US"/>
            </a:fld>
            <a:endParaRPr lang="zh-CN" altLang="en-US"/>
          </a:p>
        </p:txBody>
      </p:sp>
      <p:sp>
        <p:nvSpPr>
          <p:cNvPr id="264194" name="Rectangle 2"/>
          <p:cNvSpPr>
            <a:spLocks noGrp="1" noChangeArrowheads="1"/>
          </p:cNvSpPr>
          <p:nvPr>
            <p:ph type="title" idx="4294967295"/>
          </p:nvPr>
        </p:nvSpPr>
        <p:spPr>
          <a:xfrm>
            <a:off x="827088" y="115888"/>
            <a:ext cx="6156325" cy="492125"/>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sp>
        <p:nvSpPr>
          <p:cNvPr id="124932" name="Rectangle 3"/>
          <p:cNvSpPr>
            <a:spLocks noGrp="1" noChangeArrowheads="1"/>
          </p:cNvSpPr>
          <p:nvPr>
            <p:ph type="body" sz="half" idx="4294967295"/>
          </p:nvPr>
        </p:nvSpPr>
        <p:spPr>
          <a:xfrm>
            <a:off x="1692275" y="2205038"/>
            <a:ext cx="1077913" cy="392112"/>
          </a:xfrm>
        </p:spPr>
        <p:txBody>
          <a:bodyPr/>
          <a:lstStyle/>
          <a:p>
            <a:pPr>
              <a:lnSpc>
                <a:spcPct val="80000"/>
              </a:lnSpc>
              <a:buFont typeface="Wingdings" panose="05000000000000000000" pitchFamily="2" charset="2"/>
              <a:buNone/>
            </a:pPr>
            <a:r>
              <a:rPr lang="zh-CN" altLang="en-US" sz="1700" b="1"/>
              <a:t>因此     </a:t>
            </a:r>
            <a:endParaRPr lang="zh-CN" altLang="en-US" sz="1700" b="1"/>
          </a:p>
        </p:txBody>
      </p:sp>
      <p:graphicFrame>
        <p:nvGraphicFramePr>
          <p:cNvPr id="264196" name="Object 4"/>
          <p:cNvGraphicFramePr>
            <a:graphicFrameLocks noGrp="1" noChangeAspect="1"/>
          </p:cNvGraphicFramePr>
          <p:nvPr>
            <p:ph sz="quarter" idx="4294967295"/>
          </p:nvPr>
        </p:nvGraphicFramePr>
        <p:xfrm>
          <a:off x="1489075" y="1778000"/>
          <a:ext cx="6418263" cy="2036763"/>
        </p:xfrm>
        <a:graphic>
          <a:graphicData uri="http://schemas.openxmlformats.org/presentationml/2006/ole">
            <mc:AlternateContent xmlns:mc="http://schemas.openxmlformats.org/markup-compatibility/2006">
              <mc:Choice xmlns:v="urn:schemas-microsoft-com:vml" Requires="v">
                <p:oleObj spid="_x0000_s125071" name="公式" r:id="rId1" imgW="3251200" imgH="1371600" progId="Equation.3">
                  <p:embed/>
                </p:oleObj>
              </mc:Choice>
              <mc:Fallback>
                <p:oleObj name="公式" r:id="rId1" imgW="3251200" imgH="13716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075" y="1778000"/>
                        <a:ext cx="6418263" cy="2036763"/>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pic>
        <p:nvPicPr>
          <p:cNvPr id="264197" name="Picture 5" descr="27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4149725"/>
            <a:ext cx="295275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4198" name="Picture 6" descr="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525" y="4443413"/>
            <a:ext cx="2952750" cy="241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4936" name="Object 7"/>
          <p:cNvGraphicFramePr>
            <a:graphicFrameLocks noGrp="1" noChangeAspect="1"/>
          </p:cNvGraphicFramePr>
          <p:nvPr>
            <p:ph sz="quarter" idx="4294967295"/>
          </p:nvPr>
        </p:nvGraphicFramePr>
        <p:xfrm>
          <a:off x="827088" y="765175"/>
          <a:ext cx="2540000" cy="884238"/>
        </p:xfrm>
        <a:graphic>
          <a:graphicData uri="http://schemas.openxmlformats.org/presentationml/2006/ole">
            <mc:AlternateContent xmlns:mc="http://schemas.openxmlformats.org/markup-compatibility/2006">
              <mc:Choice xmlns:v="urn:schemas-microsoft-com:vml" Requires="v">
                <p:oleObj spid="_x0000_s125072" name="公式" r:id="rId5" imgW="1129665" imgH="393700" progId="Equation.3">
                  <p:embed/>
                </p:oleObj>
              </mc:Choice>
              <mc:Fallback>
                <p:oleObj name="公式" r:id="rId5" imgW="1129665" imgH="393700" progId="Equation.3">
                  <p:embed/>
                  <p:pic>
                    <p:nvPicPr>
                      <p:cNvPr id="0" name="Object 7"/>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765175"/>
                        <a:ext cx="2540000" cy="884238"/>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2" name="墨迹 1"/>
          <p:cNvSpPr/>
          <p:nvPr/>
        </p:nvSpPr>
        <p:spPr bwMode="auto">
          <a:xfrm>
            <a:off x="1566360" y="5163480"/>
            <a:ext cx="44280" cy="64080"/>
          </a:xfrm>
          <a:prstGeom prst="rect">
            <a:avLst/>
          </a:prstGeom>
        </p:spPr>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25652"/>
    </mc:Choice>
    <mc:Fallback>
      <p:transition spd="slow" advTm="256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64196"/>
                                        </p:tgtEl>
                                        <p:attrNameLst>
                                          <p:attrName>style.visibility</p:attrName>
                                        </p:attrNameLst>
                                      </p:cBhvr>
                                      <p:to>
                                        <p:strVal val="visible"/>
                                      </p:to>
                                    </p:set>
                                    <p:anim calcmode="lin" valueType="num">
                                      <p:cBhvr>
                                        <p:cTn id="12" dur="1000" fill="hold"/>
                                        <p:tgtEl>
                                          <p:spTgt spid="264196"/>
                                        </p:tgtEl>
                                        <p:attrNameLst>
                                          <p:attrName>ppt_w</p:attrName>
                                        </p:attrNameLst>
                                      </p:cBhvr>
                                      <p:tavLst>
                                        <p:tav tm="0">
                                          <p:val>
                                            <p:strVal val="#ppt_w*0.70"/>
                                          </p:val>
                                        </p:tav>
                                        <p:tav tm="100000">
                                          <p:val>
                                            <p:strVal val="#ppt_w"/>
                                          </p:val>
                                        </p:tav>
                                      </p:tavLst>
                                    </p:anim>
                                    <p:anim calcmode="lin" valueType="num">
                                      <p:cBhvr>
                                        <p:cTn id="13" dur="1000" fill="hold"/>
                                        <p:tgtEl>
                                          <p:spTgt spid="264196"/>
                                        </p:tgtEl>
                                        <p:attrNameLst>
                                          <p:attrName>ppt_h</p:attrName>
                                        </p:attrNameLst>
                                      </p:cBhvr>
                                      <p:tavLst>
                                        <p:tav tm="0">
                                          <p:val>
                                            <p:strVal val="#ppt_h"/>
                                          </p:val>
                                        </p:tav>
                                        <p:tav tm="100000">
                                          <p:val>
                                            <p:strVal val="#ppt_h"/>
                                          </p:val>
                                        </p:tav>
                                      </p:tavLst>
                                    </p:anim>
                                    <p:animEffect transition="in" filter="fade">
                                      <p:cBhvr>
                                        <p:cTn id="14" dur="1000"/>
                                        <p:tgtEl>
                                          <p:spTgt spid="264196"/>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264197"/>
                                        </p:tgtEl>
                                        <p:attrNameLst>
                                          <p:attrName>style.visibility</p:attrName>
                                        </p:attrNameLst>
                                      </p:cBhvr>
                                      <p:to>
                                        <p:strVal val="visible"/>
                                      </p:to>
                                    </p:set>
                                    <p:anim calcmode="lin" valueType="num">
                                      <p:cBhvr>
                                        <p:cTn id="18" dur="1000" fill="hold"/>
                                        <p:tgtEl>
                                          <p:spTgt spid="264197"/>
                                        </p:tgtEl>
                                        <p:attrNameLst>
                                          <p:attrName>ppt_w</p:attrName>
                                        </p:attrNameLst>
                                      </p:cBhvr>
                                      <p:tavLst>
                                        <p:tav tm="0">
                                          <p:val>
                                            <p:strVal val="#ppt_w*0.70"/>
                                          </p:val>
                                        </p:tav>
                                        <p:tav tm="100000">
                                          <p:val>
                                            <p:strVal val="#ppt_w"/>
                                          </p:val>
                                        </p:tav>
                                      </p:tavLst>
                                    </p:anim>
                                    <p:anim calcmode="lin" valueType="num">
                                      <p:cBhvr>
                                        <p:cTn id="19" dur="1000" fill="hold"/>
                                        <p:tgtEl>
                                          <p:spTgt spid="264197"/>
                                        </p:tgtEl>
                                        <p:attrNameLst>
                                          <p:attrName>ppt_h</p:attrName>
                                        </p:attrNameLst>
                                      </p:cBhvr>
                                      <p:tavLst>
                                        <p:tav tm="0">
                                          <p:val>
                                            <p:strVal val="#ppt_h"/>
                                          </p:val>
                                        </p:tav>
                                        <p:tav tm="100000">
                                          <p:val>
                                            <p:strVal val="#ppt_h"/>
                                          </p:val>
                                        </p:tav>
                                      </p:tavLst>
                                    </p:anim>
                                    <p:animEffect transition="in" filter="fade">
                                      <p:cBhvr>
                                        <p:cTn id="20" dur="1000"/>
                                        <p:tgtEl>
                                          <p:spTgt spid="264197"/>
                                        </p:tgtEl>
                                      </p:cBhvr>
                                    </p:animEffect>
                                  </p:childTnLst>
                                </p:cTn>
                              </p:par>
                            </p:childTnLst>
                          </p:cTn>
                        </p:par>
                        <p:par>
                          <p:cTn id="21" fill="hold">
                            <p:stCondLst>
                              <p:cond delay="2000"/>
                            </p:stCondLst>
                            <p:childTnLst>
                              <p:par>
                                <p:cTn id="22" presetID="55" presetClass="entr" presetSubtype="0" fill="hold" nodeType="afterEffect">
                                  <p:stCondLst>
                                    <p:cond delay="0"/>
                                  </p:stCondLst>
                                  <p:childTnLst>
                                    <p:set>
                                      <p:cBhvr>
                                        <p:cTn id="23" dur="1" fill="hold">
                                          <p:stCondLst>
                                            <p:cond delay="0"/>
                                          </p:stCondLst>
                                        </p:cTn>
                                        <p:tgtEl>
                                          <p:spTgt spid="264198"/>
                                        </p:tgtEl>
                                        <p:attrNameLst>
                                          <p:attrName>style.visibility</p:attrName>
                                        </p:attrNameLst>
                                      </p:cBhvr>
                                      <p:to>
                                        <p:strVal val="visible"/>
                                      </p:to>
                                    </p:set>
                                    <p:anim calcmode="lin" valueType="num">
                                      <p:cBhvr>
                                        <p:cTn id="24" dur="1000" fill="hold"/>
                                        <p:tgtEl>
                                          <p:spTgt spid="264198"/>
                                        </p:tgtEl>
                                        <p:attrNameLst>
                                          <p:attrName>ppt_w</p:attrName>
                                        </p:attrNameLst>
                                      </p:cBhvr>
                                      <p:tavLst>
                                        <p:tav tm="0">
                                          <p:val>
                                            <p:strVal val="#ppt_w*0.70"/>
                                          </p:val>
                                        </p:tav>
                                        <p:tav tm="100000">
                                          <p:val>
                                            <p:strVal val="#ppt_w"/>
                                          </p:val>
                                        </p:tav>
                                      </p:tavLst>
                                    </p:anim>
                                    <p:anim calcmode="lin" valueType="num">
                                      <p:cBhvr>
                                        <p:cTn id="25" dur="1000" fill="hold"/>
                                        <p:tgtEl>
                                          <p:spTgt spid="264198"/>
                                        </p:tgtEl>
                                        <p:attrNameLst>
                                          <p:attrName>ppt_h</p:attrName>
                                        </p:attrNameLst>
                                      </p:cBhvr>
                                      <p:tavLst>
                                        <p:tav tm="0">
                                          <p:val>
                                            <p:strVal val="#ppt_h"/>
                                          </p:val>
                                        </p:tav>
                                        <p:tav tm="100000">
                                          <p:val>
                                            <p:strVal val="#ppt_h"/>
                                          </p:val>
                                        </p:tav>
                                      </p:tavLst>
                                    </p:anim>
                                    <p:animEffect transition="in" filter="fade">
                                      <p:cBhvr>
                                        <p:cTn id="26" dur="1000"/>
                                        <p:tgtEl>
                                          <p:spTgt spid="264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2A47466A-2C5C-432E-ADA6-E5118C93D1FE}" type="datetime1">
              <a:rPr lang="zh-CN" altLang="en-US"/>
            </a:fld>
            <a:endParaRPr lang="zh-CN" altLang="en-US"/>
          </a:p>
        </p:txBody>
      </p:sp>
      <p:sp>
        <p:nvSpPr>
          <p:cNvPr id="125955" name="Rectangle 2"/>
          <p:cNvSpPr>
            <a:spLocks noGrp="1" noChangeArrowheads="1"/>
          </p:cNvSpPr>
          <p:nvPr>
            <p:ph type="body" sz="half" idx="4294967295"/>
          </p:nvPr>
        </p:nvSpPr>
        <p:spPr>
          <a:xfrm>
            <a:off x="755650" y="836613"/>
            <a:ext cx="6696075" cy="720725"/>
          </a:xfrm>
        </p:spPr>
        <p:txBody>
          <a:bodyPr/>
          <a:lstStyle/>
          <a:p>
            <a:pPr>
              <a:buFont typeface="Wingdings" panose="05000000000000000000" pitchFamily="2" charset="2"/>
              <a:buNone/>
            </a:pPr>
            <a:r>
              <a:rPr lang="zh-CN" altLang="en-US" sz="2600" b="1" dirty="0"/>
              <a:t>例</a:t>
            </a:r>
            <a:r>
              <a:rPr lang="en-US" altLang="zh-CN" sz="2600" b="1" dirty="0"/>
              <a:t>2</a:t>
            </a:r>
            <a:r>
              <a:rPr lang="zh-CN" altLang="en-US" sz="2600" b="1" dirty="0"/>
              <a:t>：求单边指数函数的频谱。         </a:t>
            </a:r>
            <a:endParaRPr lang="zh-CN" altLang="en-US" sz="2600" b="1" dirty="0"/>
          </a:p>
        </p:txBody>
      </p:sp>
      <p:graphicFrame>
        <p:nvGraphicFramePr>
          <p:cNvPr id="265219" name="Object 3"/>
          <p:cNvGraphicFramePr>
            <a:graphicFrameLocks noGrp="1" noChangeAspect="1"/>
          </p:cNvGraphicFramePr>
          <p:nvPr>
            <p:ph sz="half" idx="4294967295"/>
          </p:nvPr>
        </p:nvGraphicFramePr>
        <p:xfrm>
          <a:off x="1619250" y="1557338"/>
          <a:ext cx="2305050" cy="414337"/>
        </p:xfrm>
        <a:graphic>
          <a:graphicData uri="http://schemas.openxmlformats.org/presentationml/2006/ole">
            <mc:AlternateContent xmlns:mc="http://schemas.openxmlformats.org/markup-compatibility/2006">
              <mc:Choice xmlns:v="urn:schemas-microsoft-com:vml" Requires="v">
                <p:oleObj spid="_x0000_s126095" name="公式" r:id="rId1" imgW="1270000" imgH="228600" progId="Equation.3">
                  <p:embed/>
                </p:oleObj>
              </mc:Choice>
              <mc:Fallback>
                <p:oleObj name="公式" r:id="rId1" imgW="1270000" imgH="2286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557338"/>
                        <a:ext cx="2305050"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5220" name="Rectangle 4"/>
          <p:cNvSpPr>
            <a:spLocks noGrp="1" noChangeArrowheads="1"/>
          </p:cNvSpPr>
          <p:nvPr>
            <p:ph type="title" idx="4294967295"/>
          </p:nvPr>
        </p:nvSpPr>
        <p:spPr>
          <a:xfrm>
            <a:off x="755650" y="188913"/>
            <a:ext cx="6227763"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graphicFrame>
        <p:nvGraphicFramePr>
          <p:cNvPr id="265221" name="Object 5"/>
          <p:cNvGraphicFramePr>
            <a:graphicFrameLocks noChangeAspect="1"/>
          </p:cNvGraphicFramePr>
          <p:nvPr/>
        </p:nvGraphicFramePr>
        <p:xfrm>
          <a:off x="1908175" y="2205038"/>
          <a:ext cx="5832475" cy="4044950"/>
        </p:xfrm>
        <a:graphic>
          <a:graphicData uri="http://schemas.openxmlformats.org/presentationml/2006/ole">
            <mc:AlternateContent xmlns:mc="http://schemas.openxmlformats.org/markup-compatibility/2006">
              <mc:Choice xmlns:v="urn:schemas-microsoft-com:vml" Requires="v">
                <p:oleObj spid="_x0000_s126096" name="公式" r:id="rId3" imgW="2489200" imgH="1727200" progId="Equation.3">
                  <p:embed/>
                </p:oleObj>
              </mc:Choice>
              <mc:Fallback>
                <p:oleObj name="公式" r:id="rId3" imgW="2489200" imgH="1727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205038"/>
                        <a:ext cx="5832475" cy="4044950"/>
                      </a:xfrm>
                      <a:prstGeom prst="rect">
                        <a:avLst/>
                      </a:prstGeom>
                      <a:solidFill>
                        <a:schemeClr val="bg1"/>
                      </a:solidFill>
                      <a:ln w="9525">
                        <a:solidFill>
                          <a:srgbClr val="0000CC"/>
                        </a:solidFill>
                        <a:miter lim="800000"/>
                        <a:headEnd/>
                        <a:tailEnd/>
                      </a:ln>
                      <a:effectLst>
                        <a:outerShdw dist="35921" dir="2700000" algn="ctr" rotWithShape="0">
                          <a:srgbClr val="808080"/>
                        </a:outerShdw>
                      </a:effectLst>
                    </p:spPr>
                  </p:pic>
                </p:oleObj>
              </mc:Fallback>
            </mc:AlternateContent>
          </a:graphicData>
        </a:graphic>
      </p:graphicFrame>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87708"/>
    </mc:Choice>
    <mc:Fallback>
      <p:transition spd="slow" advTm="8770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65219"/>
                                        </p:tgtEl>
                                        <p:attrNameLst>
                                          <p:attrName>style.visibility</p:attrName>
                                        </p:attrNameLst>
                                      </p:cBhvr>
                                      <p:to>
                                        <p:strVal val="visible"/>
                                      </p:to>
                                    </p:set>
                                    <p:anim calcmode="lin" valueType="num">
                                      <p:cBhvr>
                                        <p:cTn id="7" dur="1000" fill="hold"/>
                                        <p:tgtEl>
                                          <p:spTgt spid="265219"/>
                                        </p:tgtEl>
                                        <p:attrNameLst>
                                          <p:attrName>ppt_w</p:attrName>
                                        </p:attrNameLst>
                                      </p:cBhvr>
                                      <p:tavLst>
                                        <p:tav tm="0">
                                          <p:val>
                                            <p:strVal val="#ppt_w*0.70"/>
                                          </p:val>
                                        </p:tav>
                                        <p:tav tm="100000">
                                          <p:val>
                                            <p:strVal val="#ppt_w"/>
                                          </p:val>
                                        </p:tav>
                                      </p:tavLst>
                                    </p:anim>
                                    <p:anim calcmode="lin" valueType="num">
                                      <p:cBhvr>
                                        <p:cTn id="8" dur="1000" fill="hold"/>
                                        <p:tgtEl>
                                          <p:spTgt spid="265219"/>
                                        </p:tgtEl>
                                        <p:attrNameLst>
                                          <p:attrName>ppt_h</p:attrName>
                                        </p:attrNameLst>
                                      </p:cBhvr>
                                      <p:tavLst>
                                        <p:tav tm="0">
                                          <p:val>
                                            <p:strVal val="#ppt_h"/>
                                          </p:val>
                                        </p:tav>
                                        <p:tav tm="100000">
                                          <p:val>
                                            <p:strVal val="#ppt_h"/>
                                          </p:val>
                                        </p:tav>
                                      </p:tavLst>
                                    </p:anim>
                                    <p:animEffect transition="in" filter="fade">
                                      <p:cBhvr>
                                        <p:cTn id="9" dur="1000"/>
                                        <p:tgtEl>
                                          <p:spTgt spid="265219"/>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65221"/>
                                        </p:tgtEl>
                                        <p:attrNameLst>
                                          <p:attrName>style.visibility</p:attrName>
                                        </p:attrNameLst>
                                      </p:cBhvr>
                                      <p:to>
                                        <p:strVal val="visible"/>
                                      </p:to>
                                    </p:set>
                                    <p:anim calcmode="lin" valueType="num">
                                      <p:cBhvr>
                                        <p:cTn id="14" dur="1000" fill="hold"/>
                                        <p:tgtEl>
                                          <p:spTgt spid="265221"/>
                                        </p:tgtEl>
                                        <p:attrNameLst>
                                          <p:attrName>ppt_w</p:attrName>
                                        </p:attrNameLst>
                                      </p:cBhvr>
                                      <p:tavLst>
                                        <p:tav tm="0">
                                          <p:val>
                                            <p:strVal val="#ppt_w*0.70"/>
                                          </p:val>
                                        </p:tav>
                                        <p:tav tm="100000">
                                          <p:val>
                                            <p:strVal val="#ppt_w"/>
                                          </p:val>
                                        </p:tav>
                                      </p:tavLst>
                                    </p:anim>
                                    <p:anim calcmode="lin" valueType="num">
                                      <p:cBhvr>
                                        <p:cTn id="15" dur="1000" fill="hold"/>
                                        <p:tgtEl>
                                          <p:spTgt spid="265221"/>
                                        </p:tgtEl>
                                        <p:attrNameLst>
                                          <p:attrName>ppt_h</p:attrName>
                                        </p:attrNameLst>
                                      </p:cBhvr>
                                      <p:tavLst>
                                        <p:tav tm="0">
                                          <p:val>
                                            <p:strVal val="#ppt_h"/>
                                          </p:val>
                                        </p:tav>
                                        <p:tav tm="100000">
                                          <p:val>
                                            <p:strVal val="#ppt_h"/>
                                          </p:val>
                                        </p:tav>
                                      </p:tavLst>
                                    </p:anim>
                                    <p:animEffect transition="in" filter="fade">
                                      <p:cBhvr>
                                        <p:cTn id="16" dur="1000"/>
                                        <p:tgtEl>
                                          <p:spTgt spid="265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日期占位符 3"/>
          <p:cNvSpPr>
            <a:spLocks noGrp="1"/>
          </p:cNvSpPr>
          <p:nvPr>
            <p:ph type="dt" sz="quarter" idx="10"/>
          </p:nvPr>
        </p:nvSpPr>
        <p:spPr/>
        <p:txBody>
          <a:bodyPr/>
          <a:lstStyle/>
          <a:p>
            <a:pPr>
              <a:defRPr/>
            </a:pPr>
            <a:fld id="{C43A203A-9E37-4E56-B409-B1776FFCCA50}" type="datetime1">
              <a:rPr lang="zh-CN" altLang="en-US"/>
            </a:fld>
            <a:endParaRPr lang="zh-CN" altLang="en-US"/>
          </a:p>
        </p:txBody>
      </p:sp>
      <p:grpSp>
        <p:nvGrpSpPr>
          <p:cNvPr id="126979" name="Group 2"/>
          <p:cNvGrpSpPr/>
          <p:nvPr/>
        </p:nvGrpSpPr>
        <p:grpSpPr bwMode="auto">
          <a:xfrm>
            <a:off x="684213" y="908050"/>
            <a:ext cx="4432300" cy="2057400"/>
            <a:chOff x="1927" y="902"/>
            <a:chExt cx="2792" cy="1296"/>
          </a:xfrm>
        </p:grpSpPr>
        <p:sp>
          <p:nvSpPr>
            <p:cNvPr id="127005" name="Line 3"/>
            <p:cNvSpPr>
              <a:spLocks noChangeShapeType="1"/>
            </p:cNvSpPr>
            <p:nvPr/>
          </p:nvSpPr>
          <p:spPr bwMode="auto">
            <a:xfrm>
              <a:off x="1927" y="1797"/>
              <a:ext cx="2792" cy="1"/>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006" name="Line 4"/>
            <p:cNvSpPr>
              <a:spLocks noChangeShapeType="1"/>
            </p:cNvSpPr>
            <p:nvPr/>
          </p:nvSpPr>
          <p:spPr bwMode="auto">
            <a:xfrm flipV="1">
              <a:off x="2862" y="1094"/>
              <a:ext cx="0" cy="1104"/>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007" name="Freeform 5"/>
            <p:cNvSpPr/>
            <p:nvPr/>
          </p:nvSpPr>
          <p:spPr bwMode="auto">
            <a:xfrm>
              <a:off x="2896" y="1238"/>
              <a:ext cx="1496" cy="528"/>
            </a:xfrm>
            <a:custGeom>
              <a:avLst/>
              <a:gdLst>
                <a:gd name="T0" fmla="*/ 0 w 1440"/>
                <a:gd name="T1" fmla="*/ 0 h 528"/>
                <a:gd name="T2" fmla="*/ 595 w 1440"/>
                <a:gd name="T3" fmla="*/ 192 h 528"/>
                <a:gd name="T4" fmla="*/ 1187 w 1440"/>
                <a:gd name="T5" fmla="*/ 336 h 528"/>
                <a:gd name="T6" fmla="*/ 1982 w 1440"/>
                <a:gd name="T7" fmla="*/ 432 h 528"/>
                <a:gd name="T8" fmla="*/ 2970 w 1440"/>
                <a:gd name="T9" fmla="*/ 528 h 528"/>
                <a:gd name="T10" fmla="*/ 0 60000 65536"/>
                <a:gd name="T11" fmla="*/ 0 60000 65536"/>
                <a:gd name="T12" fmla="*/ 0 60000 65536"/>
                <a:gd name="T13" fmla="*/ 0 60000 65536"/>
                <a:gd name="T14" fmla="*/ 0 60000 65536"/>
                <a:gd name="T15" fmla="*/ 0 w 1440"/>
                <a:gd name="T16" fmla="*/ 0 h 528"/>
                <a:gd name="T17" fmla="*/ 1440 w 1440"/>
                <a:gd name="T18" fmla="*/ 528 h 528"/>
              </a:gdLst>
              <a:ahLst/>
              <a:cxnLst>
                <a:cxn ang="T10">
                  <a:pos x="T0" y="T1"/>
                </a:cxn>
                <a:cxn ang="T11">
                  <a:pos x="T2" y="T3"/>
                </a:cxn>
                <a:cxn ang="T12">
                  <a:pos x="T4" y="T5"/>
                </a:cxn>
                <a:cxn ang="T13">
                  <a:pos x="T6" y="T7"/>
                </a:cxn>
                <a:cxn ang="T14">
                  <a:pos x="T8" y="T9"/>
                </a:cxn>
              </a:cxnLst>
              <a:rect l="T15" t="T16" r="T17" b="T18"/>
              <a:pathLst>
                <a:path w="1440" h="528">
                  <a:moveTo>
                    <a:pt x="0" y="0"/>
                  </a:moveTo>
                  <a:cubicBezTo>
                    <a:pt x="96" y="68"/>
                    <a:pt x="192" y="136"/>
                    <a:pt x="288" y="192"/>
                  </a:cubicBezTo>
                  <a:cubicBezTo>
                    <a:pt x="384" y="248"/>
                    <a:pt x="464" y="296"/>
                    <a:pt x="576" y="336"/>
                  </a:cubicBezTo>
                  <a:cubicBezTo>
                    <a:pt x="688" y="376"/>
                    <a:pt x="816" y="400"/>
                    <a:pt x="960" y="432"/>
                  </a:cubicBezTo>
                  <a:cubicBezTo>
                    <a:pt x="1104" y="464"/>
                    <a:pt x="1360" y="520"/>
                    <a:pt x="1440" y="528"/>
                  </a:cubicBezTo>
                </a:path>
              </a:pathLst>
            </a:custGeom>
            <a:noFill/>
            <a:ln w="12700">
              <a:solidFill>
                <a:srgbClr val="FF505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7008" name="Text Box 6"/>
            <p:cNvSpPr txBox="1">
              <a:spLocks noChangeArrowheads="1"/>
            </p:cNvSpPr>
            <p:nvPr/>
          </p:nvSpPr>
          <p:spPr bwMode="auto">
            <a:xfrm>
              <a:off x="2876" y="902"/>
              <a:ext cx="5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en-US" sz="2400" b="1">
                  <a:latin typeface="Times New Roman" panose="02020603050405020304" pitchFamily="18" charset="0"/>
                  <a:ea typeface="宋体" panose="02010600030101010101" pitchFamily="2" charset="-122"/>
                </a:rPr>
                <a:t> </a:t>
              </a:r>
              <a:r>
                <a:rPr kumimoji="1" lang="en-US" altLang="zh-CN" sz="2400" b="1">
                  <a:latin typeface="Times New Roman" panose="02020603050405020304" pitchFamily="18" charset="0"/>
                  <a:ea typeface="宋体" panose="02010600030101010101" pitchFamily="2" charset="-122"/>
                </a:rPr>
                <a:t>f(t)</a:t>
              </a:r>
              <a:endParaRPr kumimoji="1" lang="en-US" altLang="zh-CN" sz="2400" b="1">
                <a:latin typeface="Times New Roman" panose="02020603050405020304" pitchFamily="18" charset="0"/>
                <a:ea typeface="宋体" panose="02010600030101010101" pitchFamily="2" charset="-122"/>
              </a:endParaRPr>
            </a:p>
          </p:txBody>
        </p:sp>
        <p:sp>
          <p:nvSpPr>
            <p:cNvPr id="127009" name="Text Box 7"/>
            <p:cNvSpPr txBox="1">
              <a:spLocks noChangeArrowheads="1"/>
            </p:cNvSpPr>
            <p:nvPr/>
          </p:nvSpPr>
          <p:spPr bwMode="auto">
            <a:xfrm>
              <a:off x="4358" y="1843"/>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zh-CN" sz="2400" b="1">
                  <a:latin typeface="Times New Roman" panose="02020603050405020304" pitchFamily="18" charset="0"/>
                  <a:ea typeface="宋体" panose="02010600030101010101" pitchFamily="2" charset="-122"/>
                </a:rPr>
                <a:t>t</a:t>
              </a:r>
              <a:endParaRPr kumimoji="1" lang="en-US" altLang="zh-CN" sz="2400" b="1">
                <a:latin typeface="Times New Roman" panose="02020603050405020304" pitchFamily="18" charset="0"/>
                <a:ea typeface="宋体" panose="02010600030101010101" pitchFamily="2" charset="-122"/>
              </a:endParaRPr>
            </a:p>
          </p:txBody>
        </p:sp>
        <p:sp>
          <p:nvSpPr>
            <p:cNvPr id="127010" name="Text Box 8"/>
            <p:cNvSpPr txBox="1">
              <a:spLocks noChangeArrowheads="1"/>
            </p:cNvSpPr>
            <p:nvPr/>
          </p:nvSpPr>
          <p:spPr bwMode="auto">
            <a:xfrm>
              <a:off x="2676" y="1862"/>
              <a:ext cx="2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grpSp>
      <p:grpSp>
        <p:nvGrpSpPr>
          <p:cNvPr id="3" name="Group 9"/>
          <p:cNvGrpSpPr/>
          <p:nvPr/>
        </p:nvGrpSpPr>
        <p:grpSpPr bwMode="auto">
          <a:xfrm>
            <a:off x="4859338" y="2997200"/>
            <a:ext cx="3529012" cy="3152775"/>
            <a:chOff x="3537" y="2153"/>
            <a:chExt cx="2223" cy="1986"/>
          </a:xfrm>
        </p:grpSpPr>
        <p:sp>
          <p:nvSpPr>
            <p:cNvPr id="126995" name="Line 10"/>
            <p:cNvSpPr>
              <a:spLocks noChangeShapeType="1"/>
            </p:cNvSpPr>
            <p:nvPr/>
          </p:nvSpPr>
          <p:spPr bwMode="auto">
            <a:xfrm>
              <a:off x="3537" y="3275"/>
              <a:ext cx="2142" cy="1"/>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6" name="Line 11"/>
            <p:cNvSpPr>
              <a:spLocks noChangeShapeType="1"/>
            </p:cNvSpPr>
            <p:nvPr/>
          </p:nvSpPr>
          <p:spPr bwMode="auto">
            <a:xfrm flipV="1">
              <a:off x="4545" y="2315"/>
              <a:ext cx="0" cy="1824"/>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7" name="Line 12"/>
            <p:cNvSpPr>
              <a:spLocks noChangeShapeType="1"/>
            </p:cNvSpPr>
            <p:nvPr/>
          </p:nvSpPr>
          <p:spPr bwMode="auto">
            <a:xfrm>
              <a:off x="3729" y="2795"/>
              <a:ext cx="867" cy="1"/>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8" name="Line 13"/>
            <p:cNvSpPr>
              <a:spLocks noChangeShapeType="1"/>
            </p:cNvSpPr>
            <p:nvPr/>
          </p:nvSpPr>
          <p:spPr bwMode="auto">
            <a:xfrm>
              <a:off x="4545" y="3755"/>
              <a:ext cx="969" cy="1"/>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9" name="Freeform 14"/>
            <p:cNvSpPr/>
            <p:nvPr/>
          </p:nvSpPr>
          <p:spPr bwMode="auto">
            <a:xfrm>
              <a:off x="3681" y="2843"/>
              <a:ext cx="1938" cy="872"/>
            </a:xfrm>
            <a:custGeom>
              <a:avLst/>
              <a:gdLst>
                <a:gd name="T0" fmla="*/ 0 w 1824"/>
                <a:gd name="T1" fmla="*/ 0 h 872"/>
                <a:gd name="T2" fmla="*/ 1060 w 1824"/>
                <a:gd name="T3" fmla="*/ 48 h 872"/>
                <a:gd name="T4" fmla="*/ 1975 w 1824"/>
                <a:gd name="T5" fmla="*/ 192 h 872"/>
                <a:gd name="T6" fmla="*/ 2583 w 1824"/>
                <a:gd name="T7" fmla="*/ 384 h 872"/>
                <a:gd name="T8" fmla="*/ 3190 w 1824"/>
                <a:gd name="T9" fmla="*/ 576 h 872"/>
                <a:gd name="T10" fmla="*/ 3800 w 1824"/>
                <a:gd name="T11" fmla="*/ 720 h 872"/>
                <a:gd name="T12" fmla="*/ 4558 w 1824"/>
                <a:gd name="T13" fmla="*/ 816 h 872"/>
                <a:gd name="T14" fmla="*/ 5321 w 1824"/>
                <a:gd name="T15" fmla="*/ 864 h 872"/>
                <a:gd name="T16" fmla="*/ 5772 w 1824"/>
                <a:gd name="T17" fmla="*/ 864 h 8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24"/>
                <a:gd name="T28" fmla="*/ 0 h 872"/>
                <a:gd name="T29" fmla="*/ 1824 w 1824"/>
                <a:gd name="T30" fmla="*/ 872 h 87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24" h="872">
                  <a:moveTo>
                    <a:pt x="0" y="0"/>
                  </a:moveTo>
                  <a:cubicBezTo>
                    <a:pt x="116" y="8"/>
                    <a:pt x="232" y="16"/>
                    <a:pt x="336" y="48"/>
                  </a:cubicBezTo>
                  <a:cubicBezTo>
                    <a:pt x="440" y="80"/>
                    <a:pt x="544" y="136"/>
                    <a:pt x="624" y="192"/>
                  </a:cubicBezTo>
                  <a:cubicBezTo>
                    <a:pt x="704" y="248"/>
                    <a:pt x="752" y="320"/>
                    <a:pt x="816" y="384"/>
                  </a:cubicBezTo>
                  <a:cubicBezTo>
                    <a:pt x="880" y="448"/>
                    <a:pt x="944" y="520"/>
                    <a:pt x="1008" y="576"/>
                  </a:cubicBezTo>
                  <a:cubicBezTo>
                    <a:pt x="1072" y="632"/>
                    <a:pt x="1128" y="680"/>
                    <a:pt x="1200" y="720"/>
                  </a:cubicBezTo>
                  <a:cubicBezTo>
                    <a:pt x="1272" y="760"/>
                    <a:pt x="1360" y="792"/>
                    <a:pt x="1440" y="816"/>
                  </a:cubicBezTo>
                  <a:cubicBezTo>
                    <a:pt x="1520" y="840"/>
                    <a:pt x="1616" y="856"/>
                    <a:pt x="1680" y="864"/>
                  </a:cubicBezTo>
                  <a:cubicBezTo>
                    <a:pt x="1744" y="872"/>
                    <a:pt x="1784" y="868"/>
                    <a:pt x="1824" y="864"/>
                  </a:cubicBezTo>
                </a:path>
              </a:pathLst>
            </a:custGeom>
            <a:noFill/>
            <a:ln w="38100">
              <a:solidFill>
                <a:srgbClr val="99FF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27000" name="Object 15"/>
            <p:cNvGraphicFramePr>
              <a:graphicFrameLocks noChangeAspect="1"/>
            </p:cNvGraphicFramePr>
            <p:nvPr/>
          </p:nvGraphicFramePr>
          <p:xfrm>
            <a:off x="4641" y="2153"/>
            <a:ext cx="527" cy="300"/>
          </p:xfrm>
          <a:graphic>
            <a:graphicData uri="http://schemas.openxmlformats.org/presentationml/2006/ole">
              <mc:AlternateContent xmlns:mc="http://schemas.openxmlformats.org/markup-compatibility/2006">
                <mc:Choice xmlns:v="urn:schemas-microsoft-com:vml" Requires="v">
                  <p:oleObj spid="_x0000_s127665" name="公式" r:id="rId1" imgW="355600" imgH="203200" progId="Equation.3">
                    <p:embed/>
                  </p:oleObj>
                </mc:Choice>
                <mc:Fallback>
                  <p:oleObj name="公式" r:id="rId1" imgW="355600" imgH="203200" progId="Equation.3">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1" y="2153"/>
                          <a:ext cx="527" cy="3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1" name="Object 16"/>
            <p:cNvGraphicFramePr>
              <a:graphicFrameLocks noChangeAspect="1"/>
            </p:cNvGraphicFramePr>
            <p:nvPr/>
          </p:nvGraphicFramePr>
          <p:xfrm>
            <a:off x="5505" y="3357"/>
            <a:ext cx="255" cy="237"/>
          </p:xfrm>
          <a:graphic>
            <a:graphicData uri="http://schemas.openxmlformats.org/presentationml/2006/ole">
              <mc:AlternateContent xmlns:mc="http://schemas.openxmlformats.org/markup-compatibility/2006">
                <mc:Choice xmlns:v="urn:schemas-microsoft-com:vml" Requires="v">
                  <p:oleObj spid="_x0000_s127666" name="公式" r:id="rId3" imgW="152400" imgH="139700" progId="Equation.3">
                    <p:embed/>
                  </p:oleObj>
                </mc:Choice>
                <mc:Fallback>
                  <p:oleObj name="公式" r:id="rId3" imgW="152400" imgH="139700"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5" y="3357"/>
                          <a:ext cx="255" cy="2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002" name="Text Box 17"/>
            <p:cNvSpPr txBox="1">
              <a:spLocks noChangeArrowheads="1"/>
            </p:cNvSpPr>
            <p:nvPr/>
          </p:nvSpPr>
          <p:spPr bwMode="auto">
            <a:xfrm>
              <a:off x="4305" y="3323"/>
              <a:ext cx="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graphicFrame>
          <p:nvGraphicFramePr>
            <p:cNvPr id="127003" name="Object 18"/>
            <p:cNvGraphicFramePr>
              <a:graphicFrameLocks noChangeAspect="1"/>
            </p:cNvGraphicFramePr>
            <p:nvPr/>
          </p:nvGraphicFramePr>
          <p:xfrm>
            <a:off x="4641" y="2628"/>
            <a:ext cx="298" cy="383"/>
          </p:xfrm>
          <a:graphic>
            <a:graphicData uri="http://schemas.openxmlformats.org/presentationml/2006/ole">
              <mc:AlternateContent xmlns:mc="http://schemas.openxmlformats.org/markup-compatibility/2006">
                <mc:Choice xmlns:v="urn:schemas-microsoft-com:vml" Requires="v">
                  <p:oleObj spid="_x0000_s127667" name="公式" r:id="rId5" imgW="127000" imgH="228600" progId="Equation.3">
                    <p:embed/>
                  </p:oleObj>
                </mc:Choice>
                <mc:Fallback>
                  <p:oleObj name="公式" r:id="rId5" imgW="127000" imgH="228600"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1" y="2628"/>
                          <a:ext cx="298" cy="38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7004" name="Object 19"/>
            <p:cNvGraphicFramePr>
              <a:graphicFrameLocks noChangeAspect="1"/>
            </p:cNvGraphicFramePr>
            <p:nvPr/>
          </p:nvGraphicFramePr>
          <p:xfrm>
            <a:off x="4034" y="3588"/>
            <a:ext cx="492" cy="383"/>
          </p:xfrm>
          <a:graphic>
            <a:graphicData uri="http://schemas.openxmlformats.org/presentationml/2006/ole">
              <mc:AlternateContent xmlns:mc="http://schemas.openxmlformats.org/markup-compatibility/2006">
                <mc:Choice xmlns:v="urn:schemas-microsoft-com:vml" Requires="v">
                  <p:oleObj spid="_x0000_s127668" name="公式" r:id="rId7" imgW="241300" imgH="228600" progId="Equation.3">
                    <p:embed/>
                  </p:oleObj>
                </mc:Choice>
                <mc:Fallback>
                  <p:oleObj name="公式" r:id="rId7" imgW="241300" imgH="2286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4" y="3588"/>
                          <a:ext cx="492" cy="38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20"/>
          <p:cNvGrpSpPr/>
          <p:nvPr/>
        </p:nvGrpSpPr>
        <p:grpSpPr bwMode="auto">
          <a:xfrm>
            <a:off x="1116013" y="3068638"/>
            <a:ext cx="3405187" cy="3362325"/>
            <a:chOff x="975" y="2069"/>
            <a:chExt cx="2145" cy="2118"/>
          </a:xfrm>
        </p:grpSpPr>
        <p:sp>
          <p:nvSpPr>
            <p:cNvPr id="126984" name="Line 21"/>
            <p:cNvSpPr>
              <a:spLocks noChangeShapeType="1"/>
            </p:cNvSpPr>
            <p:nvPr/>
          </p:nvSpPr>
          <p:spPr bwMode="auto">
            <a:xfrm>
              <a:off x="1041" y="3755"/>
              <a:ext cx="2040" cy="1"/>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5" name="Line 22"/>
            <p:cNvSpPr>
              <a:spLocks noChangeShapeType="1"/>
            </p:cNvSpPr>
            <p:nvPr/>
          </p:nvSpPr>
          <p:spPr bwMode="auto">
            <a:xfrm flipV="1">
              <a:off x="1953" y="2315"/>
              <a:ext cx="0" cy="1872"/>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26986" name="Object 23"/>
            <p:cNvGraphicFramePr>
              <a:graphicFrameLocks noChangeAspect="1"/>
            </p:cNvGraphicFramePr>
            <p:nvPr/>
          </p:nvGraphicFramePr>
          <p:xfrm>
            <a:off x="1655" y="2069"/>
            <a:ext cx="548" cy="330"/>
          </p:xfrm>
          <a:graphic>
            <a:graphicData uri="http://schemas.openxmlformats.org/presentationml/2006/ole">
              <mc:AlternateContent xmlns:mc="http://schemas.openxmlformats.org/markup-compatibility/2006">
                <mc:Choice xmlns:v="urn:schemas-microsoft-com:vml" Requires="v">
                  <p:oleObj spid="_x0000_s127669" name="公式" r:id="rId9" imgW="419100" imgH="254000" progId="Equation.3">
                    <p:embed/>
                  </p:oleObj>
                </mc:Choice>
                <mc:Fallback>
                  <p:oleObj name="公式" r:id="rId9" imgW="419100" imgH="254000" progId="Equation.3">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5" y="2069"/>
                          <a:ext cx="548" cy="33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87" name="Object 24"/>
            <p:cNvGraphicFramePr>
              <a:graphicFrameLocks noChangeAspect="1"/>
            </p:cNvGraphicFramePr>
            <p:nvPr/>
          </p:nvGraphicFramePr>
          <p:xfrm>
            <a:off x="1701" y="2387"/>
            <a:ext cx="249" cy="409"/>
          </p:xfrm>
          <a:graphic>
            <a:graphicData uri="http://schemas.openxmlformats.org/presentationml/2006/ole">
              <mc:AlternateContent xmlns:mc="http://schemas.openxmlformats.org/markup-compatibility/2006">
                <mc:Choice xmlns:v="urn:schemas-microsoft-com:vml" Requires="v">
                  <p:oleObj spid="_x0000_s127670" name="公式" r:id="rId11" imgW="139700" imgH="228600" progId="Equation.3">
                    <p:embed/>
                  </p:oleObj>
                </mc:Choice>
                <mc:Fallback>
                  <p:oleObj name="公式" r:id="rId11" imgW="139700" imgH="228600" progId="Equation.3">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01" y="2387"/>
                          <a:ext cx="249" cy="409"/>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88" name="Line 25"/>
            <p:cNvSpPr>
              <a:spLocks noChangeShapeType="1"/>
            </p:cNvSpPr>
            <p:nvPr/>
          </p:nvSpPr>
          <p:spPr bwMode="auto">
            <a:xfrm>
              <a:off x="1953" y="3275"/>
              <a:ext cx="306" cy="1"/>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9" name="Line 26"/>
            <p:cNvSpPr>
              <a:spLocks noChangeShapeType="1"/>
            </p:cNvSpPr>
            <p:nvPr/>
          </p:nvSpPr>
          <p:spPr bwMode="auto">
            <a:xfrm>
              <a:off x="2289" y="3275"/>
              <a:ext cx="0" cy="48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26990" name="Object 27"/>
            <p:cNvGraphicFramePr>
              <a:graphicFrameLocks noChangeAspect="1"/>
            </p:cNvGraphicFramePr>
            <p:nvPr/>
          </p:nvGraphicFramePr>
          <p:xfrm>
            <a:off x="1665" y="3160"/>
            <a:ext cx="276" cy="331"/>
          </p:xfrm>
          <a:graphic>
            <a:graphicData uri="http://schemas.openxmlformats.org/presentationml/2006/ole">
              <mc:AlternateContent xmlns:mc="http://schemas.openxmlformats.org/markup-compatibility/2006">
                <mc:Choice xmlns:v="urn:schemas-microsoft-com:vml" Requires="v">
                  <p:oleObj spid="_x0000_s127671" name="公式" r:id="rId13" imgW="190500" imgH="228600" progId="Equation.3">
                    <p:embed/>
                  </p:oleObj>
                </mc:Choice>
                <mc:Fallback>
                  <p:oleObj name="公式" r:id="rId13" imgW="190500" imgH="228600" progId="Equation.3">
                    <p:embed/>
                    <p:pic>
                      <p:nvPicPr>
                        <p:cNvPr id="0"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65" y="3160"/>
                          <a:ext cx="276" cy="33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91" name="Object 28"/>
            <p:cNvGraphicFramePr>
              <a:graphicFrameLocks noChangeAspect="1"/>
            </p:cNvGraphicFramePr>
            <p:nvPr/>
          </p:nvGraphicFramePr>
          <p:xfrm>
            <a:off x="2109" y="3793"/>
            <a:ext cx="412" cy="298"/>
          </p:xfrm>
          <a:graphic>
            <a:graphicData uri="http://schemas.openxmlformats.org/presentationml/2006/ole">
              <mc:AlternateContent xmlns:mc="http://schemas.openxmlformats.org/markup-compatibility/2006">
                <mc:Choice xmlns:v="urn:schemas-microsoft-com:vml" Requires="v">
                  <p:oleObj spid="_x0000_s127672" name="公式" r:id="rId15" imgW="317500" imgH="228600" progId="Equation.3">
                    <p:embed/>
                  </p:oleObj>
                </mc:Choice>
                <mc:Fallback>
                  <p:oleObj name="公式" r:id="rId15" imgW="317500" imgH="228600" progId="Equation.3">
                    <p:embed/>
                    <p:pic>
                      <p:nvPicPr>
                        <p:cNvPr id="0" name="Object 2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09" y="3793"/>
                          <a:ext cx="412" cy="29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92" name="Object 29"/>
            <p:cNvGraphicFramePr>
              <a:graphicFrameLocks noChangeAspect="1"/>
            </p:cNvGraphicFramePr>
            <p:nvPr/>
          </p:nvGraphicFramePr>
          <p:xfrm>
            <a:off x="2865" y="3789"/>
            <a:ext cx="255" cy="237"/>
          </p:xfrm>
          <a:graphic>
            <a:graphicData uri="http://schemas.openxmlformats.org/presentationml/2006/ole">
              <mc:AlternateContent xmlns:mc="http://schemas.openxmlformats.org/markup-compatibility/2006">
                <mc:Choice xmlns:v="urn:schemas-microsoft-com:vml" Requires="v">
                  <p:oleObj spid="_x0000_s127673" name="公式" r:id="rId17" imgW="152400" imgH="139700" progId="Equation.3">
                    <p:embed/>
                  </p:oleObj>
                </mc:Choice>
                <mc:Fallback>
                  <p:oleObj name="公式" r:id="rId17" imgW="152400" imgH="139700"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5" y="3789"/>
                          <a:ext cx="255" cy="23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93" name="Text Box 30"/>
            <p:cNvSpPr txBox="1">
              <a:spLocks noChangeArrowheads="1"/>
            </p:cNvSpPr>
            <p:nvPr/>
          </p:nvSpPr>
          <p:spPr bwMode="auto">
            <a:xfrm>
              <a:off x="1713" y="3803"/>
              <a:ext cx="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sp>
          <p:nvSpPr>
            <p:cNvPr id="126994" name="Freeform 31"/>
            <p:cNvSpPr/>
            <p:nvPr/>
          </p:nvSpPr>
          <p:spPr bwMode="auto">
            <a:xfrm>
              <a:off x="975" y="2704"/>
              <a:ext cx="1834" cy="969"/>
            </a:xfrm>
            <a:custGeom>
              <a:avLst/>
              <a:gdLst>
                <a:gd name="T0" fmla="*/ 0 w 1834"/>
                <a:gd name="T1" fmla="*/ 940 h 969"/>
                <a:gd name="T2" fmla="*/ 192 w 1834"/>
                <a:gd name="T3" fmla="*/ 892 h 969"/>
                <a:gd name="T4" fmla="*/ 212 w 1834"/>
                <a:gd name="T5" fmla="*/ 873 h 969"/>
                <a:gd name="T6" fmla="*/ 269 w 1834"/>
                <a:gd name="T7" fmla="*/ 854 h 969"/>
                <a:gd name="T8" fmla="*/ 327 w 1834"/>
                <a:gd name="T9" fmla="*/ 816 h 969"/>
                <a:gd name="T10" fmla="*/ 356 w 1834"/>
                <a:gd name="T11" fmla="*/ 796 h 969"/>
                <a:gd name="T12" fmla="*/ 384 w 1834"/>
                <a:gd name="T13" fmla="*/ 777 h 969"/>
                <a:gd name="T14" fmla="*/ 404 w 1834"/>
                <a:gd name="T15" fmla="*/ 748 h 969"/>
                <a:gd name="T16" fmla="*/ 432 w 1834"/>
                <a:gd name="T17" fmla="*/ 739 h 969"/>
                <a:gd name="T18" fmla="*/ 442 w 1834"/>
                <a:gd name="T19" fmla="*/ 710 h 969"/>
                <a:gd name="T20" fmla="*/ 519 w 1834"/>
                <a:gd name="T21" fmla="*/ 624 h 969"/>
                <a:gd name="T22" fmla="*/ 528 w 1834"/>
                <a:gd name="T23" fmla="*/ 595 h 969"/>
                <a:gd name="T24" fmla="*/ 548 w 1834"/>
                <a:gd name="T25" fmla="*/ 576 h 969"/>
                <a:gd name="T26" fmla="*/ 567 w 1834"/>
                <a:gd name="T27" fmla="*/ 518 h 969"/>
                <a:gd name="T28" fmla="*/ 634 w 1834"/>
                <a:gd name="T29" fmla="*/ 412 h 969"/>
                <a:gd name="T30" fmla="*/ 663 w 1834"/>
                <a:gd name="T31" fmla="*/ 345 h 969"/>
                <a:gd name="T32" fmla="*/ 682 w 1834"/>
                <a:gd name="T33" fmla="*/ 288 h 969"/>
                <a:gd name="T34" fmla="*/ 720 w 1834"/>
                <a:gd name="T35" fmla="*/ 240 h 969"/>
                <a:gd name="T36" fmla="*/ 788 w 1834"/>
                <a:gd name="T37" fmla="*/ 105 h 969"/>
                <a:gd name="T38" fmla="*/ 855 w 1834"/>
                <a:gd name="T39" fmla="*/ 38 h 969"/>
                <a:gd name="T40" fmla="*/ 884 w 1834"/>
                <a:gd name="T41" fmla="*/ 19 h 969"/>
                <a:gd name="T42" fmla="*/ 912 w 1834"/>
                <a:gd name="T43" fmla="*/ 0 h 969"/>
                <a:gd name="T44" fmla="*/ 1104 w 1834"/>
                <a:gd name="T45" fmla="*/ 105 h 969"/>
                <a:gd name="T46" fmla="*/ 1143 w 1834"/>
                <a:gd name="T47" fmla="*/ 153 h 969"/>
                <a:gd name="T48" fmla="*/ 1152 w 1834"/>
                <a:gd name="T49" fmla="*/ 182 h 969"/>
                <a:gd name="T50" fmla="*/ 1172 w 1834"/>
                <a:gd name="T51" fmla="*/ 201 h 969"/>
                <a:gd name="T52" fmla="*/ 1200 w 1834"/>
                <a:gd name="T53" fmla="*/ 259 h 969"/>
                <a:gd name="T54" fmla="*/ 1239 w 1834"/>
                <a:gd name="T55" fmla="*/ 336 h 969"/>
                <a:gd name="T56" fmla="*/ 1373 w 1834"/>
                <a:gd name="T57" fmla="*/ 672 h 969"/>
                <a:gd name="T58" fmla="*/ 1431 w 1834"/>
                <a:gd name="T59" fmla="*/ 768 h 969"/>
                <a:gd name="T60" fmla="*/ 1536 w 1834"/>
                <a:gd name="T61" fmla="*/ 873 h 969"/>
                <a:gd name="T62" fmla="*/ 1594 w 1834"/>
                <a:gd name="T63" fmla="*/ 892 h 969"/>
                <a:gd name="T64" fmla="*/ 1680 w 1834"/>
                <a:gd name="T65" fmla="*/ 931 h 969"/>
                <a:gd name="T66" fmla="*/ 1834 w 1834"/>
                <a:gd name="T67" fmla="*/ 969 h 96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834"/>
                <a:gd name="T103" fmla="*/ 0 h 969"/>
                <a:gd name="T104" fmla="*/ 1834 w 1834"/>
                <a:gd name="T105" fmla="*/ 969 h 96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834" h="969">
                  <a:moveTo>
                    <a:pt x="0" y="940"/>
                  </a:moveTo>
                  <a:cubicBezTo>
                    <a:pt x="66" y="931"/>
                    <a:pt x="129" y="914"/>
                    <a:pt x="192" y="892"/>
                  </a:cubicBezTo>
                  <a:cubicBezTo>
                    <a:pt x="199" y="886"/>
                    <a:pt x="204" y="877"/>
                    <a:pt x="212" y="873"/>
                  </a:cubicBezTo>
                  <a:cubicBezTo>
                    <a:pt x="230" y="864"/>
                    <a:pt x="252" y="865"/>
                    <a:pt x="269" y="854"/>
                  </a:cubicBezTo>
                  <a:cubicBezTo>
                    <a:pt x="288" y="841"/>
                    <a:pt x="308" y="829"/>
                    <a:pt x="327" y="816"/>
                  </a:cubicBezTo>
                  <a:cubicBezTo>
                    <a:pt x="337" y="809"/>
                    <a:pt x="346" y="803"/>
                    <a:pt x="356" y="796"/>
                  </a:cubicBezTo>
                  <a:cubicBezTo>
                    <a:pt x="365" y="790"/>
                    <a:pt x="384" y="777"/>
                    <a:pt x="384" y="777"/>
                  </a:cubicBezTo>
                  <a:cubicBezTo>
                    <a:pt x="391" y="767"/>
                    <a:pt x="395" y="755"/>
                    <a:pt x="404" y="748"/>
                  </a:cubicBezTo>
                  <a:cubicBezTo>
                    <a:pt x="412" y="742"/>
                    <a:pt x="425" y="746"/>
                    <a:pt x="432" y="739"/>
                  </a:cubicBezTo>
                  <a:cubicBezTo>
                    <a:pt x="439" y="732"/>
                    <a:pt x="436" y="718"/>
                    <a:pt x="442" y="710"/>
                  </a:cubicBezTo>
                  <a:cubicBezTo>
                    <a:pt x="461" y="681"/>
                    <a:pt x="494" y="648"/>
                    <a:pt x="519" y="624"/>
                  </a:cubicBezTo>
                  <a:cubicBezTo>
                    <a:pt x="522" y="614"/>
                    <a:pt x="523" y="604"/>
                    <a:pt x="528" y="595"/>
                  </a:cubicBezTo>
                  <a:cubicBezTo>
                    <a:pt x="533" y="587"/>
                    <a:pt x="544" y="584"/>
                    <a:pt x="548" y="576"/>
                  </a:cubicBezTo>
                  <a:cubicBezTo>
                    <a:pt x="557" y="558"/>
                    <a:pt x="556" y="535"/>
                    <a:pt x="567" y="518"/>
                  </a:cubicBezTo>
                  <a:cubicBezTo>
                    <a:pt x="591" y="481"/>
                    <a:pt x="603" y="445"/>
                    <a:pt x="634" y="412"/>
                  </a:cubicBezTo>
                  <a:cubicBezTo>
                    <a:pt x="656" y="327"/>
                    <a:pt x="629" y="416"/>
                    <a:pt x="663" y="345"/>
                  </a:cubicBezTo>
                  <a:cubicBezTo>
                    <a:pt x="670" y="330"/>
                    <a:pt x="673" y="303"/>
                    <a:pt x="682" y="288"/>
                  </a:cubicBezTo>
                  <a:cubicBezTo>
                    <a:pt x="730" y="209"/>
                    <a:pt x="670" y="338"/>
                    <a:pt x="720" y="240"/>
                  </a:cubicBezTo>
                  <a:cubicBezTo>
                    <a:pt x="742" y="197"/>
                    <a:pt x="753" y="138"/>
                    <a:pt x="788" y="105"/>
                  </a:cubicBezTo>
                  <a:cubicBezTo>
                    <a:pt x="804" y="54"/>
                    <a:pt x="789" y="82"/>
                    <a:pt x="855" y="38"/>
                  </a:cubicBezTo>
                  <a:cubicBezTo>
                    <a:pt x="865" y="32"/>
                    <a:pt x="874" y="25"/>
                    <a:pt x="884" y="19"/>
                  </a:cubicBezTo>
                  <a:cubicBezTo>
                    <a:pt x="893" y="13"/>
                    <a:pt x="912" y="0"/>
                    <a:pt x="912" y="0"/>
                  </a:cubicBezTo>
                  <a:cubicBezTo>
                    <a:pt x="990" y="24"/>
                    <a:pt x="1038" y="60"/>
                    <a:pt x="1104" y="105"/>
                  </a:cubicBezTo>
                  <a:cubicBezTo>
                    <a:pt x="1130" y="181"/>
                    <a:pt x="1091" y="88"/>
                    <a:pt x="1143" y="153"/>
                  </a:cubicBezTo>
                  <a:cubicBezTo>
                    <a:pt x="1149" y="161"/>
                    <a:pt x="1147" y="173"/>
                    <a:pt x="1152" y="182"/>
                  </a:cubicBezTo>
                  <a:cubicBezTo>
                    <a:pt x="1157" y="190"/>
                    <a:pt x="1165" y="195"/>
                    <a:pt x="1172" y="201"/>
                  </a:cubicBezTo>
                  <a:cubicBezTo>
                    <a:pt x="1199" y="287"/>
                    <a:pt x="1159" y="169"/>
                    <a:pt x="1200" y="259"/>
                  </a:cubicBezTo>
                  <a:cubicBezTo>
                    <a:pt x="1236" y="338"/>
                    <a:pt x="1200" y="295"/>
                    <a:pt x="1239" y="336"/>
                  </a:cubicBezTo>
                  <a:cubicBezTo>
                    <a:pt x="1269" y="426"/>
                    <a:pt x="1309" y="605"/>
                    <a:pt x="1373" y="672"/>
                  </a:cubicBezTo>
                  <a:cubicBezTo>
                    <a:pt x="1392" y="724"/>
                    <a:pt x="1393" y="728"/>
                    <a:pt x="1431" y="768"/>
                  </a:cubicBezTo>
                  <a:cubicBezTo>
                    <a:pt x="1444" y="807"/>
                    <a:pt x="1498" y="856"/>
                    <a:pt x="1536" y="873"/>
                  </a:cubicBezTo>
                  <a:cubicBezTo>
                    <a:pt x="1555" y="881"/>
                    <a:pt x="1594" y="892"/>
                    <a:pt x="1594" y="892"/>
                  </a:cubicBezTo>
                  <a:cubicBezTo>
                    <a:pt x="1619" y="918"/>
                    <a:pt x="1646" y="920"/>
                    <a:pt x="1680" y="931"/>
                  </a:cubicBezTo>
                  <a:cubicBezTo>
                    <a:pt x="1733" y="949"/>
                    <a:pt x="1779" y="969"/>
                    <a:pt x="1834" y="969"/>
                  </a:cubicBezTo>
                </a:path>
              </a:pathLst>
            </a:custGeom>
            <a:noFill/>
            <a:ln w="38100">
              <a:solidFill>
                <a:srgbClr val="99FF33"/>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126982" name="Object 32"/>
          <p:cNvGraphicFramePr>
            <a:graphicFrameLocks noGrp="1" noChangeAspect="1"/>
          </p:cNvGraphicFramePr>
          <p:nvPr>
            <p:ph idx="4294967295"/>
          </p:nvPr>
        </p:nvGraphicFramePr>
        <p:xfrm>
          <a:off x="4643438" y="1052513"/>
          <a:ext cx="4103687" cy="712787"/>
        </p:xfrm>
        <a:graphic>
          <a:graphicData uri="http://schemas.openxmlformats.org/presentationml/2006/ole">
            <mc:AlternateContent xmlns:mc="http://schemas.openxmlformats.org/markup-compatibility/2006">
              <mc:Choice xmlns:v="urn:schemas-microsoft-com:vml" Requires="v">
                <p:oleObj spid="_x0000_s127674" name="公式" r:id="rId18" imgW="2489200" imgH="431800" progId="Equation.3">
                  <p:embed/>
                </p:oleObj>
              </mc:Choice>
              <mc:Fallback>
                <p:oleObj name="公式" r:id="rId18" imgW="2489200" imgH="431800" progId="Equation.3">
                  <p:embed/>
                  <p:pic>
                    <p:nvPicPr>
                      <p:cNvPr id="0" name="Object 32"/>
                      <p:cNvPicPr>
                        <a:picLocks noGrp="1"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3438" y="1052513"/>
                        <a:ext cx="4103687"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273" name="Rectangle 33"/>
          <p:cNvSpPr>
            <a:spLocks noGrp="1" noChangeArrowheads="1"/>
          </p:cNvSpPr>
          <p:nvPr>
            <p:ph type="title" idx="4294967295"/>
          </p:nvPr>
        </p:nvSpPr>
        <p:spPr>
          <a:xfrm>
            <a:off x="755650" y="188913"/>
            <a:ext cx="6294438" cy="57626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sp>
        <p:nvSpPr>
          <p:cNvPr id="2" name="墨迹 1"/>
          <p:cNvSpPr/>
          <p:nvPr/>
        </p:nvSpPr>
        <p:spPr bwMode="auto">
          <a:xfrm>
            <a:off x="1197720" y="840960"/>
            <a:ext cx="3021120" cy="4924800"/>
          </a:xfrm>
          <a:prstGeom prst="rect">
            <a:avLst/>
          </a:prstGeom>
        </p:spPr>
      </p:sp>
    </p:spTree>
  </p:cSld>
  <p:clrMapOvr>
    <a:masterClrMapping/>
  </p:clrMapOvr>
  <mc:AlternateContent xmlns:mc="http://schemas.openxmlformats.org/markup-compatibility/2006">
    <mc:Choice xmlns:p14="http://schemas.microsoft.com/office/powerpoint/2010/main" Requires="p14">
      <p:transition spd="slow" p14:dur="2000" advTm="50232"/>
    </mc:Choice>
    <mc:Fallback>
      <p:transition spd="slow" advTm="502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9"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dissolve">
                                      <p:cBhvr>
                                        <p:cTn id="11" dur="500"/>
                                        <p:tgtEl>
                                          <p:spTgt spid="4"/>
                                        </p:tgtEl>
                                      </p:cBhvr>
                                    </p:animEffect>
                                  </p:childTnLst>
                                </p:cTn>
                              </p:par>
                            </p:childTnLst>
                          </p:cTn>
                        </p:par>
                        <p:par>
                          <p:cTn id="12" fill="hold">
                            <p:stCondLst>
                              <p:cond delay="500"/>
                            </p:stCondLst>
                            <p:childTnLst>
                              <p:par>
                                <p:cTn id="13" presetID="9"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28555E2B-2205-4A34-B2C8-06120BAF9291}" type="datetime1">
              <a:rPr lang="zh-CN" altLang="en-US"/>
            </a:fld>
            <a:endParaRPr lang="zh-CN" altLang="en-US"/>
          </a:p>
        </p:txBody>
      </p:sp>
      <p:sp>
        <p:nvSpPr>
          <p:cNvPr id="128003" name="Rectangle 2"/>
          <p:cNvSpPr>
            <a:spLocks noGrp="1" noChangeArrowheads="1"/>
          </p:cNvSpPr>
          <p:nvPr>
            <p:ph type="body" sz="half" idx="4294967295"/>
          </p:nvPr>
        </p:nvSpPr>
        <p:spPr>
          <a:xfrm>
            <a:off x="971550" y="981075"/>
            <a:ext cx="4176713" cy="719138"/>
          </a:xfrm>
        </p:spPr>
        <p:txBody>
          <a:bodyPr/>
          <a:lstStyle/>
          <a:p>
            <a:pPr>
              <a:buFont typeface="Wingdings" panose="05000000000000000000" pitchFamily="2" charset="2"/>
              <a:buNone/>
            </a:pPr>
            <a:r>
              <a:rPr lang="zh-CN" altLang="en-US" sz="2600" b="1" dirty="0"/>
              <a:t>例</a:t>
            </a:r>
            <a:r>
              <a:rPr lang="en-US" altLang="zh-CN" sz="2600" b="1" dirty="0"/>
              <a:t>3</a:t>
            </a:r>
            <a:r>
              <a:rPr lang="zh-CN" altLang="en-US" sz="2600" b="1" dirty="0"/>
              <a:t>：偶双边指数信号</a:t>
            </a:r>
            <a:endParaRPr lang="zh-CN" altLang="en-US" sz="2600" b="1" dirty="0"/>
          </a:p>
        </p:txBody>
      </p:sp>
      <p:sp>
        <p:nvSpPr>
          <p:cNvPr id="128004" name="Rectangle 3"/>
          <p:cNvSpPr>
            <a:spLocks noChangeArrowheads="1"/>
          </p:cNvSpPr>
          <p:nvPr/>
        </p:nvSpPr>
        <p:spPr bwMode="auto">
          <a:xfrm>
            <a:off x="1181100" y="609600"/>
            <a:ext cx="7715250" cy="1143000"/>
          </a:xfrm>
          <a:prstGeom prst="rect">
            <a:avLst/>
          </a:prstGeom>
          <a:noFill/>
          <a:ln>
            <a:noFill/>
          </a:ln>
          <a:effectLst>
            <a:outerShdw dist="3592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endParaRPr lang="zh-CN" altLang="en-US" sz="3800" b="1">
              <a:solidFill>
                <a:schemeClr val="tx2"/>
              </a:solidFill>
              <a:ea typeface="宋体" panose="02010600030101010101" pitchFamily="2" charset="-122"/>
            </a:endParaRPr>
          </a:p>
        </p:txBody>
      </p:sp>
      <p:graphicFrame>
        <p:nvGraphicFramePr>
          <p:cNvPr id="267268" name="Object 4"/>
          <p:cNvGraphicFramePr>
            <a:graphicFrameLocks noChangeAspect="1"/>
          </p:cNvGraphicFramePr>
          <p:nvPr/>
        </p:nvGraphicFramePr>
        <p:xfrm>
          <a:off x="1476375" y="1628775"/>
          <a:ext cx="5700713" cy="771525"/>
        </p:xfrm>
        <a:graphic>
          <a:graphicData uri="http://schemas.openxmlformats.org/presentationml/2006/ole">
            <mc:AlternateContent xmlns:mc="http://schemas.openxmlformats.org/markup-compatibility/2006">
              <mc:Choice xmlns:v="urn:schemas-microsoft-com:vml" Requires="v">
                <p:oleObj spid="_x0000_s128278" name="公式" r:id="rId1" imgW="1866265" imgH="254000" progId="Equation.3">
                  <p:embed/>
                </p:oleObj>
              </mc:Choice>
              <mc:Fallback>
                <p:oleObj name="公式" r:id="rId1" imgW="1866265" imgH="2540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628775"/>
                        <a:ext cx="5700713" cy="7715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7269" name="Object 5"/>
          <p:cNvGraphicFramePr>
            <a:graphicFrameLocks noGrp="1" noChangeAspect="1"/>
          </p:cNvGraphicFramePr>
          <p:nvPr>
            <p:ph sz="half" idx="4294967295"/>
          </p:nvPr>
        </p:nvGraphicFramePr>
        <p:xfrm>
          <a:off x="1547813" y="2492375"/>
          <a:ext cx="928687" cy="511175"/>
        </p:xfrm>
        <a:graphic>
          <a:graphicData uri="http://schemas.openxmlformats.org/presentationml/2006/ole">
            <mc:AlternateContent xmlns:mc="http://schemas.openxmlformats.org/markup-compatibility/2006">
              <mc:Choice xmlns:v="urn:schemas-microsoft-com:vml" Requires="v">
                <p:oleObj spid="_x0000_s128279" name="公式" r:id="rId3" imgW="241300" imgH="203200" progId="Equation.3">
                  <p:embed/>
                </p:oleObj>
              </mc:Choice>
              <mc:Fallback>
                <p:oleObj name="公式" r:id="rId3" imgW="241300" imgH="2032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2492375"/>
                        <a:ext cx="928687"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70" name="Rectangle 6"/>
          <p:cNvSpPr>
            <a:spLocks noGrp="1" noChangeArrowheads="1"/>
          </p:cNvSpPr>
          <p:nvPr>
            <p:ph type="title" idx="4294967295"/>
          </p:nvPr>
        </p:nvSpPr>
        <p:spPr>
          <a:xfrm>
            <a:off x="755650" y="188913"/>
            <a:ext cx="6202363"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graphicFrame>
        <p:nvGraphicFramePr>
          <p:cNvPr id="267271" name="Object 7"/>
          <p:cNvGraphicFramePr>
            <a:graphicFrameLocks noChangeAspect="1"/>
          </p:cNvGraphicFramePr>
          <p:nvPr/>
        </p:nvGraphicFramePr>
        <p:xfrm>
          <a:off x="2555875" y="2636838"/>
          <a:ext cx="4906963" cy="1617662"/>
        </p:xfrm>
        <a:graphic>
          <a:graphicData uri="http://schemas.openxmlformats.org/presentationml/2006/ole">
            <mc:AlternateContent xmlns:mc="http://schemas.openxmlformats.org/markup-compatibility/2006">
              <mc:Choice xmlns:v="urn:schemas-microsoft-com:vml" Requires="v">
                <p:oleObj spid="_x0000_s128280" name="公式" r:id="rId5" imgW="2159000" imgH="711200" progId="Equation.3">
                  <p:embed/>
                </p:oleObj>
              </mc:Choice>
              <mc:Fallback>
                <p:oleObj name="公式" r:id="rId5" imgW="2159000" imgH="711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2636838"/>
                        <a:ext cx="4906963" cy="1617662"/>
                      </a:xfrm>
                      <a:prstGeom prst="rect">
                        <a:avLst/>
                      </a:prstGeom>
                      <a:solidFill>
                        <a:schemeClr val="bg1"/>
                      </a:solidFill>
                      <a:ln>
                        <a:noFill/>
                      </a:ln>
                      <a:effectLst/>
                      <a:extLst>
                        <a:ext uri="{91240B29-F687-4F45-9708-019B960494DF}">
                          <a14:hiddenLine xmlns:a14="http://schemas.microsoft.com/office/drawing/2010/main" w="1270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72" name="Object 8"/>
          <p:cNvGraphicFramePr>
            <a:graphicFrameLocks noChangeAspect="1"/>
          </p:cNvGraphicFramePr>
          <p:nvPr/>
        </p:nvGraphicFramePr>
        <p:xfrm>
          <a:off x="3492500" y="4437063"/>
          <a:ext cx="4156075" cy="1905000"/>
        </p:xfrm>
        <a:graphic>
          <a:graphicData uri="http://schemas.openxmlformats.org/presentationml/2006/ole">
            <mc:AlternateContent xmlns:mc="http://schemas.openxmlformats.org/markup-compatibility/2006">
              <mc:Choice xmlns:v="urn:schemas-microsoft-com:vml" Requires="v">
                <p:oleObj spid="_x0000_s128281" name="公式" r:id="rId7" imgW="1828800" imgH="838200" progId="Equation.3">
                  <p:embed/>
                </p:oleObj>
              </mc:Choice>
              <mc:Fallback>
                <p:oleObj name="公式" r:id="rId7" imgW="1828800" imgH="838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4437063"/>
                        <a:ext cx="4156075" cy="1905000"/>
                      </a:xfrm>
                      <a:prstGeom prst="rect">
                        <a:avLst/>
                      </a:prstGeom>
                      <a:solidFill>
                        <a:schemeClr val="bg1"/>
                      </a:solidFill>
                      <a:ln>
                        <a:noFill/>
                      </a:ln>
                      <a:effectLst/>
                      <a:extLst>
                        <a:ext uri="{91240B29-F687-4F45-9708-019B960494DF}">
                          <a14:hiddenLine xmlns:a14="http://schemas.microsoft.com/office/drawing/2010/main" w="1270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75586"/>
    </mc:Choice>
    <mc:Fallback>
      <p:transition spd="slow" advTm="755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67268"/>
                                        </p:tgtEl>
                                        <p:attrNameLst>
                                          <p:attrName>style.visibility</p:attrName>
                                        </p:attrNameLst>
                                      </p:cBhvr>
                                      <p:to>
                                        <p:strVal val="visible"/>
                                      </p:to>
                                    </p:set>
                                  </p:childTnLst>
                                </p:cTn>
                              </p:par>
                            </p:childTnLst>
                          </p:cTn>
                        </p:par>
                        <p:par>
                          <p:cTn id="7" fill="hold">
                            <p:stCondLst>
                              <p:cond delay="500"/>
                            </p:stCondLst>
                            <p:childTnLst>
                              <p:par>
                                <p:cTn id="8" presetID="9" presetClass="entr" presetSubtype="0" fill="hold" nodeType="afterEffect">
                                  <p:stCondLst>
                                    <p:cond delay="0"/>
                                  </p:stCondLst>
                                  <p:childTnLst>
                                    <p:set>
                                      <p:cBhvr>
                                        <p:cTn id="9" dur="1" fill="hold">
                                          <p:stCondLst>
                                            <p:cond delay="0"/>
                                          </p:stCondLst>
                                        </p:cTn>
                                        <p:tgtEl>
                                          <p:spTgt spid="267269"/>
                                        </p:tgtEl>
                                        <p:attrNameLst>
                                          <p:attrName>style.visibility</p:attrName>
                                        </p:attrNameLst>
                                      </p:cBhvr>
                                      <p:to>
                                        <p:strVal val="visible"/>
                                      </p:to>
                                    </p:set>
                                    <p:animEffect transition="in" filter="dissolve">
                                      <p:cBhvr>
                                        <p:cTn id="10" dur="500"/>
                                        <p:tgtEl>
                                          <p:spTgt spid="267269"/>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67271"/>
                                        </p:tgtEl>
                                        <p:attrNameLst>
                                          <p:attrName>style.visibility</p:attrName>
                                        </p:attrNameLst>
                                      </p:cBhvr>
                                      <p:to>
                                        <p:strVal val="visible"/>
                                      </p:to>
                                    </p:set>
                                    <p:animEffect transition="in" filter="dissolve">
                                      <p:cBhvr>
                                        <p:cTn id="15" dur="500"/>
                                        <p:tgtEl>
                                          <p:spTgt spid="267271"/>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67272"/>
                                        </p:tgtEl>
                                        <p:attrNameLst>
                                          <p:attrName>style.visibility</p:attrName>
                                        </p:attrNameLst>
                                      </p:cBhvr>
                                      <p:to>
                                        <p:strVal val="visible"/>
                                      </p:to>
                                    </p:set>
                                    <p:animEffect transition="in" filter="dissolve">
                                      <p:cBhvr>
                                        <p:cTn id="20" dur="500"/>
                                        <p:tgtEl>
                                          <p:spTgt spid="267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日期占位符 3"/>
          <p:cNvSpPr>
            <a:spLocks noGrp="1"/>
          </p:cNvSpPr>
          <p:nvPr>
            <p:ph type="dt" sz="quarter" idx="10"/>
          </p:nvPr>
        </p:nvSpPr>
        <p:spPr/>
        <p:txBody>
          <a:bodyPr/>
          <a:lstStyle/>
          <a:p>
            <a:pPr>
              <a:defRPr/>
            </a:pPr>
            <a:fld id="{76887E20-01A4-41EF-906B-BDA8325C6E73}" type="datetime1">
              <a:rPr lang="zh-CN" altLang="en-US"/>
            </a:fld>
            <a:endParaRPr lang="zh-CN" altLang="en-US"/>
          </a:p>
        </p:txBody>
      </p:sp>
      <p:sp>
        <p:nvSpPr>
          <p:cNvPr id="129027" name="Rectangle 2"/>
          <p:cNvSpPr>
            <a:spLocks noChangeArrowheads="1"/>
          </p:cNvSpPr>
          <p:nvPr/>
        </p:nvSpPr>
        <p:spPr bwMode="auto">
          <a:xfrm>
            <a:off x="1181100" y="609600"/>
            <a:ext cx="7715250" cy="1143000"/>
          </a:xfrm>
          <a:prstGeom prst="rect">
            <a:avLst/>
          </a:prstGeom>
          <a:noFill/>
          <a:ln>
            <a:noFill/>
          </a:ln>
          <a:effectLst>
            <a:outerShdw dist="3592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endParaRPr lang="zh-CN" altLang="en-US" sz="3800" b="1">
              <a:solidFill>
                <a:schemeClr val="tx2"/>
              </a:solidFill>
              <a:ea typeface="宋体" panose="02010600030101010101" pitchFamily="2" charset="-122"/>
            </a:endParaRPr>
          </a:p>
        </p:txBody>
      </p:sp>
      <p:graphicFrame>
        <p:nvGraphicFramePr>
          <p:cNvPr id="268291" name="Object 3"/>
          <p:cNvGraphicFramePr>
            <a:graphicFrameLocks noChangeAspect="1"/>
          </p:cNvGraphicFramePr>
          <p:nvPr/>
        </p:nvGraphicFramePr>
        <p:xfrm>
          <a:off x="1547813" y="1844675"/>
          <a:ext cx="2844800" cy="893763"/>
        </p:xfrm>
        <a:graphic>
          <a:graphicData uri="http://schemas.openxmlformats.org/presentationml/2006/ole">
            <mc:AlternateContent xmlns:mc="http://schemas.openxmlformats.org/markup-compatibility/2006">
              <mc:Choice xmlns:v="urn:schemas-microsoft-com:vml" Requires="v">
                <p:oleObj spid="_x0000_s129376" name="公式" r:id="rId1" imgW="1066165" imgH="393700" progId="Equation.3">
                  <p:embed/>
                </p:oleObj>
              </mc:Choice>
              <mc:Fallback>
                <p:oleObj name="公式" r:id="rId1" imgW="1066165" imgH="39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844675"/>
                        <a:ext cx="2844800" cy="8937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8292" name="Object 4"/>
          <p:cNvGraphicFramePr>
            <a:graphicFrameLocks noChangeAspect="1"/>
          </p:cNvGraphicFramePr>
          <p:nvPr/>
        </p:nvGraphicFramePr>
        <p:xfrm>
          <a:off x="5580063" y="1844675"/>
          <a:ext cx="2106612" cy="728663"/>
        </p:xfrm>
        <a:graphic>
          <a:graphicData uri="http://schemas.openxmlformats.org/presentationml/2006/ole">
            <mc:AlternateContent xmlns:mc="http://schemas.openxmlformats.org/markup-compatibility/2006">
              <mc:Choice xmlns:v="urn:schemas-microsoft-com:vml" Requires="v">
                <p:oleObj spid="_x0000_s129377" name="公式" r:id="rId3" imgW="584200" imgH="203200" progId="Equation.3">
                  <p:embed/>
                </p:oleObj>
              </mc:Choice>
              <mc:Fallback>
                <p:oleObj name="公式" r:id="rId3" imgW="584200" imgH="203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1844675"/>
                        <a:ext cx="2106612" cy="72866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p:nvPr/>
        </p:nvGrpSpPr>
        <p:grpSpPr bwMode="auto">
          <a:xfrm>
            <a:off x="1525588" y="3238500"/>
            <a:ext cx="7467600" cy="2514600"/>
            <a:chOff x="961" y="2040"/>
            <a:chExt cx="4704" cy="1584"/>
          </a:xfrm>
        </p:grpSpPr>
        <p:sp>
          <p:nvSpPr>
            <p:cNvPr id="129033" name="Line 6"/>
            <p:cNvSpPr>
              <a:spLocks noChangeShapeType="1"/>
            </p:cNvSpPr>
            <p:nvPr/>
          </p:nvSpPr>
          <p:spPr bwMode="auto">
            <a:xfrm>
              <a:off x="961" y="3288"/>
              <a:ext cx="2112"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4" name="Line 7"/>
            <p:cNvSpPr>
              <a:spLocks noChangeShapeType="1"/>
            </p:cNvSpPr>
            <p:nvPr/>
          </p:nvSpPr>
          <p:spPr bwMode="auto">
            <a:xfrm flipV="1">
              <a:off x="1969" y="2184"/>
              <a:ext cx="0" cy="144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5" name="Freeform 8"/>
            <p:cNvSpPr/>
            <p:nvPr/>
          </p:nvSpPr>
          <p:spPr bwMode="auto">
            <a:xfrm>
              <a:off x="1969" y="2568"/>
              <a:ext cx="816" cy="672"/>
            </a:xfrm>
            <a:custGeom>
              <a:avLst/>
              <a:gdLst>
                <a:gd name="T0" fmla="*/ 0 w 816"/>
                <a:gd name="T1" fmla="*/ 0 h 672"/>
                <a:gd name="T2" fmla="*/ 144 w 816"/>
                <a:gd name="T3" fmla="*/ 288 h 672"/>
                <a:gd name="T4" fmla="*/ 432 w 816"/>
                <a:gd name="T5" fmla="*/ 576 h 672"/>
                <a:gd name="T6" fmla="*/ 816 w 816"/>
                <a:gd name="T7" fmla="*/ 672 h 672"/>
                <a:gd name="T8" fmla="*/ 0 60000 65536"/>
                <a:gd name="T9" fmla="*/ 0 60000 65536"/>
                <a:gd name="T10" fmla="*/ 0 60000 65536"/>
                <a:gd name="T11" fmla="*/ 0 60000 65536"/>
                <a:gd name="T12" fmla="*/ 0 w 816"/>
                <a:gd name="T13" fmla="*/ 0 h 672"/>
                <a:gd name="T14" fmla="*/ 816 w 816"/>
                <a:gd name="T15" fmla="*/ 672 h 672"/>
              </a:gdLst>
              <a:ahLst/>
              <a:cxnLst>
                <a:cxn ang="T8">
                  <a:pos x="T0" y="T1"/>
                </a:cxn>
                <a:cxn ang="T9">
                  <a:pos x="T2" y="T3"/>
                </a:cxn>
                <a:cxn ang="T10">
                  <a:pos x="T4" y="T5"/>
                </a:cxn>
                <a:cxn ang="T11">
                  <a:pos x="T6" y="T7"/>
                </a:cxn>
              </a:cxnLst>
              <a:rect l="T12" t="T13" r="T14" b="T15"/>
              <a:pathLst>
                <a:path w="816" h="672">
                  <a:moveTo>
                    <a:pt x="0" y="0"/>
                  </a:moveTo>
                  <a:cubicBezTo>
                    <a:pt x="36" y="96"/>
                    <a:pt x="72" y="192"/>
                    <a:pt x="144" y="288"/>
                  </a:cubicBezTo>
                  <a:cubicBezTo>
                    <a:pt x="216" y="384"/>
                    <a:pt x="320" y="512"/>
                    <a:pt x="432" y="576"/>
                  </a:cubicBezTo>
                  <a:cubicBezTo>
                    <a:pt x="544" y="640"/>
                    <a:pt x="680" y="656"/>
                    <a:pt x="816" y="672"/>
                  </a:cubicBezTo>
                </a:path>
              </a:pathLst>
            </a:custGeom>
            <a:noFill/>
            <a:ln w="38100">
              <a:solidFill>
                <a:srgbClr val="99FF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9036" name="Freeform 9"/>
            <p:cNvSpPr/>
            <p:nvPr/>
          </p:nvSpPr>
          <p:spPr bwMode="auto">
            <a:xfrm>
              <a:off x="1249" y="2568"/>
              <a:ext cx="720" cy="624"/>
            </a:xfrm>
            <a:custGeom>
              <a:avLst/>
              <a:gdLst>
                <a:gd name="T0" fmla="*/ 720 w 720"/>
                <a:gd name="T1" fmla="*/ 0 h 624"/>
                <a:gd name="T2" fmla="*/ 624 w 720"/>
                <a:gd name="T3" fmla="*/ 240 h 624"/>
                <a:gd name="T4" fmla="*/ 432 w 720"/>
                <a:gd name="T5" fmla="*/ 432 h 624"/>
                <a:gd name="T6" fmla="*/ 336 w 720"/>
                <a:gd name="T7" fmla="*/ 528 h 624"/>
                <a:gd name="T8" fmla="*/ 192 w 720"/>
                <a:gd name="T9" fmla="*/ 576 h 624"/>
                <a:gd name="T10" fmla="*/ 0 w 720"/>
                <a:gd name="T11" fmla="*/ 624 h 624"/>
                <a:gd name="T12" fmla="*/ 0 60000 65536"/>
                <a:gd name="T13" fmla="*/ 0 60000 65536"/>
                <a:gd name="T14" fmla="*/ 0 60000 65536"/>
                <a:gd name="T15" fmla="*/ 0 60000 65536"/>
                <a:gd name="T16" fmla="*/ 0 60000 65536"/>
                <a:gd name="T17" fmla="*/ 0 60000 65536"/>
                <a:gd name="T18" fmla="*/ 0 w 720"/>
                <a:gd name="T19" fmla="*/ 0 h 624"/>
                <a:gd name="T20" fmla="*/ 720 w 720"/>
                <a:gd name="T21" fmla="*/ 624 h 624"/>
              </a:gdLst>
              <a:ahLst/>
              <a:cxnLst>
                <a:cxn ang="T12">
                  <a:pos x="T0" y="T1"/>
                </a:cxn>
                <a:cxn ang="T13">
                  <a:pos x="T2" y="T3"/>
                </a:cxn>
                <a:cxn ang="T14">
                  <a:pos x="T4" y="T5"/>
                </a:cxn>
                <a:cxn ang="T15">
                  <a:pos x="T6" y="T7"/>
                </a:cxn>
                <a:cxn ang="T16">
                  <a:pos x="T8" y="T9"/>
                </a:cxn>
                <a:cxn ang="T17">
                  <a:pos x="T10" y="T11"/>
                </a:cxn>
              </a:cxnLst>
              <a:rect l="T18" t="T19" r="T20" b="T21"/>
              <a:pathLst>
                <a:path w="720" h="624">
                  <a:moveTo>
                    <a:pt x="720" y="0"/>
                  </a:moveTo>
                  <a:cubicBezTo>
                    <a:pt x="696" y="84"/>
                    <a:pt x="672" y="168"/>
                    <a:pt x="624" y="240"/>
                  </a:cubicBezTo>
                  <a:cubicBezTo>
                    <a:pt x="576" y="312"/>
                    <a:pt x="480" y="384"/>
                    <a:pt x="432" y="432"/>
                  </a:cubicBezTo>
                  <a:cubicBezTo>
                    <a:pt x="384" y="480"/>
                    <a:pt x="376" y="504"/>
                    <a:pt x="336" y="528"/>
                  </a:cubicBezTo>
                  <a:cubicBezTo>
                    <a:pt x="296" y="552"/>
                    <a:pt x="248" y="560"/>
                    <a:pt x="192" y="576"/>
                  </a:cubicBezTo>
                  <a:cubicBezTo>
                    <a:pt x="136" y="592"/>
                    <a:pt x="68" y="608"/>
                    <a:pt x="0" y="624"/>
                  </a:cubicBezTo>
                </a:path>
              </a:pathLst>
            </a:custGeom>
            <a:noFill/>
            <a:ln w="38100">
              <a:solidFill>
                <a:srgbClr val="99FF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9037" name="Text Box 10"/>
            <p:cNvSpPr txBox="1">
              <a:spLocks noChangeArrowheads="1"/>
            </p:cNvSpPr>
            <p:nvPr/>
          </p:nvSpPr>
          <p:spPr bwMode="auto">
            <a:xfrm>
              <a:off x="1969" y="204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zh-CN" altLang="en-US" sz="2400" b="1">
                  <a:latin typeface="Times New Roman" panose="02020603050405020304" pitchFamily="18" charset="0"/>
                  <a:ea typeface="宋体" panose="02010600030101010101" pitchFamily="2" charset="-122"/>
                </a:rPr>
                <a:t> </a:t>
              </a:r>
              <a:r>
                <a:rPr kumimoji="1" lang="en-US" altLang="zh-CN" sz="2400" b="1">
                  <a:latin typeface="Times New Roman" panose="02020603050405020304" pitchFamily="18" charset="0"/>
                  <a:ea typeface="宋体" panose="02010600030101010101" pitchFamily="2" charset="-122"/>
                </a:rPr>
                <a:t>f(t)</a:t>
              </a:r>
              <a:endParaRPr kumimoji="1" lang="en-US" altLang="zh-CN" sz="2400" b="1">
                <a:latin typeface="Times New Roman" panose="02020603050405020304" pitchFamily="18" charset="0"/>
                <a:ea typeface="宋体" panose="02010600030101010101" pitchFamily="2" charset="-122"/>
              </a:endParaRPr>
            </a:p>
          </p:txBody>
        </p:sp>
        <p:sp>
          <p:nvSpPr>
            <p:cNvPr id="129038" name="Line 11"/>
            <p:cNvSpPr>
              <a:spLocks noChangeShapeType="1"/>
            </p:cNvSpPr>
            <p:nvPr/>
          </p:nvSpPr>
          <p:spPr bwMode="auto">
            <a:xfrm>
              <a:off x="3697" y="3288"/>
              <a:ext cx="1872" cy="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9" name="Line 12"/>
            <p:cNvSpPr>
              <a:spLocks noChangeShapeType="1"/>
            </p:cNvSpPr>
            <p:nvPr/>
          </p:nvSpPr>
          <p:spPr bwMode="auto">
            <a:xfrm flipV="1">
              <a:off x="4513" y="2328"/>
              <a:ext cx="0" cy="12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0" name="Freeform 13"/>
            <p:cNvSpPr/>
            <p:nvPr/>
          </p:nvSpPr>
          <p:spPr bwMode="auto">
            <a:xfrm>
              <a:off x="4513" y="2568"/>
              <a:ext cx="1008" cy="672"/>
            </a:xfrm>
            <a:custGeom>
              <a:avLst/>
              <a:gdLst>
                <a:gd name="T0" fmla="*/ 0 w 1008"/>
                <a:gd name="T1" fmla="*/ 0 h 672"/>
                <a:gd name="T2" fmla="*/ 192 w 1008"/>
                <a:gd name="T3" fmla="*/ 48 h 672"/>
                <a:gd name="T4" fmla="*/ 288 w 1008"/>
                <a:gd name="T5" fmla="*/ 240 h 672"/>
                <a:gd name="T6" fmla="*/ 336 w 1008"/>
                <a:gd name="T7" fmla="*/ 384 h 672"/>
                <a:gd name="T8" fmla="*/ 480 w 1008"/>
                <a:gd name="T9" fmla="*/ 528 h 672"/>
                <a:gd name="T10" fmla="*/ 768 w 1008"/>
                <a:gd name="T11" fmla="*/ 624 h 672"/>
                <a:gd name="T12" fmla="*/ 1008 w 1008"/>
                <a:gd name="T13" fmla="*/ 672 h 672"/>
                <a:gd name="T14" fmla="*/ 0 60000 65536"/>
                <a:gd name="T15" fmla="*/ 0 60000 65536"/>
                <a:gd name="T16" fmla="*/ 0 60000 65536"/>
                <a:gd name="T17" fmla="*/ 0 60000 65536"/>
                <a:gd name="T18" fmla="*/ 0 60000 65536"/>
                <a:gd name="T19" fmla="*/ 0 60000 65536"/>
                <a:gd name="T20" fmla="*/ 0 60000 65536"/>
                <a:gd name="T21" fmla="*/ 0 w 1008"/>
                <a:gd name="T22" fmla="*/ 0 h 672"/>
                <a:gd name="T23" fmla="*/ 1008 w 1008"/>
                <a:gd name="T24" fmla="*/ 672 h 6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8" h="672">
                  <a:moveTo>
                    <a:pt x="0" y="0"/>
                  </a:moveTo>
                  <a:cubicBezTo>
                    <a:pt x="72" y="4"/>
                    <a:pt x="144" y="8"/>
                    <a:pt x="192" y="48"/>
                  </a:cubicBezTo>
                  <a:cubicBezTo>
                    <a:pt x="240" y="88"/>
                    <a:pt x="264" y="184"/>
                    <a:pt x="288" y="240"/>
                  </a:cubicBezTo>
                  <a:cubicBezTo>
                    <a:pt x="312" y="296"/>
                    <a:pt x="304" y="336"/>
                    <a:pt x="336" y="384"/>
                  </a:cubicBezTo>
                  <a:cubicBezTo>
                    <a:pt x="368" y="432"/>
                    <a:pt x="408" y="488"/>
                    <a:pt x="480" y="528"/>
                  </a:cubicBezTo>
                  <a:cubicBezTo>
                    <a:pt x="552" y="568"/>
                    <a:pt x="680" y="600"/>
                    <a:pt x="768" y="624"/>
                  </a:cubicBezTo>
                  <a:cubicBezTo>
                    <a:pt x="856" y="648"/>
                    <a:pt x="932" y="660"/>
                    <a:pt x="1008" y="672"/>
                  </a:cubicBezTo>
                </a:path>
              </a:pathLst>
            </a:custGeom>
            <a:noFill/>
            <a:ln w="38100">
              <a:solidFill>
                <a:srgbClr val="99FF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9041" name="Freeform 14"/>
            <p:cNvSpPr/>
            <p:nvPr/>
          </p:nvSpPr>
          <p:spPr bwMode="auto">
            <a:xfrm>
              <a:off x="3697" y="2568"/>
              <a:ext cx="816" cy="672"/>
            </a:xfrm>
            <a:custGeom>
              <a:avLst/>
              <a:gdLst>
                <a:gd name="T0" fmla="*/ 101996 w 624"/>
                <a:gd name="T1" fmla="*/ 0 h 672"/>
                <a:gd name="T2" fmla="*/ 78513 w 624"/>
                <a:gd name="T3" fmla="*/ 48 h 672"/>
                <a:gd name="T4" fmla="*/ 70644 w 624"/>
                <a:gd name="T5" fmla="*/ 192 h 672"/>
                <a:gd name="T6" fmla="*/ 62723 w 624"/>
                <a:gd name="T7" fmla="*/ 384 h 672"/>
                <a:gd name="T8" fmla="*/ 47112 w 624"/>
                <a:gd name="T9" fmla="*/ 480 h 672"/>
                <a:gd name="T10" fmla="*/ 31373 w 624"/>
                <a:gd name="T11" fmla="*/ 576 h 672"/>
                <a:gd name="T12" fmla="*/ 0 w 624"/>
                <a:gd name="T13" fmla="*/ 672 h 672"/>
                <a:gd name="T14" fmla="*/ 0 60000 65536"/>
                <a:gd name="T15" fmla="*/ 0 60000 65536"/>
                <a:gd name="T16" fmla="*/ 0 60000 65536"/>
                <a:gd name="T17" fmla="*/ 0 60000 65536"/>
                <a:gd name="T18" fmla="*/ 0 60000 65536"/>
                <a:gd name="T19" fmla="*/ 0 60000 65536"/>
                <a:gd name="T20" fmla="*/ 0 60000 65536"/>
                <a:gd name="T21" fmla="*/ 0 w 624"/>
                <a:gd name="T22" fmla="*/ 0 h 672"/>
                <a:gd name="T23" fmla="*/ 624 w 624"/>
                <a:gd name="T24" fmla="*/ 672 h 6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4" h="672">
                  <a:moveTo>
                    <a:pt x="624" y="0"/>
                  </a:moveTo>
                  <a:cubicBezTo>
                    <a:pt x="568" y="8"/>
                    <a:pt x="512" y="16"/>
                    <a:pt x="480" y="48"/>
                  </a:cubicBezTo>
                  <a:cubicBezTo>
                    <a:pt x="448" y="80"/>
                    <a:pt x="448" y="136"/>
                    <a:pt x="432" y="192"/>
                  </a:cubicBezTo>
                  <a:cubicBezTo>
                    <a:pt x="416" y="248"/>
                    <a:pt x="408" y="336"/>
                    <a:pt x="384" y="384"/>
                  </a:cubicBezTo>
                  <a:cubicBezTo>
                    <a:pt x="360" y="432"/>
                    <a:pt x="320" y="448"/>
                    <a:pt x="288" y="480"/>
                  </a:cubicBezTo>
                  <a:cubicBezTo>
                    <a:pt x="256" y="512"/>
                    <a:pt x="240" y="544"/>
                    <a:pt x="192" y="576"/>
                  </a:cubicBezTo>
                  <a:cubicBezTo>
                    <a:pt x="144" y="608"/>
                    <a:pt x="72" y="640"/>
                    <a:pt x="0" y="672"/>
                  </a:cubicBezTo>
                </a:path>
              </a:pathLst>
            </a:custGeom>
            <a:noFill/>
            <a:ln w="38100">
              <a:solidFill>
                <a:srgbClr val="99FF33"/>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29042" name="Object 15"/>
            <p:cNvGraphicFramePr>
              <a:graphicFrameLocks noChangeAspect="1"/>
            </p:cNvGraphicFramePr>
            <p:nvPr/>
          </p:nvGraphicFramePr>
          <p:xfrm>
            <a:off x="4657" y="2088"/>
            <a:ext cx="516" cy="311"/>
          </p:xfrm>
          <a:graphic>
            <a:graphicData uri="http://schemas.openxmlformats.org/presentationml/2006/ole">
              <mc:AlternateContent xmlns:mc="http://schemas.openxmlformats.org/markup-compatibility/2006">
                <mc:Choice xmlns:v="urn:schemas-microsoft-com:vml" Requires="v">
                  <p:oleObj spid="_x0000_s129378" name="公式" r:id="rId5" imgW="419100" imgH="254000" progId="Equation.3">
                    <p:embed/>
                  </p:oleObj>
                </mc:Choice>
                <mc:Fallback>
                  <p:oleObj name="公式" r:id="rId5" imgW="419100" imgH="2540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7" y="2088"/>
                          <a:ext cx="516" cy="311"/>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043" name="Object 16"/>
            <p:cNvGraphicFramePr>
              <a:graphicFrameLocks noChangeAspect="1"/>
            </p:cNvGraphicFramePr>
            <p:nvPr/>
          </p:nvGraphicFramePr>
          <p:xfrm>
            <a:off x="5425" y="3384"/>
            <a:ext cx="240" cy="223"/>
          </p:xfrm>
          <a:graphic>
            <a:graphicData uri="http://schemas.openxmlformats.org/presentationml/2006/ole">
              <mc:AlternateContent xmlns:mc="http://schemas.openxmlformats.org/markup-compatibility/2006">
                <mc:Choice xmlns:v="urn:schemas-microsoft-com:vml" Requires="v">
                  <p:oleObj spid="_x0000_s129379" name="公式" r:id="rId7" imgW="152400" imgH="139700" progId="Equation.3">
                    <p:embed/>
                  </p:oleObj>
                </mc:Choice>
                <mc:Fallback>
                  <p:oleObj name="公式" r:id="rId7" imgW="152400" imgH="1397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5" y="3384"/>
                          <a:ext cx="240" cy="22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044" name="Text Box 17"/>
            <p:cNvSpPr txBox="1">
              <a:spLocks noChangeArrowheads="1"/>
            </p:cNvSpPr>
            <p:nvPr/>
          </p:nvSpPr>
          <p:spPr bwMode="auto">
            <a:xfrm>
              <a:off x="1729" y="333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sp>
          <p:nvSpPr>
            <p:cNvPr id="129045" name="Text Box 18"/>
            <p:cNvSpPr txBox="1">
              <a:spLocks noChangeArrowheads="1"/>
            </p:cNvSpPr>
            <p:nvPr/>
          </p:nvSpPr>
          <p:spPr bwMode="auto">
            <a:xfrm>
              <a:off x="2929" y="328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zh-CN" sz="2400" b="1">
                  <a:latin typeface="Times New Roman" panose="02020603050405020304" pitchFamily="18" charset="0"/>
                  <a:ea typeface="宋体" panose="02010600030101010101" pitchFamily="2" charset="-122"/>
                </a:rPr>
                <a:t>t</a:t>
              </a:r>
              <a:endParaRPr kumimoji="1" lang="en-US" altLang="zh-CN" sz="2400" b="1">
                <a:latin typeface="Times New Roman" panose="02020603050405020304" pitchFamily="18" charset="0"/>
                <a:ea typeface="宋体" panose="02010600030101010101" pitchFamily="2" charset="-122"/>
              </a:endParaRPr>
            </a:p>
          </p:txBody>
        </p:sp>
        <p:sp>
          <p:nvSpPr>
            <p:cNvPr id="129046" name="Text Box 19"/>
            <p:cNvSpPr txBox="1">
              <a:spLocks noChangeArrowheads="1"/>
            </p:cNvSpPr>
            <p:nvPr/>
          </p:nvSpPr>
          <p:spPr bwMode="auto">
            <a:xfrm>
              <a:off x="4321" y="324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kumimoji="1" lang="en-US" altLang="zh-CN" sz="2400" b="1">
                  <a:latin typeface="Times New Roman" panose="02020603050405020304" pitchFamily="18" charset="0"/>
                  <a:ea typeface="宋体" panose="02010600030101010101" pitchFamily="2" charset="-122"/>
                </a:rPr>
                <a:t>0</a:t>
              </a:r>
              <a:endParaRPr kumimoji="1" lang="en-US" altLang="zh-CN" sz="2400" b="1">
                <a:latin typeface="Times New Roman" panose="02020603050405020304" pitchFamily="18" charset="0"/>
                <a:ea typeface="宋体" panose="02010600030101010101" pitchFamily="2" charset="-122"/>
              </a:endParaRPr>
            </a:p>
          </p:txBody>
        </p:sp>
      </p:grpSp>
      <p:sp>
        <p:nvSpPr>
          <p:cNvPr id="268308" name="Rectangle 20"/>
          <p:cNvSpPr>
            <a:spLocks noGrp="1" noChangeArrowheads="1"/>
          </p:cNvSpPr>
          <p:nvPr>
            <p:ph type="title" idx="4294967295"/>
          </p:nvPr>
        </p:nvSpPr>
        <p:spPr>
          <a:xfrm>
            <a:off x="971550" y="115888"/>
            <a:ext cx="6065838" cy="57626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graphicFrame>
        <p:nvGraphicFramePr>
          <p:cNvPr id="129032" name="Object 21"/>
          <p:cNvGraphicFramePr>
            <a:graphicFrameLocks noGrp="1" noChangeAspect="1"/>
          </p:cNvGraphicFramePr>
          <p:nvPr>
            <p:ph idx="4294967295"/>
          </p:nvPr>
        </p:nvGraphicFramePr>
        <p:xfrm>
          <a:off x="1692275" y="836613"/>
          <a:ext cx="2303463" cy="830262"/>
        </p:xfrm>
        <a:graphic>
          <a:graphicData uri="http://schemas.openxmlformats.org/presentationml/2006/ole">
            <mc:AlternateContent xmlns:mc="http://schemas.openxmlformats.org/markup-compatibility/2006">
              <mc:Choice xmlns:v="urn:schemas-microsoft-com:vml" Requires="v">
                <p:oleObj spid="_x0000_s129380" name="公式" r:id="rId9" imgW="1091565" imgH="393700" progId="Equation.3">
                  <p:embed/>
                </p:oleObj>
              </mc:Choice>
              <mc:Fallback>
                <p:oleObj name="公式" r:id="rId9" imgW="1091565" imgH="393700" progId="Equation.3">
                  <p:embed/>
                  <p:pic>
                    <p:nvPicPr>
                      <p:cNvPr id="0" name="Object 21"/>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836613"/>
                        <a:ext cx="2303463" cy="830262"/>
                      </a:xfrm>
                      <a:prstGeom prst="rect">
                        <a:avLst/>
                      </a:prstGeom>
                      <a:solidFill>
                        <a:schemeClr val="bg1"/>
                      </a:solidFill>
                      <a:ln>
                        <a:noFill/>
                      </a:ln>
                      <a:effectLst/>
                      <a:extLst>
                        <a:ext uri="{91240B29-F687-4F45-9708-019B960494DF}">
                          <a14:hiddenLine xmlns:a14="http://schemas.microsoft.com/office/drawing/2010/main" w="12700">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advTm="2369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68291"/>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68292"/>
                                        </p:tgtEl>
                                        <p:attrNameLst>
                                          <p:attrName>style.visibility</p:attrName>
                                        </p:attrNameLst>
                                      </p:cBhvr>
                                      <p:to>
                                        <p:strVal val="visible"/>
                                      </p:to>
                                    </p:set>
                                  </p:childTnLst>
                                </p:cTn>
                              </p:par>
                            </p:childTnLst>
                          </p:cTn>
                        </p:par>
                        <p:par>
                          <p:cTn id="10" fill="hold">
                            <p:stCondLst>
                              <p:cond delay="1000"/>
                            </p:stCondLst>
                            <p:childTnLst>
                              <p:par>
                                <p:cTn id="11" presetID="9"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C3DF1B19-1A94-4B92-9146-FA12AF6E9ADB}" type="datetime1">
              <a:rPr lang="zh-CN" altLang="en-US"/>
            </a:fld>
            <a:endParaRPr lang="zh-CN" altLang="en-US"/>
          </a:p>
        </p:txBody>
      </p:sp>
      <p:sp>
        <p:nvSpPr>
          <p:cNvPr id="130051" name="Rectangle 2"/>
          <p:cNvSpPr>
            <a:spLocks noGrp="1" noChangeArrowheads="1"/>
          </p:cNvSpPr>
          <p:nvPr>
            <p:ph type="body" sz="half" idx="4294967295"/>
          </p:nvPr>
        </p:nvSpPr>
        <p:spPr>
          <a:xfrm>
            <a:off x="1042988" y="836613"/>
            <a:ext cx="3816350" cy="576262"/>
          </a:xfrm>
        </p:spPr>
        <p:txBody>
          <a:bodyPr/>
          <a:lstStyle/>
          <a:p>
            <a:pPr>
              <a:lnSpc>
                <a:spcPct val="90000"/>
              </a:lnSpc>
              <a:buFont typeface="Wingdings" panose="05000000000000000000" pitchFamily="2" charset="2"/>
              <a:buNone/>
            </a:pPr>
            <a:r>
              <a:rPr lang="zh-CN" altLang="en-US" sz="2200" b="1" dirty="0"/>
              <a:t>例</a:t>
            </a:r>
            <a:r>
              <a:rPr lang="en-US" altLang="zh-CN" sz="2200" b="1" dirty="0"/>
              <a:t>4:  </a:t>
            </a:r>
            <a:r>
              <a:rPr lang="zh-CN" altLang="en-US" sz="2200" b="1" dirty="0"/>
              <a:t>奇双边指数函数      </a:t>
            </a:r>
            <a:endParaRPr lang="zh-CN" altLang="en-US" sz="2200" b="1" dirty="0"/>
          </a:p>
        </p:txBody>
      </p:sp>
      <p:pic>
        <p:nvPicPr>
          <p:cNvPr id="130052"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95513" y="1341438"/>
            <a:ext cx="4248150"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3" name="Rectangle 4"/>
          <p:cNvSpPr>
            <a:spLocks noChangeArrowheads="1"/>
          </p:cNvSpPr>
          <p:nvPr/>
        </p:nvSpPr>
        <p:spPr bwMode="auto">
          <a:xfrm>
            <a:off x="3448050" y="35560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graphicFrame>
        <p:nvGraphicFramePr>
          <p:cNvPr id="269317" name="Object 5"/>
          <p:cNvGraphicFramePr>
            <a:graphicFrameLocks noGrp="1" noChangeAspect="1"/>
          </p:cNvGraphicFramePr>
          <p:nvPr>
            <p:ph sz="half" idx="4294967295"/>
          </p:nvPr>
        </p:nvGraphicFramePr>
        <p:xfrm>
          <a:off x="962025" y="2571750"/>
          <a:ext cx="6246813" cy="3184525"/>
        </p:xfrm>
        <a:graphic>
          <a:graphicData uri="http://schemas.openxmlformats.org/presentationml/2006/ole">
            <mc:AlternateContent xmlns:mc="http://schemas.openxmlformats.org/markup-compatibility/2006">
              <mc:Choice xmlns:v="urn:schemas-microsoft-com:vml" Requires="v">
                <p:oleObj spid="_x0000_s130195" name="公式" r:id="rId2" imgW="2286000" imgH="1549400" progId="Equation.3">
                  <p:embed/>
                </p:oleObj>
              </mc:Choice>
              <mc:Fallback>
                <p:oleObj name="公式" r:id="rId2" imgW="2286000" imgH="1549400" progId="Equation.3">
                  <p:embed/>
                  <p:pic>
                    <p:nvPicPr>
                      <p:cNvPr id="0"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025" y="2571750"/>
                        <a:ext cx="6246813" cy="3184525"/>
                      </a:xfrm>
                      <a:prstGeom prst="rect">
                        <a:avLst/>
                      </a:prstGeom>
                      <a:solidFill>
                        <a:schemeClr val="bg1"/>
                      </a:solidFill>
                      <a:ln w="9525">
                        <a:solidFill>
                          <a:srgbClr val="0000CC"/>
                        </a:solidFill>
                        <a:miter lim="800000"/>
                        <a:headEnd/>
                        <a:tailEnd/>
                      </a:ln>
                      <a:effectLst>
                        <a:outerShdw dist="35921" dir="2700000" algn="ctr" rotWithShape="0">
                          <a:srgbClr val="808080"/>
                        </a:outerShdw>
                      </a:effectLst>
                    </p:spPr>
                  </p:pic>
                </p:oleObj>
              </mc:Fallback>
            </mc:AlternateContent>
          </a:graphicData>
        </a:graphic>
      </p:graphicFrame>
      <p:sp>
        <p:nvSpPr>
          <p:cNvPr id="269318" name="Rectangle 6"/>
          <p:cNvSpPr>
            <a:spLocks noGrp="1" noChangeArrowheads="1"/>
          </p:cNvSpPr>
          <p:nvPr>
            <p:ph type="title" idx="4294967295"/>
          </p:nvPr>
        </p:nvSpPr>
        <p:spPr>
          <a:xfrm>
            <a:off x="827088" y="188913"/>
            <a:ext cx="6381750"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graphicFrame>
        <p:nvGraphicFramePr>
          <p:cNvPr id="130056" name="Object 7"/>
          <p:cNvGraphicFramePr>
            <a:graphicFrameLocks noChangeAspect="1"/>
          </p:cNvGraphicFramePr>
          <p:nvPr/>
        </p:nvGraphicFramePr>
        <p:xfrm>
          <a:off x="765175" y="2043113"/>
          <a:ext cx="563563" cy="474662"/>
        </p:xfrm>
        <a:graphic>
          <a:graphicData uri="http://schemas.openxmlformats.org/presentationml/2006/ole">
            <mc:AlternateContent xmlns:mc="http://schemas.openxmlformats.org/markup-compatibility/2006">
              <mc:Choice xmlns:v="urn:schemas-microsoft-com:vml" Requires="v">
                <p:oleObj spid="_x0000_s130196" name="公式" r:id="rId4" imgW="241300" imgH="203200" progId="Equation.3">
                  <p:embed/>
                </p:oleObj>
              </mc:Choice>
              <mc:Fallback>
                <p:oleObj name="公式" r:id="rId4" imgW="241300" imgH="2032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175" y="2043113"/>
                        <a:ext cx="563563"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58002"/>
    </mc:Choice>
    <mc:Fallback>
      <p:transition spd="slow" advTm="5800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9317"/>
                                        </p:tgtEl>
                                        <p:attrNameLst>
                                          <p:attrName>style.visibility</p:attrName>
                                        </p:attrNameLst>
                                      </p:cBhvr>
                                      <p:to>
                                        <p:strVal val="visible"/>
                                      </p:to>
                                    </p:set>
                                    <p:animEffect transition="in" filter="dissolve">
                                      <p:cBhvr>
                                        <p:cTn id="7" dur="500"/>
                                        <p:tgtEl>
                                          <p:spTgt spid="269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DB29D2AC-EB7C-45A9-AB9E-7600B40BBDD2}" type="datetime1">
              <a:rPr lang="zh-CN" altLang="en-US"/>
            </a:fld>
            <a:endParaRPr lang="zh-CN" altLang="en-US"/>
          </a:p>
        </p:txBody>
      </p:sp>
      <p:sp>
        <p:nvSpPr>
          <p:cNvPr id="131075" name="Rectangle 2"/>
          <p:cNvSpPr>
            <a:spLocks noChangeArrowheads="1"/>
          </p:cNvSpPr>
          <p:nvPr/>
        </p:nvSpPr>
        <p:spPr bwMode="auto">
          <a:xfrm>
            <a:off x="2833688" y="1700213"/>
            <a:ext cx="69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31076" name="Rectangle 3"/>
          <p:cNvSpPr>
            <a:spLocks noChangeArrowheads="1"/>
          </p:cNvSpPr>
          <p:nvPr/>
        </p:nvSpPr>
        <p:spPr bwMode="auto">
          <a:xfrm>
            <a:off x="2833688" y="47910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graphicFrame>
        <p:nvGraphicFramePr>
          <p:cNvPr id="270340" name="Object 4"/>
          <p:cNvGraphicFramePr>
            <a:graphicFrameLocks noChangeAspect="1"/>
          </p:cNvGraphicFramePr>
          <p:nvPr/>
        </p:nvGraphicFramePr>
        <p:xfrm>
          <a:off x="1187450" y="1916113"/>
          <a:ext cx="5473700" cy="1368425"/>
        </p:xfrm>
        <a:graphic>
          <a:graphicData uri="http://schemas.openxmlformats.org/presentationml/2006/ole">
            <mc:AlternateContent xmlns:mc="http://schemas.openxmlformats.org/markup-compatibility/2006">
              <mc:Choice xmlns:v="urn:schemas-microsoft-com:vml" Requires="v">
                <p:oleObj spid="_x0000_s131217" name="公式" r:id="rId1" imgW="2311400" imgH="838200" progId="Equation.3">
                  <p:embed/>
                </p:oleObj>
              </mc:Choice>
              <mc:Fallback>
                <p:oleObj name="公式" r:id="rId1" imgW="2311400" imgH="838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916113"/>
                        <a:ext cx="5473700" cy="136842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0341" name="Rectangle 5"/>
          <p:cNvSpPr>
            <a:spLocks noGrp="1" noChangeArrowheads="1"/>
          </p:cNvSpPr>
          <p:nvPr>
            <p:ph type="title" idx="4294967295"/>
          </p:nvPr>
        </p:nvSpPr>
        <p:spPr>
          <a:xfrm>
            <a:off x="900113" y="188913"/>
            <a:ext cx="5911850"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pic>
        <p:nvPicPr>
          <p:cNvPr id="131079" name="Picture 6" descr="2712"/>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6680200" y="620713"/>
            <a:ext cx="2463800" cy="1839912"/>
          </a:xfrm>
        </p:spPr>
      </p:pic>
      <p:pic>
        <p:nvPicPr>
          <p:cNvPr id="270343" name="Picture 7" descr="27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4076700"/>
            <a:ext cx="3529012" cy="197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0344" name="Picture 8" descr="27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3716338"/>
            <a:ext cx="3313113" cy="2468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1082" name="Object 9"/>
          <p:cNvGraphicFramePr>
            <a:graphicFrameLocks noGrp="1" noChangeAspect="1"/>
          </p:cNvGraphicFramePr>
          <p:nvPr>
            <p:ph sz="half" idx="4294967295"/>
          </p:nvPr>
        </p:nvGraphicFramePr>
        <p:xfrm>
          <a:off x="1403350" y="1052513"/>
          <a:ext cx="3529013" cy="601662"/>
        </p:xfrm>
        <a:graphic>
          <a:graphicData uri="http://schemas.openxmlformats.org/presentationml/2006/ole">
            <mc:AlternateContent xmlns:mc="http://schemas.openxmlformats.org/markup-compatibility/2006">
              <mc:Choice xmlns:v="urn:schemas-microsoft-com:vml" Requires="v">
                <p:oleObj spid="_x0000_s131218" name="公式" r:id="rId6" imgW="2311400" imgH="393700" progId="Equation.3">
                  <p:embed/>
                </p:oleObj>
              </mc:Choice>
              <mc:Fallback>
                <p:oleObj name="公式" r:id="rId6" imgW="2311400" imgH="393700" progId="Equation.3">
                  <p:embed/>
                  <p:pic>
                    <p:nvPicPr>
                      <p:cNvPr id="0" name="Object 9"/>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1052513"/>
                        <a:ext cx="3529013" cy="601662"/>
                      </a:xfrm>
                      <a:prstGeom prst="rect">
                        <a:avLst/>
                      </a:prstGeom>
                      <a:solidFill>
                        <a:schemeClr val="bg1"/>
                      </a:solidFill>
                      <a:ln w="9525">
                        <a:solidFill>
                          <a:srgbClr val="0000CC"/>
                        </a:solidFill>
                        <a:miter lim="800000"/>
                        <a:headEnd/>
                        <a:tailEnd/>
                      </a:ln>
                      <a:effectLst>
                        <a:outerShdw dist="35921" dir="2700000" algn="ctr" rotWithShape="0">
                          <a:srgbClr val="808080"/>
                        </a:outerShdw>
                      </a:effec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27386"/>
    </mc:Choice>
    <mc:Fallback>
      <p:transition spd="slow" advTm="1273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70340"/>
                                        </p:tgtEl>
                                        <p:attrNameLst>
                                          <p:attrName>style.visibility</p:attrName>
                                        </p:attrNameLst>
                                      </p:cBhvr>
                                      <p:to>
                                        <p:strVal val="visible"/>
                                      </p:to>
                                    </p:set>
                                  </p:childTnLst>
                                </p:cTn>
                              </p:par>
                            </p:childTnLst>
                          </p:cTn>
                        </p:par>
                        <p:par>
                          <p:cTn id="7" fill="hold">
                            <p:stCondLst>
                              <p:cond delay="500"/>
                            </p:stCondLst>
                            <p:childTnLst>
                              <p:par>
                                <p:cTn id="8" presetID="55" presetClass="entr" presetSubtype="0" fill="hold" nodeType="afterEffect">
                                  <p:stCondLst>
                                    <p:cond delay="0"/>
                                  </p:stCondLst>
                                  <p:childTnLst>
                                    <p:set>
                                      <p:cBhvr>
                                        <p:cTn id="9" dur="1" fill="hold">
                                          <p:stCondLst>
                                            <p:cond delay="0"/>
                                          </p:stCondLst>
                                        </p:cTn>
                                        <p:tgtEl>
                                          <p:spTgt spid="270343"/>
                                        </p:tgtEl>
                                        <p:attrNameLst>
                                          <p:attrName>style.visibility</p:attrName>
                                        </p:attrNameLst>
                                      </p:cBhvr>
                                      <p:to>
                                        <p:strVal val="visible"/>
                                      </p:to>
                                    </p:set>
                                    <p:anim calcmode="lin" valueType="num">
                                      <p:cBhvr>
                                        <p:cTn id="10" dur="1000" fill="hold"/>
                                        <p:tgtEl>
                                          <p:spTgt spid="270343"/>
                                        </p:tgtEl>
                                        <p:attrNameLst>
                                          <p:attrName>ppt_w</p:attrName>
                                        </p:attrNameLst>
                                      </p:cBhvr>
                                      <p:tavLst>
                                        <p:tav tm="0">
                                          <p:val>
                                            <p:strVal val="#ppt_w*0.70"/>
                                          </p:val>
                                        </p:tav>
                                        <p:tav tm="100000">
                                          <p:val>
                                            <p:strVal val="#ppt_w"/>
                                          </p:val>
                                        </p:tav>
                                      </p:tavLst>
                                    </p:anim>
                                    <p:anim calcmode="lin" valueType="num">
                                      <p:cBhvr>
                                        <p:cTn id="11" dur="1000" fill="hold"/>
                                        <p:tgtEl>
                                          <p:spTgt spid="270343"/>
                                        </p:tgtEl>
                                        <p:attrNameLst>
                                          <p:attrName>ppt_h</p:attrName>
                                        </p:attrNameLst>
                                      </p:cBhvr>
                                      <p:tavLst>
                                        <p:tav tm="0">
                                          <p:val>
                                            <p:strVal val="#ppt_h"/>
                                          </p:val>
                                        </p:tav>
                                        <p:tav tm="100000">
                                          <p:val>
                                            <p:strVal val="#ppt_h"/>
                                          </p:val>
                                        </p:tav>
                                      </p:tavLst>
                                    </p:anim>
                                    <p:animEffect transition="in" filter="fade">
                                      <p:cBhvr>
                                        <p:cTn id="12" dur="1000"/>
                                        <p:tgtEl>
                                          <p:spTgt spid="270343"/>
                                        </p:tgtEl>
                                      </p:cBhvr>
                                    </p:animEffect>
                                  </p:childTnLst>
                                </p:cTn>
                              </p:par>
                            </p:childTnLst>
                          </p:cTn>
                        </p:par>
                        <p:par>
                          <p:cTn id="13" fill="hold">
                            <p:stCondLst>
                              <p:cond delay="1500"/>
                            </p:stCondLst>
                            <p:childTnLst>
                              <p:par>
                                <p:cTn id="14" presetID="55" presetClass="entr" presetSubtype="0" fill="hold" nodeType="afterEffect">
                                  <p:stCondLst>
                                    <p:cond delay="0"/>
                                  </p:stCondLst>
                                  <p:childTnLst>
                                    <p:set>
                                      <p:cBhvr>
                                        <p:cTn id="15" dur="1" fill="hold">
                                          <p:stCondLst>
                                            <p:cond delay="0"/>
                                          </p:stCondLst>
                                        </p:cTn>
                                        <p:tgtEl>
                                          <p:spTgt spid="270344"/>
                                        </p:tgtEl>
                                        <p:attrNameLst>
                                          <p:attrName>style.visibility</p:attrName>
                                        </p:attrNameLst>
                                      </p:cBhvr>
                                      <p:to>
                                        <p:strVal val="visible"/>
                                      </p:to>
                                    </p:set>
                                    <p:anim calcmode="lin" valueType="num">
                                      <p:cBhvr>
                                        <p:cTn id="16" dur="1000" fill="hold"/>
                                        <p:tgtEl>
                                          <p:spTgt spid="270344"/>
                                        </p:tgtEl>
                                        <p:attrNameLst>
                                          <p:attrName>ppt_w</p:attrName>
                                        </p:attrNameLst>
                                      </p:cBhvr>
                                      <p:tavLst>
                                        <p:tav tm="0">
                                          <p:val>
                                            <p:strVal val="#ppt_w*0.70"/>
                                          </p:val>
                                        </p:tav>
                                        <p:tav tm="100000">
                                          <p:val>
                                            <p:strVal val="#ppt_w"/>
                                          </p:val>
                                        </p:tav>
                                      </p:tavLst>
                                    </p:anim>
                                    <p:anim calcmode="lin" valueType="num">
                                      <p:cBhvr>
                                        <p:cTn id="17" dur="1000" fill="hold"/>
                                        <p:tgtEl>
                                          <p:spTgt spid="270344"/>
                                        </p:tgtEl>
                                        <p:attrNameLst>
                                          <p:attrName>ppt_h</p:attrName>
                                        </p:attrNameLst>
                                      </p:cBhvr>
                                      <p:tavLst>
                                        <p:tav tm="0">
                                          <p:val>
                                            <p:strVal val="#ppt_h"/>
                                          </p:val>
                                        </p:tav>
                                        <p:tav tm="100000">
                                          <p:val>
                                            <p:strVal val="#ppt_h"/>
                                          </p:val>
                                        </p:tav>
                                      </p:tavLst>
                                    </p:anim>
                                    <p:animEffect transition="in" filter="fade">
                                      <p:cBhvr>
                                        <p:cTn id="18" dur="1000"/>
                                        <p:tgtEl>
                                          <p:spTgt spid="270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A57B73E-C1B0-47A9-9364-C51261D7A424}" type="datetime1">
              <a:rPr lang="zh-CN" altLang="en-US"/>
            </a:fld>
            <a:endParaRPr lang="zh-CN" altLang="en-US"/>
          </a:p>
        </p:txBody>
      </p:sp>
      <p:sp>
        <p:nvSpPr>
          <p:cNvPr id="271362" name="Rectangle 2"/>
          <p:cNvSpPr>
            <a:spLocks noGrp="1" noChangeArrowheads="1"/>
          </p:cNvSpPr>
          <p:nvPr>
            <p:ph type="body" idx="4294967295"/>
          </p:nvPr>
        </p:nvSpPr>
        <p:spPr>
          <a:xfrm>
            <a:off x="1403350" y="1196975"/>
            <a:ext cx="6553200" cy="3455988"/>
          </a:xfrm>
        </p:spPr>
        <p:txBody>
          <a:bodyPr/>
          <a:lstStyle/>
          <a:p>
            <a:pPr>
              <a:lnSpc>
                <a:spcPct val="140000"/>
              </a:lnSpc>
              <a:buFont typeface="Wingdings" panose="05000000000000000000" pitchFamily="2" charset="2"/>
              <a:buNone/>
            </a:pPr>
            <a:r>
              <a:rPr lang="zh-CN" altLang="en-US" b="1" dirty="0"/>
              <a:t>由例</a:t>
            </a:r>
            <a:r>
              <a:rPr lang="en-US" altLang="zh-CN" b="1" dirty="0"/>
              <a:t>3</a:t>
            </a:r>
            <a:r>
              <a:rPr lang="zh-CN" altLang="en-US" b="1" dirty="0"/>
              <a:t>和例</a:t>
            </a:r>
            <a:r>
              <a:rPr lang="en-US" altLang="zh-CN" b="1" dirty="0"/>
              <a:t>4</a:t>
            </a:r>
            <a:r>
              <a:rPr lang="zh-CN" altLang="en-US" b="1" dirty="0"/>
              <a:t>可以看出</a:t>
            </a:r>
            <a:r>
              <a:rPr lang="en-US" altLang="zh-CN" b="1" dirty="0"/>
              <a:t>:</a:t>
            </a:r>
            <a:endParaRPr lang="en-US" altLang="zh-CN" b="1" dirty="0"/>
          </a:p>
          <a:p>
            <a:pPr>
              <a:lnSpc>
                <a:spcPct val="140000"/>
              </a:lnSpc>
              <a:buFont typeface="Wingdings" panose="05000000000000000000" pitchFamily="2" charset="2"/>
              <a:buNone/>
            </a:pPr>
            <a:r>
              <a:rPr lang="en-US" altLang="zh-CN" b="1" dirty="0"/>
              <a:t>     </a:t>
            </a:r>
            <a:r>
              <a:rPr lang="zh-CN" altLang="en-US" b="1" dirty="0"/>
              <a:t>原函数和傅立叶变换之间的关系</a:t>
            </a:r>
            <a:endParaRPr lang="zh-CN" altLang="en-US" b="1" dirty="0"/>
          </a:p>
          <a:p>
            <a:pPr algn="ctr">
              <a:lnSpc>
                <a:spcPct val="140000"/>
              </a:lnSpc>
              <a:buFont typeface="Wingdings" panose="05000000000000000000" pitchFamily="2" charset="2"/>
              <a:buNone/>
            </a:pPr>
            <a:r>
              <a:rPr lang="en-US" altLang="zh-CN" b="1" dirty="0">
                <a:solidFill>
                  <a:srgbClr val="FF0000"/>
                </a:solidFill>
              </a:rPr>
              <a:t>f(t)</a:t>
            </a:r>
            <a:r>
              <a:rPr lang="zh-CN" altLang="en-US" b="1" dirty="0">
                <a:solidFill>
                  <a:srgbClr val="FF0000"/>
                </a:solidFill>
              </a:rPr>
              <a:t>实偶↔</a:t>
            </a:r>
            <a:r>
              <a:rPr lang="en-US" altLang="zh-CN" b="1" dirty="0">
                <a:solidFill>
                  <a:srgbClr val="FF0000"/>
                </a:solidFill>
              </a:rPr>
              <a:t>F(j</a:t>
            </a:r>
            <a:r>
              <a:rPr lang="el-GR" altLang="zh-CN" b="1" dirty="0">
                <a:solidFill>
                  <a:srgbClr val="FF0000"/>
                </a:solidFill>
              </a:rPr>
              <a:t>ω</a:t>
            </a:r>
            <a:r>
              <a:rPr lang="en-US" altLang="zh-CN" b="1" dirty="0">
                <a:solidFill>
                  <a:srgbClr val="FF0000"/>
                </a:solidFill>
              </a:rPr>
              <a:t>)</a:t>
            </a:r>
            <a:r>
              <a:rPr lang="zh-CN" altLang="en-US" b="1" dirty="0">
                <a:solidFill>
                  <a:srgbClr val="FF0000"/>
                </a:solidFill>
              </a:rPr>
              <a:t>实偶</a:t>
            </a:r>
            <a:endParaRPr lang="zh-CN" altLang="en-US" b="1" dirty="0">
              <a:solidFill>
                <a:srgbClr val="FF0000"/>
              </a:solidFill>
            </a:endParaRPr>
          </a:p>
          <a:p>
            <a:pPr algn="ctr">
              <a:lnSpc>
                <a:spcPct val="140000"/>
              </a:lnSpc>
              <a:buFont typeface="Wingdings" panose="05000000000000000000" pitchFamily="2" charset="2"/>
              <a:buNone/>
            </a:pPr>
            <a:r>
              <a:rPr lang="en-US" altLang="zh-CN" b="1" dirty="0">
                <a:solidFill>
                  <a:srgbClr val="FF0000"/>
                </a:solidFill>
              </a:rPr>
              <a:t>f(t)</a:t>
            </a:r>
            <a:r>
              <a:rPr lang="zh-CN" altLang="en-US" b="1" dirty="0">
                <a:solidFill>
                  <a:srgbClr val="FF0000"/>
                </a:solidFill>
              </a:rPr>
              <a:t>实奇↔</a:t>
            </a:r>
            <a:r>
              <a:rPr lang="en-US" altLang="zh-CN" b="1" dirty="0">
                <a:solidFill>
                  <a:srgbClr val="FF0000"/>
                </a:solidFill>
              </a:rPr>
              <a:t>F(j</a:t>
            </a:r>
            <a:r>
              <a:rPr lang="el-GR" altLang="zh-CN" b="1" dirty="0">
                <a:solidFill>
                  <a:srgbClr val="FF0000"/>
                </a:solidFill>
              </a:rPr>
              <a:t>ω</a:t>
            </a:r>
            <a:r>
              <a:rPr lang="en-US" altLang="zh-CN" b="1" dirty="0">
                <a:solidFill>
                  <a:srgbClr val="FF0000"/>
                </a:solidFill>
              </a:rPr>
              <a:t>)</a:t>
            </a:r>
            <a:r>
              <a:rPr lang="zh-CN" altLang="en-US" b="1" dirty="0">
                <a:solidFill>
                  <a:srgbClr val="FF0000"/>
                </a:solidFill>
              </a:rPr>
              <a:t>虚奇</a:t>
            </a:r>
            <a:r>
              <a:rPr lang="zh-CN" altLang="en-US" b="1" dirty="0"/>
              <a:t> </a:t>
            </a:r>
            <a:endParaRPr lang="zh-CN" altLang="en-US" b="1" dirty="0"/>
          </a:p>
        </p:txBody>
      </p:sp>
      <p:sp>
        <p:nvSpPr>
          <p:cNvPr id="271363" name="Rectangle 3"/>
          <p:cNvSpPr>
            <a:spLocks noGrp="1" noChangeArrowheads="1"/>
          </p:cNvSpPr>
          <p:nvPr>
            <p:ph type="title" idx="4294967295"/>
          </p:nvPr>
        </p:nvSpPr>
        <p:spPr>
          <a:xfrm>
            <a:off x="971550" y="188913"/>
            <a:ext cx="6370638"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sp>
        <p:nvSpPr>
          <p:cNvPr id="2" name="墨迹 1"/>
          <p:cNvSpPr/>
          <p:nvPr/>
        </p:nvSpPr>
        <p:spPr bwMode="auto">
          <a:xfrm>
            <a:off x="2652840" y="2585160"/>
            <a:ext cx="6036480" cy="1563480"/>
          </a:xfrm>
          <a:prstGeom prst="rect">
            <a:avLst/>
          </a:prstGeom>
        </p:spPr>
      </p:sp>
    </p:spTree>
  </p:cSld>
  <p:clrMapOvr>
    <a:masterClrMapping/>
  </p:clrMapOvr>
  <mc:AlternateContent xmlns:mc="http://schemas.openxmlformats.org/markup-compatibility/2006">
    <mc:Choice xmlns:p14="http://schemas.microsoft.com/office/powerpoint/2010/main" Requires="p14">
      <p:transition spd="slow" p14:dur="2000" advTm="38156"/>
    </mc:Choice>
    <mc:Fallback>
      <p:transition spd="slow" advTm="381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271362">
                                            <p:txEl>
                                              <p:pRg st="0" end="0"/>
                                            </p:txEl>
                                          </p:spTgt>
                                        </p:tgtEl>
                                        <p:attrNameLst>
                                          <p:attrName>style.visibility</p:attrName>
                                        </p:attrNameLst>
                                      </p:cBhvr>
                                      <p:to>
                                        <p:strVal val="visible"/>
                                      </p:to>
                                    </p:set>
                                    <p:anim calcmode="lin" valueType="num">
                                      <p:cBhvr>
                                        <p:cTn id="10" dur="1000" fill="hold"/>
                                        <p:tgtEl>
                                          <p:spTgt spid="271362">
                                            <p:txEl>
                                              <p:pRg st="0" end="0"/>
                                            </p:txEl>
                                          </p:spTgt>
                                        </p:tgtEl>
                                        <p:attrNameLst>
                                          <p:attrName>ppt_w</p:attrName>
                                        </p:attrNameLst>
                                      </p:cBhvr>
                                      <p:tavLst>
                                        <p:tav tm="0">
                                          <p:val>
                                            <p:strVal val="#ppt_w*0.70"/>
                                          </p:val>
                                        </p:tav>
                                        <p:tav tm="100000">
                                          <p:val>
                                            <p:strVal val="#ppt_w"/>
                                          </p:val>
                                        </p:tav>
                                      </p:tavLst>
                                    </p:anim>
                                    <p:anim calcmode="lin" valueType="num">
                                      <p:cBhvr>
                                        <p:cTn id="11" dur="1000" fill="hold"/>
                                        <p:tgtEl>
                                          <p:spTgt spid="271362">
                                            <p:txEl>
                                              <p:pRg st="0" end="0"/>
                                            </p:txEl>
                                          </p:spTgt>
                                        </p:tgtEl>
                                        <p:attrNameLst>
                                          <p:attrName>ppt_h</p:attrName>
                                        </p:attrNameLst>
                                      </p:cBhvr>
                                      <p:tavLst>
                                        <p:tav tm="0">
                                          <p:val>
                                            <p:strVal val="#ppt_h"/>
                                          </p:val>
                                        </p:tav>
                                        <p:tav tm="100000">
                                          <p:val>
                                            <p:strVal val="#ppt_h"/>
                                          </p:val>
                                        </p:tav>
                                      </p:tavLst>
                                    </p:anim>
                                    <p:animEffect transition="in" filter="fade">
                                      <p:cBhvr>
                                        <p:cTn id="12" dur="1000"/>
                                        <p:tgtEl>
                                          <p:spTgt spid="271362">
                                            <p:txEl>
                                              <p:pRg st="0" end="0"/>
                                            </p:txEl>
                                          </p:spTgt>
                                        </p:tgtEl>
                                      </p:cBhvr>
                                    </p:animEffect>
                                  </p:childTnLst>
                                </p:cTn>
                              </p:par>
                              <p:par>
                                <p:cTn id="13" presetID="55" presetClass="entr" presetSubtype="0" fill="hold" grpId="0" nodeType="withEffect">
                                  <p:stCondLst>
                                    <p:cond delay="0"/>
                                  </p:stCondLst>
                                  <p:childTnLst>
                                    <p:set>
                                      <p:cBhvr>
                                        <p:cTn id="14" dur="1" fill="hold">
                                          <p:stCondLst>
                                            <p:cond delay="0"/>
                                          </p:stCondLst>
                                        </p:cTn>
                                        <p:tgtEl>
                                          <p:spTgt spid="271362">
                                            <p:txEl>
                                              <p:pRg st="1" end="1"/>
                                            </p:txEl>
                                          </p:spTgt>
                                        </p:tgtEl>
                                        <p:attrNameLst>
                                          <p:attrName>style.visibility</p:attrName>
                                        </p:attrNameLst>
                                      </p:cBhvr>
                                      <p:to>
                                        <p:strVal val="visible"/>
                                      </p:to>
                                    </p:set>
                                    <p:anim calcmode="lin" valueType="num">
                                      <p:cBhvr>
                                        <p:cTn id="15" dur="1000" fill="hold"/>
                                        <p:tgtEl>
                                          <p:spTgt spid="271362">
                                            <p:txEl>
                                              <p:pRg st="1" end="1"/>
                                            </p:txEl>
                                          </p:spTgt>
                                        </p:tgtEl>
                                        <p:attrNameLst>
                                          <p:attrName>ppt_w</p:attrName>
                                        </p:attrNameLst>
                                      </p:cBhvr>
                                      <p:tavLst>
                                        <p:tav tm="0">
                                          <p:val>
                                            <p:strVal val="#ppt_w*0.70"/>
                                          </p:val>
                                        </p:tav>
                                        <p:tav tm="100000">
                                          <p:val>
                                            <p:strVal val="#ppt_w"/>
                                          </p:val>
                                        </p:tav>
                                      </p:tavLst>
                                    </p:anim>
                                    <p:anim calcmode="lin" valueType="num">
                                      <p:cBhvr>
                                        <p:cTn id="16" dur="1000" fill="hold"/>
                                        <p:tgtEl>
                                          <p:spTgt spid="271362">
                                            <p:txEl>
                                              <p:pRg st="1" end="1"/>
                                            </p:txEl>
                                          </p:spTgt>
                                        </p:tgtEl>
                                        <p:attrNameLst>
                                          <p:attrName>ppt_h</p:attrName>
                                        </p:attrNameLst>
                                      </p:cBhvr>
                                      <p:tavLst>
                                        <p:tav tm="0">
                                          <p:val>
                                            <p:strVal val="#ppt_h"/>
                                          </p:val>
                                        </p:tav>
                                        <p:tav tm="100000">
                                          <p:val>
                                            <p:strVal val="#ppt_h"/>
                                          </p:val>
                                        </p:tav>
                                      </p:tavLst>
                                    </p:anim>
                                    <p:animEffect transition="in" filter="fade">
                                      <p:cBhvr>
                                        <p:cTn id="17" dur="1000"/>
                                        <p:tgtEl>
                                          <p:spTgt spid="271362">
                                            <p:txEl>
                                              <p:pRg st="1" end="1"/>
                                            </p:txEl>
                                          </p:spTgt>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271362">
                                            <p:txEl>
                                              <p:pRg st="2" end="2"/>
                                            </p:txEl>
                                          </p:spTgt>
                                        </p:tgtEl>
                                        <p:attrNameLst>
                                          <p:attrName>style.visibility</p:attrName>
                                        </p:attrNameLst>
                                      </p:cBhvr>
                                      <p:to>
                                        <p:strVal val="visible"/>
                                      </p:to>
                                    </p:set>
                                    <p:anim calcmode="lin" valueType="num">
                                      <p:cBhvr>
                                        <p:cTn id="20" dur="1000" fill="hold"/>
                                        <p:tgtEl>
                                          <p:spTgt spid="271362">
                                            <p:txEl>
                                              <p:pRg st="2" end="2"/>
                                            </p:txEl>
                                          </p:spTgt>
                                        </p:tgtEl>
                                        <p:attrNameLst>
                                          <p:attrName>ppt_w</p:attrName>
                                        </p:attrNameLst>
                                      </p:cBhvr>
                                      <p:tavLst>
                                        <p:tav tm="0">
                                          <p:val>
                                            <p:strVal val="#ppt_w*0.70"/>
                                          </p:val>
                                        </p:tav>
                                        <p:tav tm="100000">
                                          <p:val>
                                            <p:strVal val="#ppt_w"/>
                                          </p:val>
                                        </p:tav>
                                      </p:tavLst>
                                    </p:anim>
                                    <p:anim calcmode="lin" valueType="num">
                                      <p:cBhvr>
                                        <p:cTn id="21" dur="1000" fill="hold"/>
                                        <p:tgtEl>
                                          <p:spTgt spid="271362">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271362">
                                            <p:txEl>
                                              <p:pRg st="2" end="2"/>
                                            </p:txEl>
                                          </p:spTgt>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271362">
                                            <p:txEl>
                                              <p:pRg st="3" end="3"/>
                                            </p:txEl>
                                          </p:spTgt>
                                        </p:tgtEl>
                                        <p:attrNameLst>
                                          <p:attrName>style.visibility</p:attrName>
                                        </p:attrNameLst>
                                      </p:cBhvr>
                                      <p:to>
                                        <p:strVal val="visible"/>
                                      </p:to>
                                    </p:set>
                                    <p:anim calcmode="lin" valueType="num">
                                      <p:cBhvr>
                                        <p:cTn id="25" dur="1000" fill="hold"/>
                                        <p:tgtEl>
                                          <p:spTgt spid="271362">
                                            <p:txEl>
                                              <p:pRg st="3" end="3"/>
                                            </p:txEl>
                                          </p:spTgt>
                                        </p:tgtEl>
                                        <p:attrNameLst>
                                          <p:attrName>ppt_w</p:attrName>
                                        </p:attrNameLst>
                                      </p:cBhvr>
                                      <p:tavLst>
                                        <p:tav tm="0">
                                          <p:val>
                                            <p:strVal val="#ppt_w*0.70"/>
                                          </p:val>
                                        </p:tav>
                                        <p:tav tm="100000">
                                          <p:val>
                                            <p:strVal val="#ppt_w"/>
                                          </p:val>
                                        </p:tav>
                                      </p:tavLst>
                                    </p:anim>
                                    <p:anim calcmode="lin" valueType="num">
                                      <p:cBhvr>
                                        <p:cTn id="26" dur="1000" fill="hold"/>
                                        <p:tgtEl>
                                          <p:spTgt spid="271362">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2713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362"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5118B1A9-F493-41D2-8D67-1229359A2F3F}" type="datetime1">
              <a:rPr lang="zh-CN" altLang="en-US"/>
            </a:fld>
            <a:endParaRPr lang="zh-CN" altLang="en-US"/>
          </a:p>
        </p:txBody>
      </p:sp>
      <p:sp>
        <p:nvSpPr>
          <p:cNvPr id="133123" name="Rectangle 2"/>
          <p:cNvSpPr>
            <a:spLocks noGrp="1" noChangeArrowheads="1"/>
          </p:cNvSpPr>
          <p:nvPr>
            <p:ph type="body" sz="half" idx="4294967295"/>
          </p:nvPr>
        </p:nvSpPr>
        <p:spPr>
          <a:xfrm>
            <a:off x="900113" y="1052513"/>
            <a:ext cx="5002212" cy="720725"/>
          </a:xfrm>
        </p:spPr>
        <p:txBody>
          <a:bodyPr/>
          <a:lstStyle/>
          <a:p>
            <a:pPr>
              <a:buFont typeface="Wingdings" panose="05000000000000000000" pitchFamily="2" charset="2"/>
              <a:buNone/>
            </a:pPr>
            <a:r>
              <a:rPr lang="zh-CN" altLang="en-US" sz="2200" b="1" dirty="0"/>
              <a:t>例</a:t>
            </a:r>
            <a:r>
              <a:rPr lang="en-US" altLang="zh-CN" sz="2200" b="1" dirty="0"/>
              <a:t>2</a:t>
            </a:r>
            <a:r>
              <a:rPr lang="zh-CN" altLang="en-US" sz="2200" b="1" dirty="0"/>
              <a:t>：</a:t>
            </a:r>
            <a:r>
              <a:rPr lang="en-US" altLang="zh-CN" sz="2200" b="1" dirty="0"/>
              <a:t>f(t)=</a:t>
            </a:r>
            <a:r>
              <a:rPr lang="el-GR" altLang="zh-CN" sz="2200" b="1" dirty="0"/>
              <a:t>δ</a:t>
            </a:r>
            <a:r>
              <a:rPr lang="en-US" altLang="zh-CN" sz="2200" b="1" dirty="0"/>
              <a:t>(t)</a:t>
            </a:r>
            <a:r>
              <a:rPr lang="zh-CN" altLang="en-US" sz="2200" b="1" dirty="0"/>
              <a:t>求</a:t>
            </a:r>
            <a:r>
              <a:rPr lang="en-US" altLang="zh-CN" sz="2200" b="1" dirty="0"/>
              <a:t>F</a:t>
            </a:r>
            <a:r>
              <a:rPr lang="zh-CN" altLang="en-US" sz="2200" b="1" dirty="0"/>
              <a:t>（</a:t>
            </a:r>
            <a:r>
              <a:rPr lang="en-US" altLang="zh-CN" sz="2200" b="1" dirty="0"/>
              <a:t>j</a:t>
            </a:r>
            <a:r>
              <a:rPr lang="el-GR" altLang="zh-CN" sz="2200" b="1" dirty="0"/>
              <a:t>ω</a:t>
            </a:r>
            <a:r>
              <a:rPr lang="zh-CN" altLang="en-US" sz="2200" b="1" dirty="0"/>
              <a:t>）      </a:t>
            </a:r>
            <a:endParaRPr lang="zh-CN" altLang="en-US" sz="2200" b="1" dirty="0"/>
          </a:p>
        </p:txBody>
      </p:sp>
      <p:graphicFrame>
        <p:nvGraphicFramePr>
          <p:cNvPr id="272387" name="Object 3"/>
          <p:cNvGraphicFramePr>
            <a:graphicFrameLocks noGrp="1" noChangeAspect="1"/>
          </p:cNvGraphicFramePr>
          <p:nvPr>
            <p:ph sz="quarter" idx="4294967295"/>
          </p:nvPr>
        </p:nvGraphicFramePr>
        <p:xfrm>
          <a:off x="609600" y="1712913"/>
          <a:ext cx="6592888" cy="1833562"/>
        </p:xfrm>
        <a:graphic>
          <a:graphicData uri="http://schemas.openxmlformats.org/presentationml/2006/ole">
            <mc:AlternateContent xmlns:mc="http://schemas.openxmlformats.org/markup-compatibility/2006">
              <mc:Choice xmlns:v="urn:schemas-microsoft-com:vml" Requires="v">
                <p:oleObj spid="_x0000_s133197" name="公式" r:id="rId1" imgW="2438400" imgH="901700" progId="Equation.3">
                  <p:embed/>
                </p:oleObj>
              </mc:Choice>
              <mc:Fallback>
                <p:oleObj name="公式" r:id="rId1" imgW="2438400" imgH="9017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12913"/>
                        <a:ext cx="6592888" cy="1833562"/>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pic>
        <p:nvPicPr>
          <p:cNvPr id="272388" name="Picture 4" descr="275"/>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1403350" y="4076700"/>
            <a:ext cx="6048375" cy="2097088"/>
          </a:xfrm>
        </p:spPr>
      </p:pic>
      <p:sp>
        <p:nvSpPr>
          <p:cNvPr id="272389" name="Rectangle 5"/>
          <p:cNvSpPr>
            <a:spLocks noGrp="1" noChangeArrowheads="1"/>
          </p:cNvSpPr>
          <p:nvPr>
            <p:ph type="title" idx="4294967295"/>
          </p:nvPr>
        </p:nvSpPr>
        <p:spPr>
          <a:xfrm>
            <a:off x="755650" y="188913"/>
            <a:ext cx="5962650" cy="57626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231193"/>
    </mc:Choice>
    <mc:Fallback>
      <p:transition spd="slow" advTm="2311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72387"/>
                                        </p:tgtEl>
                                        <p:attrNameLst>
                                          <p:attrName>style.visibility</p:attrName>
                                        </p:attrNameLst>
                                      </p:cBhvr>
                                      <p:to>
                                        <p:strVal val="visible"/>
                                      </p:to>
                                    </p:set>
                                    <p:anim calcmode="lin" valueType="num">
                                      <p:cBhvr>
                                        <p:cTn id="7" dur="1000" fill="hold"/>
                                        <p:tgtEl>
                                          <p:spTgt spid="272387"/>
                                        </p:tgtEl>
                                        <p:attrNameLst>
                                          <p:attrName>ppt_w</p:attrName>
                                        </p:attrNameLst>
                                      </p:cBhvr>
                                      <p:tavLst>
                                        <p:tav tm="0">
                                          <p:val>
                                            <p:strVal val="#ppt_w*0.70"/>
                                          </p:val>
                                        </p:tav>
                                        <p:tav tm="100000">
                                          <p:val>
                                            <p:strVal val="#ppt_w"/>
                                          </p:val>
                                        </p:tav>
                                      </p:tavLst>
                                    </p:anim>
                                    <p:anim calcmode="lin" valueType="num">
                                      <p:cBhvr>
                                        <p:cTn id="8" dur="1000" fill="hold"/>
                                        <p:tgtEl>
                                          <p:spTgt spid="272387"/>
                                        </p:tgtEl>
                                        <p:attrNameLst>
                                          <p:attrName>ppt_h</p:attrName>
                                        </p:attrNameLst>
                                      </p:cBhvr>
                                      <p:tavLst>
                                        <p:tav tm="0">
                                          <p:val>
                                            <p:strVal val="#ppt_h"/>
                                          </p:val>
                                        </p:tav>
                                        <p:tav tm="100000">
                                          <p:val>
                                            <p:strVal val="#ppt_h"/>
                                          </p:val>
                                        </p:tav>
                                      </p:tavLst>
                                    </p:anim>
                                    <p:animEffect transition="in" filter="fade">
                                      <p:cBhvr>
                                        <p:cTn id="9" dur="1000"/>
                                        <p:tgtEl>
                                          <p:spTgt spid="272387"/>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72388"/>
                                        </p:tgtEl>
                                        <p:attrNameLst>
                                          <p:attrName>style.visibility</p:attrName>
                                        </p:attrNameLst>
                                      </p:cBhvr>
                                      <p:to>
                                        <p:strVal val="visible"/>
                                      </p:to>
                                    </p:set>
                                    <p:anim calcmode="lin" valueType="num">
                                      <p:cBhvr>
                                        <p:cTn id="13" dur="1000" fill="hold"/>
                                        <p:tgtEl>
                                          <p:spTgt spid="272388"/>
                                        </p:tgtEl>
                                        <p:attrNameLst>
                                          <p:attrName>ppt_w</p:attrName>
                                        </p:attrNameLst>
                                      </p:cBhvr>
                                      <p:tavLst>
                                        <p:tav tm="0">
                                          <p:val>
                                            <p:strVal val="#ppt_w*0.70"/>
                                          </p:val>
                                        </p:tav>
                                        <p:tav tm="100000">
                                          <p:val>
                                            <p:strVal val="#ppt_w"/>
                                          </p:val>
                                        </p:tav>
                                      </p:tavLst>
                                    </p:anim>
                                    <p:anim calcmode="lin" valueType="num">
                                      <p:cBhvr>
                                        <p:cTn id="14" dur="1000" fill="hold"/>
                                        <p:tgtEl>
                                          <p:spTgt spid="272388"/>
                                        </p:tgtEl>
                                        <p:attrNameLst>
                                          <p:attrName>ppt_h</p:attrName>
                                        </p:attrNameLst>
                                      </p:cBhvr>
                                      <p:tavLst>
                                        <p:tav tm="0">
                                          <p:val>
                                            <p:strVal val="#ppt_h"/>
                                          </p:val>
                                        </p:tav>
                                        <p:tav tm="100000">
                                          <p:val>
                                            <p:strVal val="#ppt_h"/>
                                          </p:val>
                                        </p:tav>
                                      </p:tavLst>
                                    </p:anim>
                                    <p:animEffect transition="in" filter="fade">
                                      <p:cBhvr>
                                        <p:cTn id="15" dur="1000"/>
                                        <p:tgtEl>
                                          <p:spTgt spid="272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6A165511-BA27-4C30-957C-9CB8C870B24A}" type="datetime1">
              <a:rPr lang="zh-CN" altLang="en-US"/>
            </a:fld>
            <a:endParaRPr lang="zh-CN" altLang="en-US"/>
          </a:p>
        </p:txBody>
      </p:sp>
      <p:sp>
        <p:nvSpPr>
          <p:cNvPr id="134147" name="Rectangle 2"/>
          <p:cNvSpPr>
            <a:spLocks noGrp="1" noChangeArrowheads="1"/>
          </p:cNvSpPr>
          <p:nvPr>
            <p:ph type="body" sz="half" idx="4294967295"/>
          </p:nvPr>
        </p:nvSpPr>
        <p:spPr>
          <a:xfrm>
            <a:off x="900113" y="260350"/>
            <a:ext cx="4967287" cy="720725"/>
          </a:xfrm>
        </p:spPr>
        <p:txBody>
          <a:bodyPr/>
          <a:lstStyle/>
          <a:p>
            <a:pPr>
              <a:buFont typeface="Wingdings" panose="05000000000000000000" pitchFamily="2" charset="2"/>
              <a:buNone/>
            </a:pPr>
            <a:r>
              <a:rPr lang="en-US" altLang="zh-CN" sz="2600" b="1"/>
              <a:t>F</a:t>
            </a:r>
            <a:r>
              <a:rPr lang="zh-CN" altLang="en-US" sz="2600" b="1"/>
              <a:t>（</a:t>
            </a:r>
            <a:r>
              <a:rPr lang="en-US" altLang="zh-CN" sz="2600" b="1"/>
              <a:t>j</a:t>
            </a:r>
            <a:r>
              <a:rPr lang="el-GR" altLang="zh-CN" sz="2600" b="1"/>
              <a:t>ω</a:t>
            </a:r>
            <a:r>
              <a:rPr lang="zh-CN" altLang="en-US" sz="2600" b="1"/>
              <a:t>）</a:t>
            </a:r>
            <a:r>
              <a:rPr lang="en-US" altLang="zh-CN" sz="2600" b="1"/>
              <a:t>=1,</a:t>
            </a:r>
            <a:r>
              <a:rPr lang="zh-CN" altLang="en-US" sz="2600" b="1"/>
              <a:t>求</a:t>
            </a:r>
            <a:r>
              <a:rPr lang="en-US" altLang="zh-CN" sz="2600" b="1"/>
              <a:t>f(t)=?       </a:t>
            </a:r>
            <a:endParaRPr lang="en-US" altLang="zh-CN" sz="2600" b="1"/>
          </a:p>
        </p:txBody>
      </p:sp>
      <p:graphicFrame>
        <p:nvGraphicFramePr>
          <p:cNvPr id="273411" name="Object 3"/>
          <p:cNvGraphicFramePr>
            <a:graphicFrameLocks noGrp="1" noChangeAspect="1"/>
          </p:cNvGraphicFramePr>
          <p:nvPr>
            <p:ph sz="quarter" idx="4294967295"/>
          </p:nvPr>
        </p:nvGraphicFramePr>
        <p:xfrm>
          <a:off x="1403350" y="955675"/>
          <a:ext cx="4344988" cy="547688"/>
        </p:xfrm>
        <a:graphic>
          <a:graphicData uri="http://schemas.openxmlformats.org/presentationml/2006/ole">
            <mc:AlternateContent xmlns:mc="http://schemas.openxmlformats.org/markup-compatibility/2006">
              <mc:Choice xmlns:v="urn:schemas-microsoft-com:vml" Requires="v">
                <p:oleObj spid="_x0000_s134812" name="公式" r:id="rId1" imgW="3225800" imgH="406400" progId="Equation.3">
                  <p:embed/>
                </p:oleObj>
              </mc:Choice>
              <mc:Fallback>
                <p:oleObj name="公式" r:id="rId1" imgW="3225800" imgH="4064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955675"/>
                        <a:ext cx="4344988" cy="547688"/>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3412" name="Object 4"/>
          <p:cNvGraphicFramePr>
            <a:graphicFrameLocks noChangeAspect="1"/>
          </p:cNvGraphicFramePr>
          <p:nvPr/>
        </p:nvGraphicFramePr>
        <p:xfrm>
          <a:off x="1187450" y="1700213"/>
          <a:ext cx="7416800" cy="433387"/>
        </p:xfrm>
        <a:graphic>
          <a:graphicData uri="http://schemas.openxmlformats.org/presentationml/2006/ole">
            <mc:AlternateContent xmlns:mc="http://schemas.openxmlformats.org/markup-compatibility/2006">
              <mc:Choice xmlns:v="urn:schemas-microsoft-com:vml" Requires="v">
                <p:oleObj spid="_x0000_s134813" name="公式" r:id="rId3" imgW="3670300" imgH="228600" progId="Equation.3">
                  <p:embed/>
                </p:oleObj>
              </mc:Choice>
              <mc:Fallback>
                <p:oleObj name="公式" r:id="rId3" imgW="36703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700213"/>
                        <a:ext cx="7416800" cy="433387"/>
                      </a:xfrm>
                      <a:prstGeom prst="rect">
                        <a:avLst/>
                      </a:prstGeom>
                      <a:solidFill>
                        <a:schemeClr val="bg1"/>
                      </a:solidFill>
                      <a:ln w="9525">
                        <a:solidFill>
                          <a:srgbClr val="0000CC"/>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3413" name="Object 5"/>
          <p:cNvGraphicFramePr>
            <a:graphicFrameLocks noChangeAspect="1"/>
          </p:cNvGraphicFramePr>
          <p:nvPr/>
        </p:nvGraphicFramePr>
        <p:xfrm>
          <a:off x="1619250" y="2276475"/>
          <a:ext cx="2867025" cy="644525"/>
        </p:xfrm>
        <a:graphic>
          <a:graphicData uri="http://schemas.openxmlformats.org/presentationml/2006/ole">
            <mc:AlternateContent xmlns:mc="http://schemas.openxmlformats.org/markup-compatibility/2006">
              <mc:Choice xmlns:v="urn:schemas-microsoft-com:vml" Requires="v">
                <p:oleObj spid="_x0000_s134814" name="公式" r:id="rId5" imgW="1752600" imgH="393700" progId="Equation.3">
                  <p:embed/>
                </p:oleObj>
              </mc:Choice>
              <mc:Fallback>
                <p:oleObj name="公式" r:id="rId5" imgW="1752600" imgH="393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2276475"/>
                        <a:ext cx="2867025" cy="64452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3414" name="Object 6"/>
          <p:cNvGraphicFramePr>
            <a:graphicFrameLocks noChangeAspect="1"/>
          </p:cNvGraphicFramePr>
          <p:nvPr/>
        </p:nvGraphicFramePr>
        <p:xfrm>
          <a:off x="2411413" y="3068638"/>
          <a:ext cx="5184775" cy="782637"/>
        </p:xfrm>
        <a:graphic>
          <a:graphicData uri="http://schemas.openxmlformats.org/presentationml/2006/ole">
            <mc:AlternateContent xmlns:mc="http://schemas.openxmlformats.org/markup-compatibility/2006">
              <mc:Choice xmlns:v="urn:schemas-microsoft-com:vml" Requires="v">
                <p:oleObj spid="_x0000_s134815" name="公式" r:id="rId7" imgW="2781300" imgH="419100" progId="Equation.3">
                  <p:embed/>
                </p:oleObj>
              </mc:Choice>
              <mc:Fallback>
                <p:oleObj name="公式" r:id="rId7" imgW="2781300" imgH="419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1413" y="3068638"/>
                        <a:ext cx="5184775" cy="782637"/>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3415" name="Object 7"/>
          <p:cNvGraphicFramePr>
            <a:graphicFrameLocks noChangeAspect="1"/>
          </p:cNvGraphicFramePr>
          <p:nvPr/>
        </p:nvGraphicFramePr>
        <p:xfrm>
          <a:off x="1403350" y="4076700"/>
          <a:ext cx="2016125" cy="474663"/>
        </p:xfrm>
        <a:graphic>
          <a:graphicData uri="http://schemas.openxmlformats.org/presentationml/2006/ole">
            <mc:AlternateContent xmlns:mc="http://schemas.openxmlformats.org/markup-compatibility/2006">
              <mc:Choice xmlns:v="urn:schemas-microsoft-com:vml" Requires="v">
                <p:oleObj spid="_x0000_s134816" name="公式" r:id="rId9" imgW="913765" imgH="215900" progId="Equation.3">
                  <p:embed/>
                </p:oleObj>
              </mc:Choice>
              <mc:Fallback>
                <p:oleObj name="公式" r:id="rId9" imgW="913765" imgH="2159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350" y="4076700"/>
                        <a:ext cx="2016125" cy="474663"/>
                      </a:xfrm>
                      <a:prstGeom prst="rect">
                        <a:avLst/>
                      </a:prstGeom>
                      <a:solidFill>
                        <a:schemeClr val="bg1"/>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3416" name="Object 8"/>
          <p:cNvGraphicFramePr>
            <a:graphicFrameLocks noChangeAspect="1"/>
          </p:cNvGraphicFramePr>
          <p:nvPr/>
        </p:nvGraphicFramePr>
        <p:xfrm>
          <a:off x="3492500" y="4149725"/>
          <a:ext cx="936625" cy="384175"/>
        </p:xfrm>
        <a:graphic>
          <a:graphicData uri="http://schemas.openxmlformats.org/presentationml/2006/ole">
            <mc:AlternateContent xmlns:mc="http://schemas.openxmlformats.org/markup-compatibility/2006">
              <mc:Choice xmlns:v="urn:schemas-microsoft-com:vml" Requires="v">
                <p:oleObj spid="_x0000_s134817" name="公式" r:id="rId11" imgW="494665" imgH="203200" progId="Equation.3">
                  <p:embed/>
                </p:oleObj>
              </mc:Choice>
              <mc:Fallback>
                <p:oleObj name="公式" r:id="rId11" imgW="494665" imgH="2032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92500" y="4149725"/>
                        <a:ext cx="936625" cy="384175"/>
                      </a:xfrm>
                      <a:prstGeom prst="rect">
                        <a:avLst/>
                      </a:prstGeom>
                      <a:solidFill>
                        <a:schemeClr val="bg1"/>
                      </a:solidFill>
                      <a:ln w="9525">
                        <a:solidFill>
                          <a:srgbClr val="0000CC"/>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3417" name="Object 9"/>
          <p:cNvGraphicFramePr>
            <a:graphicFrameLocks noChangeAspect="1"/>
          </p:cNvGraphicFramePr>
          <p:nvPr/>
        </p:nvGraphicFramePr>
        <p:xfrm>
          <a:off x="5076825" y="4076700"/>
          <a:ext cx="2352675" cy="474663"/>
        </p:xfrm>
        <a:graphic>
          <a:graphicData uri="http://schemas.openxmlformats.org/presentationml/2006/ole">
            <mc:AlternateContent xmlns:mc="http://schemas.openxmlformats.org/markup-compatibility/2006">
              <mc:Choice xmlns:v="urn:schemas-microsoft-com:vml" Requires="v">
                <p:oleObj spid="_x0000_s134818" name="公式" r:id="rId13" imgW="1066165" imgH="215900" progId="Equation.3">
                  <p:embed/>
                </p:oleObj>
              </mc:Choice>
              <mc:Fallback>
                <p:oleObj name="公式" r:id="rId13" imgW="1066165" imgH="2159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76825" y="4076700"/>
                        <a:ext cx="2352675" cy="474663"/>
                      </a:xfrm>
                      <a:prstGeom prst="rect">
                        <a:avLst/>
                      </a:prstGeom>
                      <a:solidFill>
                        <a:schemeClr val="bg1"/>
                      </a:solidFill>
                      <a:ln>
                        <a:noFill/>
                      </a:ln>
                      <a:effectLst/>
                      <a:extLs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3418" name="Object 10"/>
          <p:cNvGraphicFramePr>
            <a:graphicFrameLocks noChangeAspect="1"/>
          </p:cNvGraphicFramePr>
          <p:nvPr/>
        </p:nvGraphicFramePr>
        <p:xfrm>
          <a:off x="7667625" y="4149725"/>
          <a:ext cx="279400" cy="392113"/>
        </p:xfrm>
        <a:graphic>
          <a:graphicData uri="http://schemas.openxmlformats.org/presentationml/2006/ole">
            <mc:AlternateContent xmlns:mc="http://schemas.openxmlformats.org/markup-compatibility/2006">
              <mc:Choice xmlns:v="urn:schemas-microsoft-com:vml" Requires="v">
                <p:oleObj spid="_x0000_s134819" name="公式" r:id="rId15" imgW="127000" imgH="177165" progId="Equation.3">
                  <p:embed/>
                </p:oleObj>
              </mc:Choice>
              <mc:Fallback>
                <p:oleObj name="公式" r:id="rId15" imgW="127000" imgH="177165"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67625" y="4149725"/>
                        <a:ext cx="279400" cy="392113"/>
                      </a:xfrm>
                      <a:prstGeom prst="rect">
                        <a:avLst/>
                      </a:prstGeom>
                      <a:solidFill>
                        <a:schemeClr val="bg1"/>
                      </a:solidFill>
                      <a:ln w="9525">
                        <a:solidFill>
                          <a:srgbClr val="0000CC"/>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3419" name="Object 11"/>
          <p:cNvGraphicFramePr>
            <a:graphicFrameLocks noChangeAspect="1"/>
          </p:cNvGraphicFramePr>
          <p:nvPr/>
        </p:nvGraphicFramePr>
        <p:xfrm>
          <a:off x="1331913" y="4652963"/>
          <a:ext cx="7056437" cy="1274762"/>
        </p:xfrm>
        <a:graphic>
          <a:graphicData uri="http://schemas.openxmlformats.org/presentationml/2006/ole">
            <mc:AlternateContent xmlns:mc="http://schemas.openxmlformats.org/markup-compatibility/2006">
              <mc:Choice xmlns:v="urn:schemas-microsoft-com:vml" Requires="v">
                <p:oleObj spid="_x0000_s134820" name="公式" r:id="rId17" imgW="4051300" imgH="812800" progId="Equation.3">
                  <p:embed/>
                </p:oleObj>
              </mc:Choice>
              <mc:Fallback>
                <p:oleObj name="公式" r:id="rId17" imgW="4051300" imgH="812800"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31913" y="4652963"/>
                        <a:ext cx="7056437" cy="1274762"/>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3420" name="Object 12"/>
          <p:cNvGraphicFramePr>
            <a:graphicFrameLocks noChangeAspect="1"/>
          </p:cNvGraphicFramePr>
          <p:nvPr/>
        </p:nvGraphicFramePr>
        <p:xfrm>
          <a:off x="1835150" y="6092825"/>
          <a:ext cx="1873250" cy="534988"/>
        </p:xfrm>
        <a:graphic>
          <a:graphicData uri="http://schemas.openxmlformats.org/presentationml/2006/ole">
            <mc:AlternateContent xmlns:mc="http://schemas.openxmlformats.org/markup-compatibility/2006">
              <mc:Choice xmlns:v="urn:schemas-microsoft-com:vml" Requires="v">
                <p:oleObj spid="_x0000_s134821" name="公式" r:id="rId19" imgW="711200" imgH="203200" progId="Equation.3">
                  <p:embed/>
                </p:oleObj>
              </mc:Choice>
              <mc:Fallback>
                <p:oleObj name="公式" r:id="rId19" imgW="711200" imgH="203200" progId="Equation.3">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35150" y="6092825"/>
                        <a:ext cx="1873250" cy="534988"/>
                      </a:xfrm>
                      <a:prstGeom prst="rect">
                        <a:avLst/>
                      </a:prstGeom>
                      <a:solidFill>
                        <a:schemeClr val="bg1"/>
                      </a:solidFill>
                      <a:ln w="9525">
                        <a:solidFill>
                          <a:srgbClr val="FF0000"/>
                        </a:solidFill>
                        <a:miter lim="800000"/>
                        <a:headEnd/>
                        <a:tailEnd/>
                      </a:ln>
                      <a:effectLst>
                        <a:outerShdw dist="35921" dir="2700000" algn="ctr" rotWithShape="0">
                          <a:srgbClr val="808080"/>
                        </a:outerShdw>
                      </a:effectLst>
                    </p:spPr>
                  </p:pic>
                </p:oleObj>
              </mc:Fallback>
            </mc:AlternateContent>
          </a:graphicData>
        </a:graphic>
      </p:graphicFrame>
    </p:spTree>
    <p:custDataLst>
      <p:tags r:id="rId21"/>
    </p:custDataLst>
  </p:cSld>
  <p:clrMapOvr>
    <a:masterClrMapping/>
  </p:clrMapOvr>
  <mc:AlternateContent xmlns:mc="http://schemas.openxmlformats.org/markup-compatibility/2006">
    <mc:Choice xmlns:p14="http://schemas.microsoft.com/office/powerpoint/2010/main" Requires="p14">
      <p:transition spd="slow" p14:dur="2000" advTm="341943"/>
    </mc:Choice>
    <mc:Fallback>
      <p:transition spd="slow" advTm="3419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73411"/>
                                        </p:tgtEl>
                                        <p:attrNameLst>
                                          <p:attrName>style.visibility</p:attrName>
                                        </p:attrNameLst>
                                      </p:cBhvr>
                                      <p:to>
                                        <p:strVal val="visible"/>
                                      </p:to>
                                    </p:set>
                                    <p:anim calcmode="lin" valueType="num">
                                      <p:cBhvr>
                                        <p:cTn id="7" dur="1000" fill="hold"/>
                                        <p:tgtEl>
                                          <p:spTgt spid="273411"/>
                                        </p:tgtEl>
                                        <p:attrNameLst>
                                          <p:attrName>ppt_w</p:attrName>
                                        </p:attrNameLst>
                                      </p:cBhvr>
                                      <p:tavLst>
                                        <p:tav tm="0">
                                          <p:val>
                                            <p:strVal val="#ppt_w*0.70"/>
                                          </p:val>
                                        </p:tav>
                                        <p:tav tm="100000">
                                          <p:val>
                                            <p:strVal val="#ppt_w"/>
                                          </p:val>
                                        </p:tav>
                                      </p:tavLst>
                                    </p:anim>
                                    <p:anim calcmode="lin" valueType="num">
                                      <p:cBhvr>
                                        <p:cTn id="8" dur="1000" fill="hold"/>
                                        <p:tgtEl>
                                          <p:spTgt spid="273411"/>
                                        </p:tgtEl>
                                        <p:attrNameLst>
                                          <p:attrName>ppt_h</p:attrName>
                                        </p:attrNameLst>
                                      </p:cBhvr>
                                      <p:tavLst>
                                        <p:tav tm="0">
                                          <p:val>
                                            <p:strVal val="#ppt_h"/>
                                          </p:val>
                                        </p:tav>
                                        <p:tav tm="100000">
                                          <p:val>
                                            <p:strVal val="#ppt_h"/>
                                          </p:val>
                                        </p:tav>
                                      </p:tavLst>
                                    </p:anim>
                                    <p:animEffect transition="in" filter="fade">
                                      <p:cBhvr>
                                        <p:cTn id="9" dur="1000"/>
                                        <p:tgtEl>
                                          <p:spTgt spid="27341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73412"/>
                                        </p:tgtEl>
                                        <p:attrNameLst>
                                          <p:attrName>style.visibility</p:attrName>
                                        </p:attrNameLst>
                                      </p:cBhvr>
                                      <p:to>
                                        <p:strVal val="visible"/>
                                      </p:to>
                                    </p:set>
                                    <p:anim calcmode="lin" valueType="num">
                                      <p:cBhvr>
                                        <p:cTn id="14" dur="1000" fill="hold"/>
                                        <p:tgtEl>
                                          <p:spTgt spid="273412"/>
                                        </p:tgtEl>
                                        <p:attrNameLst>
                                          <p:attrName>ppt_w</p:attrName>
                                        </p:attrNameLst>
                                      </p:cBhvr>
                                      <p:tavLst>
                                        <p:tav tm="0">
                                          <p:val>
                                            <p:strVal val="#ppt_w*0.70"/>
                                          </p:val>
                                        </p:tav>
                                        <p:tav tm="100000">
                                          <p:val>
                                            <p:strVal val="#ppt_w"/>
                                          </p:val>
                                        </p:tav>
                                      </p:tavLst>
                                    </p:anim>
                                    <p:anim calcmode="lin" valueType="num">
                                      <p:cBhvr>
                                        <p:cTn id="15" dur="1000" fill="hold"/>
                                        <p:tgtEl>
                                          <p:spTgt spid="273412"/>
                                        </p:tgtEl>
                                        <p:attrNameLst>
                                          <p:attrName>ppt_h</p:attrName>
                                        </p:attrNameLst>
                                      </p:cBhvr>
                                      <p:tavLst>
                                        <p:tav tm="0">
                                          <p:val>
                                            <p:strVal val="#ppt_h"/>
                                          </p:val>
                                        </p:tav>
                                        <p:tav tm="100000">
                                          <p:val>
                                            <p:strVal val="#ppt_h"/>
                                          </p:val>
                                        </p:tav>
                                      </p:tavLst>
                                    </p:anim>
                                    <p:animEffect transition="in" filter="fade">
                                      <p:cBhvr>
                                        <p:cTn id="16" dur="1000"/>
                                        <p:tgtEl>
                                          <p:spTgt spid="273412"/>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73413"/>
                                        </p:tgtEl>
                                        <p:attrNameLst>
                                          <p:attrName>style.visibility</p:attrName>
                                        </p:attrNameLst>
                                      </p:cBhvr>
                                      <p:to>
                                        <p:strVal val="visible"/>
                                      </p:to>
                                    </p:set>
                                    <p:anim calcmode="lin" valueType="num">
                                      <p:cBhvr>
                                        <p:cTn id="21" dur="1000" fill="hold"/>
                                        <p:tgtEl>
                                          <p:spTgt spid="273413"/>
                                        </p:tgtEl>
                                        <p:attrNameLst>
                                          <p:attrName>ppt_w</p:attrName>
                                        </p:attrNameLst>
                                      </p:cBhvr>
                                      <p:tavLst>
                                        <p:tav tm="0">
                                          <p:val>
                                            <p:strVal val="#ppt_w*0.70"/>
                                          </p:val>
                                        </p:tav>
                                        <p:tav tm="100000">
                                          <p:val>
                                            <p:strVal val="#ppt_w"/>
                                          </p:val>
                                        </p:tav>
                                      </p:tavLst>
                                    </p:anim>
                                    <p:anim calcmode="lin" valueType="num">
                                      <p:cBhvr>
                                        <p:cTn id="22" dur="1000" fill="hold"/>
                                        <p:tgtEl>
                                          <p:spTgt spid="273413"/>
                                        </p:tgtEl>
                                        <p:attrNameLst>
                                          <p:attrName>ppt_h</p:attrName>
                                        </p:attrNameLst>
                                      </p:cBhvr>
                                      <p:tavLst>
                                        <p:tav tm="0">
                                          <p:val>
                                            <p:strVal val="#ppt_h"/>
                                          </p:val>
                                        </p:tav>
                                        <p:tav tm="100000">
                                          <p:val>
                                            <p:strVal val="#ppt_h"/>
                                          </p:val>
                                        </p:tav>
                                      </p:tavLst>
                                    </p:anim>
                                    <p:animEffect transition="in" filter="fade">
                                      <p:cBhvr>
                                        <p:cTn id="23" dur="1000"/>
                                        <p:tgtEl>
                                          <p:spTgt spid="273413"/>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73414"/>
                                        </p:tgtEl>
                                        <p:attrNameLst>
                                          <p:attrName>style.visibility</p:attrName>
                                        </p:attrNameLst>
                                      </p:cBhvr>
                                      <p:to>
                                        <p:strVal val="visible"/>
                                      </p:to>
                                    </p:set>
                                    <p:anim calcmode="lin" valueType="num">
                                      <p:cBhvr>
                                        <p:cTn id="28" dur="1000" fill="hold"/>
                                        <p:tgtEl>
                                          <p:spTgt spid="273414"/>
                                        </p:tgtEl>
                                        <p:attrNameLst>
                                          <p:attrName>ppt_w</p:attrName>
                                        </p:attrNameLst>
                                      </p:cBhvr>
                                      <p:tavLst>
                                        <p:tav tm="0">
                                          <p:val>
                                            <p:strVal val="#ppt_w*0.70"/>
                                          </p:val>
                                        </p:tav>
                                        <p:tav tm="100000">
                                          <p:val>
                                            <p:strVal val="#ppt_w"/>
                                          </p:val>
                                        </p:tav>
                                      </p:tavLst>
                                    </p:anim>
                                    <p:anim calcmode="lin" valueType="num">
                                      <p:cBhvr>
                                        <p:cTn id="29" dur="1000" fill="hold"/>
                                        <p:tgtEl>
                                          <p:spTgt spid="273414"/>
                                        </p:tgtEl>
                                        <p:attrNameLst>
                                          <p:attrName>ppt_h</p:attrName>
                                        </p:attrNameLst>
                                      </p:cBhvr>
                                      <p:tavLst>
                                        <p:tav tm="0">
                                          <p:val>
                                            <p:strVal val="#ppt_h"/>
                                          </p:val>
                                        </p:tav>
                                        <p:tav tm="100000">
                                          <p:val>
                                            <p:strVal val="#ppt_h"/>
                                          </p:val>
                                        </p:tav>
                                      </p:tavLst>
                                    </p:anim>
                                    <p:animEffect transition="in" filter="fade">
                                      <p:cBhvr>
                                        <p:cTn id="30" dur="1000"/>
                                        <p:tgtEl>
                                          <p:spTgt spid="273414"/>
                                        </p:tgtEl>
                                      </p:cBhvr>
                                    </p:animEffect>
                                  </p:childTnLst>
                                </p:cTn>
                              </p:par>
                            </p:childTnLst>
                          </p:cTn>
                        </p:par>
                        <p:par>
                          <p:cTn id="31" fill="hold">
                            <p:stCondLst>
                              <p:cond delay="1000"/>
                            </p:stCondLst>
                            <p:childTnLst>
                              <p:par>
                                <p:cTn id="32" presetID="55" presetClass="entr" presetSubtype="0" fill="hold" nodeType="afterEffect">
                                  <p:stCondLst>
                                    <p:cond delay="0"/>
                                  </p:stCondLst>
                                  <p:childTnLst>
                                    <p:set>
                                      <p:cBhvr>
                                        <p:cTn id="33" dur="1" fill="hold">
                                          <p:stCondLst>
                                            <p:cond delay="0"/>
                                          </p:stCondLst>
                                        </p:cTn>
                                        <p:tgtEl>
                                          <p:spTgt spid="273415"/>
                                        </p:tgtEl>
                                        <p:attrNameLst>
                                          <p:attrName>style.visibility</p:attrName>
                                        </p:attrNameLst>
                                      </p:cBhvr>
                                      <p:to>
                                        <p:strVal val="visible"/>
                                      </p:to>
                                    </p:set>
                                    <p:anim calcmode="lin" valueType="num">
                                      <p:cBhvr>
                                        <p:cTn id="34" dur="1000" fill="hold"/>
                                        <p:tgtEl>
                                          <p:spTgt spid="273415"/>
                                        </p:tgtEl>
                                        <p:attrNameLst>
                                          <p:attrName>ppt_w</p:attrName>
                                        </p:attrNameLst>
                                      </p:cBhvr>
                                      <p:tavLst>
                                        <p:tav tm="0">
                                          <p:val>
                                            <p:strVal val="#ppt_w*0.70"/>
                                          </p:val>
                                        </p:tav>
                                        <p:tav tm="100000">
                                          <p:val>
                                            <p:strVal val="#ppt_w"/>
                                          </p:val>
                                        </p:tav>
                                      </p:tavLst>
                                    </p:anim>
                                    <p:anim calcmode="lin" valueType="num">
                                      <p:cBhvr>
                                        <p:cTn id="35" dur="1000" fill="hold"/>
                                        <p:tgtEl>
                                          <p:spTgt spid="273415"/>
                                        </p:tgtEl>
                                        <p:attrNameLst>
                                          <p:attrName>ppt_h</p:attrName>
                                        </p:attrNameLst>
                                      </p:cBhvr>
                                      <p:tavLst>
                                        <p:tav tm="0">
                                          <p:val>
                                            <p:strVal val="#ppt_h"/>
                                          </p:val>
                                        </p:tav>
                                        <p:tav tm="100000">
                                          <p:val>
                                            <p:strVal val="#ppt_h"/>
                                          </p:val>
                                        </p:tav>
                                      </p:tavLst>
                                    </p:anim>
                                    <p:animEffect transition="in" filter="fade">
                                      <p:cBhvr>
                                        <p:cTn id="36" dur="1000"/>
                                        <p:tgtEl>
                                          <p:spTgt spid="273415"/>
                                        </p:tgtEl>
                                      </p:cBhvr>
                                    </p:animEffect>
                                  </p:childTnLst>
                                </p:cTn>
                              </p:par>
                            </p:childTnLst>
                          </p:cTn>
                        </p:par>
                        <p:par>
                          <p:cTn id="37" fill="hold">
                            <p:stCondLst>
                              <p:cond delay="2000"/>
                            </p:stCondLst>
                            <p:childTnLst>
                              <p:par>
                                <p:cTn id="38" presetID="55" presetClass="entr" presetSubtype="0" fill="hold" nodeType="afterEffect">
                                  <p:stCondLst>
                                    <p:cond delay="0"/>
                                  </p:stCondLst>
                                  <p:childTnLst>
                                    <p:set>
                                      <p:cBhvr>
                                        <p:cTn id="39" dur="1" fill="hold">
                                          <p:stCondLst>
                                            <p:cond delay="0"/>
                                          </p:stCondLst>
                                        </p:cTn>
                                        <p:tgtEl>
                                          <p:spTgt spid="273417"/>
                                        </p:tgtEl>
                                        <p:attrNameLst>
                                          <p:attrName>style.visibility</p:attrName>
                                        </p:attrNameLst>
                                      </p:cBhvr>
                                      <p:to>
                                        <p:strVal val="visible"/>
                                      </p:to>
                                    </p:set>
                                    <p:anim calcmode="lin" valueType="num">
                                      <p:cBhvr>
                                        <p:cTn id="40" dur="1000" fill="hold"/>
                                        <p:tgtEl>
                                          <p:spTgt spid="273417"/>
                                        </p:tgtEl>
                                        <p:attrNameLst>
                                          <p:attrName>ppt_w</p:attrName>
                                        </p:attrNameLst>
                                      </p:cBhvr>
                                      <p:tavLst>
                                        <p:tav tm="0">
                                          <p:val>
                                            <p:strVal val="#ppt_w*0.70"/>
                                          </p:val>
                                        </p:tav>
                                        <p:tav tm="100000">
                                          <p:val>
                                            <p:strVal val="#ppt_w"/>
                                          </p:val>
                                        </p:tav>
                                      </p:tavLst>
                                    </p:anim>
                                    <p:anim calcmode="lin" valueType="num">
                                      <p:cBhvr>
                                        <p:cTn id="41" dur="1000" fill="hold"/>
                                        <p:tgtEl>
                                          <p:spTgt spid="273417"/>
                                        </p:tgtEl>
                                        <p:attrNameLst>
                                          <p:attrName>ppt_h</p:attrName>
                                        </p:attrNameLst>
                                      </p:cBhvr>
                                      <p:tavLst>
                                        <p:tav tm="0">
                                          <p:val>
                                            <p:strVal val="#ppt_h"/>
                                          </p:val>
                                        </p:tav>
                                        <p:tav tm="100000">
                                          <p:val>
                                            <p:strVal val="#ppt_h"/>
                                          </p:val>
                                        </p:tav>
                                      </p:tavLst>
                                    </p:anim>
                                    <p:animEffect transition="in" filter="fade">
                                      <p:cBhvr>
                                        <p:cTn id="42" dur="1000"/>
                                        <p:tgtEl>
                                          <p:spTgt spid="273417"/>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273416"/>
                                        </p:tgtEl>
                                        <p:attrNameLst>
                                          <p:attrName>style.visibility</p:attrName>
                                        </p:attrNameLst>
                                      </p:cBhvr>
                                      <p:to>
                                        <p:strVal val="visible"/>
                                      </p:to>
                                    </p:set>
                                    <p:anim calcmode="lin" valueType="num">
                                      <p:cBhvr>
                                        <p:cTn id="47" dur="1000" fill="hold"/>
                                        <p:tgtEl>
                                          <p:spTgt spid="273416"/>
                                        </p:tgtEl>
                                        <p:attrNameLst>
                                          <p:attrName>ppt_w</p:attrName>
                                        </p:attrNameLst>
                                      </p:cBhvr>
                                      <p:tavLst>
                                        <p:tav tm="0">
                                          <p:val>
                                            <p:strVal val="#ppt_w*0.70"/>
                                          </p:val>
                                        </p:tav>
                                        <p:tav tm="100000">
                                          <p:val>
                                            <p:strVal val="#ppt_w"/>
                                          </p:val>
                                        </p:tav>
                                      </p:tavLst>
                                    </p:anim>
                                    <p:anim calcmode="lin" valueType="num">
                                      <p:cBhvr>
                                        <p:cTn id="48" dur="1000" fill="hold"/>
                                        <p:tgtEl>
                                          <p:spTgt spid="273416"/>
                                        </p:tgtEl>
                                        <p:attrNameLst>
                                          <p:attrName>ppt_h</p:attrName>
                                        </p:attrNameLst>
                                      </p:cBhvr>
                                      <p:tavLst>
                                        <p:tav tm="0">
                                          <p:val>
                                            <p:strVal val="#ppt_h"/>
                                          </p:val>
                                        </p:tav>
                                        <p:tav tm="100000">
                                          <p:val>
                                            <p:strVal val="#ppt_h"/>
                                          </p:val>
                                        </p:tav>
                                      </p:tavLst>
                                    </p:anim>
                                    <p:animEffect transition="in" filter="fade">
                                      <p:cBhvr>
                                        <p:cTn id="49" dur="1000"/>
                                        <p:tgtEl>
                                          <p:spTgt spid="273416"/>
                                        </p:tgtEl>
                                      </p:cBhvr>
                                    </p:animEffect>
                                  </p:childTnLst>
                                </p:cTn>
                              </p:par>
                            </p:childTnLst>
                          </p:cTn>
                        </p:par>
                      </p:childTnLst>
                    </p:cTn>
                  </p:par>
                  <p:par>
                    <p:cTn id="50" fill="hold">
                      <p:stCondLst>
                        <p:cond delay="indefinite"/>
                      </p:stCondLst>
                      <p:childTnLst>
                        <p:par>
                          <p:cTn id="51" fill="hold">
                            <p:stCondLst>
                              <p:cond delay="0"/>
                            </p:stCondLst>
                            <p:childTnLst>
                              <p:par>
                                <p:cTn id="52" presetID="55" presetClass="entr" presetSubtype="0" fill="hold" nodeType="clickEffect">
                                  <p:stCondLst>
                                    <p:cond delay="0"/>
                                  </p:stCondLst>
                                  <p:childTnLst>
                                    <p:set>
                                      <p:cBhvr>
                                        <p:cTn id="53" dur="1" fill="hold">
                                          <p:stCondLst>
                                            <p:cond delay="0"/>
                                          </p:stCondLst>
                                        </p:cTn>
                                        <p:tgtEl>
                                          <p:spTgt spid="273418"/>
                                        </p:tgtEl>
                                        <p:attrNameLst>
                                          <p:attrName>style.visibility</p:attrName>
                                        </p:attrNameLst>
                                      </p:cBhvr>
                                      <p:to>
                                        <p:strVal val="visible"/>
                                      </p:to>
                                    </p:set>
                                    <p:anim calcmode="lin" valueType="num">
                                      <p:cBhvr>
                                        <p:cTn id="54" dur="1000" fill="hold"/>
                                        <p:tgtEl>
                                          <p:spTgt spid="273418"/>
                                        </p:tgtEl>
                                        <p:attrNameLst>
                                          <p:attrName>ppt_w</p:attrName>
                                        </p:attrNameLst>
                                      </p:cBhvr>
                                      <p:tavLst>
                                        <p:tav tm="0">
                                          <p:val>
                                            <p:strVal val="#ppt_w*0.70"/>
                                          </p:val>
                                        </p:tav>
                                        <p:tav tm="100000">
                                          <p:val>
                                            <p:strVal val="#ppt_w"/>
                                          </p:val>
                                        </p:tav>
                                      </p:tavLst>
                                    </p:anim>
                                    <p:anim calcmode="lin" valueType="num">
                                      <p:cBhvr>
                                        <p:cTn id="55" dur="1000" fill="hold"/>
                                        <p:tgtEl>
                                          <p:spTgt spid="273418"/>
                                        </p:tgtEl>
                                        <p:attrNameLst>
                                          <p:attrName>ppt_h</p:attrName>
                                        </p:attrNameLst>
                                      </p:cBhvr>
                                      <p:tavLst>
                                        <p:tav tm="0">
                                          <p:val>
                                            <p:strVal val="#ppt_h"/>
                                          </p:val>
                                        </p:tav>
                                        <p:tav tm="100000">
                                          <p:val>
                                            <p:strVal val="#ppt_h"/>
                                          </p:val>
                                        </p:tav>
                                      </p:tavLst>
                                    </p:anim>
                                    <p:animEffect transition="in" filter="fade">
                                      <p:cBhvr>
                                        <p:cTn id="56" dur="1000"/>
                                        <p:tgtEl>
                                          <p:spTgt spid="273418"/>
                                        </p:tgtEl>
                                      </p:cBhvr>
                                    </p:animEffect>
                                  </p:childTnLst>
                                </p:cTn>
                              </p:par>
                            </p:childTnLst>
                          </p:cTn>
                        </p:par>
                      </p:childTnLst>
                    </p:cTn>
                  </p:par>
                  <p:par>
                    <p:cTn id="57" fill="hold">
                      <p:stCondLst>
                        <p:cond delay="indefinite"/>
                      </p:stCondLst>
                      <p:childTnLst>
                        <p:par>
                          <p:cTn id="58" fill="hold">
                            <p:stCondLst>
                              <p:cond delay="0"/>
                            </p:stCondLst>
                            <p:childTnLst>
                              <p:par>
                                <p:cTn id="59" presetID="55" presetClass="entr" presetSubtype="0" fill="hold" nodeType="clickEffect">
                                  <p:stCondLst>
                                    <p:cond delay="0"/>
                                  </p:stCondLst>
                                  <p:childTnLst>
                                    <p:set>
                                      <p:cBhvr>
                                        <p:cTn id="60" dur="1" fill="hold">
                                          <p:stCondLst>
                                            <p:cond delay="0"/>
                                          </p:stCondLst>
                                        </p:cTn>
                                        <p:tgtEl>
                                          <p:spTgt spid="273419"/>
                                        </p:tgtEl>
                                        <p:attrNameLst>
                                          <p:attrName>style.visibility</p:attrName>
                                        </p:attrNameLst>
                                      </p:cBhvr>
                                      <p:to>
                                        <p:strVal val="visible"/>
                                      </p:to>
                                    </p:set>
                                    <p:anim calcmode="lin" valueType="num">
                                      <p:cBhvr>
                                        <p:cTn id="61" dur="1000" fill="hold"/>
                                        <p:tgtEl>
                                          <p:spTgt spid="273419"/>
                                        </p:tgtEl>
                                        <p:attrNameLst>
                                          <p:attrName>ppt_w</p:attrName>
                                        </p:attrNameLst>
                                      </p:cBhvr>
                                      <p:tavLst>
                                        <p:tav tm="0">
                                          <p:val>
                                            <p:strVal val="#ppt_w*0.70"/>
                                          </p:val>
                                        </p:tav>
                                        <p:tav tm="100000">
                                          <p:val>
                                            <p:strVal val="#ppt_w"/>
                                          </p:val>
                                        </p:tav>
                                      </p:tavLst>
                                    </p:anim>
                                    <p:anim calcmode="lin" valueType="num">
                                      <p:cBhvr>
                                        <p:cTn id="62" dur="1000" fill="hold"/>
                                        <p:tgtEl>
                                          <p:spTgt spid="273419"/>
                                        </p:tgtEl>
                                        <p:attrNameLst>
                                          <p:attrName>ppt_h</p:attrName>
                                        </p:attrNameLst>
                                      </p:cBhvr>
                                      <p:tavLst>
                                        <p:tav tm="0">
                                          <p:val>
                                            <p:strVal val="#ppt_h"/>
                                          </p:val>
                                        </p:tav>
                                        <p:tav tm="100000">
                                          <p:val>
                                            <p:strVal val="#ppt_h"/>
                                          </p:val>
                                        </p:tav>
                                      </p:tavLst>
                                    </p:anim>
                                    <p:animEffect transition="in" filter="fade">
                                      <p:cBhvr>
                                        <p:cTn id="63" dur="1000"/>
                                        <p:tgtEl>
                                          <p:spTgt spid="273419"/>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nodeType="clickEffect">
                                  <p:stCondLst>
                                    <p:cond delay="0"/>
                                  </p:stCondLst>
                                  <p:childTnLst>
                                    <p:set>
                                      <p:cBhvr>
                                        <p:cTn id="67" dur="1" fill="hold">
                                          <p:stCondLst>
                                            <p:cond delay="0"/>
                                          </p:stCondLst>
                                        </p:cTn>
                                        <p:tgtEl>
                                          <p:spTgt spid="273420"/>
                                        </p:tgtEl>
                                        <p:attrNameLst>
                                          <p:attrName>style.visibility</p:attrName>
                                        </p:attrNameLst>
                                      </p:cBhvr>
                                      <p:to>
                                        <p:strVal val="visible"/>
                                      </p:to>
                                    </p:set>
                                    <p:anim calcmode="lin" valueType="num">
                                      <p:cBhvr>
                                        <p:cTn id="68" dur="1000" fill="hold"/>
                                        <p:tgtEl>
                                          <p:spTgt spid="273420"/>
                                        </p:tgtEl>
                                        <p:attrNameLst>
                                          <p:attrName>ppt_w</p:attrName>
                                        </p:attrNameLst>
                                      </p:cBhvr>
                                      <p:tavLst>
                                        <p:tav tm="0">
                                          <p:val>
                                            <p:strVal val="#ppt_w*0.70"/>
                                          </p:val>
                                        </p:tav>
                                        <p:tav tm="100000">
                                          <p:val>
                                            <p:strVal val="#ppt_w"/>
                                          </p:val>
                                        </p:tav>
                                      </p:tavLst>
                                    </p:anim>
                                    <p:anim calcmode="lin" valueType="num">
                                      <p:cBhvr>
                                        <p:cTn id="69" dur="1000" fill="hold"/>
                                        <p:tgtEl>
                                          <p:spTgt spid="273420"/>
                                        </p:tgtEl>
                                        <p:attrNameLst>
                                          <p:attrName>ppt_h</p:attrName>
                                        </p:attrNameLst>
                                      </p:cBhvr>
                                      <p:tavLst>
                                        <p:tav tm="0">
                                          <p:val>
                                            <p:strVal val="#ppt_h"/>
                                          </p:val>
                                        </p:tav>
                                        <p:tav tm="100000">
                                          <p:val>
                                            <p:strVal val="#ppt_h"/>
                                          </p:val>
                                        </p:tav>
                                      </p:tavLst>
                                    </p:anim>
                                    <p:animEffect transition="in" filter="fade">
                                      <p:cBhvr>
                                        <p:cTn id="70" dur="1000"/>
                                        <p:tgtEl>
                                          <p:spTgt spid="273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6B1EC4C4-95E4-41F3-A14C-64C725536902}" type="datetime1">
              <a:rPr lang="zh-CN" altLang="en-US"/>
            </a:fld>
            <a:endParaRPr lang="zh-CN" altLang="en-US"/>
          </a:p>
        </p:txBody>
      </p:sp>
      <p:sp>
        <p:nvSpPr>
          <p:cNvPr id="274434" name="Rectangle 2"/>
          <p:cNvSpPr>
            <a:spLocks noGrp="1" noChangeArrowheads="1"/>
          </p:cNvSpPr>
          <p:nvPr>
            <p:ph type="title" idx="4294967295"/>
          </p:nvPr>
        </p:nvSpPr>
        <p:spPr>
          <a:xfrm>
            <a:off x="744538" y="111125"/>
            <a:ext cx="6092825" cy="608013"/>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§3.6 </a:t>
            </a:r>
            <a:r>
              <a:rPr lang="zh-CN" altLang="en-US" sz="3200" b="1" kern="1200" dirty="0">
                <a:solidFill>
                  <a:srgbClr val="0000FF"/>
                </a:solidFill>
                <a:cs typeface="+mn-cs"/>
              </a:rPr>
              <a:t>常用信号的傅立叶变换</a:t>
            </a:r>
            <a:endParaRPr lang="zh-CN" altLang="en-US" sz="3200" b="1" kern="1200" dirty="0">
              <a:solidFill>
                <a:srgbClr val="0000FF"/>
              </a:solidFill>
              <a:cs typeface="+mn-cs"/>
            </a:endParaRPr>
          </a:p>
        </p:txBody>
      </p:sp>
      <p:graphicFrame>
        <p:nvGraphicFramePr>
          <p:cNvPr id="135172" name="Object 3"/>
          <p:cNvGraphicFramePr>
            <a:graphicFrameLocks noGrp="1" noChangeAspect="1"/>
          </p:cNvGraphicFramePr>
          <p:nvPr>
            <p:ph sz="quarter" idx="4294967295"/>
          </p:nvPr>
        </p:nvGraphicFramePr>
        <p:xfrm>
          <a:off x="971550" y="908050"/>
          <a:ext cx="6480175" cy="466725"/>
        </p:xfrm>
        <a:graphic>
          <a:graphicData uri="http://schemas.openxmlformats.org/presentationml/2006/ole">
            <mc:AlternateContent xmlns:mc="http://schemas.openxmlformats.org/markup-compatibility/2006">
              <mc:Choice xmlns:v="urn:schemas-microsoft-com:vml" Requires="v">
                <p:oleObj spid="_x0000_s135584" name="公式" r:id="rId1" imgW="2984500" imgH="215900" progId="Equation.3">
                  <p:embed/>
                </p:oleObj>
              </mc:Choice>
              <mc:Fallback>
                <p:oleObj name="公式" r:id="rId1" imgW="2984500" imgH="2159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908050"/>
                        <a:ext cx="648017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4436" name="Object 4"/>
          <p:cNvGraphicFramePr>
            <a:graphicFrameLocks noChangeAspect="1"/>
          </p:cNvGraphicFramePr>
          <p:nvPr/>
        </p:nvGraphicFramePr>
        <p:xfrm>
          <a:off x="1835150" y="2060575"/>
          <a:ext cx="4681538" cy="1895475"/>
        </p:xfrm>
        <a:graphic>
          <a:graphicData uri="http://schemas.openxmlformats.org/presentationml/2006/ole">
            <mc:AlternateContent xmlns:mc="http://schemas.openxmlformats.org/markup-compatibility/2006">
              <mc:Choice xmlns:v="urn:schemas-microsoft-com:vml" Requires="v">
                <p:oleObj spid="_x0000_s135585" name="公式" r:id="rId3" imgW="2197100" imgH="889000" progId="Equation.3">
                  <p:embed/>
                </p:oleObj>
              </mc:Choice>
              <mc:Fallback>
                <p:oleObj name="公式" r:id="rId3" imgW="2197100" imgH="889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060575"/>
                        <a:ext cx="4681538" cy="189547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4437" name="Object 5"/>
          <p:cNvGraphicFramePr>
            <a:graphicFrameLocks noGrp="1" noChangeAspect="1"/>
          </p:cNvGraphicFramePr>
          <p:nvPr>
            <p:ph sz="quarter" idx="4294967295"/>
          </p:nvPr>
        </p:nvGraphicFramePr>
        <p:xfrm>
          <a:off x="1834833" y="4117340"/>
          <a:ext cx="4968875" cy="1952625"/>
        </p:xfrm>
        <a:graphic>
          <a:graphicData uri="http://schemas.openxmlformats.org/presentationml/2006/ole">
            <mc:AlternateContent xmlns:mc="http://schemas.openxmlformats.org/markup-compatibility/2006">
              <mc:Choice xmlns:v="urn:schemas-microsoft-com:vml" Requires="v">
                <p:oleObj spid="_x0000_s135586" name="公式" r:id="rId5" imgW="2908300" imgH="1143000" progId="Equation.3">
                  <p:embed/>
                </p:oleObj>
              </mc:Choice>
              <mc:Fallback>
                <p:oleObj name="公式" r:id="rId5" imgW="2908300" imgH="1143000" progId="Equation.3">
                  <p:embed/>
                  <p:pic>
                    <p:nvPicPr>
                      <p:cNvPr id="0" name="Object 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4833" y="4117340"/>
                        <a:ext cx="4968875" cy="19526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74438" name="Object 6"/>
          <p:cNvGraphicFramePr>
            <a:graphicFrameLocks noChangeAspect="1"/>
          </p:cNvGraphicFramePr>
          <p:nvPr/>
        </p:nvGraphicFramePr>
        <p:xfrm>
          <a:off x="1187450" y="1557338"/>
          <a:ext cx="7219950" cy="390525"/>
        </p:xfrm>
        <a:graphic>
          <a:graphicData uri="http://schemas.openxmlformats.org/presentationml/2006/ole">
            <mc:AlternateContent xmlns:mc="http://schemas.openxmlformats.org/markup-compatibility/2006">
              <mc:Choice xmlns:v="urn:schemas-microsoft-com:vml" Requires="v">
                <p:oleObj spid="_x0000_s135587" name="公式" r:id="rId7" imgW="3987800" imgH="215900" progId="Equation.3">
                  <p:embed/>
                </p:oleObj>
              </mc:Choice>
              <mc:Fallback>
                <p:oleObj name="公式" r:id="rId7" imgW="3987800" imgH="2159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0" y="1557338"/>
                        <a:ext cx="7219950" cy="39052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74439" name="Object 7"/>
          <p:cNvGraphicFramePr>
            <a:graphicFrameLocks noChangeAspect="1"/>
          </p:cNvGraphicFramePr>
          <p:nvPr/>
        </p:nvGraphicFramePr>
        <p:xfrm>
          <a:off x="2627313" y="6237288"/>
          <a:ext cx="1487487" cy="465137"/>
        </p:xfrm>
        <a:graphic>
          <a:graphicData uri="http://schemas.openxmlformats.org/presentationml/2006/ole">
            <mc:AlternateContent xmlns:mc="http://schemas.openxmlformats.org/markup-compatibility/2006">
              <mc:Choice xmlns:v="urn:schemas-microsoft-com:vml" Requires="v">
                <p:oleObj spid="_x0000_s135588" name="公式" r:id="rId9" imgW="647700" imgH="203200" progId="Equation.3">
                  <p:embed/>
                </p:oleObj>
              </mc:Choice>
              <mc:Fallback>
                <p:oleObj name="公式" r:id="rId9" imgW="647700" imgH="2032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7313" y="6237288"/>
                        <a:ext cx="1487487" cy="465137"/>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4440" name="Object 8"/>
          <p:cNvGraphicFramePr>
            <a:graphicFrameLocks noChangeAspect="1"/>
          </p:cNvGraphicFramePr>
          <p:nvPr/>
        </p:nvGraphicFramePr>
        <p:xfrm>
          <a:off x="4371975" y="6230938"/>
          <a:ext cx="1136650" cy="495300"/>
        </p:xfrm>
        <a:graphic>
          <a:graphicData uri="http://schemas.openxmlformats.org/presentationml/2006/ole">
            <mc:AlternateContent xmlns:mc="http://schemas.openxmlformats.org/markup-compatibility/2006">
              <mc:Choice xmlns:v="urn:schemas-microsoft-com:vml" Requires="v">
                <p:oleObj spid="_x0000_s135589" name="公式" r:id="rId11" imgW="494665" imgH="215900" progId="Equation.3">
                  <p:embed/>
                </p:oleObj>
              </mc:Choice>
              <mc:Fallback>
                <p:oleObj name="公式" r:id="rId11" imgW="494665" imgH="2159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71975" y="6230938"/>
                        <a:ext cx="1136650" cy="495300"/>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236031"/>
    </mc:Choice>
    <mc:Fallback>
      <p:transition spd="slow" advTm="2360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4438"/>
                                        </p:tgtEl>
                                        <p:attrNameLst>
                                          <p:attrName>style.visibility</p:attrName>
                                        </p:attrNameLst>
                                      </p:cBhvr>
                                      <p:to>
                                        <p:strVal val="visible"/>
                                      </p:to>
                                    </p:set>
                                    <p:animEffect transition="in" filter="dissolve">
                                      <p:cBhvr>
                                        <p:cTn id="7" dur="500"/>
                                        <p:tgtEl>
                                          <p:spTgt spid="2744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4436"/>
                                        </p:tgtEl>
                                        <p:attrNameLst>
                                          <p:attrName>style.visibility</p:attrName>
                                        </p:attrNameLst>
                                      </p:cBhvr>
                                      <p:to>
                                        <p:strVal val="visible"/>
                                      </p:to>
                                    </p:set>
                                    <p:animEffect transition="in" filter="dissolve">
                                      <p:cBhvr>
                                        <p:cTn id="12" dur="500"/>
                                        <p:tgtEl>
                                          <p:spTgt spid="274436"/>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274437"/>
                                        </p:tgtEl>
                                        <p:attrNameLst>
                                          <p:attrName>style.visibility</p:attrName>
                                        </p:attrNameLst>
                                      </p:cBhvr>
                                      <p:to>
                                        <p:strVal val="visible"/>
                                      </p:to>
                                    </p:set>
                                    <p:anim calcmode="lin" valueType="num">
                                      <p:cBhvr>
                                        <p:cTn id="17" dur="1000" fill="hold"/>
                                        <p:tgtEl>
                                          <p:spTgt spid="274437"/>
                                        </p:tgtEl>
                                        <p:attrNameLst>
                                          <p:attrName>ppt_w</p:attrName>
                                        </p:attrNameLst>
                                      </p:cBhvr>
                                      <p:tavLst>
                                        <p:tav tm="0">
                                          <p:val>
                                            <p:strVal val="#ppt_w*0.70"/>
                                          </p:val>
                                        </p:tav>
                                        <p:tav tm="100000">
                                          <p:val>
                                            <p:strVal val="#ppt_w"/>
                                          </p:val>
                                        </p:tav>
                                      </p:tavLst>
                                    </p:anim>
                                    <p:anim calcmode="lin" valueType="num">
                                      <p:cBhvr>
                                        <p:cTn id="18" dur="1000" fill="hold"/>
                                        <p:tgtEl>
                                          <p:spTgt spid="274437"/>
                                        </p:tgtEl>
                                        <p:attrNameLst>
                                          <p:attrName>ppt_h</p:attrName>
                                        </p:attrNameLst>
                                      </p:cBhvr>
                                      <p:tavLst>
                                        <p:tav tm="0">
                                          <p:val>
                                            <p:strVal val="#ppt_h"/>
                                          </p:val>
                                        </p:tav>
                                        <p:tav tm="100000">
                                          <p:val>
                                            <p:strVal val="#ppt_h"/>
                                          </p:val>
                                        </p:tav>
                                      </p:tavLst>
                                    </p:anim>
                                    <p:animEffect transition="in" filter="fade">
                                      <p:cBhvr>
                                        <p:cTn id="19" dur="1000"/>
                                        <p:tgtEl>
                                          <p:spTgt spid="274437"/>
                                        </p:tgtEl>
                                      </p:cBhvr>
                                    </p:animEffect>
                                  </p:childTnLst>
                                </p:cTn>
                              </p:par>
                            </p:childTnLst>
                          </p:cTn>
                        </p:par>
                        <p:par>
                          <p:cTn id="20" fill="hold">
                            <p:stCondLst>
                              <p:cond delay="1000"/>
                            </p:stCondLst>
                            <p:childTnLst>
                              <p:par>
                                <p:cTn id="21" presetID="55" presetClass="entr" presetSubtype="0" fill="hold" nodeType="afterEffect">
                                  <p:stCondLst>
                                    <p:cond delay="0"/>
                                  </p:stCondLst>
                                  <p:childTnLst>
                                    <p:set>
                                      <p:cBhvr>
                                        <p:cTn id="22" dur="1" fill="hold">
                                          <p:stCondLst>
                                            <p:cond delay="0"/>
                                          </p:stCondLst>
                                        </p:cTn>
                                        <p:tgtEl>
                                          <p:spTgt spid="274439"/>
                                        </p:tgtEl>
                                        <p:attrNameLst>
                                          <p:attrName>style.visibility</p:attrName>
                                        </p:attrNameLst>
                                      </p:cBhvr>
                                      <p:to>
                                        <p:strVal val="visible"/>
                                      </p:to>
                                    </p:set>
                                    <p:anim calcmode="lin" valueType="num">
                                      <p:cBhvr>
                                        <p:cTn id="23" dur="1000" fill="hold"/>
                                        <p:tgtEl>
                                          <p:spTgt spid="274439"/>
                                        </p:tgtEl>
                                        <p:attrNameLst>
                                          <p:attrName>ppt_w</p:attrName>
                                        </p:attrNameLst>
                                      </p:cBhvr>
                                      <p:tavLst>
                                        <p:tav tm="0">
                                          <p:val>
                                            <p:strVal val="#ppt_w*0.70"/>
                                          </p:val>
                                        </p:tav>
                                        <p:tav tm="100000">
                                          <p:val>
                                            <p:strVal val="#ppt_w"/>
                                          </p:val>
                                        </p:tav>
                                      </p:tavLst>
                                    </p:anim>
                                    <p:anim calcmode="lin" valueType="num">
                                      <p:cBhvr>
                                        <p:cTn id="24" dur="1000" fill="hold"/>
                                        <p:tgtEl>
                                          <p:spTgt spid="274439"/>
                                        </p:tgtEl>
                                        <p:attrNameLst>
                                          <p:attrName>ppt_h</p:attrName>
                                        </p:attrNameLst>
                                      </p:cBhvr>
                                      <p:tavLst>
                                        <p:tav tm="0">
                                          <p:val>
                                            <p:strVal val="#ppt_h"/>
                                          </p:val>
                                        </p:tav>
                                        <p:tav tm="100000">
                                          <p:val>
                                            <p:strVal val="#ppt_h"/>
                                          </p:val>
                                        </p:tav>
                                      </p:tavLst>
                                    </p:anim>
                                    <p:animEffect transition="in" filter="fade">
                                      <p:cBhvr>
                                        <p:cTn id="25" dur="1000"/>
                                        <p:tgtEl>
                                          <p:spTgt spid="274439"/>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274440"/>
                                        </p:tgtEl>
                                        <p:attrNameLst>
                                          <p:attrName>style.visibility</p:attrName>
                                        </p:attrNameLst>
                                      </p:cBhvr>
                                      <p:to>
                                        <p:strVal val="visible"/>
                                      </p:to>
                                    </p:set>
                                    <p:anim calcmode="lin" valueType="num">
                                      <p:cBhvr>
                                        <p:cTn id="30" dur="1000" fill="hold"/>
                                        <p:tgtEl>
                                          <p:spTgt spid="274440"/>
                                        </p:tgtEl>
                                        <p:attrNameLst>
                                          <p:attrName>ppt_w</p:attrName>
                                        </p:attrNameLst>
                                      </p:cBhvr>
                                      <p:tavLst>
                                        <p:tav tm="0">
                                          <p:val>
                                            <p:strVal val="#ppt_w*0.70"/>
                                          </p:val>
                                        </p:tav>
                                        <p:tav tm="100000">
                                          <p:val>
                                            <p:strVal val="#ppt_w"/>
                                          </p:val>
                                        </p:tav>
                                      </p:tavLst>
                                    </p:anim>
                                    <p:anim calcmode="lin" valueType="num">
                                      <p:cBhvr>
                                        <p:cTn id="31" dur="1000" fill="hold"/>
                                        <p:tgtEl>
                                          <p:spTgt spid="274440"/>
                                        </p:tgtEl>
                                        <p:attrNameLst>
                                          <p:attrName>ppt_h</p:attrName>
                                        </p:attrNameLst>
                                      </p:cBhvr>
                                      <p:tavLst>
                                        <p:tav tm="0">
                                          <p:val>
                                            <p:strVal val="#ppt_h"/>
                                          </p:val>
                                        </p:tav>
                                        <p:tav tm="100000">
                                          <p:val>
                                            <p:strVal val="#ppt_h"/>
                                          </p:val>
                                        </p:tav>
                                      </p:tavLst>
                                    </p:anim>
                                    <p:animEffect transition="in" filter="fade">
                                      <p:cBhvr>
                                        <p:cTn id="32" dur="1000"/>
                                        <p:tgtEl>
                                          <p:spTgt spid="274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p:txBody>
          <a:bodyPr/>
          <a:lstStyle/>
          <a:p>
            <a:pPr>
              <a:defRPr/>
            </a:pPr>
            <a:fld id="{5E71C1FB-7712-4F4C-8AB2-192F59888190}" type="datetime1">
              <a:rPr lang="zh-CN" altLang="en-US"/>
            </a:fld>
            <a:endParaRPr lang="zh-CN" altLang="en-US"/>
          </a:p>
        </p:txBody>
      </p:sp>
      <p:sp>
        <p:nvSpPr>
          <p:cNvPr id="113667" name="Rectangle 2"/>
          <p:cNvSpPr>
            <a:spLocks noChangeArrowheads="1"/>
          </p:cNvSpPr>
          <p:nvPr/>
        </p:nvSpPr>
        <p:spPr bwMode="auto">
          <a:xfrm>
            <a:off x="919163" y="1490663"/>
            <a:ext cx="255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800" b="1">
                <a:solidFill>
                  <a:srgbClr val="FF3300"/>
                </a:solidFill>
                <a:latin typeface="黑体" panose="02010609060101010101" pitchFamily="49" charset="-122"/>
                <a:ea typeface="ˎ̥"/>
                <a:cs typeface="ˎ̥"/>
              </a:rPr>
              <a:t>傅里叶正变换</a:t>
            </a:r>
            <a:r>
              <a:rPr kumimoji="1" lang="zh-CN" altLang="en-US" sz="3200" b="1">
                <a:latin typeface="黑体" panose="02010609060101010101" pitchFamily="49" charset="-122"/>
                <a:ea typeface="ˎ̥"/>
                <a:cs typeface="ˎ̥"/>
              </a:rPr>
              <a:t> </a:t>
            </a:r>
            <a:endParaRPr lang="zh-CN" altLang="en-US" sz="1800" b="1">
              <a:latin typeface="黑体" panose="02010609060101010101" pitchFamily="49" charset="-122"/>
            </a:endParaRPr>
          </a:p>
        </p:txBody>
      </p:sp>
      <p:sp>
        <p:nvSpPr>
          <p:cNvPr id="113668" name="Rectangle 3"/>
          <p:cNvSpPr>
            <a:spLocks noChangeArrowheads="1"/>
          </p:cNvSpPr>
          <p:nvPr/>
        </p:nvSpPr>
        <p:spPr bwMode="auto">
          <a:xfrm>
            <a:off x="971550" y="2708275"/>
            <a:ext cx="255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800" b="1">
                <a:solidFill>
                  <a:srgbClr val="FF3300"/>
                </a:solidFill>
                <a:latin typeface="黑体" panose="02010609060101010101" pitchFamily="49" charset="-122"/>
                <a:ea typeface="ˎ̥"/>
                <a:cs typeface="ˎ̥"/>
              </a:rPr>
              <a:t>傅里叶反变换</a:t>
            </a:r>
            <a:r>
              <a:rPr kumimoji="1" lang="zh-CN" altLang="en-US" sz="3200" b="1">
                <a:latin typeface="黑体" panose="02010609060101010101" pitchFamily="49" charset="-122"/>
                <a:ea typeface="ˎ̥"/>
                <a:cs typeface="ˎ̥"/>
              </a:rPr>
              <a:t> </a:t>
            </a:r>
            <a:endParaRPr lang="zh-CN" altLang="en-US" sz="1800" b="1">
              <a:latin typeface="黑体" panose="02010609060101010101" pitchFamily="49" charset="-122"/>
            </a:endParaRPr>
          </a:p>
        </p:txBody>
      </p:sp>
      <p:sp>
        <p:nvSpPr>
          <p:cNvPr id="252932" name="Rectangle 4"/>
          <p:cNvSpPr>
            <a:spLocks noChangeArrowheads="1"/>
          </p:cNvSpPr>
          <p:nvPr/>
        </p:nvSpPr>
        <p:spPr bwMode="auto">
          <a:xfrm>
            <a:off x="827088" y="5153025"/>
            <a:ext cx="2428875" cy="579438"/>
          </a:xfrm>
          <a:prstGeom prst="rect">
            <a:avLst/>
          </a:prstGeom>
          <a:noFill/>
          <a:ln w="9525">
            <a:noFill/>
            <a:miter lim="800000"/>
          </a:ln>
          <a:effectLst/>
        </p:spPr>
        <p:txBody>
          <a:bodyPr wrap="none" anchor="ctr">
            <a:spAutoFit/>
          </a:bodyPr>
          <a:lstStyle/>
          <a:p>
            <a:pPr eaLnBrk="1" hangingPunct="1">
              <a:defRPr/>
            </a:pPr>
            <a:r>
              <a:rPr kumimoji="1" lang="zh-CN" altLang="en-US" b="1">
                <a:effectLst>
                  <a:outerShdw blurRad="38100" dist="38100" dir="2700000" algn="tl">
                    <a:srgbClr val="C0C0C0"/>
                  </a:outerShdw>
                </a:effectLst>
                <a:latin typeface="宋体" panose="02010600030101010101" pitchFamily="2" charset="-122"/>
                <a:ea typeface="隶书" panose="02010509060101010101" pitchFamily="49" charset="-122"/>
              </a:rPr>
              <a:t>对应关系记为</a:t>
            </a:r>
            <a:r>
              <a:rPr kumimoji="1" lang="zh-CN" altLang="en-US" sz="3200" b="1">
                <a:latin typeface="Times New Roman" panose="02020603050405020304" pitchFamily="18" charset="0"/>
                <a:ea typeface="ˎ̥"/>
                <a:cs typeface="ˎ̥"/>
              </a:rPr>
              <a:t> </a:t>
            </a:r>
            <a:endParaRPr lang="zh-CN" altLang="en-US" sz="1800" b="1">
              <a:latin typeface="Arial" panose="020B0604020202020204" pitchFamily="34" charset="0"/>
            </a:endParaRPr>
          </a:p>
        </p:txBody>
      </p:sp>
      <p:sp>
        <p:nvSpPr>
          <p:cNvPr id="252933" name="Rectangle 5"/>
          <p:cNvSpPr>
            <a:spLocks noChangeArrowheads="1"/>
          </p:cNvSpPr>
          <p:nvPr/>
        </p:nvSpPr>
        <p:spPr bwMode="auto">
          <a:xfrm>
            <a:off x="3308350" y="5495925"/>
            <a:ext cx="34559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2800" b="1" i="1">
                <a:solidFill>
                  <a:srgbClr val="FF3300"/>
                </a:solidFill>
                <a:latin typeface="Times New Roman" panose="02020603050405020304" pitchFamily="18" charset="0"/>
                <a:ea typeface="ˎ̥"/>
                <a:cs typeface="ˎ̥"/>
              </a:rPr>
              <a:t>f</a:t>
            </a:r>
            <a:r>
              <a:rPr kumimoji="1" lang="en-US" altLang="zh-CN" sz="2800" b="1">
                <a:solidFill>
                  <a:srgbClr val="FF3300"/>
                </a:solidFill>
                <a:latin typeface="Times New Roman" panose="02020603050405020304" pitchFamily="18" charset="0"/>
                <a:ea typeface="ˎ̥"/>
                <a:cs typeface="ˎ̥"/>
              </a:rPr>
              <a:t>(</a:t>
            </a:r>
            <a:r>
              <a:rPr kumimoji="1" lang="en-US" altLang="zh-CN" sz="2800" b="1" i="1">
                <a:solidFill>
                  <a:srgbClr val="FF3300"/>
                </a:solidFill>
                <a:latin typeface="Times New Roman" panose="02020603050405020304" pitchFamily="18" charset="0"/>
                <a:ea typeface="ˎ̥"/>
                <a:cs typeface="ˎ̥"/>
              </a:rPr>
              <a:t>t</a:t>
            </a:r>
            <a:r>
              <a:rPr kumimoji="1" lang="en-US" altLang="zh-CN" sz="2800" b="1">
                <a:solidFill>
                  <a:srgbClr val="FF3300"/>
                </a:solidFill>
                <a:latin typeface="Times New Roman" panose="02020603050405020304" pitchFamily="18" charset="0"/>
                <a:ea typeface="ˎ̥"/>
                <a:cs typeface="ˎ̥"/>
              </a:rPr>
              <a:t>)</a:t>
            </a:r>
            <a:r>
              <a:rPr kumimoji="1" lang="en-US" altLang="zh-CN" sz="2800" b="1">
                <a:solidFill>
                  <a:srgbClr val="FF3300"/>
                </a:solidFill>
                <a:latin typeface="宋体" panose="02010600030101010101" pitchFamily="2" charset="-122"/>
                <a:ea typeface="ˎ̥"/>
                <a:cs typeface="ˎ̥"/>
              </a:rPr>
              <a:t>←→</a:t>
            </a:r>
            <a:r>
              <a:rPr kumimoji="1" lang="en-US" altLang="zh-CN" sz="2800" b="1" i="1">
                <a:solidFill>
                  <a:srgbClr val="FF3300"/>
                </a:solidFill>
                <a:latin typeface="Times New Roman" panose="02020603050405020304" pitchFamily="18" charset="0"/>
                <a:ea typeface="ˎ̥"/>
                <a:cs typeface="ˎ̥"/>
              </a:rPr>
              <a:t>F</a:t>
            </a:r>
            <a:r>
              <a:rPr kumimoji="1" lang="en-US" altLang="zh-CN" sz="2800" b="1">
                <a:solidFill>
                  <a:srgbClr val="FF3300"/>
                </a:solidFill>
                <a:latin typeface="Times New Roman" panose="02020603050405020304" pitchFamily="18" charset="0"/>
                <a:ea typeface="ˎ̥"/>
                <a:cs typeface="ˎ̥"/>
              </a:rPr>
              <a:t>( j</a:t>
            </a:r>
            <a:r>
              <a:rPr kumimoji="1" lang="en-US" altLang="zh-CN" sz="2800" b="1">
                <a:solidFill>
                  <a:srgbClr val="FF3300"/>
                </a:solidFill>
                <a:latin typeface="Times New Roman" panose="02020603050405020304" pitchFamily="18" charset="0"/>
                <a:ea typeface="ˎ̥"/>
                <a:cs typeface="ˎ̥"/>
                <a:sym typeface="Symbol" panose="05050102010706020507" pitchFamily="18" charset="2"/>
              </a:rPr>
              <a:t></a:t>
            </a:r>
            <a:r>
              <a:rPr kumimoji="1" lang="en-US" altLang="zh-CN" sz="2800" b="1">
                <a:solidFill>
                  <a:srgbClr val="FF3300"/>
                </a:solidFill>
                <a:latin typeface="Times New Roman" panose="02020603050405020304" pitchFamily="18" charset="0"/>
                <a:ea typeface="ˎ̥"/>
                <a:cs typeface="ˎ̥"/>
              </a:rPr>
              <a:t>)</a:t>
            </a:r>
            <a:r>
              <a:rPr kumimoji="1" lang="en-US" altLang="zh-CN" sz="3200" b="1">
                <a:latin typeface="Times New Roman" panose="02020603050405020304" pitchFamily="18" charset="0"/>
                <a:ea typeface="ˎ̥"/>
                <a:cs typeface="ˎ̥"/>
              </a:rPr>
              <a:t> </a:t>
            </a:r>
            <a:endParaRPr kumimoji="1" lang="en-US" altLang="zh-CN" sz="3200" b="1" i="1">
              <a:solidFill>
                <a:srgbClr val="FF3300"/>
              </a:solidFill>
              <a:latin typeface="Arial" panose="020B0604020202020204" pitchFamily="34" charset="0"/>
              <a:ea typeface="ˎ̥"/>
              <a:cs typeface="ˎ̥"/>
              <a:sym typeface="UniversalMath1 BT" panose="05050102010205020602" pitchFamily="18" charset="2"/>
            </a:endParaRPr>
          </a:p>
        </p:txBody>
      </p:sp>
      <p:sp>
        <p:nvSpPr>
          <p:cNvPr id="113671" name="AutoShape 6"/>
          <p:cNvSpPr/>
          <p:nvPr/>
        </p:nvSpPr>
        <p:spPr bwMode="auto">
          <a:xfrm>
            <a:off x="684213" y="1770063"/>
            <a:ext cx="287337" cy="1439862"/>
          </a:xfrm>
          <a:prstGeom prst="leftBrace">
            <a:avLst>
              <a:gd name="adj1" fmla="val 41759"/>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nvGrpSpPr>
          <p:cNvPr id="2" name="Group 7"/>
          <p:cNvGrpSpPr/>
          <p:nvPr/>
        </p:nvGrpSpPr>
        <p:grpSpPr bwMode="auto">
          <a:xfrm>
            <a:off x="2916238" y="3641725"/>
            <a:ext cx="3671887" cy="1281113"/>
            <a:chOff x="1837" y="2024"/>
            <a:chExt cx="2313" cy="807"/>
          </a:xfrm>
        </p:grpSpPr>
        <p:sp>
          <p:nvSpPr>
            <p:cNvPr id="113677" name="Rectangle 8"/>
            <p:cNvSpPr>
              <a:spLocks noChangeArrowheads="1"/>
            </p:cNvSpPr>
            <p:nvPr/>
          </p:nvSpPr>
          <p:spPr bwMode="auto">
            <a:xfrm>
              <a:off x="2018" y="2466"/>
              <a:ext cx="21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3200" b="1" i="1">
                  <a:latin typeface="Times New Roman" panose="02020603050405020304" pitchFamily="18" charset="0"/>
                  <a:ea typeface="ˎ̥"/>
                  <a:cs typeface="ˎ̥"/>
                </a:rPr>
                <a:t>f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t</a:t>
              </a:r>
              <a:r>
                <a:rPr kumimoji="1" lang="en-US" altLang="zh-CN" sz="3200" b="1">
                  <a:latin typeface="Times New Roman" panose="02020603050405020304" pitchFamily="18" charset="0"/>
                  <a:ea typeface="ˎ̥"/>
                  <a:cs typeface="ˎ̥"/>
                </a:rPr>
                <a:t>) =</a:t>
              </a:r>
              <a:r>
                <a:rPr kumimoji="1" lang="en-US" altLang="zh-CN" sz="3200" b="1" i="1">
                  <a:solidFill>
                    <a:srgbClr val="FF3300"/>
                  </a:solidFill>
                  <a:latin typeface="Magneto" panose="04030805050802020D02" pitchFamily="82" charset="0"/>
                  <a:ea typeface="幼圆" panose="02010509060101010101" pitchFamily="49" charset="-122"/>
                </a:rPr>
                <a:t>F</a:t>
              </a:r>
              <a:r>
                <a:rPr kumimoji="1" lang="en-US" altLang="zh-CN" sz="3200" b="1" baseline="30000">
                  <a:solidFill>
                    <a:srgbClr val="FF3300"/>
                  </a:solidFill>
                  <a:latin typeface="Magneto" panose="04030805050802020D02" pitchFamily="82" charset="0"/>
                  <a:ea typeface="幼圆" panose="02010509060101010101" pitchFamily="49" charset="-122"/>
                </a:rPr>
                <a:t>-</a:t>
              </a:r>
              <a:r>
                <a:rPr kumimoji="1" lang="en-US" altLang="zh-CN" sz="3200" b="1" baseline="30000">
                  <a:solidFill>
                    <a:srgbClr val="FF3300"/>
                  </a:solidFill>
                  <a:latin typeface="Monotype Corsiva" panose="03010101010201010101" pitchFamily="66" charset="0"/>
                  <a:ea typeface="幼圆" panose="02010509060101010101" pitchFamily="49" charset="-122"/>
                </a:rPr>
                <a:t>1</a:t>
              </a:r>
              <a:r>
                <a:rPr kumimoji="1" lang="en-US" altLang="zh-CN" sz="3200" b="1" i="1">
                  <a:latin typeface="Monotype Corsiva" panose="03010101010201010101" pitchFamily="66" charset="0"/>
                  <a:ea typeface="幼圆" panose="02010509060101010101" pitchFamily="49" charset="-122"/>
                </a:rPr>
                <a:t>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F</a:t>
              </a:r>
              <a:r>
                <a:rPr kumimoji="1" lang="en-US" altLang="zh-CN" sz="3200" b="1">
                  <a:latin typeface="Times New Roman" panose="02020603050405020304" pitchFamily="18" charset="0"/>
                  <a:ea typeface="ˎ̥"/>
                  <a:cs typeface="ˎ̥"/>
                </a:rPr>
                <a:t>(j</a:t>
              </a:r>
              <a:r>
                <a:rPr kumimoji="1" lang="en-US" altLang="zh-CN" sz="3200" b="1">
                  <a:latin typeface="Times New Roman" panose="02020603050405020304" pitchFamily="18" charset="0"/>
                  <a:ea typeface="ˎ̥"/>
                  <a:cs typeface="ˎ̥"/>
                  <a:sym typeface="Symbol" panose="05050102010706020507" pitchFamily="18" charset="2"/>
                </a:rPr>
                <a:t></a:t>
              </a:r>
              <a:r>
                <a:rPr kumimoji="1" lang="en-US" altLang="zh-CN" sz="3200" b="1">
                  <a:latin typeface="Times New Roman" panose="02020603050405020304" pitchFamily="18" charset="0"/>
                  <a:ea typeface="ˎ̥"/>
                  <a:cs typeface="ˎ̥"/>
                </a:rPr>
                <a:t>)}</a:t>
              </a:r>
              <a:endParaRPr kumimoji="1" lang="en-US" altLang="zh-CN" sz="3200" b="1" i="1">
                <a:latin typeface="Arial" panose="020B0604020202020204" pitchFamily="34" charset="0"/>
                <a:ea typeface="ˎ̥"/>
                <a:cs typeface="ˎ̥"/>
                <a:sym typeface="UniversalMath1 BT" panose="05050102010205020602" pitchFamily="18" charset="2"/>
              </a:endParaRPr>
            </a:p>
          </p:txBody>
        </p:sp>
        <p:sp>
          <p:nvSpPr>
            <p:cNvPr id="113678" name="Rectangle 9"/>
            <p:cNvSpPr>
              <a:spLocks noChangeArrowheads="1"/>
            </p:cNvSpPr>
            <p:nvPr/>
          </p:nvSpPr>
          <p:spPr bwMode="auto">
            <a:xfrm>
              <a:off x="2018" y="2024"/>
              <a:ext cx="192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3200" b="1" i="1">
                  <a:latin typeface="Times New Roman" panose="02020603050405020304" pitchFamily="18" charset="0"/>
                  <a:ea typeface="ˎ̥"/>
                  <a:cs typeface="ˎ̥"/>
                </a:rPr>
                <a:t>F</a:t>
              </a:r>
              <a:r>
                <a:rPr kumimoji="1" lang="en-US" altLang="zh-CN" sz="3200" b="1">
                  <a:latin typeface="Times New Roman" panose="02020603050405020304" pitchFamily="18" charset="0"/>
                  <a:ea typeface="ˎ̥"/>
                  <a:cs typeface="ˎ̥"/>
                </a:rPr>
                <a:t>(j</a:t>
              </a:r>
              <a:r>
                <a:rPr kumimoji="1" lang="en-US" altLang="zh-CN" sz="3200" b="1">
                  <a:latin typeface="Times New Roman" panose="02020603050405020304" pitchFamily="18" charset="0"/>
                  <a:ea typeface="ˎ̥"/>
                  <a:cs typeface="ˎ̥"/>
                  <a:sym typeface="Symbol" panose="05050102010706020507" pitchFamily="18" charset="2"/>
                </a:rPr>
                <a:t></a:t>
              </a:r>
              <a:r>
                <a:rPr kumimoji="1" lang="en-US" altLang="zh-CN" sz="3200" b="1">
                  <a:latin typeface="Times New Roman" panose="02020603050405020304" pitchFamily="18" charset="0"/>
                  <a:ea typeface="ˎ̥"/>
                  <a:cs typeface="ˎ̥"/>
                </a:rPr>
                <a:t>) =</a:t>
              </a:r>
              <a:r>
                <a:rPr kumimoji="1" lang="en-US" altLang="zh-CN" sz="3200" b="1" i="1">
                  <a:solidFill>
                    <a:srgbClr val="FF3300"/>
                  </a:solidFill>
                  <a:latin typeface="Magneto" panose="04030805050802020D02" pitchFamily="82" charset="0"/>
                  <a:ea typeface="幼圆" panose="02010509060101010101" pitchFamily="49" charset="-122"/>
                </a:rPr>
                <a:t>F</a:t>
              </a:r>
              <a:r>
                <a:rPr kumimoji="1" lang="en-US" altLang="zh-CN" sz="3200" b="1" i="1">
                  <a:latin typeface="Monotype Corsiva" panose="03010101010201010101" pitchFamily="66" charset="0"/>
                  <a:ea typeface="幼圆" panose="02010509060101010101" pitchFamily="49" charset="-122"/>
                </a:rPr>
                <a:t> </a:t>
              </a:r>
              <a:r>
                <a:rPr kumimoji="1" lang="en-US" altLang="zh-CN" sz="3200" b="1">
                  <a:latin typeface="Times New Roman" panose="02020603050405020304" pitchFamily="18" charset="0"/>
                  <a:ea typeface="ˎ̥"/>
                  <a:cs typeface="ˎ̥"/>
                </a:rPr>
                <a:t>{ </a:t>
              </a:r>
              <a:r>
                <a:rPr kumimoji="1" lang="en-US" altLang="zh-CN" sz="3200" b="1" i="1">
                  <a:latin typeface="Times New Roman" panose="02020603050405020304" pitchFamily="18" charset="0"/>
                  <a:ea typeface="ˎ̥"/>
                  <a:cs typeface="ˎ̥"/>
                </a:rPr>
                <a:t>f </a:t>
              </a:r>
              <a:r>
                <a:rPr kumimoji="1" lang="en-US" altLang="zh-CN" sz="3200" b="1">
                  <a:latin typeface="Times New Roman" panose="02020603050405020304" pitchFamily="18" charset="0"/>
                  <a:ea typeface="ˎ̥"/>
                  <a:cs typeface="ˎ̥"/>
                </a:rPr>
                <a:t>(</a:t>
              </a:r>
              <a:r>
                <a:rPr kumimoji="1" lang="en-US" altLang="zh-CN" sz="3200" b="1" i="1">
                  <a:latin typeface="Times New Roman" panose="02020603050405020304" pitchFamily="18" charset="0"/>
                  <a:ea typeface="ˎ̥"/>
                  <a:cs typeface="ˎ̥"/>
                </a:rPr>
                <a:t>t</a:t>
              </a:r>
              <a:r>
                <a:rPr kumimoji="1" lang="en-US" altLang="zh-CN" sz="3200" b="1">
                  <a:latin typeface="Times New Roman" panose="02020603050405020304" pitchFamily="18" charset="0"/>
                  <a:ea typeface="ˎ̥"/>
                  <a:cs typeface="ˎ̥"/>
                </a:rPr>
                <a:t>) }</a:t>
              </a:r>
              <a:endParaRPr kumimoji="1" lang="en-US" altLang="zh-CN" sz="3200" b="1">
                <a:latin typeface="Times New Roman" panose="02020603050405020304" pitchFamily="18" charset="0"/>
                <a:ea typeface="ˎ̥"/>
                <a:cs typeface="ˎ̥"/>
              </a:endParaRPr>
            </a:p>
          </p:txBody>
        </p:sp>
        <p:sp>
          <p:nvSpPr>
            <p:cNvPr id="113679" name="AutoShape 10"/>
            <p:cNvSpPr/>
            <p:nvPr/>
          </p:nvSpPr>
          <p:spPr bwMode="auto">
            <a:xfrm>
              <a:off x="1837" y="2115"/>
              <a:ext cx="136" cy="589"/>
            </a:xfrm>
            <a:prstGeom prst="leftBrace">
              <a:avLst>
                <a:gd name="adj1" fmla="val 36091"/>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grpSp>
      <p:sp>
        <p:nvSpPr>
          <p:cNvPr id="252939" name="Rectangle 11"/>
          <p:cNvSpPr>
            <a:spLocks noChangeArrowheads="1"/>
          </p:cNvSpPr>
          <p:nvPr/>
        </p:nvSpPr>
        <p:spPr bwMode="auto">
          <a:xfrm>
            <a:off x="755650" y="765175"/>
            <a:ext cx="2836863" cy="579438"/>
          </a:xfrm>
          <a:prstGeom prst="rect">
            <a:avLst/>
          </a:prstGeom>
          <a:noFill/>
          <a:ln w="9525">
            <a:noFill/>
            <a:miter lim="800000"/>
          </a:ln>
          <a:effectLst/>
        </p:spPr>
        <p:txBody>
          <a:bodyPr wrap="none" anchor="ctr">
            <a:spAutoFit/>
          </a:bodyPr>
          <a:lstStyle/>
          <a:p>
            <a:pPr eaLnBrk="1" hangingPunct="1">
              <a:spcBef>
                <a:spcPct val="50000"/>
              </a:spcBef>
              <a:defRPr/>
            </a:pPr>
            <a:r>
              <a:rPr kumimoji="1" lang="zh-CN" altLang="en-US" sz="3200" b="1">
                <a:solidFill>
                  <a:srgbClr val="FF3300"/>
                </a:solidFill>
                <a:effectLst>
                  <a:outerShdw blurRad="38100" dist="38100" dir="2700000" algn="tl">
                    <a:srgbClr val="C0C0C0"/>
                  </a:outerShdw>
                </a:effectLst>
                <a:latin typeface="隶书" panose="02010509060101010101" pitchFamily="49" charset="-122"/>
                <a:ea typeface="隶书" panose="02010509060101010101" pitchFamily="49" charset="-122"/>
              </a:rPr>
              <a:t>傅里叶变换：</a:t>
            </a:r>
            <a:r>
              <a:rPr kumimoji="1" lang="zh-CN" altLang="en-US" sz="3200" b="1">
                <a:effectLst>
                  <a:outerShdw blurRad="38100" dist="38100" dir="2700000" algn="tl">
                    <a:srgbClr val="C0C0C0"/>
                  </a:outerShdw>
                </a:effectLst>
                <a:latin typeface="隶书" panose="02010509060101010101" pitchFamily="49" charset="-122"/>
                <a:ea typeface="隶书" panose="02010509060101010101" pitchFamily="49" charset="-122"/>
              </a:rPr>
              <a:t> </a:t>
            </a:r>
            <a:endParaRPr lang="zh-CN" altLang="en-US" sz="3200" b="1">
              <a:effectLst>
                <a:outerShdw blurRad="38100" dist="38100" dir="2700000" algn="tl">
                  <a:srgbClr val="C0C0C0"/>
                </a:outerShdw>
              </a:effectLst>
              <a:latin typeface="隶书" panose="02010509060101010101" pitchFamily="49" charset="-122"/>
              <a:ea typeface="隶书" panose="02010509060101010101" pitchFamily="49" charset="-122"/>
            </a:endParaRPr>
          </a:p>
        </p:txBody>
      </p:sp>
      <p:sp>
        <p:nvSpPr>
          <p:cNvPr id="252940" name="Rectangle 12"/>
          <p:cNvSpPr>
            <a:spLocks noGrp="1" noChangeArrowheads="1"/>
          </p:cNvSpPr>
          <p:nvPr>
            <p:ph type="title" idx="4294967295"/>
          </p:nvPr>
        </p:nvSpPr>
        <p:spPr>
          <a:xfrm>
            <a:off x="827088" y="115888"/>
            <a:ext cx="7548562" cy="608012"/>
          </a:xfrm>
          <a:solidFill>
            <a:schemeClr val="bg1"/>
          </a:solidFill>
          <a:effectLst>
            <a:outerShdw dist="35921" dir="2700000" algn="ctr" rotWithShape="0">
              <a:srgbClr val="808080"/>
            </a:outerShdw>
          </a:effectLst>
        </p:spPr>
        <p:txBody>
          <a:bodyPr/>
          <a:lstStyle/>
          <a:p>
            <a:pPr>
              <a:defRPr/>
            </a:pPr>
            <a:r>
              <a:rPr lang="zh-CN" altLang="en-US" sz="3200" b="1" kern="1200" dirty="0">
                <a:solidFill>
                  <a:srgbClr val="FF0000"/>
                </a:solidFill>
                <a:latin typeface="Verdana" panose="020B0604030504040204" pitchFamily="34" charset="0"/>
                <a:ea typeface="宋体" panose="02010600030101010101" pitchFamily="2" charset="-122"/>
                <a:cs typeface="+mn-cs"/>
              </a:rPr>
              <a:t>回顾</a:t>
            </a:r>
            <a:r>
              <a:rPr lang="en-US" altLang="zh-CN" sz="3200" b="1" kern="1200" dirty="0">
                <a:solidFill>
                  <a:srgbClr val="FF0000"/>
                </a:solidFill>
                <a:latin typeface="Verdana" panose="020B0604030504040204" pitchFamily="34" charset="0"/>
                <a:ea typeface="宋体" panose="02010600030101010101" pitchFamily="2" charset="-122"/>
                <a:cs typeface="+mn-cs"/>
              </a:rPr>
              <a:t>1   </a:t>
            </a:r>
            <a:r>
              <a:rPr lang="zh-CN" altLang="en-US" sz="3200" b="1" kern="1200" dirty="0">
                <a:solidFill>
                  <a:srgbClr val="0000FF"/>
                </a:solidFill>
                <a:cs typeface="+mn-cs"/>
              </a:rPr>
              <a:t>傅立叶变换</a:t>
            </a:r>
            <a:endParaRPr lang="zh-CN" altLang="en-US" sz="3200" b="1" kern="1200" dirty="0">
              <a:solidFill>
                <a:srgbClr val="0000FF"/>
              </a:solidFill>
              <a:cs typeface="+mn-cs"/>
            </a:endParaRPr>
          </a:p>
        </p:txBody>
      </p:sp>
      <p:graphicFrame>
        <p:nvGraphicFramePr>
          <p:cNvPr id="252941" name="Object 13"/>
          <p:cNvGraphicFramePr>
            <a:graphicFrameLocks noGrp="1" noChangeAspect="1"/>
          </p:cNvGraphicFramePr>
          <p:nvPr>
            <p:ph sz="half" idx="4294967295"/>
          </p:nvPr>
        </p:nvGraphicFramePr>
        <p:xfrm>
          <a:off x="3708400" y="1484313"/>
          <a:ext cx="3600450" cy="720725"/>
        </p:xfrm>
        <a:graphic>
          <a:graphicData uri="http://schemas.openxmlformats.org/presentationml/2006/ole">
            <mc:AlternateContent xmlns:mc="http://schemas.openxmlformats.org/markup-compatibility/2006">
              <mc:Choice xmlns:v="urn:schemas-microsoft-com:vml" Requires="v">
                <p:oleObj spid="_x0000_s273452" name="公式" r:id="rId1" imgW="1536700" imgH="330200" progId="Equation.3">
                  <p:embed/>
                </p:oleObj>
              </mc:Choice>
              <mc:Fallback>
                <p:oleObj name="公式" r:id="rId1" imgW="1536700" imgH="330200" progId="Equation.3">
                  <p:embed/>
                  <p:pic>
                    <p:nvPicPr>
                      <p:cNvPr id="0" name="Object 1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484313"/>
                        <a:ext cx="3600450" cy="7207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52942" name="Object 14"/>
          <p:cNvGraphicFramePr>
            <a:graphicFrameLocks noGrp="1" noChangeAspect="1"/>
          </p:cNvGraphicFramePr>
          <p:nvPr>
            <p:ph sz="half" idx="4294967295"/>
          </p:nvPr>
        </p:nvGraphicFramePr>
        <p:xfrm>
          <a:off x="3714750" y="2584450"/>
          <a:ext cx="4922838" cy="708025"/>
        </p:xfrm>
        <a:graphic>
          <a:graphicData uri="http://schemas.openxmlformats.org/presentationml/2006/ole">
            <mc:AlternateContent xmlns:mc="http://schemas.openxmlformats.org/markup-compatibility/2006">
              <mc:Choice xmlns:v="urn:schemas-microsoft-com:vml" Requires="v">
                <p:oleObj spid="_x0000_s273453" name="公式" r:id="rId3" imgW="1790700" imgH="342900" progId="Equation.3">
                  <p:embed/>
                </p:oleObj>
              </mc:Choice>
              <mc:Fallback>
                <p:oleObj name="公式" r:id="rId3" imgW="1790700" imgH="342900" progId="Equation.3">
                  <p:embed/>
                  <p:pic>
                    <p:nvPicPr>
                      <p:cNvPr id="0" name="Object 1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2584450"/>
                        <a:ext cx="4922838" cy="7080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5"/>
    </p:custDataLst>
  </p:cSld>
  <p:clrMapOvr>
    <a:masterClrMapping/>
  </p:clrMapOvr>
  <p:transition spd="slow" advTm="12358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52941"/>
                                        </p:tgtEl>
                                        <p:attrNameLst>
                                          <p:attrName>style.visibility</p:attrName>
                                        </p:attrNameLst>
                                      </p:cBhvr>
                                      <p:to>
                                        <p:strVal val="visible"/>
                                      </p:to>
                                    </p:set>
                                    <p:animEffect transition="in" filter="blinds(horizontal)">
                                      <p:cBhvr>
                                        <p:cTn id="7" dur="500"/>
                                        <p:tgtEl>
                                          <p:spTgt spid="252941"/>
                                        </p:tgtEl>
                                      </p:cBhvr>
                                    </p:animEffect>
                                  </p:childTnLst>
                                </p:cTn>
                              </p:par>
                            </p:childTnLst>
                          </p:cTn>
                        </p:par>
                        <p:par>
                          <p:cTn id="8" fill="hold">
                            <p:stCondLst>
                              <p:cond delay="500"/>
                            </p:stCondLst>
                            <p:childTnLst>
                              <p:par>
                                <p:cTn id="9" presetID="55" presetClass="entr" presetSubtype="0" fill="hold" nodeType="afterEffect">
                                  <p:stCondLst>
                                    <p:cond delay="0"/>
                                  </p:stCondLst>
                                  <p:childTnLst>
                                    <p:set>
                                      <p:cBhvr>
                                        <p:cTn id="10" dur="1" fill="hold">
                                          <p:stCondLst>
                                            <p:cond delay="0"/>
                                          </p:stCondLst>
                                        </p:cTn>
                                        <p:tgtEl>
                                          <p:spTgt spid="252942"/>
                                        </p:tgtEl>
                                        <p:attrNameLst>
                                          <p:attrName>style.visibility</p:attrName>
                                        </p:attrNameLst>
                                      </p:cBhvr>
                                      <p:to>
                                        <p:strVal val="visible"/>
                                      </p:to>
                                    </p:set>
                                    <p:anim calcmode="lin" valueType="num">
                                      <p:cBhvr>
                                        <p:cTn id="11" dur="1000" fill="hold"/>
                                        <p:tgtEl>
                                          <p:spTgt spid="252942"/>
                                        </p:tgtEl>
                                        <p:attrNameLst>
                                          <p:attrName>ppt_w</p:attrName>
                                        </p:attrNameLst>
                                      </p:cBhvr>
                                      <p:tavLst>
                                        <p:tav tm="0">
                                          <p:val>
                                            <p:strVal val="#ppt_w*0.70"/>
                                          </p:val>
                                        </p:tav>
                                        <p:tav tm="100000">
                                          <p:val>
                                            <p:strVal val="#ppt_w"/>
                                          </p:val>
                                        </p:tav>
                                      </p:tavLst>
                                    </p:anim>
                                    <p:anim calcmode="lin" valueType="num">
                                      <p:cBhvr>
                                        <p:cTn id="12" dur="1000" fill="hold"/>
                                        <p:tgtEl>
                                          <p:spTgt spid="252942"/>
                                        </p:tgtEl>
                                        <p:attrNameLst>
                                          <p:attrName>ppt_h</p:attrName>
                                        </p:attrNameLst>
                                      </p:cBhvr>
                                      <p:tavLst>
                                        <p:tav tm="0">
                                          <p:val>
                                            <p:strVal val="#ppt_h"/>
                                          </p:val>
                                        </p:tav>
                                        <p:tav tm="100000">
                                          <p:val>
                                            <p:strVal val="#ppt_h"/>
                                          </p:val>
                                        </p:tav>
                                      </p:tavLst>
                                    </p:anim>
                                    <p:animEffect transition="in" filter="fade">
                                      <p:cBhvr>
                                        <p:cTn id="13" dur="1000"/>
                                        <p:tgtEl>
                                          <p:spTgt spid="252942"/>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arn(in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nodeType="clickEffect">
                                  <p:stCondLst>
                                    <p:cond delay="0"/>
                                  </p:stCondLst>
                                  <p:childTnLst>
                                    <p:set>
                                      <p:cBhvr>
                                        <p:cTn id="22" dur="1" fill="hold">
                                          <p:stCondLst>
                                            <p:cond delay="0"/>
                                          </p:stCondLst>
                                        </p:cTn>
                                        <p:tgtEl>
                                          <p:spTgt spid="252932"/>
                                        </p:tgtEl>
                                        <p:attrNameLst>
                                          <p:attrName>style.visibility</p:attrName>
                                        </p:attrNameLst>
                                      </p:cBhvr>
                                      <p:to>
                                        <p:strVal val="visible"/>
                                      </p:to>
                                    </p:set>
                                    <p:animEffect transition="in" filter="barn(inHorizontal)">
                                      <p:cBhvr>
                                        <p:cTn id="23" dur="500"/>
                                        <p:tgtEl>
                                          <p:spTgt spid="252932"/>
                                        </p:tgtEl>
                                      </p:cBhvr>
                                    </p:animEffect>
                                  </p:childTnLst>
                                </p:cTn>
                              </p:par>
                              <p:par>
                                <p:cTn id="24" presetID="16" presetClass="entr" presetSubtype="26" fill="hold" grpId="0" nodeType="withEffect">
                                  <p:stCondLst>
                                    <p:cond delay="0"/>
                                  </p:stCondLst>
                                  <p:childTnLst>
                                    <p:set>
                                      <p:cBhvr>
                                        <p:cTn id="25" dur="1" fill="hold">
                                          <p:stCondLst>
                                            <p:cond delay="0"/>
                                          </p:stCondLst>
                                        </p:cTn>
                                        <p:tgtEl>
                                          <p:spTgt spid="252933"/>
                                        </p:tgtEl>
                                        <p:attrNameLst>
                                          <p:attrName>style.visibility</p:attrName>
                                        </p:attrNameLst>
                                      </p:cBhvr>
                                      <p:to>
                                        <p:strVal val="visible"/>
                                      </p:to>
                                    </p:set>
                                    <p:animEffect transition="in" filter="barn(inHorizontal)">
                                      <p:cBhvr>
                                        <p:cTn id="26" dur="500"/>
                                        <p:tgtEl>
                                          <p:spTgt spid="252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FD40BD59-696A-443B-8B9A-0EA804F4648E}" type="datetime1">
              <a:rPr lang="zh-CN" altLang="en-US"/>
            </a:fld>
            <a:endParaRPr lang="zh-CN" altLang="en-US"/>
          </a:p>
        </p:txBody>
      </p:sp>
      <p:sp>
        <p:nvSpPr>
          <p:cNvPr id="114691" name="Rectangle 2"/>
          <p:cNvSpPr>
            <a:spLocks noGrp="1" noChangeArrowheads="1"/>
          </p:cNvSpPr>
          <p:nvPr>
            <p:ph type="body" sz="half" idx="4294967295"/>
          </p:nvPr>
        </p:nvSpPr>
        <p:spPr>
          <a:xfrm>
            <a:off x="1042988" y="992592"/>
            <a:ext cx="6318250" cy="564838"/>
          </a:xfrm>
        </p:spPr>
        <p:txBody>
          <a:bodyPr/>
          <a:lstStyle/>
          <a:p>
            <a:pPr>
              <a:lnSpc>
                <a:spcPct val="120000"/>
              </a:lnSpc>
              <a:buFont typeface="Wingdings" panose="05000000000000000000" pitchFamily="2" charset="2"/>
              <a:buNone/>
            </a:pPr>
            <a:r>
              <a:rPr lang="en-US" altLang="zh-CN" sz="2800" b="1" dirty="0">
                <a:solidFill>
                  <a:srgbClr val="FF3300"/>
                </a:solidFill>
              </a:rPr>
              <a:t>f(t)</a:t>
            </a:r>
            <a:r>
              <a:rPr lang="zh-CN" altLang="en-US" sz="2800" b="1" dirty="0">
                <a:solidFill>
                  <a:srgbClr val="FF3300"/>
                </a:solidFill>
              </a:rPr>
              <a:t>的指数傅立叶积分形式为：      </a:t>
            </a:r>
            <a:endParaRPr lang="zh-CN" altLang="en-US" sz="2800" b="1" dirty="0">
              <a:solidFill>
                <a:srgbClr val="FF3300"/>
              </a:solidFill>
            </a:endParaRPr>
          </a:p>
        </p:txBody>
      </p:sp>
      <mc:AlternateContent xmlns:mc="http://schemas.openxmlformats.org/markup-compatibility/2006">
        <mc:Choice xmlns:a14="http://schemas.microsoft.com/office/drawing/2010/main" Requires="a14">
          <p:sp>
            <p:nvSpPr>
              <p:cNvPr id="253955" name="Object 3"/>
              <p:cNvSpPr txBox="1"/>
              <p:nvPr/>
            </p:nvSpPr>
            <p:spPr bwMode="auto">
              <a:xfrm>
                <a:off x="1457325" y="1693085"/>
                <a:ext cx="5894388" cy="1034784"/>
              </a:xfrm>
              <a:prstGeom prst="rect">
                <a:avLst/>
              </a:prstGeom>
              <a:solidFill>
                <a:schemeClr val="bg1"/>
              </a:solidFill>
              <a:ln w="9525">
                <a:solidFill>
                  <a:schemeClr val="folHlink"/>
                </a:solidFill>
                <a:miter lim="800000"/>
              </a:ln>
              <a:effectLst>
                <a:outerShdw dist="35921" dir="2700000" algn="ctr" rotWithShape="0">
                  <a:srgbClr val="808080"/>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𝜔</m:t>
                          </m:r>
                        </m:e>
                      </m:nary>
                    </m:oMath>
                  </m:oMathPara>
                </a14:m>
                <a:br>
                  <a:rPr lang="zh-CN" altLang="en-US" i="1" dirty="0">
                    <a:solidFill>
                      <a:srgbClr val="000000"/>
                    </a:solidFill>
                    <a:latin typeface="Cambria Math" panose="02040503050406030204" pitchFamily="18" charset="0"/>
                  </a:rPr>
                </a:br>
                <a:endParaRPr lang="zh-CN" altLang="en-US" dirty="0"/>
              </a:p>
            </p:txBody>
          </p:sp>
        </mc:Choice>
        <mc:Fallback>
          <p:sp>
            <p:nvSpPr>
              <p:cNvPr id="253955" name="Object 3"/>
              <p:cNvSpPr txBox="1">
                <a:spLocks noRot="1" noChangeAspect="1" noMove="1" noResize="1" noEditPoints="1" noAdjustHandles="1" noChangeArrowheads="1" noChangeShapeType="1" noTextEdit="1"/>
              </p:cNvSpPr>
              <p:nvPr/>
            </p:nvSpPr>
            <p:spPr bwMode="auto">
              <a:xfrm>
                <a:off x="1457325" y="1693085"/>
                <a:ext cx="5894388" cy="1034784"/>
              </a:xfrm>
              <a:prstGeom prst="rect">
                <a:avLst/>
              </a:prstGeom>
              <a:blipFill rotWithShape="1">
                <a:blip r:embed="rId1"/>
                <a:stretch>
                  <a:fillRect l="-86" t="-508" r="-512" b="-36030"/>
                </a:stretch>
              </a:blipFill>
              <a:ln w="9525">
                <a:solidFill>
                  <a:schemeClr val="folHlink"/>
                </a:solidFill>
                <a:miter lim="800000"/>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3958" name="Object 6"/>
              <p:cNvSpPr txBox="1"/>
              <p:nvPr/>
            </p:nvSpPr>
            <p:spPr bwMode="auto">
              <a:xfrm>
                <a:off x="1246924" y="3916794"/>
                <a:ext cx="6504828" cy="820388"/>
              </a:xfrm>
              <a:prstGeom prst="rect">
                <a:avLst/>
              </a:prstGeom>
              <a:solidFill>
                <a:schemeClr val="bg1"/>
              </a:solidFill>
              <a:ln w="12700">
                <a:solidFill>
                  <a:schemeClr val="folHlink"/>
                </a:solidFill>
                <a:miter lim="800000"/>
              </a:ln>
              <a:effectLst>
                <a:outerShdw dist="35921" dir="2700000" algn="ctr" rotWithShape="0">
                  <a:srgbClr val="808080"/>
                </a:outerShdw>
              </a:effectLst>
            </p:spPr>
            <p:txBody>
              <a:bodyPr>
                <a:normAutofit/>
              </a:bodyPr>
              <a:lstStyle/>
              <a:p>
                <a:r>
                  <a:rPr lang="en-US" altLang="zh-CN" dirty="0">
                    <a:solidFill>
                      <a:srgbClr val="000000"/>
                    </a:solidFill>
                  </a:rPr>
                  <a:t>f</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smtClean="0">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r>
                      <a:rPr lang="en-US" altLang="zh-CN"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𝜋</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0</m:t>
                        </m:r>
                      </m:sub>
                      <m:sup>
                        <m:r>
                          <a:rPr lang="zh-CN" altLang="en-US" i="1">
                            <a:solidFill>
                              <a:srgbClr val="000000"/>
                            </a:solidFill>
                            <a:latin typeface="Cambria Math" panose="02040503050406030204" pitchFamily="18" charset="0"/>
                          </a:rPr>
                          <m:t>∞</m:t>
                        </m:r>
                      </m:sup>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e>
                        </m:d>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𝜙</m:t>
                            </m:r>
                          </m:e>
                          <m:sub>
                            <m:r>
                              <a:rPr lang="zh-CN" altLang="en-US" i="1">
                                <a:solidFill>
                                  <a:srgbClr val="000000"/>
                                </a:solidFill>
                                <a:latin typeface="Cambria Math" panose="02040503050406030204" pitchFamily="18" charset="0"/>
                              </a:rPr>
                              <m:t>𝜔</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𝜔</m:t>
                        </m:r>
                      </m:e>
                    </m:nary>
                  </m:oMath>
                </a14:m>
                <a:endParaRPr lang="zh-CN" altLang="en-US" dirty="0"/>
              </a:p>
            </p:txBody>
          </p:sp>
        </mc:Choice>
        <mc:Fallback>
          <p:sp>
            <p:nvSpPr>
              <p:cNvPr id="253958" name="Object 6"/>
              <p:cNvSpPr txBox="1">
                <a:spLocks noRot="1" noChangeAspect="1" noMove="1" noResize="1" noEditPoints="1" noAdjustHandles="1" noChangeArrowheads="1" noChangeShapeType="1" noTextEdit="1"/>
              </p:cNvSpPr>
              <p:nvPr/>
            </p:nvSpPr>
            <p:spPr bwMode="auto">
              <a:xfrm>
                <a:off x="1246924" y="3916794"/>
                <a:ext cx="6504828" cy="820388"/>
              </a:xfrm>
              <a:prstGeom prst="rect">
                <a:avLst/>
              </a:prstGeom>
              <a:blipFill rotWithShape="1">
                <a:blip r:embed="rId2"/>
                <a:stretch>
                  <a:fillRect l="-104" t="-788" r="-483" b="-3860"/>
                </a:stretch>
              </a:blipFill>
              <a:ln w="12700">
                <a:solidFill>
                  <a:schemeClr val="folHlink"/>
                </a:solidFill>
                <a:miter lim="800000"/>
              </a:ln>
              <a:effectLst>
                <a:outerShdw dist="35921" dir="2700000" algn="ctr" rotWithShape="0">
                  <a:srgbClr val="808080"/>
                </a:outerShdw>
              </a:effectLst>
            </p:spPr>
            <p:txBody>
              <a:bodyPr/>
              <a:lstStyle/>
              <a:p>
                <a:r>
                  <a:rPr lang="zh-CN" altLang="en-US">
                    <a:noFill/>
                  </a:rPr>
                  <a:t> </a:t>
                </a:r>
              </a:p>
            </p:txBody>
          </p:sp>
        </mc:Fallback>
      </mc:AlternateContent>
      <p:sp>
        <p:nvSpPr>
          <p:cNvPr id="11" name="Rectangle 12"/>
          <p:cNvSpPr txBox="1">
            <a:spLocks noChangeArrowheads="1"/>
          </p:cNvSpPr>
          <p:nvPr/>
        </p:nvSpPr>
        <p:spPr bwMode="auto">
          <a:xfrm>
            <a:off x="827088" y="115888"/>
            <a:ext cx="7548562" cy="608012"/>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3200" b="1" dirty="0">
                <a:solidFill>
                  <a:srgbClr val="FF0000"/>
                </a:solidFill>
                <a:latin typeface="Verdana" panose="020B0604030504040204" pitchFamily="34" charset="0"/>
                <a:ea typeface="宋体" panose="02010600030101010101" pitchFamily="2" charset="-122"/>
                <a:cs typeface="+mn-cs"/>
              </a:rPr>
              <a:t>回顾</a:t>
            </a:r>
            <a:r>
              <a:rPr lang="en-US" altLang="zh-CN" sz="3200" b="1" dirty="0">
                <a:solidFill>
                  <a:srgbClr val="FF0000"/>
                </a:solidFill>
                <a:latin typeface="Verdana" panose="020B0604030504040204" pitchFamily="34" charset="0"/>
                <a:ea typeface="宋体" panose="02010600030101010101" pitchFamily="2" charset="-122"/>
                <a:cs typeface="+mn-cs"/>
              </a:rPr>
              <a:t>2   </a:t>
            </a:r>
            <a:r>
              <a:rPr lang="zh-CN" altLang="en-US" sz="3200" b="1" kern="1200" dirty="0">
                <a:solidFill>
                  <a:srgbClr val="0000FF"/>
                </a:solidFill>
                <a:cs typeface="+mn-cs"/>
              </a:rPr>
              <a:t>傅立叶变换</a:t>
            </a:r>
            <a:endParaRPr lang="zh-CN" altLang="en-US" sz="3200" b="1" kern="1200" dirty="0">
              <a:solidFill>
                <a:srgbClr val="0000FF"/>
              </a:solidFill>
              <a:cs typeface="+mn-cs"/>
            </a:endParaRPr>
          </a:p>
        </p:txBody>
      </p:sp>
      <p:sp>
        <p:nvSpPr>
          <p:cNvPr id="14" name="Rectangle 2"/>
          <p:cNvSpPr txBox="1">
            <a:spLocks noChangeArrowheads="1"/>
          </p:cNvSpPr>
          <p:nvPr/>
        </p:nvSpPr>
        <p:spPr bwMode="auto">
          <a:xfrm>
            <a:off x="1033463" y="3083264"/>
            <a:ext cx="6318250" cy="56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20000"/>
              </a:lnSpc>
              <a:buFont typeface="Wingdings" panose="05000000000000000000" pitchFamily="2" charset="2"/>
              <a:buNone/>
            </a:pPr>
            <a:r>
              <a:rPr lang="en-US" altLang="zh-CN" sz="2800" b="1" kern="0" dirty="0">
                <a:solidFill>
                  <a:srgbClr val="FF3300"/>
                </a:solidFill>
              </a:rPr>
              <a:t>f(t)</a:t>
            </a:r>
            <a:r>
              <a:rPr lang="zh-CN" altLang="en-US" sz="2800" b="1" kern="0" dirty="0">
                <a:solidFill>
                  <a:srgbClr val="FF3300"/>
                </a:solidFill>
              </a:rPr>
              <a:t>的三角傅立叶积分形式为：      </a:t>
            </a:r>
            <a:endParaRPr lang="zh-CN" altLang="en-US" sz="2800" b="1" kern="0" dirty="0">
              <a:solidFill>
                <a:srgbClr val="FF3300"/>
              </a:solidFill>
            </a:endParaRPr>
          </a:p>
        </p:txBody>
      </p:sp>
    </p:spTree>
    <p:custDataLst>
      <p:tags r:id="rId3"/>
    </p:custDataLst>
  </p:cSld>
  <p:clrMapOvr>
    <a:masterClrMapping/>
  </p:clrMapOvr>
  <p:transition spd="slow" advTm="6617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3955"/>
                                        </p:tgtEl>
                                        <p:attrNameLst>
                                          <p:attrName>style.visibility</p:attrName>
                                        </p:attrNameLst>
                                      </p:cBhvr>
                                      <p:to>
                                        <p:strVal val="visible"/>
                                      </p:to>
                                    </p:set>
                                    <p:animEffect transition="in" filter="fade">
                                      <p:cBhvr>
                                        <p:cTn id="7" dur="1000"/>
                                        <p:tgtEl>
                                          <p:spTgt spid="253955"/>
                                        </p:tgtEl>
                                      </p:cBhvr>
                                    </p:animEffect>
                                    <p:anim calcmode="lin" valueType="num">
                                      <p:cBhvr>
                                        <p:cTn id="8" dur="1000" fill="hold"/>
                                        <p:tgtEl>
                                          <p:spTgt spid="253955"/>
                                        </p:tgtEl>
                                        <p:attrNameLst>
                                          <p:attrName>ppt_x</p:attrName>
                                        </p:attrNameLst>
                                      </p:cBhvr>
                                      <p:tavLst>
                                        <p:tav tm="0">
                                          <p:val>
                                            <p:strVal val="#ppt_x"/>
                                          </p:val>
                                        </p:tav>
                                        <p:tav tm="100000">
                                          <p:val>
                                            <p:strVal val="#ppt_x"/>
                                          </p:val>
                                        </p:tav>
                                      </p:tavLst>
                                    </p:anim>
                                    <p:anim calcmode="lin" valueType="num">
                                      <p:cBhvr>
                                        <p:cTn id="9" dur="1000" fill="hold"/>
                                        <p:tgtEl>
                                          <p:spTgt spid="25395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253958"/>
                                        </p:tgtEl>
                                        <p:attrNameLst>
                                          <p:attrName>style.visibility</p:attrName>
                                        </p:attrNameLst>
                                      </p:cBhvr>
                                      <p:to>
                                        <p:strVal val="visible"/>
                                      </p:to>
                                    </p:set>
                                    <p:animEffect transition="in" filter="barn(inVertical)">
                                      <p:cBhvr>
                                        <p:cTn id="18" dur="500"/>
                                        <p:tgtEl>
                                          <p:spTgt spid="253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animBg="1"/>
      <p:bldP spid="253958" grpId="0" animBg="1"/>
      <p:bldP spid="14"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46969F5-DA7E-44B7-8C6E-DB5E0FCBB12B}" type="datetime1">
              <a:rPr lang="zh-CN" altLang="en-US" smtClean="0"/>
            </a:fld>
            <a:endParaRPr lang="en-US" altLang="zh-CN" dirty="0"/>
          </a:p>
        </p:txBody>
      </p:sp>
      <p:sp>
        <p:nvSpPr>
          <p:cNvPr id="3" name="Rectangle 12"/>
          <p:cNvSpPr txBox="1">
            <a:spLocks noChangeArrowheads="1"/>
          </p:cNvSpPr>
          <p:nvPr/>
        </p:nvSpPr>
        <p:spPr bwMode="auto">
          <a:xfrm>
            <a:off x="827088" y="115888"/>
            <a:ext cx="7548562" cy="608012"/>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3200" b="1" dirty="0">
                <a:solidFill>
                  <a:srgbClr val="FF0000"/>
                </a:solidFill>
                <a:latin typeface="Verdana" panose="020B0604030504040204" pitchFamily="34" charset="0"/>
                <a:ea typeface="宋体" panose="02010600030101010101" pitchFamily="2" charset="-122"/>
                <a:cs typeface="+mn-cs"/>
              </a:rPr>
              <a:t>回顾</a:t>
            </a:r>
            <a:r>
              <a:rPr lang="en-US" altLang="zh-CN" sz="3200" b="1" dirty="0">
                <a:solidFill>
                  <a:srgbClr val="FF0000"/>
                </a:solidFill>
                <a:latin typeface="Verdana" panose="020B0604030504040204" pitchFamily="34" charset="0"/>
                <a:ea typeface="宋体" panose="02010600030101010101" pitchFamily="2" charset="-122"/>
                <a:cs typeface="+mn-cs"/>
              </a:rPr>
              <a:t>3  </a:t>
            </a:r>
            <a:r>
              <a:rPr lang="zh-CN" altLang="en-US" sz="3200" b="1" kern="1200" dirty="0">
                <a:solidFill>
                  <a:srgbClr val="0000FF"/>
                </a:solidFill>
                <a:cs typeface="+mn-cs"/>
              </a:rPr>
              <a:t>常见信号的傅立叶变换</a:t>
            </a:r>
            <a:endParaRPr lang="zh-CN" altLang="en-US" sz="3200" b="1" kern="1200" dirty="0">
              <a:solidFill>
                <a:srgbClr val="0000FF"/>
              </a:solidFill>
              <a:cs typeface="+mn-cs"/>
            </a:endParaRPr>
          </a:p>
        </p:txBody>
      </p:sp>
      <mc:AlternateContent xmlns:mc="http://schemas.openxmlformats.org/markup-compatibility/2006">
        <mc:Choice xmlns:a14="http://schemas.microsoft.com/office/drawing/2010/main" Requires="a14">
          <p:sp>
            <p:nvSpPr>
              <p:cNvPr id="4" name="Rectangle 2"/>
              <p:cNvSpPr txBox="1">
                <a:spLocks noChangeArrowheads="1"/>
              </p:cNvSpPr>
              <p:nvPr/>
            </p:nvSpPr>
            <p:spPr bwMode="auto">
              <a:xfrm>
                <a:off x="520322" y="729507"/>
                <a:ext cx="7158836"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20000"/>
                  </a:lnSpc>
                  <a:buFont typeface="Wingdings" panose="05000000000000000000" pitchFamily="2" charset="2"/>
                  <a:buNone/>
                </a:pPr>
                <a:r>
                  <a:rPr lang="en-US" altLang="zh-CN" sz="2200" b="1" kern="0" dirty="0"/>
                  <a:t>1.</a:t>
                </a:r>
                <a:r>
                  <a:rPr lang="zh-CN" altLang="en-US" sz="2200" b="1" kern="0" dirty="0"/>
                  <a:t>单脉冲信号</a:t>
                </a:r>
                <a:endParaRPr lang="en-US" altLang="zh-CN" sz="2200" b="1" kern="0" dirty="0"/>
              </a:p>
              <a:p>
                <a:pPr>
                  <a:lnSpc>
                    <a:spcPct val="120000"/>
                  </a:lnSpc>
                  <a:buNone/>
                </a:pPr>
                <a:r>
                  <a:rPr lang="en-US" altLang="zh-CN" sz="2200" b="1" kern="0" dirty="0">
                    <a:latin typeface="+mj-ea"/>
                    <a:ea typeface="+mj-ea"/>
                  </a:rPr>
                  <a:t>   </a:t>
                </a:r>
                <a:r>
                  <a:rPr lang="en-US" altLang="zh-CN" sz="2200" b="1" kern="0" dirty="0">
                    <a:solidFill>
                      <a:srgbClr val="FF0000"/>
                    </a:solidFill>
                    <a:latin typeface="+mj-ea"/>
                    <a:ea typeface="+mj-ea"/>
                  </a:rPr>
                  <a:t>f(t)=</a:t>
                </a:r>
                <a:r>
                  <a:rPr lang="el-GR" altLang="zh-CN" sz="2200" b="1" kern="0" dirty="0">
                    <a:solidFill>
                      <a:srgbClr val="FF0000"/>
                    </a:solidFill>
                    <a:latin typeface="+mj-ea"/>
                    <a:ea typeface="+mj-ea"/>
                  </a:rPr>
                  <a:t>ε</a:t>
                </a:r>
                <a:r>
                  <a:rPr lang="en-US" altLang="zh-CN" sz="2200" b="1" kern="0" dirty="0">
                    <a:solidFill>
                      <a:srgbClr val="FF0000"/>
                    </a:solidFill>
                    <a:latin typeface="+mj-ea"/>
                    <a:ea typeface="+mj-ea"/>
                  </a:rPr>
                  <a:t>(t+</a:t>
                </a:r>
                <a:r>
                  <a:rPr lang="el-GR" altLang="zh-CN" sz="2200" b="1" kern="0" dirty="0">
                    <a:solidFill>
                      <a:srgbClr val="FF0000"/>
                    </a:solidFill>
                    <a:latin typeface="+mj-ea"/>
                    <a:ea typeface="+mj-ea"/>
                  </a:rPr>
                  <a:t>τ</a:t>
                </a:r>
                <a:r>
                  <a:rPr lang="en-US" altLang="zh-CN" sz="2200" b="1" kern="0" dirty="0">
                    <a:solidFill>
                      <a:srgbClr val="FF0000"/>
                    </a:solidFill>
                    <a:latin typeface="+mj-ea"/>
                    <a:ea typeface="+mj-ea"/>
                  </a:rPr>
                  <a:t>/2)- </a:t>
                </a:r>
                <a:r>
                  <a:rPr lang="el-GR" altLang="zh-CN" sz="2200" b="1" kern="0" dirty="0">
                    <a:solidFill>
                      <a:srgbClr val="FF0000"/>
                    </a:solidFill>
                    <a:latin typeface="+mj-ea"/>
                    <a:ea typeface="+mj-ea"/>
                  </a:rPr>
                  <a:t>ε</a:t>
                </a:r>
                <a:r>
                  <a:rPr lang="en-US" altLang="zh-CN" sz="2200" b="1" kern="0" dirty="0">
                    <a:solidFill>
                      <a:srgbClr val="FF0000"/>
                    </a:solidFill>
                    <a:latin typeface="+mj-ea"/>
                    <a:ea typeface="+mj-ea"/>
                  </a:rPr>
                  <a:t>(t-</a:t>
                </a:r>
                <a:r>
                  <a:rPr lang="el-GR" altLang="zh-CN" sz="2200" b="1" kern="0" dirty="0">
                    <a:solidFill>
                      <a:srgbClr val="FF0000"/>
                    </a:solidFill>
                    <a:latin typeface="+mj-ea"/>
                    <a:ea typeface="+mj-ea"/>
                  </a:rPr>
                  <a:t>τ</a:t>
                </a:r>
                <a:r>
                  <a:rPr lang="en-US" altLang="zh-CN" sz="2200" b="1" kern="0" dirty="0">
                    <a:solidFill>
                      <a:srgbClr val="FF0000"/>
                    </a:solidFill>
                    <a:latin typeface="+mj-ea"/>
                    <a:ea typeface="+mj-ea"/>
                  </a:rPr>
                  <a:t>/2) </a:t>
                </a:r>
                <a:r>
                  <a:rPr lang="en-US" altLang="zh-CN" sz="2200" b="1" kern="0" dirty="0">
                    <a:solidFill>
                      <a:srgbClr val="FF0000"/>
                    </a:solidFill>
                    <a:sym typeface="Wingdings" panose="05000000000000000000" pitchFamily="2" charset="2"/>
                  </a:rPr>
                  <a:t>&lt;—&gt;</a:t>
                </a:r>
                <a:r>
                  <a:rPr lang="en-US" altLang="zh-CN" sz="2200" b="1" kern="0" dirty="0">
                    <a:solidFill>
                      <a:srgbClr val="FF0000"/>
                    </a:solidFill>
                  </a:rPr>
                  <a:t> </a:t>
                </a:r>
                <a14:m>
                  <m:oMath xmlns:m="http://schemas.openxmlformats.org/officeDocument/2006/math">
                    <m:r>
                      <a:rPr lang="zh-CN" altLang="en-US" sz="2400" i="1">
                        <a:solidFill>
                          <a:srgbClr val="FF0000"/>
                        </a:solidFill>
                        <a:latin typeface="Cambria Math" panose="02040503050406030204" pitchFamily="18" charset="0"/>
                      </a:rPr>
                      <m:t>𝜏</m:t>
                    </m:r>
                    <m:r>
                      <a:rPr lang="zh-CN" altLang="en-US" sz="2400" i="1">
                        <a:solidFill>
                          <a:srgbClr val="FF0000"/>
                        </a:solidFill>
                        <a:latin typeface="Cambria Math" panose="02040503050406030204" pitchFamily="18" charset="0"/>
                      </a:rPr>
                      <m:t>𝑆𝑎</m:t>
                    </m:r>
                    <m:r>
                      <a:rPr lang="zh-CN" altLang="en-US" sz="2400" i="1">
                        <a:solidFill>
                          <a:srgbClr val="FF0000"/>
                        </a:solidFill>
                        <a:latin typeface="Cambria Math" panose="02040503050406030204" pitchFamily="18" charset="0"/>
                      </a:rPr>
                      <m:t>(</m:t>
                    </m:r>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𝜔𝜏</m:t>
                        </m:r>
                      </m:num>
                      <m:den>
                        <m:r>
                          <a:rPr lang="zh-CN" altLang="en-US" sz="2400" i="1">
                            <a:solidFill>
                              <a:srgbClr val="FF0000"/>
                            </a:solidFill>
                            <a:latin typeface="Cambria Math" panose="02040503050406030204" pitchFamily="18" charset="0"/>
                          </a:rPr>
                          <m:t>2</m:t>
                        </m:r>
                      </m:den>
                    </m:f>
                    <m:r>
                      <a:rPr lang="zh-CN" altLang="en-US" sz="2400" i="1">
                        <a:solidFill>
                          <a:srgbClr val="FF0000"/>
                        </a:solidFill>
                        <a:latin typeface="Cambria Math" panose="02040503050406030204" pitchFamily="18" charset="0"/>
                      </a:rPr>
                      <m:t>)</m:t>
                    </m:r>
                  </m:oMath>
                </a14:m>
                <a:endParaRPr lang="en-US" altLang="zh-CN" sz="2200" b="1" kern="0" dirty="0"/>
              </a:p>
            </p:txBody>
          </p:sp>
        </mc:Choice>
        <mc:Fallback>
          <p:sp>
            <p:nvSpPr>
              <p:cNvPr id="4" name="Rectangle 2"/>
              <p:cNvSpPr txBox="1">
                <a:spLocks noRot="1" noChangeAspect="1" noMove="1" noResize="1" noEditPoints="1" noAdjustHandles="1" noChangeArrowheads="1" noChangeShapeType="1" noTextEdit="1"/>
              </p:cNvSpPr>
              <p:nvPr/>
            </p:nvSpPr>
            <p:spPr bwMode="auto">
              <a:xfrm>
                <a:off x="520322" y="729507"/>
                <a:ext cx="7158836" cy="1081088"/>
              </a:xfrm>
              <a:prstGeom prst="rect">
                <a:avLst/>
              </a:prstGeom>
              <a:blipFill rotWithShape="1">
                <a:blip r:embed="rId1"/>
                <a:stretch>
                  <a:fillRect l="-4" t="-49" r="1" b="-40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Rectangle 2"/>
              <p:cNvSpPr txBox="1">
                <a:spLocks noChangeArrowheads="1"/>
              </p:cNvSpPr>
              <p:nvPr/>
            </p:nvSpPr>
            <p:spPr bwMode="auto">
              <a:xfrm>
                <a:off x="591114" y="1864987"/>
                <a:ext cx="7626686" cy="14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20000"/>
                  </a:lnSpc>
                  <a:buFont typeface="Wingdings" panose="05000000000000000000" pitchFamily="2" charset="2"/>
                  <a:buNone/>
                </a:pPr>
                <a:r>
                  <a:rPr lang="en-US" altLang="zh-CN" sz="2200" b="1" kern="0" dirty="0"/>
                  <a:t>2. </a:t>
                </a:r>
                <a:r>
                  <a:rPr lang="zh-CN" altLang="en-US" sz="2200" b="1" kern="0" dirty="0"/>
                  <a:t>单边指数信号</a:t>
                </a:r>
                <a:endParaRPr lang="en-US" altLang="zh-CN" sz="2200" b="1" kern="0" dirty="0"/>
              </a:p>
              <a:p>
                <a:pPr>
                  <a:lnSpc>
                    <a:spcPct val="120000"/>
                  </a:lnSpc>
                  <a:buNone/>
                </a:pPr>
                <a14:m>
                  <m:oMath xmlns:m="http://schemas.openxmlformats.org/officeDocument/2006/math">
                    <m:r>
                      <a:rPr lang="en-US" altLang="zh-CN" sz="2400" b="0" i="1" smtClean="0">
                        <a:solidFill>
                          <a:srgbClr val="000000"/>
                        </a:solidFill>
                        <a:latin typeface="Cambria Math" panose="02040503050406030204" pitchFamily="18" charset="0"/>
                      </a:rPr>
                      <m:t>    </m:t>
                    </m:r>
                    <m:r>
                      <a:rPr lang="zh-CN" altLang="en-US" sz="2400" i="1" smtClean="0">
                        <a:solidFill>
                          <a:srgbClr val="FF0000"/>
                        </a:solidFill>
                        <a:latin typeface="Cambria Math" panose="02040503050406030204" pitchFamily="18" charset="0"/>
                      </a:rPr>
                      <m:t>𝑓</m:t>
                    </m:r>
                    <m:r>
                      <a:rPr lang="zh-CN" altLang="en-US" sz="2400" i="1" smtClean="0">
                        <a:solidFill>
                          <a:srgbClr val="FF0000"/>
                        </a:solidFill>
                        <a:latin typeface="Cambria Math" panose="02040503050406030204" pitchFamily="18" charset="0"/>
                      </a:rPr>
                      <m:t>(</m:t>
                    </m:r>
                    <m:r>
                      <a:rPr lang="zh-CN" altLang="en-US" sz="2400" i="1" smtClean="0">
                        <a:solidFill>
                          <a:srgbClr val="FF0000"/>
                        </a:solidFill>
                        <a:latin typeface="Cambria Math" panose="02040503050406030204" pitchFamily="18" charset="0"/>
                      </a:rPr>
                      <m:t>𝑡</m:t>
                    </m:r>
                    <m:r>
                      <a:rPr lang="zh-CN" altLang="en-US" sz="2400" i="1" smtClean="0">
                        <a:solidFill>
                          <a:srgbClr val="FF0000"/>
                        </a:solidFill>
                        <a:latin typeface="Cambria Math" panose="02040503050406030204" pitchFamily="18" charset="0"/>
                      </a:rPr>
                      <m:t>)=</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𝑒</m:t>
                        </m:r>
                      </m:e>
                      <m:sup>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𝑎𝑡</m:t>
                        </m:r>
                      </m:sup>
                    </m:sSup>
                    <m:r>
                      <a:rPr lang="zh-CN" altLang="en-US" sz="2400" i="1" smtClean="0">
                        <a:solidFill>
                          <a:srgbClr val="FF0000"/>
                        </a:solidFill>
                        <a:latin typeface="Cambria Math" panose="02040503050406030204" pitchFamily="18" charset="0"/>
                      </a:rPr>
                      <m:t> </m:t>
                    </m:r>
                  </m:oMath>
                </a14:m>
                <a:r>
                  <a:rPr lang="el-GR" altLang="zh-CN" sz="2200" b="1" kern="0" dirty="0">
                    <a:solidFill>
                      <a:srgbClr val="FF0000"/>
                    </a:solidFill>
                    <a:latin typeface="+mj-ea"/>
                    <a:ea typeface="+mj-ea"/>
                  </a:rPr>
                  <a:t>ε</a:t>
                </a:r>
                <a:r>
                  <a:rPr lang="en-US" altLang="zh-CN" sz="2200" b="1" kern="0" dirty="0">
                    <a:solidFill>
                      <a:srgbClr val="FF0000"/>
                    </a:solidFill>
                    <a:latin typeface="+mj-ea"/>
                    <a:ea typeface="+mj-ea"/>
                  </a:rPr>
                  <a:t>(t</a:t>
                </a:r>
                <a:r>
                  <a:rPr lang="zh-CN" altLang="en-US" sz="2200" b="1" kern="0" dirty="0">
                    <a:solidFill>
                      <a:srgbClr val="FF0000"/>
                    </a:solidFill>
                    <a:latin typeface="+mj-ea"/>
                    <a:ea typeface="+mj-ea"/>
                  </a:rPr>
                  <a:t>）</a:t>
                </a:r>
                <a:r>
                  <a:rPr lang="en-US" altLang="zh-CN" sz="2200" b="1" kern="0" dirty="0">
                    <a:solidFill>
                      <a:srgbClr val="FF0000"/>
                    </a:solidFill>
                    <a:sym typeface="Wingdings" panose="05000000000000000000" pitchFamily="2" charset="2"/>
                  </a:rPr>
                  <a:t>&lt;—&gt;</a:t>
                </a:r>
                <a:r>
                  <a:rPr lang="en-US" altLang="zh-CN" sz="2200" b="1" kern="0" dirty="0">
                    <a:solidFill>
                      <a:srgbClr val="FF0000"/>
                    </a:solidFill>
                  </a:rPr>
                  <a:t> </a:t>
                </a:r>
                <a14:m>
                  <m:oMath xmlns:m="http://schemas.openxmlformats.org/officeDocument/2006/math">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1</m:t>
                        </m:r>
                      </m:num>
                      <m:den>
                        <m:r>
                          <a:rPr lang="zh-CN" altLang="en-US" sz="2400" i="1">
                            <a:solidFill>
                              <a:srgbClr val="FF0000"/>
                            </a:solidFill>
                            <a:latin typeface="Cambria Math" panose="02040503050406030204" pitchFamily="18" charset="0"/>
                          </a:rPr>
                          <m:t>𝑎</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𝑗</m:t>
                        </m:r>
                        <m:r>
                          <a:rPr lang="zh-CN" altLang="en-US" sz="2400" i="1">
                            <a:solidFill>
                              <a:srgbClr val="FF0000"/>
                            </a:solidFill>
                            <a:latin typeface="Cambria Math" panose="02040503050406030204" pitchFamily="18" charset="0"/>
                          </a:rPr>
                          <m:t>𝜔</m:t>
                        </m:r>
                      </m:den>
                    </m:f>
                    <m:r>
                      <a:rPr lang="zh-CN" altLang="en-US" sz="2400" i="1">
                        <a:solidFill>
                          <a:srgbClr val="FF0000"/>
                        </a:solidFill>
                        <a:latin typeface="Cambria Math" panose="02040503050406030204" pitchFamily="18" charset="0"/>
                      </a:rPr>
                      <m:t>=</m:t>
                    </m:r>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1</m:t>
                        </m:r>
                      </m:num>
                      <m:den>
                        <m:rad>
                          <m:radPr>
                            <m:degHide m:val="on"/>
                            <m:ctrlPr>
                              <a:rPr lang="zh-CN" altLang="en-US" sz="2400" i="1">
                                <a:solidFill>
                                  <a:srgbClr val="FF0000"/>
                                </a:solidFill>
                                <a:latin typeface="Cambria Math" panose="02040503050406030204" pitchFamily="18" charset="0"/>
                              </a:rPr>
                            </m:ctrlPr>
                          </m:radPr>
                          <m:deg/>
                          <m:e>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𝑎</m:t>
                                </m:r>
                              </m:e>
                              <m:sup>
                                <m:r>
                                  <a:rPr lang="zh-CN" altLang="en-US" sz="2400" i="1">
                                    <a:solidFill>
                                      <a:srgbClr val="FF0000"/>
                                    </a:solidFill>
                                    <a:latin typeface="Cambria Math" panose="02040503050406030204" pitchFamily="18" charset="0"/>
                                  </a:rPr>
                                  <m:t>2</m:t>
                                </m:r>
                              </m:sup>
                            </m:sSup>
                            <m:r>
                              <a:rPr lang="zh-CN" altLang="en-US" sz="2400" i="1">
                                <a:solidFill>
                                  <a:srgbClr val="FF0000"/>
                                </a:solidFill>
                                <a:latin typeface="Cambria Math" panose="02040503050406030204" pitchFamily="18" charset="0"/>
                              </a:rPr>
                              <m:t>+</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𝜔</m:t>
                                </m:r>
                              </m:e>
                              <m:sup>
                                <m:r>
                                  <a:rPr lang="zh-CN" altLang="en-US" sz="2400" i="1">
                                    <a:solidFill>
                                      <a:srgbClr val="FF0000"/>
                                    </a:solidFill>
                                    <a:latin typeface="Cambria Math" panose="02040503050406030204" pitchFamily="18" charset="0"/>
                                  </a:rPr>
                                  <m:t>2</m:t>
                                </m:r>
                              </m:sup>
                            </m:sSup>
                          </m:e>
                        </m:rad>
                      </m:den>
                    </m:f>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𝑒</m:t>
                        </m:r>
                      </m:e>
                      <m:sup>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𝑗</m:t>
                        </m:r>
                        <m:func>
                          <m:funcPr>
                            <m:ctrlPr>
                              <a:rPr lang="zh-CN" altLang="en-US" sz="2400" i="1">
                                <a:solidFill>
                                  <a:srgbClr val="FF0000"/>
                                </a:solidFill>
                                <a:latin typeface="Cambria Math" panose="02040503050406030204" pitchFamily="18" charset="0"/>
                              </a:rPr>
                            </m:ctrlPr>
                          </m:funcPr>
                          <m:fName>
                            <m:r>
                              <m:rPr>
                                <m:sty m:val="p"/>
                              </m:rPr>
                              <a:rPr lang="zh-CN" altLang="en-US" sz="2400">
                                <a:solidFill>
                                  <a:srgbClr val="FF0000"/>
                                </a:solidFill>
                                <a:latin typeface="Cambria Math" panose="02040503050406030204" pitchFamily="18" charset="0"/>
                              </a:rPr>
                              <m:t>arctan</m:t>
                            </m:r>
                          </m:fName>
                          <m:e>
                            <m:r>
                              <a:rPr lang="zh-CN" altLang="en-US" sz="2400" i="1">
                                <a:solidFill>
                                  <a:srgbClr val="FF0000"/>
                                </a:solidFill>
                                <a:latin typeface="Cambria Math" panose="02040503050406030204" pitchFamily="18" charset="0"/>
                              </a:rPr>
                              <m:t>(</m:t>
                            </m:r>
                          </m:e>
                        </m:func>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𝜔</m:t>
                            </m:r>
                          </m:num>
                          <m:den>
                            <m:r>
                              <a:rPr lang="zh-CN" altLang="en-US" sz="2400" i="1">
                                <a:solidFill>
                                  <a:srgbClr val="FF0000"/>
                                </a:solidFill>
                                <a:latin typeface="Cambria Math" panose="02040503050406030204" pitchFamily="18" charset="0"/>
                              </a:rPr>
                              <m:t>𝑎</m:t>
                            </m:r>
                          </m:den>
                        </m:f>
                        <m:r>
                          <a:rPr lang="zh-CN" altLang="en-US" sz="2400" i="1">
                            <a:solidFill>
                              <a:srgbClr val="FF0000"/>
                            </a:solidFill>
                            <a:latin typeface="Cambria Math" panose="02040503050406030204" pitchFamily="18" charset="0"/>
                          </a:rPr>
                          <m:t>)</m:t>
                        </m:r>
                      </m:sup>
                    </m:sSup>
                  </m:oMath>
                </a14:m>
                <a:endParaRPr lang="en-US" altLang="zh-CN" sz="2200" b="1" kern="0" dirty="0"/>
              </a:p>
            </p:txBody>
          </p:sp>
        </mc:Choice>
        <mc:Fallback>
          <p:sp>
            <p:nvSpPr>
              <p:cNvPr id="6" name="Rectangle 2"/>
              <p:cNvSpPr txBox="1">
                <a:spLocks noRot="1" noChangeAspect="1" noMove="1" noResize="1" noEditPoints="1" noAdjustHandles="1" noChangeArrowheads="1" noChangeShapeType="1" noTextEdit="1"/>
              </p:cNvSpPr>
              <p:nvPr/>
            </p:nvSpPr>
            <p:spPr bwMode="auto">
              <a:xfrm>
                <a:off x="591114" y="1864987"/>
                <a:ext cx="7626686" cy="1484810"/>
              </a:xfrm>
              <a:prstGeom prst="rect">
                <a:avLst/>
              </a:prstGeom>
              <a:blipFill rotWithShape="1">
                <a:blip r:embed="rId2"/>
                <a:stretch>
                  <a:fillRect l="-7" t="-42" r="3" b="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Rectangle 2"/>
              <p:cNvSpPr txBox="1">
                <a:spLocks noChangeArrowheads="1"/>
              </p:cNvSpPr>
              <p:nvPr/>
            </p:nvSpPr>
            <p:spPr bwMode="auto">
              <a:xfrm>
                <a:off x="591114" y="3180698"/>
                <a:ext cx="8623678" cy="131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20000"/>
                  </a:lnSpc>
                  <a:buFont typeface="Wingdings" panose="05000000000000000000" pitchFamily="2" charset="2"/>
                  <a:buNone/>
                </a:pPr>
                <a:r>
                  <a:rPr lang="en-US" altLang="zh-CN" sz="2200" b="1" kern="0" dirty="0"/>
                  <a:t>3. </a:t>
                </a:r>
                <a:r>
                  <a:rPr lang="zh-CN" altLang="en-US" sz="2200" b="1" kern="0" dirty="0"/>
                  <a:t>偶双边指数信号</a:t>
                </a:r>
                <a:endParaRPr lang="en-US" altLang="zh-CN" sz="2200" b="1" kern="0" dirty="0"/>
              </a:p>
              <a:p>
                <a:pPr>
                  <a:lnSpc>
                    <a:spcPct val="120000"/>
                  </a:lnSpc>
                  <a:buNone/>
                </a:pPr>
                <a14:m>
                  <m:oMath xmlns:m="http://schemas.openxmlformats.org/officeDocument/2006/math">
                    <m:r>
                      <a:rPr lang="zh-CN" altLang="en-US" sz="2400" i="1" smtClean="0">
                        <a:solidFill>
                          <a:srgbClr val="FF0000"/>
                        </a:solidFill>
                        <a:latin typeface="Cambria Math" panose="02040503050406030204" pitchFamily="18" charset="0"/>
                      </a:rPr>
                      <m:t>𝑓</m:t>
                    </m:r>
                    <m:r>
                      <a:rPr lang="zh-CN" altLang="en-US" sz="2400" i="1" smtClean="0">
                        <a:solidFill>
                          <a:srgbClr val="FF0000"/>
                        </a:solidFill>
                        <a:latin typeface="Cambria Math" panose="02040503050406030204" pitchFamily="18" charset="0"/>
                      </a:rPr>
                      <m:t>(</m:t>
                    </m:r>
                    <m:r>
                      <a:rPr lang="zh-CN" altLang="en-US" sz="2400" i="1" smtClean="0">
                        <a:solidFill>
                          <a:srgbClr val="FF0000"/>
                        </a:solidFill>
                        <a:latin typeface="Cambria Math" panose="02040503050406030204" pitchFamily="18" charset="0"/>
                      </a:rPr>
                      <m:t>𝑡</m:t>
                    </m:r>
                    <m:r>
                      <a:rPr lang="zh-CN" altLang="en-US" sz="2400" i="1" smtClean="0">
                        <a:solidFill>
                          <a:srgbClr val="FF0000"/>
                        </a:solidFill>
                        <a:latin typeface="Cambria Math" panose="02040503050406030204" pitchFamily="18" charset="0"/>
                      </a:rPr>
                      <m:t>)=</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𝑒</m:t>
                        </m:r>
                      </m:e>
                      <m:sup>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𝛼</m:t>
                        </m:r>
                        <m:d>
                          <m:dPr>
                            <m:begChr m:val="|"/>
                            <m:endChr m:val="|"/>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𝑡</m:t>
                            </m:r>
                          </m:e>
                        </m:d>
                      </m:sup>
                    </m:sSup>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(−∞&lt;</m:t>
                    </m:r>
                    <m:r>
                      <a:rPr lang="zh-CN" altLang="en-US" sz="2400" i="1">
                        <a:solidFill>
                          <a:srgbClr val="FF0000"/>
                        </a:solidFill>
                        <a:latin typeface="Cambria Math" panose="02040503050406030204" pitchFamily="18" charset="0"/>
                      </a:rPr>
                      <m:t>𝑡</m:t>
                    </m:r>
                    <m:r>
                      <a:rPr lang="zh-CN" altLang="en-US" sz="2400" i="1">
                        <a:solidFill>
                          <a:srgbClr val="FF0000"/>
                        </a:solidFill>
                        <a:latin typeface="Cambria Math" panose="02040503050406030204" pitchFamily="18" charset="0"/>
                      </a:rPr>
                      <m:t>&lt;+∞)</m:t>
                    </m:r>
                  </m:oMath>
                </a14:m>
                <a:r>
                  <a:rPr lang="en-US" altLang="zh-CN" sz="2200" b="1" kern="0" dirty="0">
                    <a:solidFill>
                      <a:srgbClr val="FF0000"/>
                    </a:solidFill>
                    <a:sym typeface="Wingdings" panose="05000000000000000000" pitchFamily="2" charset="2"/>
                  </a:rPr>
                  <a:t>&lt;—&gt;</a:t>
                </a:r>
                <a:r>
                  <a:rPr lang="en-US" altLang="zh-CN" sz="2200" b="1" kern="0" dirty="0">
                    <a:solidFill>
                      <a:srgbClr val="FF0000"/>
                    </a:solidFill>
                  </a:rPr>
                  <a:t> </a:t>
                </a:r>
                <a14:m>
                  <m:oMath xmlns:m="http://schemas.openxmlformats.org/officeDocument/2006/math">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𝑎</m:t>
                        </m:r>
                      </m:num>
                      <m:den>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𝑎</m:t>
                            </m:r>
                          </m:e>
                          <m:sup>
                            <m:r>
                              <a:rPr lang="zh-CN" altLang="en-US" sz="2400" i="1">
                                <a:solidFill>
                                  <a:srgbClr val="FF0000"/>
                                </a:solidFill>
                                <a:latin typeface="Cambria Math" panose="02040503050406030204" pitchFamily="18" charset="0"/>
                              </a:rPr>
                              <m:t>2</m:t>
                            </m:r>
                          </m:sup>
                        </m:sSup>
                        <m:r>
                          <a:rPr lang="zh-CN" altLang="en-US" sz="2400" i="1">
                            <a:solidFill>
                              <a:srgbClr val="FF0000"/>
                            </a:solidFill>
                            <a:latin typeface="Cambria Math" panose="02040503050406030204" pitchFamily="18" charset="0"/>
                          </a:rPr>
                          <m:t>+</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𝜔</m:t>
                            </m:r>
                          </m:e>
                          <m:sup>
                            <m:r>
                              <a:rPr lang="zh-CN" altLang="en-US" sz="2400" i="1">
                                <a:solidFill>
                                  <a:srgbClr val="FF0000"/>
                                </a:solidFill>
                                <a:latin typeface="Cambria Math" panose="02040503050406030204" pitchFamily="18" charset="0"/>
                              </a:rPr>
                              <m:t>2</m:t>
                            </m:r>
                          </m:sup>
                        </m:sSup>
                      </m:den>
                    </m:f>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𝐺</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𝜔</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偶实函数</m:t>
                    </m:r>
                    <m:r>
                      <a:rPr lang="zh-CN" altLang="en-US" sz="2400" i="1">
                        <a:solidFill>
                          <a:srgbClr val="FF0000"/>
                        </a:solidFill>
                        <a:latin typeface="Cambria Math" panose="02040503050406030204" pitchFamily="18" charset="0"/>
                      </a:rPr>
                      <m:t>)</m:t>
                    </m:r>
                  </m:oMath>
                </a14:m>
                <a:endParaRPr lang="en-US" altLang="zh-CN" sz="2200" b="1" kern="0" dirty="0">
                  <a:solidFill>
                    <a:srgbClr val="FF0000"/>
                  </a:solidFill>
                </a:endParaRPr>
              </a:p>
            </p:txBody>
          </p:sp>
        </mc:Choice>
        <mc:Fallback>
          <p:sp>
            <p:nvSpPr>
              <p:cNvPr id="13" name="Rectangle 2"/>
              <p:cNvSpPr txBox="1">
                <a:spLocks noRot="1" noChangeAspect="1" noMove="1" noResize="1" noEditPoints="1" noAdjustHandles="1" noChangeArrowheads="1" noChangeShapeType="1" noTextEdit="1"/>
              </p:cNvSpPr>
              <p:nvPr/>
            </p:nvSpPr>
            <p:spPr bwMode="auto">
              <a:xfrm>
                <a:off x="591114" y="3180698"/>
                <a:ext cx="8623678" cy="1310182"/>
              </a:xfrm>
              <a:prstGeom prst="rect">
                <a:avLst/>
              </a:prstGeom>
              <a:blipFill rotWithShape="1">
                <a:blip r:embed="rId3"/>
                <a:stretch>
                  <a:fillRect l="-7" t="-47" r="4" b="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5" name="组合 4"/>
          <p:cNvGrpSpPr/>
          <p:nvPr/>
        </p:nvGrpSpPr>
        <p:grpSpPr>
          <a:xfrm>
            <a:off x="520320" y="4458043"/>
            <a:ext cx="8623678" cy="1310182"/>
            <a:chOff x="520320" y="4458043"/>
            <a:chExt cx="8623678" cy="1310182"/>
          </a:xfrm>
        </p:grpSpPr>
        <mc:AlternateContent xmlns:mc="http://schemas.openxmlformats.org/markup-compatibility/2006">
          <mc:Choice xmlns:a14="http://schemas.microsoft.com/office/drawing/2010/main" Requires="a14">
            <p:sp>
              <p:nvSpPr>
                <p:cNvPr id="22" name="Rectangle 2"/>
                <p:cNvSpPr txBox="1">
                  <a:spLocks noChangeArrowheads="1"/>
                </p:cNvSpPr>
                <p:nvPr/>
              </p:nvSpPr>
              <p:spPr bwMode="auto">
                <a:xfrm>
                  <a:off x="520320" y="4458043"/>
                  <a:ext cx="8623678" cy="131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20000"/>
                    </a:lnSpc>
                    <a:buFont typeface="Wingdings" panose="05000000000000000000" pitchFamily="2" charset="2"/>
                    <a:buNone/>
                  </a:pPr>
                  <a:r>
                    <a:rPr lang="en-US" altLang="zh-CN" sz="2200" b="1" kern="0" dirty="0"/>
                    <a:t>4. </a:t>
                  </a:r>
                  <a:r>
                    <a:rPr lang="zh-CN" altLang="en-US" sz="2200" b="1" kern="0" dirty="0"/>
                    <a:t>奇双边指数信号</a:t>
                  </a:r>
                  <a:endParaRPr lang="en-US" altLang="zh-CN" sz="2200" b="1" kern="0" dirty="0"/>
                </a:p>
                <a:p>
                  <a:pPr>
                    <a:lnSpc>
                      <a:spcPct val="120000"/>
                    </a:lnSpc>
                    <a:buNone/>
                  </a:pPr>
                  <a:r>
                    <a:rPr lang="en-US" altLang="zh-CN" sz="2200" b="1" kern="0" dirty="0">
                      <a:solidFill>
                        <a:srgbClr val="FF0000"/>
                      </a:solidFill>
                      <a:sym typeface="Wingdings" panose="05000000000000000000" pitchFamily="2" charset="2"/>
                    </a:rPr>
                    <a:t>                                           &lt;—&gt;</a:t>
                  </a:r>
                  <a:r>
                    <a:rPr lang="en-US" altLang="zh-CN" sz="2200" b="1" kern="0" dirty="0">
                      <a:solidFill>
                        <a:srgbClr val="FF0000"/>
                      </a:solidFill>
                    </a:rPr>
                    <a:t> </a:t>
                  </a:r>
                  <a14:m>
                    <m:oMath xmlns:m="http://schemas.openxmlformats.org/officeDocument/2006/math">
                      <m:f>
                        <m:fPr>
                          <m:ctrlPr>
                            <a:rPr lang="zh-CN" altLang="en-US" sz="2400" i="1">
                              <a:solidFill>
                                <a:srgbClr val="FF0000"/>
                              </a:solidFill>
                              <a:latin typeface="Cambria Math" panose="02040503050406030204" pitchFamily="18" charset="0"/>
                            </a:rPr>
                          </m:ctrlPr>
                        </m:fPr>
                        <m:num>
                          <m:r>
                            <a:rPr lang="zh-CN" altLang="en-US"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𝑗</m:t>
                          </m:r>
                          <m:r>
                            <a:rPr lang="zh-CN" altLang="en-US" sz="2400" i="1">
                              <a:solidFill>
                                <a:srgbClr val="FF0000"/>
                              </a:solidFill>
                              <a:latin typeface="Cambria Math" panose="02040503050406030204" pitchFamily="18" charset="0"/>
                            </a:rPr>
                            <m:t>𝜔</m:t>
                          </m:r>
                        </m:num>
                        <m:den>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𝑎</m:t>
                              </m:r>
                            </m:e>
                            <m:sup>
                              <m:r>
                                <a:rPr lang="zh-CN" altLang="en-US" sz="2400" i="1">
                                  <a:solidFill>
                                    <a:srgbClr val="FF0000"/>
                                  </a:solidFill>
                                  <a:latin typeface="Cambria Math" panose="02040503050406030204" pitchFamily="18" charset="0"/>
                                </a:rPr>
                                <m:t>2</m:t>
                              </m:r>
                            </m:sup>
                          </m:sSup>
                          <m:r>
                            <a:rPr lang="zh-CN" altLang="en-US" sz="2400" i="1">
                              <a:solidFill>
                                <a:srgbClr val="FF0000"/>
                              </a:solidFill>
                              <a:latin typeface="Cambria Math" panose="02040503050406030204" pitchFamily="18" charset="0"/>
                            </a:rPr>
                            <m:t>+</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𝜔</m:t>
                              </m:r>
                            </m:e>
                            <m:sup>
                              <m:r>
                                <a:rPr lang="zh-CN" altLang="en-US" sz="2400" i="1">
                                  <a:solidFill>
                                    <a:srgbClr val="FF0000"/>
                                  </a:solidFill>
                                  <a:latin typeface="Cambria Math" panose="02040503050406030204" pitchFamily="18" charset="0"/>
                                </a:rPr>
                                <m:t>2</m:t>
                              </m:r>
                            </m:sup>
                          </m:sSup>
                        </m:den>
                      </m:f>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𝑗𝑏</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𝜔</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奇虚函数</m:t>
                      </m:r>
                      <m:r>
                        <a:rPr lang="zh-CN" altLang="en-US" sz="2400" i="1">
                          <a:solidFill>
                            <a:srgbClr val="FF0000"/>
                          </a:solidFill>
                          <a:latin typeface="Cambria Math" panose="02040503050406030204" pitchFamily="18" charset="0"/>
                        </a:rPr>
                        <m:t>)</m:t>
                      </m:r>
                    </m:oMath>
                  </a14:m>
                  <a:endParaRPr lang="en-US" altLang="zh-CN" sz="2200" b="1" kern="0" dirty="0">
                    <a:solidFill>
                      <a:srgbClr val="FF0000"/>
                    </a:solidFill>
                  </a:endParaRPr>
                </a:p>
              </p:txBody>
            </p:sp>
          </mc:Choice>
          <mc:Fallback>
            <p:sp>
              <p:nvSpPr>
                <p:cNvPr id="22" name="Rectangle 2"/>
                <p:cNvSpPr txBox="1">
                  <a:spLocks noRot="1" noChangeAspect="1" noMove="1" noResize="1" noEditPoints="1" noAdjustHandles="1" noChangeArrowheads="1" noChangeShapeType="1" noTextEdit="1"/>
                </p:cNvSpPr>
                <p:nvPr/>
              </p:nvSpPr>
              <p:spPr bwMode="auto">
                <a:xfrm>
                  <a:off x="520320" y="4458043"/>
                  <a:ext cx="8623678" cy="1310182"/>
                </a:xfrm>
                <a:prstGeom prst="rect">
                  <a:avLst/>
                </a:prstGeom>
                <a:blipFill rotWithShape="1">
                  <a:blip r:embed="rId4"/>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23"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32966" y="4795789"/>
              <a:ext cx="3411619" cy="939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 name="矩形 26"/>
          <p:cNvSpPr/>
          <p:nvPr/>
        </p:nvSpPr>
        <p:spPr>
          <a:xfrm>
            <a:off x="591115" y="5702495"/>
            <a:ext cx="8623677" cy="1173976"/>
          </a:xfrm>
          <a:prstGeom prst="rect">
            <a:avLst/>
          </a:prstGeom>
          <a:solidFill>
            <a:schemeClr val="bg1"/>
          </a:solidFill>
        </p:spPr>
        <p:txBody>
          <a:bodyPr wrap="square">
            <a:spAutoFit/>
          </a:bodyPr>
          <a:lstStyle/>
          <a:p>
            <a:pPr algn="ctr">
              <a:lnSpc>
                <a:spcPct val="140000"/>
              </a:lnSpc>
              <a:buFont typeface="Wingdings" panose="05000000000000000000" pitchFamily="2" charset="2"/>
              <a:buNone/>
            </a:pPr>
            <a:r>
              <a:rPr lang="en-US" altLang="zh-CN" sz="2000" b="1" dirty="0">
                <a:solidFill>
                  <a:srgbClr val="0000FF"/>
                </a:solidFill>
              </a:rPr>
              <a:t>f(t)</a:t>
            </a:r>
            <a:r>
              <a:rPr lang="zh-CN" altLang="en-US" sz="2000" b="1" dirty="0">
                <a:solidFill>
                  <a:srgbClr val="0000FF"/>
                </a:solidFill>
              </a:rPr>
              <a:t>实偶↔</a:t>
            </a:r>
            <a:r>
              <a:rPr lang="en-US" altLang="zh-CN" sz="2000" b="1" dirty="0">
                <a:solidFill>
                  <a:srgbClr val="0000FF"/>
                </a:solidFill>
              </a:rPr>
              <a:t>F(j</a:t>
            </a:r>
            <a:r>
              <a:rPr lang="el-GR" altLang="zh-CN" sz="2000" b="1" dirty="0">
                <a:solidFill>
                  <a:srgbClr val="0000FF"/>
                </a:solidFill>
              </a:rPr>
              <a:t>ω</a:t>
            </a:r>
            <a:r>
              <a:rPr lang="en-US" altLang="zh-CN" sz="2000" b="1" dirty="0">
                <a:solidFill>
                  <a:srgbClr val="0000FF"/>
                </a:solidFill>
              </a:rPr>
              <a:t>)</a:t>
            </a:r>
            <a:r>
              <a:rPr lang="zh-CN" altLang="en-US" sz="2000" b="1" dirty="0">
                <a:solidFill>
                  <a:srgbClr val="0000FF"/>
                </a:solidFill>
              </a:rPr>
              <a:t>实偶</a:t>
            </a:r>
            <a:endParaRPr lang="zh-CN" altLang="en-US" sz="2000" b="1" dirty="0">
              <a:solidFill>
                <a:srgbClr val="0000FF"/>
              </a:solidFill>
            </a:endParaRPr>
          </a:p>
          <a:p>
            <a:pPr algn="ctr">
              <a:lnSpc>
                <a:spcPct val="140000"/>
              </a:lnSpc>
              <a:buFont typeface="Wingdings" panose="05000000000000000000" pitchFamily="2" charset="2"/>
              <a:buNone/>
            </a:pPr>
            <a:r>
              <a:rPr lang="en-US" altLang="zh-CN" sz="2000" b="1" dirty="0">
                <a:solidFill>
                  <a:srgbClr val="0000FF"/>
                </a:solidFill>
              </a:rPr>
              <a:t>f(t)</a:t>
            </a:r>
            <a:r>
              <a:rPr lang="zh-CN" altLang="en-US" sz="2000" b="1" dirty="0">
                <a:solidFill>
                  <a:srgbClr val="0000FF"/>
                </a:solidFill>
              </a:rPr>
              <a:t>实奇↔</a:t>
            </a:r>
            <a:r>
              <a:rPr lang="en-US" altLang="zh-CN" sz="2000" b="1" dirty="0">
                <a:solidFill>
                  <a:srgbClr val="0000FF"/>
                </a:solidFill>
              </a:rPr>
              <a:t>F(j</a:t>
            </a:r>
            <a:r>
              <a:rPr lang="el-GR" altLang="zh-CN" sz="2000" b="1" dirty="0">
                <a:solidFill>
                  <a:srgbClr val="0000FF"/>
                </a:solidFill>
              </a:rPr>
              <a:t>ω</a:t>
            </a:r>
            <a:r>
              <a:rPr lang="en-US" altLang="zh-CN" sz="2000" b="1" dirty="0">
                <a:solidFill>
                  <a:srgbClr val="0000FF"/>
                </a:solidFill>
              </a:rPr>
              <a:t>)</a:t>
            </a:r>
            <a:r>
              <a:rPr lang="zh-CN" altLang="en-US" sz="2000" b="1" dirty="0">
                <a:solidFill>
                  <a:srgbClr val="0000FF"/>
                </a:solidFill>
              </a:rPr>
              <a:t>虚奇</a:t>
            </a:r>
            <a:endParaRPr lang="en-US" altLang="zh-CN" sz="2000" b="1" dirty="0">
              <a:solidFill>
                <a:srgbClr val="0000FF"/>
              </a:solidFill>
            </a:endParaRPr>
          </a:p>
          <a:p>
            <a:pPr algn="ctr">
              <a:lnSpc>
                <a:spcPct val="140000"/>
              </a:lnSpc>
              <a:buFont typeface="Wingdings" panose="05000000000000000000" pitchFamily="2" charset="2"/>
              <a:buNone/>
            </a:pPr>
            <a:endParaRPr lang="zh-CN" altLang="en-US" sz="1100" dirty="0">
              <a:solidFill>
                <a:srgbClr val="0000FF"/>
              </a:solidFill>
            </a:endParaRPr>
          </a:p>
        </p:txBody>
      </p:sp>
    </p:spTree>
    <p:custDataLst>
      <p:tags r:id="rId6"/>
    </p:custDataLst>
  </p:cSld>
  <p:clrMapOvr>
    <a:masterClrMapping/>
  </p:clrMapOvr>
  <p:transition spd="med" advTm="155513">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barn(inVertical)">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27"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46969F5-DA7E-44B7-8C6E-DB5E0FCBB12B}" type="datetime1">
              <a:rPr lang="zh-CN" altLang="en-US" smtClean="0"/>
            </a:fld>
            <a:endParaRPr lang="en-US" altLang="zh-CN" dirty="0"/>
          </a:p>
        </p:txBody>
      </p:sp>
      <p:sp>
        <p:nvSpPr>
          <p:cNvPr id="3" name="Rectangle 12"/>
          <p:cNvSpPr txBox="1">
            <a:spLocks noChangeArrowheads="1"/>
          </p:cNvSpPr>
          <p:nvPr/>
        </p:nvSpPr>
        <p:spPr bwMode="auto">
          <a:xfrm>
            <a:off x="827088" y="115888"/>
            <a:ext cx="7548562" cy="608012"/>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defRPr/>
            </a:pPr>
            <a:r>
              <a:rPr lang="zh-CN" altLang="en-US" sz="3200" b="1" dirty="0">
                <a:solidFill>
                  <a:srgbClr val="FF0000"/>
                </a:solidFill>
                <a:latin typeface="Verdana" panose="020B0604030504040204" pitchFamily="34" charset="0"/>
                <a:ea typeface="宋体" panose="02010600030101010101" pitchFamily="2" charset="-122"/>
                <a:cs typeface="+mn-cs"/>
              </a:rPr>
              <a:t>回顾</a:t>
            </a:r>
            <a:r>
              <a:rPr lang="en-US" altLang="zh-CN" sz="3200" b="1" dirty="0">
                <a:solidFill>
                  <a:srgbClr val="FF0000"/>
                </a:solidFill>
                <a:latin typeface="Verdana" panose="020B0604030504040204" pitchFamily="34" charset="0"/>
                <a:ea typeface="宋体" panose="02010600030101010101" pitchFamily="2" charset="-122"/>
                <a:cs typeface="+mn-cs"/>
              </a:rPr>
              <a:t>4  </a:t>
            </a:r>
            <a:r>
              <a:rPr lang="zh-CN" altLang="en-US" sz="3200" b="1" kern="1200" dirty="0">
                <a:solidFill>
                  <a:srgbClr val="0000FF"/>
                </a:solidFill>
                <a:cs typeface="+mn-cs"/>
              </a:rPr>
              <a:t>常见信号的傅立叶变换</a:t>
            </a:r>
            <a:endParaRPr lang="zh-CN" altLang="en-US" sz="3200" b="1" kern="1200" dirty="0">
              <a:solidFill>
                <a:srgbClr val="0000FF"/>
              </a:solidFill>
              <a:cs typeface="+mn-cs"/>
            </a:endParaRPr>
          </a:p>
        </p:txBody>
      </p:sp>
      <mc:AlternateContent xmlns:mc="http://schemas.openxmlformats.org/markup-compatibility/2006">
        <mc:Choice xmlns:a14="http://schemas.microsoft.com/office/drawing/2010/main" Requires="a14">
          <p:sp>
            <p:nvSpPr>
              <p:cNvPr id="4" name="Rectangle 2"/>
              <p:cNvSpPr txBox="1">
                <a:spLocks noChangeArrowheads="1"/>
              </p:cNvSpPr>
              <p:nvPr/>
            </p:nvSpPr>
            <p:spPr bwMode="auto">
              <a:xfrm>
                <a:off x="908498" y="1532568"/>
                <a:ext cx="800542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20000"/>
                  </a:lnSpc>
                  <a:buFont typeface="Wingdings" panose="05000000000000000000" pitchFamily="2" charset="2"/>
                  <a:buNone/>
                </a:pPr>
                <a:r>
                  <a:rPr lang="en-US" altLang="zh-CN" sz="2200" b="1" kern="0" dirty="0"/>
                  <a:t>5.</a:t>
                </a:r>
                <a:r>
                  <a:rPr lang="zh-CN" altLang="en-US" sz="2200" b="1" kern="0" dirty="0"/>
                  <a:t>冲激信号</a:t>
                </a:r>
                <a:endParaRPr lang="en-US" altLang="zh-CN" sz="2200" b="1" kern="0" dirty="0"/>
              </a:p>
              <a:p>
                <a:pPr>
                  <a:lnSpc>
                    <a:spcPct val="120000"/>
                  </a:lnSpc>
                  <a:buNone/>
                </a:pPr>
                <a:r>
                  <a:rPr lang="en-US" altLang="zh-CN" sz="2200" b="1" kern="0" dirty="0">
                    <a:latin typeface="+mj-ea"/>
                    <a:ea typeface="+mj-ea"/>
                  </a:rPr>
                  <a:t>        </a:t>
                </a:r>
                <a:r>
                  <a:rPr lang="en-US" altLang="zh-CN" sz="2200" b="1" dirty="0">
                    <a:solidFill>
                      <a:srgbClr val="FF0000"/>
                    </a:solidFill>
                  </a:rPr>
                  <a:t>f(t)=</a:t>
                </a:r>
                <a:r>
                  <a:rPr lang="el-GR" altLang="zh-CN" sz="2200" b="1" dirty="0">
                    <a:solidFill>
                      <a:srgbClr val="FF0000"/>
                    </a:solidFill>
                  </a:rPr>
                  <a:t>δ</a:t>
                </a:r>
                <a:r>
                  <a:rPr lang="en-US" altLang="zh-CN" sz="2200" b="1" dirty="0">
                    <a:solidFill>
                      <a:srgbClr val="FF0000"/>
                    </a:solidFill>
                  </a:rPr>
                  <a:t>(t) </a:t>
                </a:r>
                <a:r>
                  <a:rPr lang="en-US" altLang="zh-CN" sz="2200" b="1" kern="0" dirty="0">
                    <a:solidFill>
                      <a:srgbClr val="FF0000"/>
                    </a:solidFill>
                    <a:sym typeface="Wingdings" panose="05000000000000000000" pitchFamily="2" charset="2"/>
                  </a:rPr>
                  <a:t>&lt;—&gt;</a:t>
                </a:r>
                <a:r>
                  <a:rPr lang="en-US" altLang="zh-CN" sz="2200" b="1" kern="0" dirty="0">
                    <a:solidFill>
                      <a:srgbClr val="FF0000"/>
                    </a:solidFill>
                  </a:rPr>
                  <a:t> </a:t>
                </a:r>
                <a14:m>
                  <m:oMath xmlns:m="http://schemas.openxmlformats.org/officeDocument/2006/math">
                    <m:r>
                      <a:rPr lang="en-US" altLang="zh-CN" sz="2400" b="0" i="1" smtClean="0">
                        <a:solidFill>
                          <a:srgbClr val="FF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oMath>
                </a14:m>
                <a:r>
                  <a:rPr lang="zh-CN" altLang="en-US" sz="2200" b="1" kern="0" dirty="0"/>
                  <a:t>冲激信号含有所有频率分量</a:t>
                </a:r>
                <a:endParaRPr lang="en-US" altLang="zh-CN" sz="2200" b="1" kern="0" dirty="0"/>
              </a:p>
            </p:txBody>
          </p:sp>
        </mc:Choice>
        <mc:Fallback>
          <p:sp>
            <p:nvSpPr>
              <p:cNvPr id="4" name="Rectangle 2"/>
              <p:cNvSpPr txBox="1">
                <a:spLocks noRot="1" noChangeAspect="1" noMove="1" noResize="1" noEditPoints="1" noAdjustHandles="1" noChangeArrowheads="1" noChangeShapeType="1" noTextEdit="1"/>
              </p:cNvSpPr>
              <p:nvPr/>
            </p:nvSpPr>
            <p:spPr bwMode="auto">
              <a:xfrm>
                <a:off x="908498" y="1532568"/>
                <a:ext cx="8005425" cy="1081088"/>
              </a:xfrm>
              <a:prstGeom prst="rect">
                <a:avLst/>
              </a:prstGeom>
              <a:blipFill rotWithShape="1">
                <a:blip r:embed="rId1"/>
                <a:stretch>
                  <a:fillRect l="-6" t="-29" r="5" b="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8" name="组合 7"/>
          <p:cNvGrpSpPr/>
          <p:nvPr/>
        </p:nvGrpSpPr>
        <p:grpSpPr>
          <a:xfrm>
            <a:off x="979680" y="2824347"/>
            <a:ext cx="8005425" cy="1081088"/>
            <a:chOff x="979680" y="2824347"/>
            <a:chExt cx="8005425" cy="1081088"/>
          </a:xfrm>
        </p:grpSpPr>
        <mc:AlternateContent xmlns:mc="http://schemas.openxmlformats.org/markup-compatibility/2006">
          <mc:Choice xmlns:a14="http://schemas.microsoft.com/office/drawing/2010/main" Requires="a14">
            <p:sp>
              <p:nvSpPr>
                <p:cNvPr id="10" name="Rectangle 2"/>
                <p:cNvSpPr txBox="1">
                  <a:spLocks noChangeArrowheads="1"/>
                </p:cNvSpPr>
                <p:nvPr/>
              </p:nvSpPr>
              <p:spPr bwMode="auto">
                <a:xfrm>
                  <a:off x="979680" y="2824347"/>
                  <a:ext cx="8005425"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9pPr>
                </a:lstStyle>
                <a:p>
                  <a:pPr>
                    <a:lnSpc>
                      <a:spcPct val="120000"/>
                    </a:lnSpc>
                    <a:buFont typeface="Wingdings" panose="05000000000000000000" pitchFamily="2" charset="2"/>
                    <a:buNone/>
                  </a:pPr>
                  <a:r>
                    <a:rPr lang="en-US" altLang="zh-CN" sz="2200" b="1" kern="0" dirty="0"/>
                    <a:t>6.</a:t>
                  </a:r>
                  <a:r>
                    <a:rPr lang="zh-CN" altLang="en-US" sz="2200" b="1" kern="0" dirty="0"/>
                    <a:t>无始单位直流信号</a:t>
                  </a:r>
                  <a:endParaRPr lang="en-US" altLang="zh-CN" sz="2200" b="1" kern="0" dirty="0"/>
                </a:p>
                <a:p>
                  <a:pPr>
                    <a:lnSpc>
                      <a:spcPct val="120000"/>
                    </a:lnSpc>
                    <a:buNone/>
                  </a:pPr>
                  <a14:m>
                    <m:oMath xmlns:m="http://schemas.openxmlformats.org/officeDocument/2006/math">
                      <m:r>
                        <a:rPr lang="en-US" altLang="zh-CN" sz="2400" b="0" i="1" smtClean="0">
                          <a:solidFill>
                            <a:srgbClr val="FF0000"/>
                          </a:solidFill>
                          <a:latin typeface="Cambria Math" panose="02040503050406030204" pitchFamily="18" charset="0"/>
                        </a:rPr>
                        <m:t>      </m:t>
                      </m:r>
                      <m:r>
                        <a:rPr lang="zh-CN" altLang="en-US" sz="2400" i="1">
                          <a:solidFill>
                            <a:srgbClr val="FF0000"/>
                          </a:solidFill>
                          <a:latin typeface="Cambria Math" panose="02040503050406030204" pitchFamily="18" charset="0"/>
                        </a:rPr>
                        <m:t>𝑓</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𝑡</m:t>
                      </m:r>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1</m:t>
                      </m:r>
                      <m:r>
                        <a:rPr lang="zh-CN" altLang="en-US" sz="2400" i="1">
                          <a:solidFill>
                            <a:srgbClr val="FF0000"/>
                          </a:solidFill>
                          <a:latin typeface="Cambria Math" panose="02040503050406030204" pitchFamily="18" charset="0"/>
                        </a:rPr>
                        <m:t>,(−∞&lt;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&lt;+∞</m:t>
                      </m:r>
                      <m:r>
                        <a:rPr lang="zh-CN" altLang="en-US" sz="2400" i="1" smtClean="0">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 </m:t>
                      </m:r>
                    </m:oMath>
                  </a14:m>
                  <a:r>
                    <a:rPr lang="en-US" altLang="zh-CN" sz="2200" b="1" kern="0" dirty="0">
                      <a:solidFill>
                        <a:srgbClr val="FF0000"/>
                      </a:solidFill>
                      <a:sym typeface="Wingdings" panose="05000000000000000000" pitchFamily="2" charset="2"/>
                    </a:rPr>
                    <a:t>&lt;—&gt;</a:t>
                  </a:r>
                  <a:r>
                    <a:rPr lang="en-US" altLang="zh-CN" sz="2200" b="1" kern="0" dirty="0">
                      <a:solidFill>
                        <a:srgbClr val="FF0000"/>
                      </a:solidFill>
                    </a:rPr>
                    <a:t> </a:t>
                  </a:r>
                  <a:endParaRPr lang="en-US" altLang="zh-CN" sz="2200" b="1" kern="0" dirty="0"/>
                </a:p>
              </p:txBody>
            </p:sp>
          </mc:Choice>
          <mc:Fallback>
            <p:sp>
              <p:nvSpPr>
                <p:cNvPr id="10" name="Rectangle 2"/>
                <p:cNvSpPr txBox="1">
                  <a:spLocks noRot="1" noChangeAspect="1" noMove="1" noResize="1" noEditPoints="1" noAdjustHandles="1" noChangeArrowheads="1" noChangeShapeType="1" noTextEdit="1"/>
                </p:cNvSpPr>
                <p:nvPr/>
              </p:nvSpPr>
              <p:spPr bwMode="auto">
                <a:xfrm>
                  <a:off x="979680" y="2824347"/>
                  <a:ext cx="8005425" cy="1081088"/>
                </a:xfrm>
                <a:prstGeom prst="rect">
                  <a:avLst/>
                </a:prstGeom>
                <a:blipFill rotWithShape="1">
                  <a:blip r:embed="rId2"/>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8"/>
                <p:cNvSpPr txBox="1"/>
                <p:nvPr/>
              </p:nvSpPr>
              <p:spPr bwMode="auto">
                <a:xfrm>
                  <a:off x="6201193" y="3291026"/>
                  <a:ext cx="1136650" cy="495300"/>
                </a:xfrm>
                <a:prstGeom prst="rect">
                  <a:avLst/>
                </a:prstGeom>
                <a:noFill/>
                <a:ln w="9525">
                  <a:noFill/>
                  <a:miter lim="800000"/>
                </a:ln>
                <a:effectLst>
                  <a:outerShdw dist="35921" dir="2700000" algn="ctr" rotWithShape="0">
                    <a:schemeClr val="bg2"/>
                  </a:outerShdw>
                </a:effectLst>
              </p:spPr>
              <p:txBody>
                <a:bodyPr>
                  <a:normAutofit fontScale="77500" lnSpcReduction="20000"/>
                </a:bodyPr>
                <a:lstStyle/>
                <a:p>
                  <a14:m>
                    <m:oMathPara xmlns:m="http://schemas.openxmlformats.org/officeDocument/2006/math">
                      <m:oMathParaPr>
                        <m:jc m:val="left"/>
                      </m:oMathParaPr>
                      <m:oMath xmlns:m="http://schemas.openxmlformats.org/officeDocument/2006/math">
                        <m:r>
                          <a:rPr lang="zh-CN" altLang="en-US" i="0" smtClean="0">
                            <a:solidFill>
                              <a:srgbClr val="FF0000"/>
                            </a:solidFill>
                            <a:latin typeface="Cambria Math" panose="02040503050406030204" pitchFamily="18" charset="0"/>
                          </a:rPr>
                          <m:t>2</m:t>
                        </m:r>
                        <m:r>
                          <a:rPr lang="zh-CN" altLang="en-US" i="1">
                            <a:solidFill>
                              <a:srgbClr val="FF0000"/>
                            </a:solidFill>
                            <a:latin typeface="Cambria Math" panose="02040503050406030204" pitchFamily="18" charset="0"/>
                          </a:rPr>
                          <m:t>𝜋𝛿</m:t>
                        </m:r>
                        <m:d>
                          <m:dPr>
                            <m:ctrlPr>
                              <a:rPr lang="zh-CN" altLang="en-US" i="1">
                                <a:solidFill>
                                  <a:srgbClr val="FF0000"/>
                                </a:solidFill>
                                <a:latin typeface="Cambria Math" panose="02040503050406030204" pitchFamily="18" charset="0"/>
                              </a:rPr>
                            </m:ctrlPr>
                          </m:dPr>
                          <m:e>
                            <m:r>
                              <a:rPr lang="zh-CN" altLang="en-US" i="1">
                                <a:solidFill>
                                  <a:srgbClr val="FF0000"/>
                                </a:solidFill>
                                <a:latin typeface="Cambria Math" panose="02040503050406030204" pitchFamily="18" charset="0"/>
                              </a:rPr>
                              <m:t>𝜔</m:t>
                            </m:r>
                          </m:e>
                        </m:d>
                      </m:oMath>
                    </m:oMathPara>
                  </a14:m>
                  <a:endParaRPr lang="zh-CN" altLang="en-US" dirty="0">
                    <a:solidFill>
                      <a:srgbClr val="FF0000"/>
                    </a:solidFill>
                  </a:endParaRPr>
                </a:p>
              </p:txBody>
            </p:sp>
          </mc:Choice>
          <mc:Fallback>
            <p:sp>
              <p:nvSpPr>
                <p:cNvPr id="14" name="Object 8"/>
                <p:cNvSpPr txBox="1">
                  <a:spLocks noRot="1" noChangeAspect="1" noMove="1" noResize="1" noEditPoints="1" noAdjustHandles="1" noChangeArrowheads="1" noChangeShapeType="1" noTextEdit="1"/>
                </p:cNvSpPr>
                <p:nvPr/>
              </p:nvSpPr>
              <p:spPr bwMode="auto">
                <a:xfrm>
                  <a:off x="6201193" y="3291026"/>
                  <a:ext cx="1136650" cy="495300"/>
                </a:xfrm>
                <a:prstGeom prst="rect">
                  <a:avLst/>
                </a:prstGeom>
                <a:blipFill rotWithShape="1">
                  <a:blip r:embed="rId3"/>
                </a:blipFill>
                <a:ln w="9525">
                  <a:noFill/>
                  <a:miter lim="800000"/>
                </a:ln>
                <a:effectLst>
                  <a:outerShdw dist="35921" dir="2700000" algn="ctr" rotWithShape="0">
                    <a:schemeClr val="bg2"/>
                  </a:outerShdw>
                </a:effectLst>
              </p:spPr>
              <p:txBody>
                <a:bodyPr/>
                <a:lstStyle/>
                <a:p>
                  <a:r>
                    <a:rPr lang="zh-CN" altLang="en-US">
                      <a:noFill/>
                    </a:rPr>
                    <a:t> </a:t>
                  </a:r>
                </a:p>
              </p:txBody>
            </p:sp>
          </mc:Fallback>
        </mc:AlternateContent>
      </p:grpSp>
    </p:spTree>
    <p:custDataLst>
      <p:tags r:id="rId4"/>
    </p:custDataLst>
  </p:cSld>
  <p:clrMapOvr>
    <a:masterClrMapping/>
  </p:clrMapOvr>
  <p:transition spd="med" advTm="84323">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46969F5-DA7E-44B7-8C6E-DB5E0FCBB12B}" type="datetime1">
              <a:rPr lang="zh-CN" altLang="en-US" smtClean="0"/>
            </a:fld>
            <a:endParaRPr lang="en-US" altLang="zh-CN" dirty="0"/>
          </a:p>
        </p:txBody>
      </p:sp>
      <p:sp>
        <p:nvSpPr>
          <p:cNvPr id="3" name="Rectangle 2"/>
          <p:cNvSpPr txBox="1">
            <a:spLocks noChangeArrowheads="1"/>
          </p:cNvSpPr>
          <p:nvPr/>
        </p:nvSpPr>
        <p:spPr bwMode="auto">
          <a:xfrm>
            <a:off x="450170" y="0"/>
            <a:ext cx="6008687" cy="5937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3200" b="1" kern="0">
                <a:solidFill>
                  <a:srgbClr val="0000FF"/>
                </a:solidFill>
              </a:rPr>
              <a:t>§3.6 </a:t>
            </a:r>
            <a:r>
              <a:rPr lang="zh-CN" altLang="en-US" sz="3200" b="1" kern="0">
                <a:solidFill>
                  <a:srgbClr val="0000FF"/>
                </a:solidFill>
              </a:rPr>
              <a:t>常用信号的傅立叶变换</a:t>
            </a:r>
            <a:endParaRPr lang="en-US" altLang="zh-CN" sz="3200" b="1" kern="0" dirty="0">
              <a:solidFill>
                <a:srgbClr val="0000FF"/>
              </a:solidFill>
            </a:endParaRPr>
          </a:p>
        </p:txBody>
      </p:sp>
      <mc:AlternateContent xmlns:mc="http://schemas.openxmlformats.org/markup-compatibility/2006">
        <mc:Choice xmlns:a14="http://schemas.microsoft.com/office/drawing/2010/main" Requires="a14">
          <p:sp>
            <p:nvSpPr>
              <p:cNvPr id="4" name="Object 5"/>
              <p:cNvSpPr txBox="1"/>
              <p:nvPr/>
            </p:nvSpPr>
            <p:spPr bwMode="auto">
              <a:xfrm>
                <a:off x="780041" y="593725"/>
                <a:ext cx="6963257" cy="593725"/>
              </a:xfrm>
              <a:prstGeom prst="rect">
                <a:avLst/>
              </a:prstGeom>
              <a:solidFill>
                <a:schemeClr val="bg1"/>
              </a:solidFill>
              <a:ln>
                <a:noFill/>
              </a:ln>
              <a:effectLst/>
            </p:spPr>
            <p:txBody>
              <a:bodyPr>
                <a:normAutofit/>
              </a:bodyPr>
              <a:lstStyle/>
              <a:p>
                <a14:m>
                  <m:oMath xmlns:m="http://schemas.openxmlformats.org/officeDocument/2006/math">
                    <m:r>
                      <a:rPr lang="zh-CN" altLang="en-US" b="1" i="1">
                        <a:solidFill>
                          <a:srgbClr val="000000"/>
                        </a:solidFill>
                        <a:latin typeface="Cambria Math" panose="02040503050406030204" pitchFamily="18" charset="0"/>
                      </a:rPr>
                      <m:t>例</m:t>
                    </m:r>
                    <m:r>
                      <a:rPr lang="en-US" altLang="zh-CN" b="1" i="1">
                        <a:solidFill>
                          <a:srgbClr val="000000"/>
                        </a:solidFill>
                        <a:latin typeface="Cambria Math" panose="02040503050406030204" pitchFamily="18" charset="0"/>
                      </a:rPr>
                      <m:t>8</m:t>
                    </m:r>
                    <m:r>
                      <a:rPr lang="zh-CN" altLang="en-US" b="1" i="1">
                        <a:solidFill>
                          <a:srgbClr val="000000"/>
                        </a:solidFill>
                        <a:latin typeface="Cambria Math" panose="02040503050406030204" pitchFamily="18" charset="0"/>
                      </a:rPr>
                      <m:t>：冲激偶函数</m:t>
                    </m:r>
                    <m:r>
                      <a:rPr lang="zh-CN" altLang="en-US" b="1" i="1">
                        <a:solidFill>
                          <a:srgbClr val="000000"/>
                        </a:solidFill>
                        <a:latin typeface="Cambria Math" panose="02040503050406030204" pitchFamily="18" charset="0"/>
                      </a:rPr>
                      <m:t>𝒇</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𝒕</m:t>
                    </m:r>
                    <m:r>
                      <a:rPr lang="zh-CN" altLang="en-US" b="1" i="1">
                        <a:solidFill>
                          <a:srgbClr val="000000"/>
                        </a:solidFill>
                        <a:latin typeface="Cambria Math" panose="02040503050406030204" pitchFamily="18" charset="0"/>
                      </a:rPr>
                      <m:t>)=</m:t>
                    </m:r>
                    <m:r>
                      <m:rPr>
                        <m:nor/>
                      </m:rPr>
                      <a:rPr lang="el-GR" altLang="zh-CN" b="1" dirty="0">
                        <a:latin typeface="Cambria Math" panose="02040503050406030204" pitchFamily="18" charset="0"/>
                      </a:rPr>
                      <m:t>δ</m:t>
                    </m:r>
                    <m:r>
                      <a:rPr lang="zh-CN" altLang="en-US" b="1" i="1" dirty="0" smtClean="0">
                        <a:latin typeface="Cambria Math" panose="02040503050406030204" pitchFamily="18" charset="0"/>
                      </a:rPr>
                      <m:t>‘</m:t>
                    </m:r>
                    <m:r>
                      <m:rPr>
                        <m:nor/>
                      </m:rPr>
                      <a:rPr lang="en-US" altLang="zh-CN" b="1" dirty="0">
                        <a:latin typeface="Cambria Math" panose="02040503050406030204" pitchFamily="18" charset="0"/>
                      </a:rPr>
                      <m:t>(</m:t>
                    </m:r>
                    <m:r>
                      <m:rPr>
                        <m:nor/>
                      </m:rPr>
                      <a:rPr lang="en-US" altLang="zh-CN" b="1" dirty="0">
                        <a:latin typeface="Cambria Math" panose="02040503050406030204" pitchFamily="18" charset="0"/>
                      </a:rPr>
                      <m:t>t</m:t>
                    </m:r>
                    <m:r>
                      <m:rPr>
                        <m:nor/>
                      </m:rPr>
                      <a:rPr lang="en-US" altLang="zh-CN" b="1" dirty="0">
                        <a:latin typeface="Cambria Math" panose="02040503050406030204" pitchFamily="18" charset="0"/>
                      </a:rPr>
                      <m:t>)</m:t>
                    </m:r>
                    <m:r>
                      <a:rPr lang="zh-CN" altLang="en-US" b="1" i="1">
                        <a:solidFill>
                          <a:srgbClr val="000000"/>
                        </a:solidFill>
                        <a:latin typeface="Cambria Math" panose="02040503050406030204" pitchFamily="18" charset="0"/>
                      </a:rPr>
                      <m:t>的频谱</m:t>
                    </m:r>
                  </m:oMath>
                </a14:m>
                <a:r>
                  <a:rPr lang="zh-CN" altLang="en-US" b="1" dirty="0"/>
                  <a:t> </a:t>
                </a:r>
                <a:endParaRPr lang="zh-CN" altLang="en-US" b="1" dirty="0"/>
              </a:p>
            </p:txBody>
          </p:sp>
        </mc:Choice>
        <mc:Fallback>
          <p:sp>
            <p:nvSpPr>
              <p:cNvPr id="4" name="Object 5"/>
              <p:cNvSpPr txBox="1">
                <a:spLocks noRot="1" noChangeAspect="1" noMove="1" noResize="1" noEditPoints="1" noAdjustHandles="1" noChangeArrowheads="1" noChangeShapeType="1" noTextEdit="1"/>
              </p:cNvSpPr>
              <p:nvPr/>
            </p:nvSpPr>
            <p:spPr bwMode="auto">
              <a:xfrm>
                <a:off x="780041" y="593725"/>
                <a:ext cx="6963257" cy="593725"/>
              </a:xfrm>
              <a:prstGeom prst="rect">
                <a:avLst/>
              </a:prstGeom>
              <a:blipFill rotWithShape="1">
                <a:blip r:embed="rId1"/>
                <a:stretch>
                  <a:fillRect l="-4" r="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780041" y="1254913"/>
                <a:ext cx="5277754" cy="1021946"/>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func>
                        <m:funcPr>
                          <m:ctrlPr>
                            <a:rPr lang="zh-CN" altLang="en-US" i="1" smtClean="0">
                              <a:solidFill>
                                <a:srgbClr val="000000"/>
                              </a:solidFill>
                              <a:latin typeface="Cambria Math" panose="02040503050406030204" pitchFamily="18" charset="0"/>
                            </a:rPr>
                          </m:ctrlPr>
                        </m:funcPr>
                        <m:fName>
                          <m:r>
                            <a:rPr lang="zh-CN" altLang="en-US" i="1">
                              <a:solidFill>
                                <a:srgbClr val="000000"/>
                              </a:solidFill>
                              <a:latin typeface="Cambria Math" panose="02040503050406030204" pitchFamily="18" charset="0"/>
                            </a:rPr>
                            <m:t>解</m:t>
                          </m:r>
                          <m:r>
                            <a:rPr lang="zh-CN" altLang="en-US"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因为</m:t>
                          </m:r>
                        </m:fName>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m:rPr>
                                  <m:sty m:val="p"/>
                                </m:rPr>
                                <a:rPr lang="en-US" altLang="zh-CN" i="1">
                                  <a:solidFill>
                                    <a:srgbClr val="000000"/>
                                  </a:solidFill>
                                  <a:latin typeface="Cambria Math" panose="02040503050406030204" pitchFamily="18" charset="0"/>
                                </a:rPr>
                                <m:t>f</m:t>
                              </m:r>
                              <m:r>
                                <a:rPr lang="zh-CN" altLang="en-US"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nary>
                        </m:e>
                      </m:func>
                      <m:r>
                        <m:rPr>
                          <m:nor/>
                        </m:rPr>
                        <a:rPr lang="el-GR" altLang="zh-CN" b="1" dirty="0">
                          <a:latin typeface="Cambria Math" panose="02040503050406030204" pitchFamily="18" charset="0"/>
                        </a:rPr>
                        <m:t>δ</m:t>
                      </m:r>
                      <m:r>
                        <a:rPr lang="zh-CN" altLang="en-US" b="1" i="1" dirty="0">
                          <a:latin typeface="Cambria Math" panose="02040503050406030204" pitchFamily="18" charset="0"/>
                        </a:rPr>
                        <m:t>‘</m:t>
                      </m:r>
                      <m:r>
                        <m:rPr>
                          <m:nor/>
                        </m:rPr>
                        <a:rPr lang="en-US" altLang="zh-CN" b="1" dirty="0">
                          <a:latin typeface="Cambria Math" panose="02040503050406030204" pitchFamily="18" charset="0"/>
                        </a:rPr>
                        <m:t>(</m:t>
                      </m:r>
                      <m:r>
                        <m:rPr>
                          <m:nor/>
                        </m:rPr>
                        <a:rPr lang="en-US" altLang="zh-CN" b="1" dirty="0">
                          <a:latin typeface="Cambria Math" panose="02040503050406030204" pitchFamily="18" charset="0"/>
                        </a:rPr>
                        <m:t>t</m:t>
                      </m:r>
                      <m:r>
                        <m:rPr>
                          <m:nor/>
                        </m:rPr>
                        <a:rPr lang="en-US" altLang="zh-CN" b="1" dirty="0">
                          <a:latin typeface="Cambria Math" panose="02040503050406030204" pitchFamily="18" charset="0"/>
                        </a:rPr>
                        <m:t>)</m:t>
                      </m:r>
                      <m:r>
                        <m:rPr>
                          <m:nor/>
                        </m:rPr>
                        <a:rPr lang="en-US" altLang="zh-CN" b="1" i="0" dirty="0" smtClean="0">
                          <a:latin typeface="Cambria Math" panose="02040503050406030204" pitchFamily="18" charset="0"/>
                        </a:rPr>
                        <m:t>dt</m:t>
                      </m:r>
                      <m:r>
                        <m:rPr>
                          <m:nor/>
                        </m:rPr>
                        <a:rPr lang="en-US" altLang="zh-CN" b="1" i="0" dirty="0" smtClean="0">
                          <a:latin typeface="Cambria Math" panose="02040503050406030204" pitchFamily="18" charset="0"/>
                        </a:rPr>
                        <m:t>=−</m:t>
                      </m:r>
                      <m:r>
                        <m:rPr>
                          <m:nor/>
                        </m:rPr>
                        <a:rPr lang="en-US" altLang="zh-CN" b="1" i="0" dirty="0" smtClean="0">
                          <a:latin typeface="Cambria Math" panose="02040503050406030204" pitchFamily="18" charset="0"/>
                        </a:rPr>
                        <m:t>f</m:t>
                      </m:r>
                      <m:r>
                        <a:rPr lang="en-US" altLang="zh-CN" b="1" i="1" dirty="0" smtClean="0">
                          <a:latin typeface="Cambria Math" panose="02040503050406030204" pitchFamily="18" charset="0"/>
                        </a:rPr>
                        <m:t>’</m:t>
                      </m:r>
                      <m:r>
                        <m:rPr>
                          <m:nor/>
                        </m:rPr>
                        <a:rPr lang="en-US" altLang="zh-CN" b="1" i="0" dirty="0" smtClean="0">
                          <a:latin typeface="Cambria Math" panose="02040503050406030204" pitchFamily="18" charset="0"/>
                        </a:rPr>
                        <m:t>(</m:t>
                      </m:r>
                      <m:r>
                        <m:rPr>
                          <m:nor/>
                        </m:rPr>
                        <a:rPr lang="en-US" altLang="zh-CN" b="1" i="0" dirty="0" smtClean="0">
                          <a:latin typeface="Cambria Math" panose="02040503050406030204" pitchFamily="18" charset="0"/>
                        </a:rPr>
                        <m:t>0</m:t>
                      </m:r>
                      <m:r>
                        <m:rPr>
                          <m:nor/>
                        </m:rPr>
                        <a:rPr lang="en-US" altLang="zh-CN" b="1" i="0" dirty="0" smtClean="0">
                          <a:latin typeface="Cambria Math" panose="02040503050406030204" pitchFamily="18" charset="0"/>
                        </a:rPr>
                        <m:t>)</m:t>
                      </m:r>
                    </m:oMath>
                  </m:oMathPara>
                </a14:m>
                <a:endParaRPr lang="en-US" altLang="zh-CN" dirty="0"/>
              </a:p>
            </p:txBody>
          </p:sp>
        </mc:Choice>
        <mc:Fallback>
          <p:sp>
            <p:nvSpPr>
              <p:cNvPr id="5" name="矩形 4"/>
              <p:cNvSpPr>
                <a:spLocks noRot="1" noChangeAspect="1" noMove="1" noResize="1" noEditPoints="1" noAdjustHandles="1" noChangeArrowheads="1" noChangeShapeType="1" noTextEdit="1"/>
              </p:cNvSpPr>
              <p:nvPr/>
            </p:nvSpPr>
            <p:spPr>
              <a:xfrm>
                <a:off x="780041" y="1254913"/>
                <a:ext cx="5277754" cy="1021946"/>
              </a:xfrm>
              <a:prstGeom prst="rect">
                <a:avLst/>
              </a:prstGeom>
              <a:blipFill rotWithShape="1">
                <a:blip r:embed="rId2"/>
                <a:stretch>
                  <a:fillRect l="-5" t="-15" r="10"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359671" y="2390027"/>
                <a:ext cx="7237751" cy="1514004"/>
              </a:xfrm>
              <a:prstGeom prst="rect">
                <a:avLst/>
              </a:prstGeom>
              <a:solidFill>
                <a:srgbClr val="FFFF00"/>
              </a:solidFill>
            </p:spPr>
            <p:txBody>
              <a:bodyPr wrap="none">
                <a:spAutoFit/>
              </a:bodyPr>
              <a:lstStyle/>
              <a:p>
                <a:r>
                  <a:rPr lang="zh-CN" altLang="en-US" dirty="0"/>
                  <a:t>所以</a:t>
                </a:r>
                <a14:m>
                  <m:oMath xmlns:m="http://schemas.openxmlformats.org/officeDocument/2006/math">
                    <m:r>
                      <m:rPr>
                        <m:nor/>
                      </m:rPr>
                      <a:rPr lang="el-GR" altLang="zh-CN" b="1" dirty="0">
                        <a:latin typeface="Cambria Math" panose="02040503050406030204" pitchFamily="18" charset="0"/>
                      </a:rPr>
                      <m:t>δ</m:t>
                    </m:r>
                    <m:r>
                      <a:rPr lang="zh-CN" altLang="en-US" b="1" i="1" dirty="0">
                        <a:latin typeface="Cambria Math" panose="02040503050406030204" pitchFamily="18" charset="0"/>
                      </a:rPr>
                      <m:t>‘</m:t>
                    </m:r>
                    <m:r>
                      <m:rPr>
                        <m:nor/>
                      </m:rPr>
                      <a:rPr lang="en-US" altLang="zh-CN" b="1" dirty="0">
                        <a:latin typeface="Cambria Math" panose="02040503050406030204" pitchFamily="18" charset="0"/>
                      </a:rPr>
                      <m:t>(</m:t>
                    </m:r>
                    <m:r>
                      <m:rPr>
                        <m:nor/>
                      </m:rPr>
                      <a:rPr lang="en-US" altLang="zh-CN" b="1" dirty="0">
                        <a:latin typeface="Cambria Math" panose="02040503050406030204" pitchFamily="18" charset="0"/>
                      </a:rPr>
                      <m:t>t</m:t>
                    </m:r>
                    <m:r>
                      <m:rPr>
                        <m:nor/>
                      </m:rPr>
                      <a:rPr lang="en-US" altLang="zh-CN" b="1" dirty="0">
                        <a:latin typeface="Cambria Math" panose="02040503050406030204" pitchFamily="18" charset="0"/>
                      </a:rPr>
                      <m:t>)</m:t>
                    </m:r>
                  </m:oMath>
                </a14:m>
                <a:r>
                  <a:rPr lang="zh-CN" altLang="en-US" b="1" dirty="0">
                    <a:solidFill>
                      <a:srgbClr val="000000"/>
                    </a:solidFill>
                  </a:rPr>
                  <a:t> </a:t>
                </a:r>
                <a14:m>
                  <m:oMath xmlns:m="http://schemas.openxmlformats.org/officeDocument/2006/math">
                    <m:r>
                      <a:rPr lang="zh-CN" altLang="en-US" b="1"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m:rPr>
                                <m:nor/>
                              </m:rPr>
                              <a:rPr lang="el-GR" altLang="zh-CN" b="1" dirty="0">
                                <a:latin typeface="Cambria Math" panose="02040503050406030204" pitchFamily="18" charset="0"/>
                              </a:rPr>
                              <m:t>δ</m:t>
                            </m:r>
                            <m:r>
                              <a:rPr lang="zh-CN" altLang="en-US" b="1" i="1" dirty="0">
                                <a:latin typeface="Cambria Math" panose="02040503050406030204" pitchFamily="18" charset="0"/>
                              </a:rPr>
                              <m:t>‘</m:t>
                            </m:r>
                            <m:r>
                              <m:rPr>
                                <m:nor/>
                              </m:rPr>
                              <a:rPr lang="en-US" altLang="zh-CN" b="1" dirty="0">
                                <a:latin typeface="Cambria Math" panose="02040503050406030204" pitchFamily="18" charset="0"/>
                              </a:rPr>
                              <m:t>(</m:t>
                            </m:r>
                            <m:r>
                              <m:rPr>
                                <m:nor/>
                              </m:rPr>
                              <a:rPr lang="en-US" altLang="zh-CN" b="1" dirty="0">
                                <a:latin typeface="Cambria Math" panose="02040503050406030204" pitchFamily="18" charset="0"/>
                              </a:rPr>
                              <m:t>t</m:t>
                            </m:r>
                            <m:r>
                              <m:rPr>
                                <m:nor/>
                              </m:rPr>
                              <a:rPr lang="en-US" altLang="zh-CN" b="1" dirty="0">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e>
                        </m:nary>
                      </m:e>
                    </m:func>
                    <m:r>
                      <m:rPr>
                        <m:nor/>
                      </m:rPr>
                      <a:rPr lang="en-US" altLang="zh-CN" b="1" dirty="0">
                        <a:latin typeface="Cambria Math" panose="02040503050406030204" pitchFamily="18" charset="0"/>
                      </a:rPr>
                      <m:t>dt</m:t>
                    </m:r>
                  </m:oMath>
                </a14:m>
                <a:endParaRPr lang="en-US" altLang="zh-CN" b="1" dirty="0"/>
              </a:p>
              <a:p>
                <a:r>
                  <a:rPr lang="zh-CN" altLang="en-US" dirty="0"/>
                  <a:t>              </a:t>
                </a:r>
                <a:r>
                  <a:rPr lang="en-US" altLang="zh-CN" dirty="0"/>
                  <a:t>=-[</a:t>
                </a:r>
                <a14:m>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en-US" altLang="zh-CN"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oMath>
                </a14:m>
                <a:r>
                  <a:rPr lang="en-US" altLang="zh-CN" dirty="0"/>
                  <a:t>]’|</a:t>
                </a:r>
                <a:r>
                  <a:rPr lang="en-US" altLang="zh-CN" baseline="-25000" dirty="0"/>
                  <a:t>t=0</a:t>
                </a:r>
                <a:endParaRPr lang="en-US" altLang="zh-CN" baseline="-25000" dirty="0"/>
              </a:p>
              <a:p>
                <a:r>
                  <a:rPr lang="en-US" altLang="zh-CN" baseline="-25000" dirty="0"/>
                  <a:t>                     </a:t>
                </a:r>
                <a:r>
                  <a:rPr lang="en-US" altLang="zh-CN" dirty="0"/>
                  <a:t>=</a:t>
                </a:r>
                <a14:m>
                  <m:oMath xmlns:m="http://schemas.openxmlformats.org/officeDocument/2006/math">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oMath>
                </a14:m>
                <a:r>
                  <a:rPr lang="zh-CN" altLang="en-US" dirty="0"/>
                  <a:t>                </a:t>
                </a:r>
                <a:r>
                  <a:rPr lang="zh-CN" altLang="en-US" dirty="0">
                    <a:solidFill>
                      <a:srgbClr val="FF0000"/>
                    </a:solidFill>
                  </a:rPr>
                  <a:t>奇虚谱</a:t>
                </a:r>
                <a:endParaRPr lang="zh-CN" altLang="en-US" dirty="0">
                  <a:solidFill>
                    <a:srgbClr val="FF0000"/>
                  </a:solidFill>
                </a:endParaRPr>
              </a:p>
            </p:txBody>
          </p:sp>
        </mc:Choice>
        <mc:Fallback>
          <p:sp>
            <p:nvSpPr>
              <p:cNvPr id="6" name="矩形 5"/>
              <p:cNvSpPr>
                <a:spLocks noRot="1" noChangeAspect="1" noMove="1" noResize="1" noEditPoints="1" noAdjustHandles="1" noChangeArrowheads="1" noChangeShapeType="1" noTextEdit="1"/>
              </p:cNvSpPr>
              <p:nvPr/>
            </p:nvSpPr>
            <p:spPr>
              <a:xfrm>
                <a:off x="1359671" y="2390027"/>
                <a:ext cx="7237751" cy="1514004"/>
              </a:xfrm>
              <a:prstGeom prst="rect">
                <a:avLst/>
              </a:prstGeom>
              <a:blipFill rotWithShape="1">
                <a:blip r:embed="rId3"/>
                <a:stretch>
                  <a:fillRect l="-2" t="-34" r="2"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Object 5"/>
              <p:cNvSpPr txBox="1"/>
              <p:nvPr/>
            </p:nvSpPr>
            <p:spPr bwMode="auto">
              <a:xfrm>
                <a:off x="709612" y="4042059"/>
                <a:ext cx="6963257" cy="593725"/>
              </a:xfrm>
              <a:prstGeom prst="rect">
                <a:avLst/>
              </a:prstGeom>
              <a:solidFill>
                <a:schemeClr val="bg1"/>
              </a:solidFill>
              <a:ln>
                <a:noFill/>
              </a:ln>
              <a:effectLst/>
            </p:spPr>
            <p:txBody>
              <a:bodyPr>
                <a:normAutofit fontScale="92500"/>
              </a:bodyPr>
              <a:lstStyle/>
              <a:p>
                <a14:m>
                  <m:oMath xmlns:m="http://schemas.openxmlformats.org/officeDocument/2006/math">
                    <m:r>
                      <a:rPr lang="zh-CN" altLang="en-US" b="1" i="1">
                        <a:solidFill>
                          <a:srgbClr val="000000"/>
                        </a:solidFill>
                        <a:latin typeface="Cambria Math" panose="02040503050406030204" pitchFamily="18" charset="0"/>
                      </a:rPr>
                      <m:t>例</m:t>
                    </m:r>
                    <m:r>
                      <a:rPr lang="en-US" altLang="zh-CN" b="1" i="1">
                        <a:solidFill>
                          <a:srgbClr val="000000"/>
                        </a:solidFill>
                        <a:latin typeface="Cambria Math" panose="02040503050406030204" pitchFamily="18" charset="0"/>
                      </a:rPr>
                      <m:t>9</m:t>
                    </m:r>
                    <m:r>
                      <a:rPr lang="zh-CN" altLang="en-US" b="1" i="1">
                        <a:solidFill>
                          <a:srgbClr val="000000"/>
                        </a:solidFill>
                        <a:latin typeface="Cambria Math" panose="02040503050406030204" pitchFamily="18" charset="0"/>
                      </a:rPr>
                      <m:t>：单边单位斜边函数</m:t>
                    </m:r>
                    <m:r>
                      <m:rPr>
                        <m:sty m:val="p"/>
                      </m:rPr>
                      <a:rPr lang="en-US" altLang="zh-CN" b="1" i="1">
                        <a:solidFill>
                          <a:srgbClr val="000000"/>
                        </a:solidFill>
                        <a:latin typeface="Cambria Math" panose="02040503050406030204" pitchFamily="18" charset="0"/>
                      </a:rPr>
                      <m:t>R</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𝒕</m:t>
                    </m:r>
                    <m:r>
                      <a:rPr lang="zh-CN" altLang="en-US" b="1" i="1">
                        <a:solidFill>
                          <a:srgbClr val="000000"/>
                        </a:solidFill>
                        <a:latin typeface="Cambria Math" panose="02040503050406030204" pitchFamily="18" charset="0"/>
                      </a:rPr>
                      <m:t>)=</m:t>
                    </m:r>
                    <m:r>
                      <m:rPr>
                        <m:sty m:val="p"/>
                      </m:rPr>
                      <a:rPr lang="en-US" altLang="zh-CN" b="1" i="1">
                        <a:solidFill>
                          <a:srgbClr val="000000"/>
                        </a:solidFill>
                        <a:latin typeface="Cambria Math" panose="02040503050406030204" pitchFamily="18" charset="0"/>
                      </a:rPr>
                      <m:t>t</m:t>
                    </m:r>
                    <m:r>
                      <m:rPr>
                        <m:nor/>
                      </m:rPr>
                      <a:rPr lang="el-GR" altLang="zh-CN" b="1" kern="0" dirty="0">
                        <a:latin typeface="+mj-ea"/>
                      </a:rPr>
                      <m:t>ε</m:t>
                    </m:r>
                    <m:r>
                      <m:rPr>
                        <m:nor/>
                      </m:rPr>
                      <a:rPr lang="en-US" altLang="zh-CN" b="1" kern="0" dirty="0">
                        <a:latin typeface="+mj-ea"/>
                      </a:rPr>
                      <m:t>(</m:t>
                    </m:r>
                    <m:r>
                      <m:rPr>
                        <m:nor/>
                      </m:rPr>
                      <a:rPr lang="en-US" altLang="zh-CN" b="1" kern="0" dirty="0">
                        <a:latin typeface="+mj-ea"/>
                      </a:rPr>
                      <m:t>t</m:t>
                    </m:r>
                    <m:r>
                      <a:rPr lang="zh-CN" altLang="en-US" b="1" i="1" kern="0" dirty="0">
                        <a:latin typeface="Cambria Math" panose="02040503050406030204" pitchFamily="18" charset="0"/>
                      </a:rPr>
                      <m:t>）</m:t>
                    </m:r>
                    <m:r>
                      <a:rPr lang="zh-CN" altLang="en-US" b="1" i="1">
                        <a:solidFill>
                          <a:srgbClr val="000000"/>
                        </a:solidFill>
                        <a:latin typeface="Cambria Math" panose="02040503050406030204" pitchFamily="18" charset="0"/>
                      </a:rPr>
                      <m:t>的频谱</m:t>
                    </m:r>
                  </m:oMath>
                </a14:m>
                <a:r>
                  <a:rPr lang="zh-CN" altLang="en-US" b="1" dirty="0"/>
                  <a:t> </a:t>
                </a:r>
                <a:endParaRPr lang="zh-CN" altLang="en-US" b="1" dirty="0"/>
              </a:p>
            </p:txBody>
          </p:sp>
        </mc:Choice>
        <mc:Fallback>
          <p:sp>
            <p:nvSpPr>
              <p:cNvPr id="7" name="Object 5"/>
              <p:cNvSpPr txBox="1">
                <a:spLocks noRot="1" noChangeAspect="1" noMove="1" noResize="1" noEditPoints="1" noAdjustHandles="1" noChangeArrowheads="1" noChangeShapeType="1" noTextEdit="1"/>
              </p:cNvSpPr>
              <p:nvPr/>
            </p:nvSpPr>
            <p:spPr bwMode="auto">
              <a:xfrm>
                <a:off x="709612" y="4042059"/>
                <a:ext cx="6963257" cy="593725"/>
              </a:xfrm>
              <a:prstGeom prst="rect">
                <a:avLst/>
              </a:prstGeom>
              <a:blipFill rotWithShape="1">
                <a:blip r:embed="rId4"/>
                <a:stretch>
                  <a:fillRect l="-5" t="-48" r="2" b="4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780041" y="4663392"/>
                <a:ext cx="5277754" cy="523220"/>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解</m:t>
                      </m:r>
                      <m:r>
                        <a:rPr lang="zh-CN" altLang="en-US" i="1">
                          <a:solidFill>
                            <a:srgbClr val="000000"/>
                          </a:solidFill>
                          <a:latin typeface="Cambria Math" panose="02040503050406030204" pitchFamily="18" charset="0"/>
                        </a:rPr>
                        <m:t>：因为</m:t>
                      </m:r>
                      <m:r>
                        <m:rPr>
                          <m:sty m:val="p"/>
                        </m:rPr>
                        <a:rPr lang="en-US" altLang="zh-CN" i="1">
                          <a:solidFill>
                            <a:srgbClr val="000000"/>
                          </a:solidFill>
                          <a:latin typeface="Cambria Math" panose="02040503050406030204" pitchFamily="18" charset="0"/>
                        </a:rPr>
                        <m:t>R</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）不是绝对可积，所以不能直接求解</m:t>
                      </m:r>
                    </m:oMath>
                  </m:oMathPara>
                </a14:m>
                <a:endParaRPr lang="en-US" altLang="zh-CN" dirty="0"/>
              </a:p>
            </p:txBody>
          </p:sp>
        </mc:Choice>
        <mc:Fallback>
          <p:sp>
            <p:nvSpPr>
              <p:cNvPr id="8" name="矩形 7"/>
              <p:cNvSpPr>
                <a:spLocks noRot="1" noChangeAspect="1" noMove="1" noResize="1" noEditPoints="1" noAdjustHandles="1" noChangeArrowheads="1" noChangeShapeType="1" noTextEdit="1"/>
              </p:cNvSpPr>
              <p:nvPr/>
            </p:nvSpPr>
            <p:spPr>
              <a:xfrm>
                <a:off x="780041" y="4663392"/>
                <a:ext cx="5277754" cy="523220"/>
              </a:xfrm>
              <a:prstGeom prst="rect">
                <a:avLst/>
              </a:prstGeom>
              <a:blipFill rotWithShape="1">
                <a:blip r:embed="rId5"/>
                <a:stretch>
                  <a:fillRect l="-5" t="-112" r="-49681" b="1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647701" y="5214220"/>
                <a:ext cx="8175170" cy="1654299"/>
              </a:xfrm>
              <a:prstGeom prst="rect">
                <a:avLst/>
              </a:prstGeom>
              <a:solidFill>
                <a:srgbClr val="FFFF00"/>
              </a:solidFill>
            </p:spPr>
            <p:txBody>
              <a:bodyPr wrap="square">
                <a:spAutoFit/>
              </a:bodyPr>
              <a:lstStyle/>
              <a:p>
                <a14:m>
                  <m:oMath xmlns:m="http://schemas.openxmlformats.org/officeDocument/2006/math">
                    <m:r>
                      <m:rPr>
                        <m:nor/>
                      </m:rPr>
                      <a:rPr lang="en-US" altLang="zh-CN" sz="2400" b="1" dirty="0" smtClean="0">
                        <a:latin typeface="Cambria Math" panose="02040503050406030204" pitchFamily="18" charset="0"/>
                      </a:rPr>
                      <m:t>R</m:t>
                    </m:r>
                    <m:r>
                      <m:rPr>
                        <m:nor/>
                      </m:rPr>
                      <a:rPr lang="en-US" altLang="zh-CN" sz="2400" b="1" dirty="0" smtClean="0">
                        <a:latin typeface="Cambria Math" panose="02040503050406030204" pitchFamily="18" charset="0"/>
                      </a:rPr>
                      <m:t>(</m:t>
                    </m:r>
                    <m:r>
                      <m:rPr>
                        <m:nor/>
                      </m:rPr>
                      <a:rPr lang="en-US" altLang="zh-CN" sz="2400" b="1" dirty="0" smtClean="0">
                        <a:latin typeface="Cambria Math" panose="02040503050406030204" pitchFamily="18" charset="0"/>
                      </a:rPr>
                      <m:t>t</m:t>
                    </m:r>
                    <m:r>
                      <m:rPr>
                        <m:nor/>
                      </m:rPr>
                      <a:rPr lang="en-US" altLang="zh-CN" sz="2400" b="1" dirty="0" smtClean="0">
                        <a:latin typeface="Cambria Math" panose="02040503050406030204" pitchFamily="18" charset="0"/>
                      </a:rPr>
                      <m:t>)</m:t>
                    </m:r>
                  </m:oMath>
                </a14:m>
                <a:r>
                  <a:rPr lang="zh-CN" altLang="en-US" sz="2400" b="1" dirty="0">
                    <a:solidFill>
                      <a:srgbClr val="000000"/>
                    </a:solidFill>
                  </a:rPr>
                  <a:t> </a:t>
                </a:r>
                <a14:m>
                  <m:oMath xmlns:m="http://schemas.openxmlformats.org/officeDocument/2006/math">
                    <m:r>
                      <a:rPr lang="zh-CN" altLang="en-US" sz="2400" b="1"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e>
                        <m:nary>
                          <m:naryPr>
                            <m:ctrlPr>
                              <a:rPr lang="zh-CN" altLang="en-US" sz="2400" i="1">
                                <a:solidFill>
                                  <a:srgbClr val="000000"/>
                                </a:solidFill>
                                <a:latin typeface="Cambria Math" panose="02040503050406030204" pitchFamily="18" charset="0"/>
                              </a:rPr>
                            </m:ctrlPr>
                          </m:naryPr>
                          <m:sub>
                            <m:r>
                              <a:rPr lang="en-US" altLang="zh-CN" sz="2400" i="1">
                                <a:solidFill>
                                  <a:srgbClr val="000000"/>
                                </a:solidFill>
                                <a:latin typeface="Cambria Math" panose="02040503050406030204" pitchFamily="18" charset="0"/>
                              </a:rPr>
                              <m:t>0</m:t>
                            </m:r>
                          </m:sub>
                          <m:sup>
                            <m:r>
                              <a:rPr lang="zh-CN" altLang="en-US" sz="2400" i="1">
                                <a:solidFill>
                                  <a:srgbClr val="000000"/>
                                </a:solidFill>
                                <a:latin typeface="Cambria Math" panose="02040503050406030204" pitchFamily="18" charset="0"/>
                              </a:rPr>
                              <m:t>∞</m:t>
                            </m:r>
                          </m:sup>
                          <m:e>
                            <m:r>
                              <m:rPr>
                                <m:sty m:val="p"/>
                              </m:rPr>
                              <a:rPr lang="en-US" altLang="zh-CN" sz="2400" b="1" i="1" dirty="0" smtClean="0">
                                <a:solidFill>
                                  <a:srgbClr val="000000"/>
                                </a:solidFill>
                                <a:latin typeface="Cambria Math" panose="02040503050406030204" pitchFamily="18" charset="0"/>
                              </a:rPr>
                              <m:t>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𝑒</m:t>
                                </m:r>
                              </m:e>
                              <m:sup>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𝜔</m:t>
                                </m:r>
                                <m:r>
                                  <a:rPr lang="zh-CN" altLang="en-US" sz="2400" i="1">
                                    <a:solidFill>
                                      <a:srgbClr val="000000"/>
                                    </a:solidFill>
                                    <a:latin typeface="Cambria Math" panose="02040503050406030204" pitchFamily="18" charset="0"/>
                                  </a:rPr>
                                  <m:t>𝑡</m:t>
                                </m:r>
                              </m:sup>
                            </m:sSup>
                          </m:e>
                        </m:nary>
                      </m:e>
                    </m:func>
                    <m:r>
                      <m:rPr>
                        <m:nor/>
                      </m:rPr>
                      <a:rPr lang="en-US" altLang="zh-CN" sz="2400" b="1" dirty="0">
                        <a:latin typeface="Cambria Math" panose="02040503050406030204" pitchFamily="18" charset="0"/>
                      </a:rPr>
                      <m:t>dt</m:t>
                    </m:r>
                  </m:oMath>
                </a14:m>
                <a:r>
                  <a:rPr lang="en-US" altLang="zh-CN" sz="2400" b="1" dirty="0"/>
                  <a:t>=j</a:t>
                </a:r>
                <a14:m>
                  <m:oMath xmlns:m="http://schemas.openxmlformats.org/officeDocument/2006/math">
                    <m:nary>
                      <m:naryPr>
                        <m:ctrlPr>
                          <a:rPr lang="zh-CN" altLang="en-US" sz="2000" i="1">
                            <a:solidFill>
                              <a:srgbClr val="000000"/>
                            </a:solidFill>
                            <a:latin typeface="Cambria Math" panose="02040503050406030204" pitchFamily="18" charset="0"/>
                          </a:rPr>
                        </m:ctrlPr>
                      </m:naryPr>
                      <m:sub>
                        <m:r>
                          <a:rPr lang="en-US" altLang="zh-CN" sz="2000" i="1">
                            <a:solidFill>
                              <a:srgbClr val="000000"/>
                            </a:solidFill>
                            <a:latin typeface="Cambria Math" panose="02040503050406030204" pitchFamily="18" charset="0"/>
                          </a:rPr>
                          <m:t>0</m:t>
                        </m:r>
                      </m:sub>
                      <m:sup>
                        <m:r>
                          <a:rPr lang="zh-CN" altLang="en-US" sz="2000" i="1">
                            <a:solidFill>
                              <a:srgbClr val="000000"/>
                            </a:solidFill>
                            <a:latin typeface="Cambria Math" panose="02040503050406030204" pitchFamily="18" charset="0"/>
                          </a:rPr>
                          <m:t>∞</m:t>
                        </m:r>
                      </m:sup>
                      <m:e>
                        <m:f>
                          <m:fPr>
                            <m:ctrlPr>
                              <a:rPr lang="zh-CN" altLang="en-US" sz="2000" i="1">
                                <a:solidFill>
                                  <a:srgbClr val="000000"/>
                                </a:solidFill>
                                <a:latin typeface="Cambria Math" panose="02040503050406030204" pitchFamily="18" charset="0"/>
                              </a:rPr>
                            </m:ctrlPr>
                          </m:fPr>
                          <m:num>
                            <m:r>
                              <m:rPr>
                                <m:sty m:val="p"/>
                              </m:rPr>
                              <a:rPr lang="en-US" altLang="zh-CN" sz="2000" i="1" smtClean="0">
                                <a:solidFill>
                                  <a:srgbClr val="000000"/>
                                </a:solidFill>
                                <a:latin typeface="Cambria Math" panose="02040503050406030204" pitchFamily="18" charset="0"/>
                              </a:rPr>
                              <m:t>d</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𝜔</m:t>
                                </m:r>
                                <m:r>
                                  <a:rPr lang="zh-CN" altLang="en-US" sz="2000" i="1">
                                    <a:solidFill>
                                      <a:srgbClr val="000000"/>
                                    </a:solidFill>
                                    <a:latin typeface="Cambria Math" panose="02040503050406030204" pitchFamily="18" charset="0"/>
                                  </a:rPr>
                                  <m:t>𝑡</m:t>
                                </m:r>
                              </m:sup>
                            </m:sSup>
                          </m:num>
                          <m:den>
                            <m:r>
                              <m:rPr>
                                <m:sty m:val="p"/>
                              </m:rPr>
                              <a:rPr lang="en-US" altLang="zh-CN" sz="2000" i="1">
                                <a:solidFill>
                                  <a:srgbClr val="000000"/>
                                </a:solidFill>
                                <a:latin typeface="Cambria Math" panose="02040503050406030204" pitchFamily="18" charset="0"/>
                              </a:rPr>
                              <m:t>d</m:t>
                            </m:r>
                            <m:r>
                              <a:rPr lang="zh-CN" altLang="en-US" sz="2000" i="1">
                                <a:solidFill>
                                  <a:srgbClr val="000000"/>
                                </a:solidFill>
                                <a:latin typeface="Cambria Math" panose="02040503050406030204" pitchFamily="18" charset="0"/>
                              </a:rPr>
                              <m:t>𝜔</m:t>
                            </m:r>
                          </m:den>
                        </m:f>
                        <m:r>
                          <a:rPr lang="en-US" altLang="zh-CN" sz="2000" b="0" i="1" smtClean="0">
                            <a:solidFill>
                              <a:srgbClr val="000000"/>
                            </a:solidFill>
                            <a:latin typeface="Cambria Math" panose="02040503050406030204" pitchFamily="18" charset="0"/>
                          </a:rPr>
                          <m:t>𝑑𝑡</m:t>
                        </m:r>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𝑗</m:t>
                        </m:r>
                        <m:sSup>
                          <m:sSupPr>
                            <m:ctrlPr>
                              <a:rPr lang="zh-CN" altLang="en-US" sz="2000" i="1" smtClean="0">
                                <a:solidFill>
                                  <a:srgbClr val="000000"/>
                                </a:solidFill>
                                <a:latin typeface="Cambria Math" panose="02040503050406030204" pitchFamily="18" charset="0"/>
                              </a:rPr>
                            </m:ctrlPr>
                          </m:sSupPr>
                          <m:e>
                            <m:f>
                              <m:fPr>
                                <m:ctrlPr>
                                  <a:rPr lang="zh-CN" altLang="en-US" sz="2000" i="1">
                                    <a:solidFill>
                                      <a:srgbClr val="000000"/>
                                    </a:solidFill>
                                    <a:latin typeface="Cambria Math" panose="02040503050406030204" pitchFamily="18" charset="0"/>
                                  </a:rPr>
                                </m:ctrlPr>
                              </m:fPr>
                              <m:num>
                                <m:r>
                                  <m:rPr>
                                    <m:sty m:val="p"/>
                                  </m:rPr>
                                  <a:rPr lang="en-US" altLang="zh-CN" sz="2000" i="1">
                                    <a:solidFill>
                                      <a:srgbClr val="000000"/>
                                    </a:solidFill>
                                    <a:latin typeface="Cambria Math" panose="02040503050406030204" pitchFamily="18" charset="0"/>
                                  </a:rPr>
                                  <m:t>d</m:t>
                                </m:r>
                              </m:num>
                              <m:den>
                                <m:r>
                                  <m:rPr>
                                    <m:sty m:val="p"/>
                                  </m:rPr>
                                  <a:rPr lang="en-US" altLang="zh-CN" sz="2000" i="1">
                                    <a:solidFill>
                                      <a:srgbClr val="000000"/>
                                    </a:solidFill>
                                    <a:latin typeface="Cambria Math" panose="02040503050406030204" pitchFamily="18" charset="0"/>
                                  </a:rPr>
                                  <m:t>d</m:t>
                                </m:r>
                                <m:r>
                                  <a:rPr lang="zh-CN" altLang="en-US" sz="2000" i="1">
                                    <a:solidFill>
                                      <a:srgbClr val="000000"/>
                                    </a:solidFill>
                                    <a:latin typeface="Cambria Math" panose="02040503050406030204" pitchFamily="18" charset="0"/>
                                  </a:rPr>
                                  <m:t>𝜔</m:t>
                                </m:r>
                              </m:den>
                            </m:f>
                            <m:nary>
                              <m:naryPr>
                                <m:ctrlPr>
                                  <a:rPr lang="zh-CN" altLang="en-US" sz="2000" i="1">
                                    <a:solidFill>
                                      <a:srgbClr val="000000"/>
                                    </a:solidFill>
                                    <a:latin typeface="Cambria Math" panose="02040503050406030204" pitchFamily="18" charset="0"/>
                                  </a:rPr>
                                </m:ctrlPr>
                              </m:naryPr>
                              <m:sub>
                                <m:r>
                                  <a:rPr lang="en-US" altLang="zh-CN" sz="2000" i="1">
                                    <a:solidFill>
                                      <a:srgbClr val="000000"/>
                                    </a:solidFill>
                                    <a:latin typeface="Cambria Math" panose="02040503050406030204" pitchFamily="18" charset="0"/>
                                  </a:rPr>
                                  <m:t>0</m:t>
                                </m:r>
                              </m:sub>
                              <m:sup>
                                <m:r>
                                  <a:rPr lang="zh-CN" altLang="en-US" sz="2000" i="1">
                                    <a:solidFill>
                                      <a:srgbClr val="000000"/>
                                    </a:solidFill>
                                    <a:latin typeface="Cambria Math" panose="02040503050406030204" pitchFamily="18" charset="0"/>
                                  </a:rPr>
                                  <m:t>∞</m:t>
                                </m:r>
                              </m:sup>
                              <m:e>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r>
                                      <a:rPr lang="en-US" altLang="zh-CN" sz="2000" b="0" i="1" smtClean="0">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𝜔</m:t>
                                    </m:r>
                                    <m:r>
                                      <a:rPr lang="zh-CN" altLang="en-US" sz="2000" i="1">
                                        <a:solidFill>
                                          <a:srgbClr val="000000"/>
                                        </a:solidFill>
                                        <a:latin typeface="Cambria Math" panose="02040503050406030204" pitchFamily="18" charset="0"/>
                                      </a:rPr>
                                      <m:t>𝑡</m:t>
                                    </m:r>
                                  </m:sup>
                                </m:sSup>
                              </m:e>
                            </m:nary>
                            <m:r>
                              <m:rPr>
                                <m:sty m:val="p"/>
                              </m:rPr>
                              <a:rPr lang="en-US" altLang="zh-CN" sz="2000" i="1">
                                <a:solidFill>
                                  <a:srgbClr val="000000"/>
                                </a:solidFill>
                                <a:latin typeface="Cambria Math" panose="02040503050406030204" pitchFamily="18" charset="0"/>
                              </a:rPr>
                              <m:t>d</m:t>
                            </m:r>
                            <m:r>
                              <a:rPr lang="en-US" altLang="zh-CN" sz="2000" b="0" i="1" smtClean="0">
                                <a:solidFill>
                                  <a:srgbClr val="000000"/>
                                </a:solidFill>
                                <a:latin typeface="Cambria Math" panose="02040503050406030204" pitchFamily="18" charset="0"/>
                              </a:rPr>
                              <m:t>𝑡</m:t>
                            </m:r>
                          </m:e>
                          <m:sup/>
                        </m:sSup>
                      </m:e>
                    </m:nary>
                  </m:oMath>
                </a14:m>
                <a:endParaRPr lang="en-US" altLang="zh-CN" sz="2400" b="1" dirty="0"/>
              </a:p>
              <a:p>
                <a:r>
                  <a:rPr lang="zh-CN" altLang="en-US" sz="2400" dirty="0"/>
                  <a:t>      </a:t>
                </a:r>
                <a:r>
                  <a:rPr lang="en-US" altLang="zh-CN" sz="2400" dirty="0"/>
                  <a:t>=j</a:t>
                </a:r>
                <a:r>
                  <a:rPr lang="zh-CN" altLang="en-US" sz="2400" dirty="0">
                    <a:solidFill>
                      <a:srgbClr val="000000"/>
                    </a:solidFill>
                  </a:rPr>
                  <a:t> </a:t>
                </a:r>
                <a14:m>
                  <m:oMath xmlns:m="http://schemas.openxmlformats.org/officeDocument/2006/math">
                    <m:f>
                      <m:fPr>
                        <m:ctrlPr>
                          <a:rPr lang="zh-CN" altLang="en-US" sz="2400" i="1">
                            <a:solidFill>
                              <a:srgbClr val="000000"/>
                            </a:solidFill>
                            <a:latin typeface="Cambria Math" panose="02040503050406030204" pitchFamily="18" charset="0"/>
                          </a:rPr>
                        </m:ctrlPr>
                      </m:fPr>
                      <m:num>
                        <m:r>
                          <m:rPr>
                            <m:sty m:val="p"/>
                          </m:rPr>
                          <a:rPr lang="en-US" altLang="zh-CN" sz="2400" i="1">
                            <a:solidFill>
                              <a:srgbClr val="000000"/>
                            </a:solidFill>
                            <a:latin typeface="Cambria Math" panose="02040503050406030204" pitchFamily="18" charset="0"/>
                          </a:rPr>
                          <m:t>d</m:t>
                        </m:r>
                      </m:num>
                      <m:den>
                        <m:r>
                          <m:rPr>
                            <m:sty m:val="p"/>
                          </m:rPr>
                          <a:rPr lang="en-US" altLang="zh-CN" sz="2400" i="1">
                            <a:solidFill>
                              <a:srgbClr val="000000"/>
                            </a:solidFill>
                            <a:latin typeface="Cambria Math" panose="02040503050406030204" pitchFamily="18" charset="0"/>
                          </a:rPr>
                          <m:t>d</m:t>
                        </m:r>
                        <m:r>
                          <a:rPr lang="zh-CN" altLang="en-US" sz="2400" i="1">
                            <a:solidFill>
                              <a:srgbClr val="000000"/>
                            </a:solidFill>
                            <a:latin typeface="Cambria Math" panose="02040503050406030204" pitchFamily="18" charset="0"/>
                          </a:rPr>
                          <m:t>𝜔</m:t>
                        </m:r>
                      </m:den>
                    </m:f>
                    <m:r>
                      <a:rPr lang="en-US" altLang="zh-CN" sz="2400" b="0" i="1" smtClean="0">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𝜋𝛿</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𝜔</m:t>
                        </m:r>
                      </m:e>
                    </m:d>
                  </m:oMath>
                </a14:m>
                <a:r>
                  <a:rPr lang="en-US" altLang="zh-CN" sz="2400" dirty="0"/>
                  <a:t>-j</a:t>
                </a:r>
                <a:r>
                  <a:rPr lang="zh-CN" altLang="en-US" sz="2400" dirty="0">
                    <a:solidFill>
                      <a:srgbClr val="000000"/>
                    </a:solidFill>
                  </a:rPr>
                  <a:t> </a:t>
                </a:r>
                <a14:m>
                  <m:oMath xmlns:m="http://schemas.openxmlformats.org/officeDocument/2006/math">
                    <m:f>
                      <m:fPr>
                        <m:ctrlPr>
                          <a:rPr lang="zh-CN" altLang="en-US"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𝜔</m:t>
                        </m:r>
                      </m:den>
                    </m:f>
                  </m:oMath>
                </a14:m>
                <a:r>
                  <a:rPr lang="en-US" altLang="zh-CN" sz="2400" dirty="0"/>
                  <a:t>]</a:t>
                </a:r>
                <a:endParaRPr lang="en-US" altLang="zh-CN" sz="2400" dirty="0"/>
              </a:p>
              <a:p>
                <a:r>
                  <a:rPr lang="en-US" altLang="zh-CN" sz="2400" dirty="0"/>
                  <a:t>      =j</a:t>
                </a:r>
                <a14:m>
                  <m:oMath xmlns:m="http://schemas.openxmlformats.org/officeDocument/2006/math">
                    <m:r>
                      <a:rPr lang="zh-CN" altLang="en-US" sz="2400" i="1">
                        <a:solidFill>
                          <a:srgbClr val="000000"/>
                        </a:solidFill>
                        <a:latin typeface="Cambria Math" panose="02040503050406030204" pitchFamily="18" charset="0"/>
                      </a:rPr>
                      <m:t>𝜋𝛿</m:t>
                    </m:r>
                    <m:r>
                      <a:rPr lang="en-US" altLang="zh-CN" sz="2400" b="0" i="1" smtClean="0">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𝜔</m:t>
                        </m:r>
                      </m:e>
                    </m:d>
                  </m:oMath>
                </a14:m>
                <a:r>
                  <a:rPr lang="en-US" altLang="zh-CN" sz="2400" dirty="0"/>
                  <a:t>-</a:t>
                </a:r>
                <a:r>
                  <a:rPr lang="zh-CN" altLang="en-US" sz="2400" dirty="0">
                    <a:solidFill>
                      <a:srgbClr val="000000"/>
                    </a:solidFill>
                  </a:rPr>
                  <a:t> </a:t>
                </a:r>
                <a14:m>
                  <m:oMath xmlns:m="http://schemas.openxmlformats.org/officeDocument/2006/math">
                    <m:f>
                      <m:fPr>
                        <m:ctrlPr>
                          <a:rPr lang="zh-CN" altLang="en-US" sz="2400" i="1">
                            <a:solidFill>
                              <a:srgbClr val="000000"/>
                            </a:solidFill>
                            <a:latin typeface="Cambria Math" panose="02040503050406030204" pitchFamily="18" charset="0"/>
                          </a:rPr>
                        </m:ctrlPr>
                      </m:fPr>
                      <m:num>
                        <m:r>
                          <a:rPr lang="en-US" altLang="zh-CN"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𝜔</m:t>
                        </m:r>
                      </m:den>
                    </m:f>
                  </m:oMath>
                </a14:m>
                <a:r>
                  <a:rPr lang="en-US" altLang="zh-CN" sz="2400" baseline="-25000" dirty="0"/>
                  <a:t>2</a:t>
                </a:r>
                <a:endParaRPr lang="en-US" altLang="zh-CN" sz="2400" baseline="-25000" dirty="0"/>
              </a:p>
            </p:txBody>
          </p:sp>
        </mc:Choice>
        <mc:Fallback>
          <p:sp>
            <p:nvSpPr>
              <p:cNvPr id="9" name="矩形 8"/>
              <p:cNvSpPr>
                <a:spLocks noRot="1" noChangeAspect="1" noMove="1" noResize="1" noEditPoints="1" noAdjustHandles="1" noChangeArrowheads="1" noChangeShapeType="1" noTextEdit="1"/>
              </p:cNvSpPr>
              <p:nvPr/>
            </p:nvSpPr>
            <p:spPr>
              <a:xfrm>
                <a:off x="647701" y="5214220"/>
                <a:ext cx="8175170" cy="1654299"/>
              </a:xfrm>
              <a:prstGeom prst="rect">
                <a:avLst/>
              </a:prstGeom>
              <a:blipFill rotWithShape="1">
                <a:blip r:embed="rId6"/>
                <a:stretch>
                  <a:fillRect t="-14" r="2" b="22"/>
                </a:stretch>
              </a:blipFill>
            </p:spPr>
            <p:txBody>
              <a:bodyPr/>
              <a:lstStyle/>
              <a:p>
                <a:r>
                  <a:rPr lang="zh-CN" altLang="en-US">
                    <a:noFill/>
                  </a:rPr>
                  <a:t> </a:t>
                </a:r>
              </a:p>
            </p:txBody>
          </p:sp>
        </mc:Fallback>
      </mc:AlternateContent>
    </p:spTree>
    <p:custDataLst>
      <p:tags r:id="rId7"/>
    </p:custDataLst>
  </p:cSld>
  <p:clrMapOvr>
    <a:masterClrMapping/>
  </p:clrMapOvr>
  <p:transition spd="med" advTm="408414">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9"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46969F5-DA7E-44B7-8C6E-DB5E0FCBB12B}" type="datetime1">
              <a:rPr lang="zh-CN" altLang="en-US" smtClean="0"/>
            </a:fld>
            <a:endParaRPr lang="en-US" altLang="zh-CN" dirty="0"/>
          </a:p>
        </p:txBody>
      </p:sp>
      <mc:AlternateContent xmlns:mc="http://schemas.openxmlformats.org/markup-compatibility/2006">
        <mc:Choice xmlns:a14="http://schemas.microsoft.com/office/drawing/2010/main" Requires="a14">
          <p:sp>
            <p:nvSpPr>
              <p:cNvPr id="3" name="Object 5"/>
              <p:cNvSpPr txBox="1"/>
              <p:nvPr/>
            </p:nvSpPr>
            <p:spPr bwMode="auto">
              <a:xfrm>
                <a:off x="856440" y="735806"/>
                <a:ext cx="6963257" cy="593725"/>
              </a:xfrm>
              <a:prstGeom prst="rect">
                <a:avLst/>
              </a:prstGeom>
              <a:solidFill>
                <a:schemeClr val="bg1"/>
              </a:solidFill>
              <a:ln>
                <a:noFill/>
              </a:ln>
              <a:effectLst/>
            </p:spPr>
            <p:txBody>
              <a:bodyPr>
                <a:normAutofit/>
              </a:bodyPr>
              <a:lstStyle/>
              <a:p>
                <a14:m>
                  <m:oMath xmlns:m="http://schemas.openxmlformats.org/officeDocument/2006/math">
                    <m:r>
                      <a:rPr lang="zh-CN" altLang="en-US" b="1" i="1">
                        <a:solidFill>
                          <a:srgbClr val="000000"/>
                        </a:solidFill>
                        <a:latin typeface="Cambria Math" panose="02040503050406030204" pitchFamily="18" charset="0"/>
                      </a:rPr>
                      <m:t>例</m:t>
                    </m:r>
                    <m:r>
                      <a:rPr lang="en-US" altLang="zh-CN" b="1" i="1">
                        <a:solidFill>
                          <a:srgbClr val="000000"/>
                        </a:solidFill>
                        <a:latin typeface="Cambria Math" panose="02040503050406030204" pitchFamily="18" charset="0"/>
                      </a:rPr>
                      <m:t>10</m:t>
                    </m:r>
                    <m:r>
                      <a:rPr lang="zh-CN" altLang="en-US" b="1" i="1">
                        <a:solidFill>
                          <a:srgbClr val="000000"/>
                        </a:solidFill>
                        <a:latin typeface="Cambria Math" panose="02040503050406030204" pitchFamily="18" charset="0"/>
                      </a:rPr>
                      <m:t>：</m:t>
                    </m:r>
                    <m:r>
                      <m:rPr>
                        <m:nor/>
                      </m:rPr>
                      <a:rPr lang="el-GR" altLang="zh-CN" b="1" dirty="0">
                        <a:latin typeface="Cambria Math" panose="02040503050406030204" pitchFamily="18" charset="0"/>
                      </a:rPr>
                      <m:t>δ</m:t>
                    </m:r>
                    <m:r>
                      <a:rPr lang="en-US" altLang="zh-CN" b="1" i="1" dirty="0" smtClean="0">
                        <a:latin typeface="Cambria Math" panose="02040503050406030204" pitchFamily="18" charset="0"/>
                      </a:rPr>
                      <m:t> </m:t>
                    </m:r>
                    <m:r>
                      <m:rPr>
                        <m:nor/>
                      </m:rPr>
                      <a:rPr lang="en-US" altLang="zh-CN" b="1" dirty="0">
                        <a:latin typeface="Cambria Math" panose="02040503050406030204" pitchFamily="18" charset="0"/>
                      </a:rPr>
                      <m:t>(</m:t>
                    </m:r>
                    <m:r>
                      <m:rPr>
                        <m:nor/>
                      </m:rPr>
                      <a:rPr lang="en-US" altLang="zh-CN" b="1" dirty="0">
                        <a:latin typeface="Cambria Math" panose="02040503050406030204" pitchFamily="18" charset="0"/>
                      </a:rPr>
                      <m:t>t</m:t>
                    </m:r>
                    <m:r>
                      <m:rPr>
                        <m:nor/>
                      </m:rPr>
                      <a:rPr lang="en-US" altLang="zh-CN" b="1" dirty="0">
                        <a:latin typeface="Cambria Math" panose="02040503050406030204" pitchFamily="18" charset="0"/>
                      </a:rPr>
                      <m:t>)</m:t>
                    </m:r>
                    <m:r>
                      <a:rPr lang="zh-CN" altLang="en-US" b="1" i="1">
                        <a:solidFill>
                          <a:srgbClr val="000000"/>
                        </a:solidFill>
                        <a:latin typeface="Cambria Math" panose="02040503050406030204" pitchFamily="18" charset="0"/>
                      </a:rPr>
                      <m:t>的</m:t>
                    </m:r>
                    <m:r>
                      <m:rPr>
                        <m:sty m:val="p"/>
                      </m:rPr>
                      <a:rPr lang="en-US" altLang="zh-CN" b="1" i="1">
                        <a:solidFill>
                          <a:srgbClr val="000000"/>
                        </a:solidFill>
                        <a:latin typeface="Cambria Math" panose="02040503050406030204" pitchFamily="18" charset="0"/>
                      </a:rPr>
                      <m:t>n</m:t>
                    </m:r>
                    <m:r>
                      <a:rPr lang="zh-CN" altLang="en-US" b="1" i="1">
                        <a:solidFill>
                          <a:srgbClr val="000000"/>
                        </a:solidFill>
                        <a:latin typeface="Cambria Math" panose="02040503050406030204" pitchFamily="18" charset="0"/>
                      </a:rPr>
                      <m:t>次微分的频谱</m:t>
                    </m:r>
                  </m:oMath>
                </a14:m>
                <a:r>
                  <a:rPr lang="zh-CN" altLang="en-US" b="1" dirty="0"/>
                  <a:t> </a:t>
                </a:r>
                <a:endParaRPr lang="zh-CN" altLang="en-US" b="1" dirty="0"/>
              </a:p>
            </p:txBody>
          </p:sp>
        </mc:Choice>
        <mc:Fallback>
          <p:sp>
            <p:nvSpPr>
              <p:cNvPr id="3" name="Object 5"/>
              <p:cNvSpPr txBox="1">
                <a:spLocks noRot="1" noChangeAspect="1" noMove="1" noResize="1" noEditPoints="1" noAdjustHandles="1" noChangeArrowheads="1" noChangeShapeType="1" noTextEdit="1"/>
              </p:cNvSpPr>
              <p:nvPr/>
            </p:nvSpPr>
            <p:spPr bwMode="auto">
              <a:xfrm>
                <a:off x="856440" y="735806"/>
                <a:ext cx="6963257" cy="593725"/>
              </a:xfrm>
              <a:prstGeom prst="rect">
                <a:avLst/>
              </a:prstGeom>
              <a:blipFill rotWithShape="1">
                <a:blip r:embed="rId1"/>
                <a:stretch>
                  <a:fillRect l="-7" t="-80" r="4" b="80"/>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791969" y="1351303"/>
                <a:ext cx="8260591" cy="1154803"/>
              </a:xfrm>
              <a:prstGeom prst="rect">
                <a:avLst/>
              </a:prstGeom>
            </p:spPr>
            <p:txBody>
              <a:bodyPr wrap="square">
                <a:spAutoFit/>
              </a:bodyPr>
              <a:lstStyle/>
              <a:p>
                <a14:m>
                  <m:oMathPara xmlns:m="http://schemas.openxmlformats.org/officeDocument/2006/math">
                    <m:oMathParaPr>
                      <m:jc m:val="left"/>
                    </m:oMathParaPr>
                    <m:oMath xmlns:m="http://schemas.openxmlformats.org/officeDocument/2006/math">
                      <m:func>
                        <m:funcPr>
                          <m:ctrlPr>
                            <a:rPr lang="zh-CN" altLang="en-US" sz="3200" i="1" smtClean="0">
                              <a:solidFill>
                                <a:srgbClr val="000000"/>
                              </a:solidFill>
                              <a:latin typeface="Cambria Math" panose="02040503050406030204" pitchFamily="18" charset="0"/>
                            </a:rPr>
                          </m:ctrlPr>
                        </m:funcPr>
                        <m:fName>
                          <m:r>
                            <a:rPr lang="zh-CN" altLang="en-US" sz="3200" i="1">
                              <a:solidFill>
                                <a:srgbClr val="000000"/>
                              </a:solidFill>
                              <a:latin typeface="Cambria Math" panose="02040503050406030204" pitchFamily="18" charset="0"/>
                            </a:rPr>
                            <m:t>解</m:t>
                          </m:r>
                          <m:r>
                            <a:rPr lang="zh-CN" altLang="en-US" sz="3200" i="1" smtClean="0">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因为</m:t>
                          </m:r>
                        </m:fName>
                        <m:e>
                          <m:nary>
                            <m:naryPr>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m:t>
                              </m:r>
                            </m:sub>
                            <m:sup>
                              <m:r>
                                <a:rPr lang="zh-CN" altLang="en-US" sz="3200" i="1">
                                  <a:solidFill>
                                    <a:srgbClr val="000000"/>
                                  </a:solidFill>
                                  <a:latin typeface="Cambria Math" panose="02040503050406030204" pitchFamily="18" charset="0"/>
                                </a:rPr>
                                <m:t>∞</m:t>
                              </m:r>
                            </m:sup>
                            <m:e>
                              <m:r>
                                <a:rPr lang="en-US" altLang="zh-CN" sz="3200" i="1">
                                  <a:solidFill>
                                    <a:srgbClr val="000000"/>
                                  </a:solidFill>
                                  <a:latin typeface="Cambria Math" panose="02040503050406030204" pitchFamily="18" charset="0"/>
                                </a:rPr>
                                <m:t>𝑓</m:t>
                              </m:r>
                              <m:r>
                                <a:rPr lang="zh-CN" altLang="en-US" sz="3200" i="1" smtClean="0">
                                  <a:solidFill>
                                    <a:srgbClr val="000000"/>
                                  </a:solidFill>
                                  <a:latin typeface="Cambria Math" panose="02040503050406030204" pitchFamily="18" charset="0"/>
                                </a:rPr>
                                <m:t> </m:t>
                              </m:r>
                              <m:d>
                                <m:dPr>
                                  <m:ctrlPr>
                                    <a:rPr lang="zh-CN" altLang="en-US" sz="3200" i="1">
                                      <a:solidFill>
                                        <a:srgbClr val="000000"/>
                                      </a:solidFill>
                                      <a:latin typeface="Cambria Math" panose="02040503050406030204" pitchFamily="18" charset="0"/>
                                    </a:rPr>
                                  </m:ctrlPr>
                                </m:dPr>
                                <m:e>
                                  <m:r>
                                    <a:rPr lang="en-US" altLang="zh-CN" sz="3200" b="0" i="1" smtClean="0">
                                      <a:solidFill>
                                        <a:srgbClr val="000000"/>
                                      </a:solidFill>
                                      <a:latin typeface="Cambria Math" panose="02040503050406030204" pitchFamily="18" charset="0"/>
                                    </a:rPr>
                                    <m:t>𝑡</m:t>
                                  </m:r>
                                </m:e>
                              </m:d>
                            </m:e>
                          </m:nary>
                        </m:e>
                      </m:func>
                      <m:r>
                        <m:rPr>
                          <m:nor/>
                        </m:rPr>
                        <a:rPr lang="el-GR" altLang="zh-CN" sz="3200" b="1" dirty="0">
                          <a:latin typeface="Cambria Math" panose="02040503050406030204" pitchFamily="18" charset="0"/>
                        </a:rPr>
                        <m:t>δ</m:t>
                      </m:r>
                      <m:r>
                        <m:rPr>
                          <m:nor/>
                        </m:rPr>
                        <a:rPr lang="en-US" altLang="zh-CN" sz="3200" b="1" baseline="30000" dirty="0">
                          <a:latin typeface="Cambria Math" panose="02040503050406030204" pitchFamily="18" charset="0"/>
                        </a:rPr>
                        <m:t>(</m:t>
                      </m:r>
                      <m:r>
                        <m:rPr>
                          <m:nor/>
                        </m:rPr>
                        <a:rPr lang="en-US" altLang="zh-CN" sz="3200" b="1" baseline="30000" dirty="0">
                          <a:latin typeface="Cambria Math" panose="02040503050406030204" pitchFamily="18" charset="0"/>
                        </a:rPr>
                        <m:t>n</m:t>
                      </m:r>
                      <m:r>
                        <m:rPr>
                          <m:nor/>
                        </m:rPr>
                        <a:rPr lang="en-US" altLang="zh-CN" sz="3200" b="1" baseline="30000" dirty="0">
                          <a:latin typeface="Cambria Math" panose="02040503050406030204" pitchFamily="18" charset="0"/>
                        </a:rPr>
                        <m:t>) </m:t>
                      </m:r>
                      <m:r>
                        <a:rPr lang="en-US" altLang="zh-CN" sz="3200" b="1" i="1" dirty="0" smtClean="0">
                          <a:latin typeface="Cambria Math" panose="02040503050406030204" pitchFamily="18" charset="0"/>
                        </a:rPr>
                        <m:t>(</m:t>
                      </m:r>
                      <m:r>
                        <a:rPr lang="en-US" altLang="zh-CN" sz="3200" b="1" i="1" dirty="0" smtClean="0">
                          <a:latin typeface="Cambria Math" panose="02040503050406030204" pitchFamily="18" charset="0"/>
                        </a:rPr>
                        <m:t>𝒕</m:t>
                      </m:r>
                      <m:r>
                        <a:rPr lang="en-US" altLang="zh-CN" sz="3200" b="1" i="1" dirty="0" smtClean="0">
                          <a:latin typeface="Cambria Math" panose="02040503050406030204" pitchFamily="18" charset="0"/>
                        </a:rPr>
                        <m:t>)</m:t>
                      </m:r>
                      <m:r>
                        <m:rPr>
                          <m:nor/>
                        </m:rPr>
                        <a:rPr lang="en-US" altLang="zh-CN" sz="3200" b="1" i="0" dirty="0" smtClean="0">
                          <a:latin typeface="Cambria Math" panose="02040503050406030204" pitchFamily="18" charset="0"/>
                        </a:rPr>
                        <m:t>dt</m:t>
                      </m:r>
                      <m:r>
                        <m:rPr>
                          <m:nor/>
                        </m:rPr>
                        <a:rPr lang="en-US" altLang="zh-CN" sz="3200" b="1" i="0" dirty="0" smtClean="0">
                          <a:latin typeface="Cambria Math" panose="02040503050406030204" pitchFamily="18" charset="0"/>
                        </a:rPr>
                        <m:t>=(−</m:t>
                      </m:r>
                      <m:r>
                        <m:rPr>
                          <m:nor/>
                        </m:rPr>
                        <a:rPr lang="en-US" altLang="zh-CN" sz="3200" b="1" i="0" dirty="0" smtClean="0">
                          <a:latin typeface="Cambria Math" panose="02040503050406030204" pitchFamily="18" charset="0"/>
                        </a:rPr>
                        <m:t>1</m:t>
                      </m:r>
                      <m:r>
                        <m:rPr>
                          <m:nor/>
                        </m:rPr>
                        <a:rPr lang="en-US" altLang="zh-CN" sz="3200" b="1" i="0" dirty="0" smtClean="0">
                          <a:latin typeface="Cambria Math" panose="02040503050406030204" pitchFamily="18" charset="0"/>
                        </a:rPr>
                        <m:t>)(</m:t>
                      </m:r>
                      <m:r>
                        <m:rPr>
                          <m:nor/>
                        </m:rPr>
                        <a:rPr lang="en-US" altLang="zh-CN" sz="3200" b="1" i="0" baseline="30000" dirty="0" smtClean="0">
                          <a:latin typeface="Cambria Math" panose="02040503050406030204" pitchFamily="18" charset="0"/>
                        </a:rPr>
                        <m:t>n</m:t>
                      </m:r>
                      <m:r>
                        <m:rPr>
                          <m:nor/>
                        </m:rPr>
                        <a:rPr lang="en-US" altLang="zh-CN" sz="3200" b="1" i="0" baseline="30000" dirty="0" smtClean="0">
                          <a:latin typeface="Cambria Math" panose="02040503050406030204" pitchFamily="18" charset="0"/>
                        </a:rPr>
                        <m:t>)</m:t>
                      </m:r>
                      <m:r>
                        <m:rPr>
                          <m:nor/>
                        </m:rPr>
                        <a:rPr lang="en-US" altLang="zh-CN" sz="3200" b="1" i="0" dirty="0" smtClean="0">
                          <a:latin typeface="Cambria Math" panose="02040503050406030204" pitchFamily="18" charset="0"/>
                        </a:rPr>
                        <m:t>f</m:t>
                      </m:r>
                      <m:r>
                        <m:rPr>
                          <m:nor/>
                        </m:rPr>
                        <a:rPr lang="en-US" altLang="zh-CN" sz="3200" b="1" baseline="30000" dirty="0">
                          <a:latin typeface="Cambria Math" panose="02040503050406030204" pitchFamily="18" charset="0"/>
                        </a:rPr>
                        <m:t>(</m:t>
                      </m:r>
                      <m:r>
                        <m:rPr>
                          <m:nor/>
                        </m:rPr>
                        <a:rPr lang="en-US" altLang="zh-CN" sz="3200" b="1" baseline="30000" dirty="0">
                          <a:latin typeface="Cambria Math" panose="02040503050406030204" pitchFamily="18" charset="0"/>
                        </a:rPr>
                        <m:t>n</m:t>
                      </m:r>
                      <m:r>
                        <m:rPr>
                          <m:nor/>
                        </m:rPr>
                        <a:rPr lang="en-US" altLang="zh-CN" sz="3200" b="1" baseline="30000" dirty="0">
                          <a:latin typeface="Cambria Math" panose="02040503050406030204" pitchFamily="18" charset="0"/>
                        </a:rPr>
                        <m:t>)(</m:t>
                      </m:r>
                      <m:r>
                        <m:rPr>
                          <m:nor/>
                        </m:rPr>
                        <a:rPr lang="en-US" altLang="zh-CN" sz="3200" b="1" baseline="30000" dirty="0">
                          <a:latin typeface="Cambria Math" panose="02040503050406030204" pitchFamily="18" charset="0"/>
                        </a:rPr>
                        <m:t>0</m:t>
                      </m:r>
                      <m:r>
                        <m:rPr>
                          <m:nor/>
                        </m:rPr>
                        <a:rPr lang="en-US" altLang="zh-CN" sz="3200" b="1" baseline="30000" dirty="0">
                          <a:latin typeface="Cambria Math" panose="02040503050406030204" pitchFamily="18" charset="0"/>
                        </a:rPr>
                        <m:t>)</m:t>
                      </m:r>
                    </m:oMath>
                  </m:oMathPara>
                </a14:m>
                <a:endParaRPr lang="en-US" altLang="zh-CN" dirty="0"/>
              </a:p>
            </p:txBody>
          </p:sp>
        </mc:Choice>
        <mc:Fallback>
          <p:sp>
            <p:nvSpPr>
              <p:cNvPr id="4" name="矩形 3"/>
              <p:cNvSpPr>
                <a:spLocks noRot="1" noChangeAspect="1" noMove="1" noResize="1" noEditPoints="1" noAdjustHandles="1" noChangeArrowheads="1" noChangeShapeType="1" noTextEdit="1"/>
              </p:cNvSpPr>
              <p:nvPr/>
            </p:nvSpPr>
            <p:spPr>
              <a:xfrm>
                <a:off x="791969" y="1351303"/>
                <a:ext cx="8260591" cy="1154803"/>
              </a:xfrm>
              <a:prstGeom prst="rect">
                <a:avLst/>
              </a:prstGeom>
              <a:blipFill rotWithShape="1">
                <a:blip r:embed="rId2"/>
                <a:stretch>
                  <a:fillRect l="-2" t="-4841"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849528" y="2526098"/>
                <a:ext cx="3480312" cy="523220"/>
              </a:xfrm>
              <a:prstGeom prst="rect">
                <a:avLst/>
              </a:prstGeom>
              <a:solidFill>
                <a:srgbClr val="FFFF00"/>
              </a:solidFill>
            </p:spPr>
            <p:txBody>
              <a:bodyPr wrap="none">
                <a:spAutoFit/>
              </a:bodyPr>
              <a:lstStyle/>
              <a:p>
                <a:r>
                  <a:rPr lang="zh-CN" altLang="en-US" dirty="0"/>
                  <a:t>所以</a:t>
                </a:r>
                <a14:m>
                  <m:oMath xmlns:m="http://schemas.openxmlformats.org/officeDocument/2006/math">
                    <m:r>
                      <m:rPr>
                        <m:nor/>
                      </m:rPr>
                      <a:rPr lang="el-GR" altLang="zh-CN" b="1" dirty="0">
                        <a:latin typeface="Cambria Math" panose="02040503050406030204" pitchFamily="18" charset="0"/>
                      </a:rPr>
                      <m:t>δ</m:t>
                    </m:r>
                    <m:r>
                      <m:rPr>
                        <m:nor/>
                      </m:rPr>
                      <a:rPr lang="en-US" altLang="zh-CN" b="1" baseline="30000" dirty="0">
                        <a:latin typeface="Cambria Math" panose="02040503050406030204" pitchFamily="18" charset="0"/>
                      </a:rPr>
                      <m:t>(</m:t>
                    </m:r>
                    <m:r>
                      <m:rPr>
                        <m:nor/>
                      </m:rPr>
                      <a:rPr lang="en-US" altLang="zh-CN" b="1" baseline="30000" dirty="0">
                        <a:latin typeface="Cambria Math" panose="02040503050406030204" pitchFamily="18" charset="0"/>
                      </a:rPr>
                      <m:t>n</m:t>
                    </m:r>
                    <m:r>
                      <m:rPr>
                        <m:nor/>
                      </m:rPr>
                      <a:rPr lang="en-US" altLang="zh-CN" b="1" baseline="30000" dirty="0">
                        <a:latin typeface="Cambria Math" panose="02040503050406030204" pitchFamily="18" charset="0"/>
                      </a:rPr>
                      <m:t>)(</m:t>
                    </m:r>
                    <m:r>
                      <m:rPr>
                        <m:nor/>
                      </m:rPr>
                      <a:rPr lang="en-US" altLang="zh-CN" b="1" dirty="0">
                        <a:latin typeface="Cambria Math" panose="02040503050406030204" pitchFamily="18" charset="0"/>
                      </a:rPr>
                      <m:t>t</m:t>
                    </m:r>
                    <m:r>
                      <m:rPr>
                        <m:nor/>
                      </m:rPr>
                      <a:rPr lang="en-US" altLang="zh-CN" b="1" dirty="0">
                        <a:latin typeface="Cambria Math" panose="02040503050406030204" pitchFamily="18" charset="0"/>
                      </a:rPr>
                      <m:t>)</m:t>
                    </m:r>
                  </m:oMath>
                </a14:m>
                <a:r>
                  <a:rPr lang="zh-CN" altLang="en-US" b="1" dirty="0">
                    <a:solidFill>
                      <a:srgbClr val="000000"/>
                    </a:solidFill>
                  </a:rPr>
                  <a:t> </a:t>
                </a:r>
                <a14:m>
                  <m:oMath xmlns:m="http://schemas.openxmlformats.org/officeDocument/2006/math">
                    <m:r>
                      <a:rPr lang="zh-CN" altLang="en-US" b="1" i="1">
                        <a:solidFill>
                          <a:srgbClr val="000000"/>
                        </a:solidFill>
                        <a:latin typeface="Cambria Math" panose="02040503050406030204" pitchFamily="18" charset="0"/>
                      </a:rPr>
                      <m:t>↔</m:t>
                    </m:r>
                  </m:oMath>
                </a14:m>
                <a:r>
                  <a:rPr lang="en-US" altLang="zh-CN" baseline="-25000" dirty="0"/>
                  <a:t> </a:t>
                </a:r>
                <a14:m>
                  <m:oMath xmlns:m="http://schemas.openxmlformats.org/officeDocument/2006/math">
                    <m:r>
                      <a:rPr lang="en-US" altLang="zh-CN" b="0"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en-US" altLang="zh-CN" b="0" i="1" smtClean="0">
                        <a:solidFill>
                          <a:srgbClr val="000000"/>
                        </a:solidFill>
                        <a:latin typeface="Cambria Math" panose="02040503050406030204" pitchFamily="18" charset="0"/>
                      </a:rPr>
                      <m:t>)</m:t>
                    </m:r>
                    <m:r>
                      <m:rPr>
                        <m:nor/>
                      </m:rPr>
                      <a:rPr lang="en-US" altLang="zh-CN" b="1" baseline="30000" dirty="0">
                        <a:latin typeface="Cambria Math" panose="02040503050406030204" pitchFamily="18" charset="0"/>
                      </a:rPr>
                      <m:t>(</m:t>
                    </m:r>
                    <m:r>
                      <m:rPr>
                        <m:nor/>
                      </m:rPr>
                      <a:rPr lang="en-US" altLang="zh-CN" b="1" baseline="30000" dirty="0">
                        <a:latin typeface="Cambria Math" panose="02040503050406030204" pitchFamily="18" charset="0"/>
                      </a:rPr>
                      <m:t>n</m:t>
                    </m:r>
                    <m:r>
                      <m:rPr>
                        <m:nor/>
                      </m:rPr>
                      <a:rPr lang="en-US" altLang="zh-CN" b="1" baseline="30000" dirty="0">
                        <a:latin typeface="Cambria Math" panose="02040503050406030204" pitchFamily="18" charset="0"/>
                      </a:rPr>
                      <m:t>)</m:t>
                    </m:r>
                  </m:oMath>
                </a14:m>
                <a:endParaRPr lang="zh-CN" altLang="en-US" dirty="0">
                  <a:solidFill>
                    <a:srgbClr val="FF0000"/>
                  </a:solidFill>
                </a:endParaRPr>
              </a:p>
            </p:txBody>
          </p:sp>
        </mc:Choice>
        <mc:Fallback>
          <p:sp>
            <p:nvSpPr>
              <p:cNvPr id="5" name="矩形 4"/>
              <p:cNvSpPr>
                <a:spLocks noRot="1" noChangeAspect="1" noMove="1" noResize="1" noEditPoints="1" noAdjustHandles="1" noChangeArrowheads="1" noChangeShapeType="1" noTextEdit="1"/>
              </p:cNvSpPr>
              <p:nvPr/>
            </p:nvSpPr>
            <p:spPr>
              <a:xfrm>
                <a:off x="1849528" y="2526098"/>
                <a:ext cx="3480312" cy="523220"/>
              </a:xfrm>
              <a:prstGeom prst="rect">
                <a:avLst/>
              </a:prstGeom>
              <a:blipFill rotWithShape="1">
                <a:blip r:embed="rId3"/>
                <a:stretch>
                  <a:fillRect l="-12" t="-8266" r="-10" b="9"/>
                </a:stretch>
              </a:blipFill>
            </p:spPr>
            <p:txBody>
              <a:bodyPr/>
              <a:lstStyle/>
              <a:p>
                <a:r>
                  <a:rPr lang="zh-CN" altLang="en-US">
                    <a:noFill/>
                  </a:rPr>
                  <a:t> </a:t>
                </a:r>
              </a:p>
            </p:txBody>
          </p:sp>
        </mc:Fallback>
      </mc:AlternateContent>
      <p:sp>
        <p:nvSpPr>
          <p:cNvPr id="6" name="Rectangle 2"/>
          <p:cNvSpPr txBox="1">
            <a:spLocks noChangeArrowheads="1"/>
          </p:cNvSpPr>
          <p:nvPr/>
        </p:nvSpPr>
        <p:spPr bwMode="auto">
          <a:xfrm>
            <a:off x="900113" y="0"/>
            <a:ext cx="6008687" cy="5937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en-US" altLang="zh-CN" sz="3200" b="1" kern="0">
                <a:solidFill>
                  <a:srgbClr val="0000FF"/>
                </a:solidFill>
              </a:rPr>
              <a:t>§3.6 </a:t>
            </a:r>
            <a:r>
              <a:rPr lang="zh-CN" altLang="en-US" sz="3200" b="1" kern="0">
                <a:solidFill>
                  <a:srgbClr val="0000FF"/>
                </a:solidFill>
              </a:rPr>
              <a:t>常用信号的傅立叶变换</a:t>
            </a:r>
            <a:endParaRPr lang="en-US" altLang="zh-CN" sz="3200" b="1" kern="0" dirty="0">
              <a:solidFill>
                <a:srgbClr val="0000FF"/>
              </a:solidFill>
            </a:endParaRPr>
          </a:p>
        </p:txBody>
      </p:sp>
      <mc:AlternateContent xmlns:mc="http://schemas.openxmlformats.org/markup-compatibility/2006">
        <mc:Choice xmlns:a14="http://schemas.microsoft.com/office/drawing/2010/main" Requires="a14">
          <p:sp>
            <p:nvSpPr>
              <p:cNvPr id="7" name="Object 5"/>
              <p:cNvSpPr txBox="1"/>
              <p:nvPr/>
            </p:nvSpPr>
            <p:spPr bwMode="auto">
              <a:xfrm>
                <a:off x="505642" y="3278791"/>
                <a:ext cx="6963257" cy="593725"/>
              </a:xfrm>
              <a:prstGeom prst="rect">
                <a:avLst/>
              </a:prstGeom>
              <a:solidFill>
                <a:schemeClr val="bg1"/>
              </a:solidFill>
              <a:ln>
                <a:noFill/>
              </a:ln>
              <a:effectLst/>
            </p:spPr>
            <p:txBody>
              <a:bodyPr>
                <a:normAutofit/>
              </a:bodyPr>
              <a:lstStyle/>
              <a:p>
                <a14:m>
                  <m:oMath xmlns:m="http://schemas.openxmlformats.org/officeDocument/2006/math">
                    <m:r>
                      <a:rPr lang="zh-CN" altLang="en-US" b="1" i="1">
                        <a:solidFill>
                          <a:srgbClr val="000000"/>
                        </a:solidFill>
                        <a:latin typeface="Cambria Math" panose="02040503050406030204" pitchFamily="18" charset="0"/>
                      </a:rPr>
                      <m:t>例</m:t>
                    </m:r>
                    <m:r>
                      <a:rPr lang="en-US" altLang="zh-CN" b="1" i="1">
                        <a:solidFill>
                          <a:srgbClr val="000000"/>
                        </a:solidFill>
                        <a:latin typeface="Cambria Math" panose="02040503050406030204" pitchFamily="18" charset="0"/>
                      </a:rPr>
                      <m:t>11</m:t>
                    </m:r>
                    <m:r>
                      <a:rPr lang="zh-CN" altLang="en-US" b="1" i="1">
                        <a:solidFill>
                          <a:srgbClr val="000000"/>
                        </a:solidFill>
                        <a:latin typeface="Cambria Math" panose="02040503050406030204" pitchFamily="18" charset="0"/>
                      </a:rPr>
                      <m:t>：</m:t>
                    </m:r>
                    <m:r>
                      <m:rPr>
                        <m:nor/>
                      </m:rPr>
                      <a:rPr lang="el-GR" altLang="zh-CN" b="1" dirty="0">
                        <a:latin typeface="Cambria Math" panose="02040503050406030204" pitchFamily="18" charset="0"/>
                      </a:rPr>
                      <m:t>δ</m:t>
                    </m:r>
                    <m:r>
                      <a:rPr lang="en-US" altLang="zh-CN" b="1" i="1" dirty="0" smtClean="0">
                        <a:latin typeface="Cambria Math" panose="02040503050406030204" pitchFamily="18" charset="0"/>
                      </a:rPr>
                      <m:t> </m:t>
                    </m:r>
                    <m:r>
                      <m:rPr>
                        <m:nor/>
                      </m:rPr>
                      <a:rPr lang="en-US" altLang="zh-CN" b="1" dirty="0">
                        <a:latin typeface="Cambria Math" panose="02040503050406030204" pitchFamily="18" charset="0"/>
                      </a:rPr>
                      <m:t>(</m:t>
                    </m:r>
                    <m:r>
                      <m:rPr>
                        <m:nor/>
                      </m:rPr>
                      <a:rPr lang="en-US" altLang="zh-CN" b="1" dirty="0">
                        <a:latin typeface="Cambria Math" panose="02040503050406030204" pitchFamily="18" charset="0"/>
                      </a:rPr>
                      <m:t>t</m:t>
                    </m:r>
                    <m:r>
                      <m:rPr>
                        <m:nor/>
                      </m:rPr>
                      <a:rPr lang="en-US" altLang="zh-CN" b="1" dirty="0">
                        <a:latin typeface="Cambria Math" panose="02040503050406030204" pitchFamily="18" charset="0"/>
                      </a:rPr>
                      <m:t>)</m:t>
                    </m:r>
                    <m:r>
                      <a:rPr lang="zh-CN" altLang="en-US" b="1" i="1">
                        <a:solidFill>
                          <a:srgbClr val="000000"/>
                        </a:solidFill>
                        <a:latin typeface="Cambria Math" panose="02040503050406030204" pitchFamily="18" charset="0"/>
                      </a:rPr>
                      <m:t>的</m:t>
                    </m:r>
                    <m:r>
                      <m:rPr>
                        <m:sty m:val="p"/>
                      </m:rPr>
                      <a:rPr lang="en-US" altLang="zh-CN" b="1" i="1">
                        <a:solidFill>
                          <a:srgbClr val="000000"/>
                        </a:solidFill>
                        <a:latin typeface="Cambria Math" panose="02040503050406030204" pitchFamily="18" charset="0"/>
                      </a:rPr>
                      <m:t>n</m:t>
                    </m:r>
                    <m:r>
                      <a:rPr lang="zh-CN" altLang="en-US" b="1" i="1">
                        <a:solidFill>
                          <a:srgbClr val="000000"/>
                        </a:solidFill>
                        <a:latin typeface="Cambria Math" panose="02040503050406030204" pitchFamily="18" charset="0"/>
                      </a:rPr>
                      <m:t>次积分的频谱</m:t>
                    </m:r>
                  </m:oMath>
                </a14:m>
                <a:r>
                  <a:rPr lang="zh-CN" altLang="en-US" b="1" dirty="0"/>
                  <a:t> </a:t>
                </a:r>
                <a:endParaRPr lang="zh-CN" altLang="en-US" b="1" dirty="0"/>
              </a:p>
            </p:txBody>
          </p:sp>
        </mc:Choice>
        <mc:Fallback>
          <p:sp>
            <p:nvSpPr>
              <p:cNvPr id="7" name="Object 5"/>
              <p:cNvSpPr txBox="1">
                <a:spLocks noRot="1" noChangeAspect="1" noMove="1" noResize="1" noEditPoints="1" noAdjustHandles="1" noChangeArrowheads="1" noChangeShapeType="1" noTextEdit="1"/>
              </p:cNvSpPr>
              <p:nvPr/>
            </p:nvSpPr>
            <p:spPr bwMode="auto">
              <a:xfrm>
                <a:off x="505642" y="3278791"/>
                <a:ext cx="6963257" cy="593725"/>
              </a:xfrm>
              <a:prstGeom prst="rect">
                <a:avLst/>
              </a:prstGeom>
              <a:blipFill rotWithShape="1">
                <a:blip r:embed="rId4"/>
                <a:stretch>
                  <a:fillRect l="-3" t="-48" b="4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192564" y="3958637"/>
                <a:ext cx="6627134" cy="2069093"/>
              </a:xfrm>
              <a:prstGeom prst="rect">
                <a:avLst/>
              </a:prstGeom>
            </p:spPr>
            <p:txBody>
              <a:bodyPr wrap="square">
                <a:spAutoFit/>
              </a:bodyPr>
              <a:lstStyle/>
              <a:p>
                <a14:m>
                  <m:oMath xmlns:m="http://schemas.openxmlformats.org/officeDocument/2006/math">
                    <m:func>
                      <m:funcPr>
                        <m:ctrlPr>
                          <a:rPr lang="zh-CN" altLang="en-US" i="1" smtClean="0">
                            <a:solidFill>
                              <a:srgbClr val="000000"/>
                            </a:solidFill>
                            <a:latin typeface="Cambria Math" panose="02040503050406030204" pitchFamily="18" charset="0"/>
                          </a:rPr>
                        </m:ctrlPr>
                      </m:funcPr>
                      <m:fName>
                        <m:r>
                          <a:rPr lang="zh-CN" altLang="en-US" i="1">
                            <a:solidFill>
                              <a:srgbClr val="000000"/>
                            </a:solidFill>
                            <a:latin typeface="Cambria Math" panose="02040503050406030204" pitchFamily="18" charset="0"/>
                          </a:rPr>
                          <m:t>解</m:t>
                        </m:r>
                        <m:r>
                          <a:rPr lang="zh-CN" altLang="en-US"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因为</m:t>
                        </m:r>
                        <m:limLow>
                          <m:limLowPr>
                            <m:ctrlPr>
                              <a:rPr lang="zh-CN" altLang="en-US" i="1">
                                <a:solidFill>
                                  <a:srgbClr val="000000"/>
                                </a:solidFill>
                                <a:latin typeface="Cambria Math" panose="02040503050406030204" pitchFamily="18" charset="0"/>
                              </a:rPr>
                            </m:ctrlPr>
                          </m:limLowPr>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m:rPr>
                                    <m:nor/>
                                  </m:rPr>
                                  <a:rPr lang="el-GR" altLang="zh-CN" b="1" dirty="0">
                                    <a:latin typeface="Cambria Math" panose="02040503050406030204" pitchFamily="18" charset="0"/>
                                  </a:rPr>
                                  <m:t>δ</m:t>
                                </m:r>
                              </m:e>
                            </m:nary>
                          </m:e>
                          <m:lim>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𝑛</m:t>
                            </m:r>
                            <m:r>
                              <a:rPr lang="en-US" altLang="zh-CN" b="0" i="1" smtClean="0">
                                <a:solidFill>
                                  <a:srgbClr val="000000"/>
                                </a:solidFill>
                                <a:latin typeface="Cambria Math" panose="02040503050406030204" pitchFamily="18" charset="0"/>
                              </a:rPr>
                              <m:t>)</m:t>
                            </m:r>
                          </m:lim>
                        </m:limLow>
                        <m:r>
                          <a:rPr lang="en-US" altLang="zh-CN" b="1" i="1" dirty="0" smtClean="0">
                            <a:latin typeface="Cambria Math" panose="02040503050406030204" pitchFamily="18" charset="0"/>
                          </a:rPr>
                          <m:t>(</m:t>
                        </m:r>
                        <m:r>
                          <a:rPr lang="en-US" altLang="zh-CN" b="1" i="1" dirty="0">
                            <a:latin typeface="Cambria Math" panose="02040503050406030204" pitchFamily="18" charset="0"/>
                          </a:rPr>
                          <m:t>𝒕</m:t>
                        </m:r>
                        <m:r>
                          <a:rPr lang="en-US" altLang="zh-CN" b="1" i="1" dirty="0">
                            <a:latin typeface="Cambria Math" panose="02040503050406030204" pitchFamily="18" charset="0"/>
                          </a:rPr>
                          <m:t>)</m:t>
                        </m:r>
                        <m:r>
                          <m:rPr>
                            <m:nor/>
                          </m:rPr>
                          <a:rPr lang="en-US" altLang="zh-CN" b="1" dirty="0">
                            <a:latin typeface="Cambria Math" panose="02040503050406030204" pitchFamily="18" charset="0"/>
                          </a:rPr>
                          <m:t>dt</m:t>
                        </m:r>
                      </m:fName>
                      <m:e>
                        <m:r>
                          <a:rPr lang="en-US" altLang="zh-CN" b="0" i="1" smtClean="0">
                            <a:solidFill>
                              <a:srgbClr val="000000"/>
                            </a:solidFill>
                            <a:latin typeface="Cambria Math" panose="02040503050406030204" pitchFamily="18" charset="0"/>
                          </a:rPr>
                          <m:t>=</m:t>
                        </m:r>
                      </m:e>
                    </m:func>
                    <m:f>
                      <m:fPr>
                        <m:ctrlPr>
                          <a:rPr lang="zh-CN" altLang="en-US" i="1">
                            <a:solidFill>
                              <a:srgbClr val="000000"/>
                            </a:solidFill>
                            <a:latin typeface="Cambria Math" panose="02040503050406030204" pitchFamily="18" charset="0"/>
                          </a:rPr>
                        </m:ctrlPr>
                      </m:fPr>
                      <m:num>
                        <m:r>
                          <a:rPr lang="en-US" altLang="zh-CN" b="0" i="1" smtClean="0">
                            <a:solidFill>
                              <a:srgbClr val="000000"/>
                            </a:solidFill>
                            <a:latin typeface="Cambria Math" panose="02040503050406030204" pitchFamily="18" charset="0"/>
                          </a:rPr>
                          <m:t>1</m:t>
                        </m:r>
                      </m:num>
                      <m:den>
                        <m:d>
                          <m:dPr>
                            <m:ctrlPr>
                              <a:rPr lang="en-US" altLang="zh-CN" b="0" i="1" smtClean="0">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𝑛</m:t>
                            </m:r>
                            <m:r>
                              <a:rPr lang="en-US" altLang="zh-CN" b="0" i="1"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1</m:t>
                            </m:r>
                          </m:e>
                        </m:d>
                        <m:r>
                          <a:rPr lang="en-US" altLang="zh-CN" b="0" i="1" smtClean="0">
                            <a:solidFill>
                              <a:srgbClr val="000000"/>
                            </a:solidFill>
                            <a:latin typeface="Cambria Math" panose="02040503050406030204" pitchFamily="18" charset="0"/>
                          </a:rPr>
                          <m:t>!</m:t>
                        </m:r>
                      </m:den>
                    </m:f>
                    <m:r>
                      <m:rPr>
                        <m:nor/>
                      </m:rPr>
                      <a:rPr lang="en-US" altLang="zh-CN" b="1" i="0" smtClean="0">
                        <a:solidFill>
                          <a:srgbClr val="000000"/>
                        </a:solidFill>
                        <a:latin typeface="Cambria Math" panose="02040503050406030204" pitchFamily="18" charset="0"/>
                      </a:rPr>
                      <m:t>t</m:t>
                    </m:r>
                    <m:r>
                      <m:rPr>
                        <m:nor/>
                      </m:rPr>
                      <a:rPr lang="en-US" altLang="zh-CN" b="1" baseline="30000" dirty="0">
                        <a:latin typeface="Cambria Math" panose="02040503050406030204" pitchFamily="18" charset="0"/>
                      </a:rPr>
                      <m:t>n</m:t>
                    </m:r>
                    <m:r>
                      <m:rPr>
                        <m:nor/>
                      </m:rPr>
                      <a:rPr lang="en-US" altLang="zh-CN" b="1" i="0" baseline="30000" dirty="0" smtClean="0">
                        <a:latin typeface="Cambria Math" panose="02040503050406030204" pitchFamily="18" charset="0"/>
                      </a:rPr>
                      <m:t>−</m:t>
                    </m:r>
                    <m:r>
                      <m:rPr>
                        <m:nor/>
                      </m:rPr>
                      <a:rPr lang="en-US" altLang="zh-CN" b="1" i="0" baseline="30000" dirty="0" smtClean="0">
                        <a:latin typeface="Cambria Math" panose="02040503050406030204" pitchFamily="18" charset="0"/>
                      </a:rPr>
                      <m:t>1</m:t>
                    </m:r>
                  </m:oMath>
                </a14:m>
                <a:r>
                  <a:rPr lang="el-GR" altLang="zh-CN" b="1" kern="0" dirty="0"/>
                  <a:t> </a:t>
                </a:r>
                <a14:m>
                  <m:oMath xmlns:m="http://schemas.openxmlformats.org/officeDocument/2006/math">
                    <m:r>
                      <m:rPr>
                        <m:nor/>
                      </m:rPr>
                      <a:rPr lang="el-GR" altLang="zh-CN" b="1" kern="0" dirty="0">
                        <a:latin typeface="+mj-ea"/>
                      </a:rPr>
                      <m:t>ε</m:t>
                    </m:r>
                    <m:r>
                      <m:rPr>
                        <m:nor/>
                      </m:rPr>
                      <a:rPr lang="en-US" altLang="zh-CN" b="1" kern="0" dirty="0">
                        <a:latin typeface="+mj-ea"/>
                      </a:rPr>
                      <m:t>(</m:t>
                    </m:r>
                    <m:r>
                      <m:rPr>
                        <m:nor/>
                      </m:rPr>
                      <a:rPr lang="en-US" altLang="zh-CN" b="1" kern="0" dirty="0">
                        <a:latin typeface="+mj-ea"/>
                      </a:rPr>
                      <m:t>t</m:t>
                    </m:r>
                    <m:r>
                      <a:rPr lang="zh-CN" altLang="en-US" b="1" i="1" kern="0" dirty="0">
                        <a:latin typeface="Cambria Math" panose="02040503050406030204" pitchFamily="18" charset="0"/>
                      </a:rPr>
                      <m:t>）</m:t>
                    </m:r>
                  </m:oMath>
                </a14:m>
                <a:endParaRPr lang="en-US" altLang="zh-CN" dirty="0"/>
              </a:p>
              <a:p>
                <a:r>
                  <a:rPr lang="zh-CN" altLang="en-US" dirty="0">
                    <a:solidFill>
                      <a:srgbClr val="FF0000"/>
                    </a:solidFill>
                  </a:rPr>
                  <a:t>所以</a:t>
                </a:r>
                <a14:m>
                  <m:oMath xmlns:m="http://schemas.openxmlformats.org/officeDocument/2006/math">
                    <m:r>
                      <m:rPr>
                        <m:nor/>
                      </m:rPr>
                      <a:rPr lang="el-GR" altLang="zh-CN" b="1" dirty="0">
                        <a:solidFill>
                          <a:srgbClr val="FF0000"/>
                        </a:solidFill>
                        <a:latin typeface="Cambria Math" panose="02040503050406030204" pitchFamily="18" charset="0"/>
                      </a:rPr>
                      <m:t>δ</m:t>
                    </m:r>
                    <m:r>
                      <a:rPr lang="en-US" altLang="zh-CN" b="1" i="1" dirty="0">
                        <a:solidFill>
                          <a:srgbClr val="FF0000"/>
                        </a:solidFill>
                        <a:latin typeface="Cambria Math" panose="02040503050406030204" pitchFamily="18" charset="0"/>
                      </a:rPr>
                      <m:t> </m:t>
                    </m:r>
                    <m:r>
                      <m:rPr>
                        <m:nor/>
                      </m:rPr>
                      <a:rPr lang="en-US" altLang="zh-CN" b="1" dirty="0">
                        <a:solidFill>
                          <a:srgbClr val="FF0000"/>
                        </a:solidFill>
                        <a:latin typeface="Cambria Math" panose="02040503050406030204" pitchFamily="18" charset="0"/>
                      </a:rPr>
                      <m:t>(</m:t>
                    </m:r>
                    <m:r>
                      <m:rPr>
                        <m:nor/>
                      </m:rPr>
                      <a:rPr lang="en-US" altLang="zh-CN" b="1" dirty="0">
                        <a:solidFill>
                          <a:srgbClr val="FF0000"/>
                        </a:solidFill>
                        <a:latin typeface="Cambria Math" panose="02040503050406030204" pitchFamily="18" charset="0"/>
                      </a:rPr>
                      <m:t>t</m:t>
                    </m:r>
                    <m:r>
                      <m:rPr>
                        <m:nor/>
                      </m:rPr>
                      <a:rPr lang="en-US" altLang="zh-CN" b="1" dirty="0">
                        <a:solidFill>
                          <a:srgbClr val="FF0000"/>
                        </a:solidFill>
                        <a:latin typeface="Cambria Math" panose="02040503050406030204" pitchFamily="18" charset="0"/>
                      </a:rPr>
                      <m:t>)</m:t>
                    </m:r>
                    <m:r>
                      <a:rPr lang="zh-CN" altLang="en-US" b="1" i="1">
                        <a:solidFill>
                          <a:srgbClr val="FF0000"/>
                        </a:solidFill>
                        <a:latin typeface="Cambria Math" panose="02040503050406030204" pitchFamily="18" charset="0"/>
                      </a:rPr>
                      <m:t>的</m:t>
                    </m:r>
                    <m:r>
                      <m:rPr>
                        <m:sty m:val="p"/>
                      </m:rPr>
                      <a:rPr lang="en-US" altLang="zh-CN" b="1" i="1">
                        <a:solidFill>
                          <a:srgbClr val="FF0000"/>
                        </a:solidFill>
                        <a:latin typeface="Cambria Math" panose="02040503050406030204" pitchFamily="18" charset="0"/>
                      </a:rPr>
                      <m:t>n</m:t>
                    </m:r>
                    <m:r>
                      <a:rPr lang="zh-CN" altLang="en-US" b="1" i="1">
                        <a:solidFill>
                          <a:srgbClr val="FF0000"/>
                        </a:solidFill>
                        <a:latin typeface="Cambria Math" panose="02040503050406030204" pitchFamily="18" charset="0"/>
                      </a:rPr>
                      <m:t>次积分</m:t>
                    </m:r>
                  </m:oMath>
                </a14:m>
                <a:r>
                  <a:rPr lang="zh-CN" altLang="en-US" dirty="0">
                    <a:solidFill>
                      <a:srgbClr val="FF0000"/>
                    </a:solidFill>
                  </a:rPr>
                  <a:t>的傅里叶变化为：</a:t>
                </a:r>
                <a:endParaRPr lang="en-US" altLang="zh-CN" dirty="0">
                  <a:solidFill>
                    <a:srgbClr val="FF0000"/>
                  </a:solidFill>
                </a:endParaRPr>
              </a:p>
              <a:p>
                <a14:m>
                  <m:oMath xmlns:m="http://schemas.openxmlformats.org/officeDocument/2006/math">
                    <m:r>
                      <a:rPr lang="en-US" altLang="zh-CN" i="1" smtClean="0">
                        <a:solidFill>
                          <a:srgbClr val="FF0000"/>
                        </a:solidFill>
                        <a:latin typeface="Cambria Math" panose="02040503050406030204" pitchFamily="18" charset="0"/>
                        <a:ea typeface="+mj-ea"/>
                      </a:rPr>
                      <m:t>𝑗</m:t>
                    </m:r>
                    <m:r>
                      <a:rPr lang="en-US" altLang="zh-CN" b="0" i="1" smtClean="0">
                        <a:solidFill>
                          <a:srgbClr val="FF0000"/>
                        </a:solidFill>
                        <a:latin typeface="Cambria Math" panose="02040503050406030204" pitchFamily="18" charset="0"/>
                        <a:ea typeface="+mj-ea"/>
                      </a:rPr>
                      <m:t> </m:t>
                    </m:r>
                  </m:oMath>
                </a14:m>
                <a:r>
                  <a:rPr lang="en-US" altLang="zh-CN" baseline="32000" dirty="0">
                    <a:solidFill>
                      <a:srgbClr val="FF0000"/>
                    </a:solidFill>
                  </a:rPr>
                  <a:t>(n-1)</a:t>
                </a:r>
                <a:r>
                  <a:rPr lang="zh-CN" altLang="en-US" baseline="32000" dirty="0">
                    <a:solidFill>
                      <a:srgbClr val="FF0000"/>
                    </a:solidFill>
                  </a:rPr>
                  <a:t> </a:t>
                </a:r>
                <a14:m>
                  <m:oMath xmlns:m="http://schemas.openxmlformats.org/officeDocument/2006/math">
                    <m:f>
                      <m:fPr>
                        <m:ctrlPr>
                          <a:rPr lang="zh-CN" altLang="en-US" i="1">
                            <a:solidFill>
                              <a:srgbClr val="FF0000"/>
                            </a:solidFill>
                            <a:latin typeface="Cambria Math" panose="02040503050406030204" pitchFamily="18" charset="0"/>
                          </a:rPr>
                        </m:ctrlPr>
                      </m:fPr>
                      <m:num>
                        <m:r>
                          <a:rPr lang="zh-CN" altLang="en-US" i="1">
                            <a:solidFill>
                              <a:srgbClr val="FF0000"/>
                            </a:solidFill>
                            <a:latin typeface="Cambria Math" panose="02040503050406030204" pitchFamily="18" charset="0"/>
                          </a:rPr>
                          <m:t>𝜋</m:t>
                        </m:r>
                      </m:num>
                      <m:den>
                        <m:d>
                          <m:dPr>
                            <m:ctrlPr>
                              <a:rPr lang="en-US" altLang="zh-CN" i="1">
                                <a:solidFill>
                                  <a:srgbClr val="FF0000"/>
                                </a:solidFill>
                                <a:latin typeface="Cambria Math" panose="02040503050406030204" pitchFamily="18" charset="0"/>
                              </a:rPr>
                            </m:ctrlPr>
                          </m:dPr>
                          <m:e>
                            <m:r>
                              <a:rPr lang="en-US" altLang="zh-CN" i="1">
                                <a:solidFill>
                                  <a:srgbClr val="FF0000"/>
                                </a:solidFill>
                                <a:latin typeface="Cambria Math" panose="02040503050406030204" pitchFamily="18" charset="0"/>
                              </a:rPr>
                              <m:t>𝑛</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1</m:t>
                            </m:r>
                          </m:e>
                        </m:d>
                        <m:r>
                          <a:rPr lang="en-US" altLang="zh-CN" i="1">
                            <a:solidFill>
                              <a:srgbClr val="FF0000"/>
                            </a:solidFill>
                            <a:latin typeface="Cambria Math" panose="02040503050406030204" pitchFamily="18" charset="0"/>
                          </a:rPr>
                          <m:t>!</m:t>
                        </m:r>
                      </m:den>
                    </m:f>
                  </m:oMath>
                </a14:m>
                <a:r>
                  <a:rPr lang="el-GR" altLang="zh-CN" b="1" dirty="0">
                    <a:solidFill>
                      <a:srgbClr val="FF0000"/>
                    </a:solidFill>
                  </a:rPr>
                  <a:t> </a:t>
                </a:r>
                <a14:m>
                  <m:oMath xmlns:m="http://schemas.openxmlformats.org/officeDocument/2006/math">
                    <m:r>
                      <m:rPr>
                        <m:nor/>
                      </m:rPr>
                      <a:rPr lang="el-GR" altLang="zh-CN" sz="3200" b="1" dirty="0">
                        <a:solidFill>
                          <a:srgbClr val="FF0000"/>
                        </a:solidFill>
                        <a:latin typeface="Cambria Math" panose="02040503050406030204" pitchFamily="18" charset="0"/>
                      </a:rPr>
                      <m:t>δ</m:t>
                    </m:r>
                    <m:r>
                      <m:rPr>
                        <m:nor/>
                      </m:rPr>
                      <a:rPr lang="en-US" altLang="zh-CN" sz="3200" b="1" baseline="30000" dirty="0">
                        <a:solidFill>
                          <a:srgbClr val="FF0000"/>
                        </a:solidFill>
                        <a:latin typeface="Cambria Math" panose="02040503050406030204" pitchFamily="18" charset="0"/>
                      </a:rPr>
                      <m:t>(</m:t>
                    </m:r>
                    <m:r>
                      <m:rPr>
                        <m:nor/>
                      </m:rPr>
                      <a:rPr lang="en-US" altLang="zh-CN" sz="3200" b="1" baseline="30000" dirty="0">
                        <a:solidFill>
                          <a:srgbClr val="FF0000"/>
                        </a:solidFill>
                        <a:latin typeface="Cambria Math" panose="02040503050406030204" pitchFamily="18" charset="0"/>
                      </a:rPr>
                      <m:t>n</m:t>
                    </m:r>
                    <m:r>
                      <a:rPr lang="en-US" altLang="zh-CN" sz="3200" b="1" i="1" baseline="20000" dirty="0">
                        <a:solidFill>
                          <a:srgbClr val="FF0000"/>
                        </a:solidFill>
                        <a:latin typeface="Cambria Math" panose="02040503050406030204" pitchFamily="18" charset="0"/>
                      </a:rPr>
                      <m:t>−</m:t>
                    </m:r>
                    <m:r>
                      <a:rPr lang="en-US" altLang="zh-CN" sz="3200" b="1" i="1" baseline="30000" dirty="0">
                        <a:solidFill>
                          <a:srgbClr val="FF0000"/>
                        </a:solidFill>
                        <a:latin typeface="Cambria Math" panose="02040503050406030204" pitchFamily="18" charset="0"/>
                      </a:rPr>
                      <m:t>1</m:t>
                    </m:r>
                    <m:r>
                      <m:rPr>
                        <m:nor/>
                      </m:rPr>
                      <a:rPr lang="en-US" altLang="zh-CN" sz="3200" b="1" baseline="30000" dirty="0">
                        <a:solidFill>
                          <a:srgbClr val="FF0000"/>
                        </a:solidFill>
                        <a:latin typeface="Cambria Math" panose="02040503050406030204" pitchFamily="18" charset="0"/>
                      </a:rPr>
                      <m:t>) </m:t>
                    </m:r>
                    <m:r>
                      <a:rPr lang="en-US" altLang="zh-CN" sz="3200" b="1" i="1" dirty="0">
                        <a:solidFill>
                          <a:srgbClr val="FF0000"/>
                        </a:solidFill>
                        <a:latin typeface="Cambria Math" panose="02040503050406030204" pitchFamily="18" charset="0"/>
                      </a:rPr>
                      <m:t>(</m:t>
                    </m:r>
                    <m:r>
                      <a:rPr lang="en-US" altLang="zh-CN" sz="3200" b="1" i="1" dirty="0">
                        <a:solidFill>
                          <a:srgbClr val="FF0000"/>
                        </a:solidFill>
                        <a:latin typeface="Cambria Math" panose="02040503050406030204" pitchFamily="18" charset="0"/>
                      </a:rPr>
                      <m:t>𝒕</m:t>
                    </m:r>
                    <m:r>
                      <a:rPr lang="en-US" altLang="zh-CN" sz="3200" b="1" i="1" dirty="0">
                        <a:solidFill>
                          <a:srgbClr val="FF0000"/>
                        </a:solidFill>
                        <a:latin typeface="Cambria Math" panose="02040503050406030204" pitchFamily="18" charset="0"/>
                      </a:rPr>
                      <m:t>)</m:t>
                    </m:r>
                  </m:oMath>
                </a14:m>
                <a:r>
                  <a:rPr lang="en-US" altLang="zh-CN" dirty="0">
                    <a:solidFill>
                      <a:srgbClr val="FF0000"/>
                    </a:solidFill>
                  </a:rPr>
                  <a:t>- </a:t>
                </a:r>
                <a14:m>
                  <m:oMath xmlns:m="http://schemas.openxmlformats.org/officeDocument/2006/math">
                    <m:r>
                      <a:rPr lang="en-US" altLang="zh-CN" i="1">
                        <a:solidFill>
                          <a:srgbClr val="FF0000"/>
                        </a:solidFill>
                        <a:latin typeface="Cambria Math" panose="02040503050406030204" pitchFamily="18" charset="0"/>
                      </a:rPr>
                      <m:t>𝑗</m:t>
                    </m:r>
                    <m:r>
                      <a:rPr lang="zh-CN" altLang="en-US" i="1" baseline="30000" smtClean="0">
                        <a:solidFill>
                          <a:srgbClr val="FF0000"/>
                        </a:solidFill>
                        <a:latin typeface="Cambria Math" panose="02040503050406030204" pitchFamily="18" charset="0"/>
                      </a:rPr>
                      <m:t>（</m:t>
                    </m:r>
                    <m:r>
                      <m:rPr>
                        <m:sty m:val="p"/>
                      </m:rPr>
                      <a:rPr lang="en-US" altLang="zh-CN" i="1" baseline="30000">
                        <a:solidFill>
                          <a:srgbClr val="FF0000"/>
                        </a:solidFill>
                        <a:latin typeface="Cambria Math" panose="02040503050406030204" pitchFamily="18" charset="0"/>
                      </a:rPr>
                      <m:t>n</m:t>
                    </m:r>
                    <m:r>
                      <a:rPr lang="en-US" altLang="zh-CN" i="0" baseline="20000" smtClean="0">
                        <a:solidFill>
                          <a:srgbClr val="FF0000"/>
                        </a:solidFill>
                        <a:latin typeface="Cambria Math" panose="02040503050406030204" pitchFamily="18" charset="0"/>
                      </a:rPr>
                      <m:t>−</m:t>
                    </m:r>
                    <m:r>
                      <a:rPr lang="en-US" altLang="zh-CN" i="1" baseline="30000">
                        <a:solidFill>
                          <a:srgbClr val="FF0000"/>
                        </a:solidFill>
                        <a:latin typeface="Cambria Math" panose="02040503050406030204" pitchFamily="18" charset="0"/>
                      </a:rPr>
                      <m:t>2</m:t>
                    </m:r>
                    <m:r>
                      <a:rPr lang="zh-CN" altLang="en-US" i="1" baseline="30000" smtClean="0">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en-US" altLang="zh-CN" i="1" smtClean="0">
                            <a:solidFill>
                              <a:srgbClr val="FF0000"/>
                            </a:solidFill>
                            <a:latin typeface="Cambria Math" panose="02040503050406030204" pitchFamily="18" charset="0"/>
                          </a:rPr>
                          <m:t>1</m:t>
                        </m:r>
                      </m:num>
                      <m:den>
                        <m:r>
                          <a:rPr lang="zh-CN" altLang="en-US" i="1">
                            <a:solidFill>
                              <a:srgbClr val="FF0000"/>
                            </a:solidFill>
                            <a:latin typeface="Cambria Math" panose="02040503050406030204" pitchFamily="18" charset="0"/>
                          </a:rPr>
                          <m:t>𝜔</m:t>
                        </m:r>
                        <m:r>
                          <m:rPr>
                            <m:sty m:val="p"/>
                          </m:rPr>
                          <a:rPr lang="en-US" altLang="zh-CN" i="1" baseline="30000">
                            <a:solidFill>
                              <a:srgbClr val="FF0000"/>
                            </a:solidFill>
                            <a:latin typeface="Cambria Math" panose="02040503050406030204" pitchFamily="18" charset="0"/>
                          </a:rPr>
                          <m:t>n</m:t>
                        </m:r>
                      </m:den>
                    </m:f>
                  </m:oMath>
                </a14:m>
                <a:endParaRPr lang="en-US" altLang="zh-CN" dirty="0">
                  <a:solidFill>
                    <a:srgbClr val="FF0000"/>
                  </a:solidFill>
                </a:endParaRPr>
              </a:p>
            </p:txBody>
          </p:sp>
        </mc:Choice>
        <mc:Fallback>
          <p:sp>
            <p:nvSpPr>
              <p:cNvPr id="8" name="矩形 7"/>
              <p:cNvSpPr>
                <a:spLocks noRot="1" noChangeAspect="1" noMove="1" noResize="1" noEditPoints="1" noAdjustHandles="1" noChangeArrowheads="1" noChangeShapeType="1" noTextEdit="1"/>
              </p:cNvSpPr>
              <p:nvPr/>
            </p:nvSpPr>
            <p:spPr>
              <a:xfrm>
                <a:off x="1192564" y="3958637"/>
                <a:ext cx="6627134" cy="2069093"/>
              </a:xfrm>
              <a:prstGeom prst="rect">
                <a:avLst/>
              </a:prstGeom>
              <a:blipFill rotWithShape="1">
                <a:blip r:embed="rId5"/>
                <a:stretch>
                  <a:fillRect l="-1" t="-2089" r="5" b="15"/>
                </a:stretch>
              </a:blipFill>
            </p:spPr>
            <p:txBody>
              <a:bodyPr/>
              <a:lstStyle/>
              <a:p>
                <a:r>
                  <a:rPr lang="zh-CN" altLang="en-US">
                    <a:noFill/>
                  </a:rPr>
                  <a:t> </a:t>
                </a:r>
              </a:p>
            </p:txBody>
          </p:sp>
        </mc:Fallback>
      </mc:AlternateContent>
    </p:spTree>
    <p:custDataLst>
      <p:tags r:id="rId6"/>
    </p:custDataLst>
  </p:cSld>
  <p:clrMapOvr>
    <a:masterClrMapping/>
  </p:clrMapOvr>
  <p:transition spd="med" advTm="138041">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CD4584B6-080B-427F-AB37-3D72E65C95C7}" type="datetime1">
              <a:rPr lang="zh-CN" altLang="en-US"/>
            </a:fld>
            <a:endParaRPr lang="zh-CN" altLang="en-US"/>
          </a:p>
        </p:txBody>
      </p:sp>
      <p:sp>
        <p:nvSpPr>
          <p:cNvPr id="136195" name="Rectangle 2"/>
          <p:cNvSpPr>
            <a:spLocks noGrp="1" noChangeArrowheads="1"/>
          </p:cNvSpPr>
          <p:nvPr>
            <p:ph type="title" idx="4294967295"/>
          </p:nvPr>
        </p:nvSpPr>
        <p:spPr>
          <a:xfrm>
            <a:off x="900113" y="0"/>
            <a:ext cx="6008687" cy="593725"/>
          </a:xfrm>
          <a:solidFill>
            <a:schemeClr val="bg1"/>
          </a:solidFill>
          <a:effectLst>
            <a:outerShdw dist="35921" dir="2700000" algn="ctr" rotWithShape="0">
              <a:srgbClr val="808080"/>
            </a:outerShdw>
          </a:effectLst>
        </p:spPr>
        <p:txBody>
          <a:bodyPr/>
          <a:lstStyle/>
          <a:p>
            <a:r>
              <a:rPr lang="en-US" altLang="zh-CN" sz="3200" b="1" dirty="0">
                <a:solidFill>
                  <a:srgbClr val="0000FF"/>
                </a:solidFill>
              </a:rPr>
              <a:t>§3.6 </a:t>
            </a:r>
            <a:r>
              <a:rPr lang="zh-CN" altLang="en-US" sz="3200" b="1" dirty="0">
                <a:solidFill>
                  <a:srgbClr val="0000FF"/>
                </a:solidFill>
              </a:rPr>
              <a:t>常用信号的傅立叶变换</a:t>
            </a:r>
            <a:endParaRPr lang="en-US" altLang="zh-CN" sz="3200" b="1" dirty="0">
              <a:solidFill>
                <a:srgbClr val="0000FF"/>
              </a:solidFill>
            </a:endParaRPr>
          </a:p>
        </p:txBody>
      </p:sp>
      <mc:AlternateContent xmlns:mc="http://schemas.openxmlformats.org/markup-compatibility/2006">
        <mc:Choice xmlns:a14="http://schemas.microsoft.com/office/drawing/2010/main" Requires="a14">
          <p:sp>
            <p:nvSpPr>
              <p:cNvPr id="275459" name="Object 3"/>
              <p:cNvSpPr txBox="1">
                <a:spLocks noGrp="1"/>
              </p:cNvSpPr>
              <p:nvPr>
                <p:ph sz="quarter" idx="4294967295"/>
              </p:nvPr>
            </p:nvSpPr>
            <p:spPr bwMode="auto">
              <a:xfrm>
                <a:off x="746268" y="1702464"/>
                <a:ext cx="8397732" cy="2521474"/>
              </a:xfrm>
              <a:prstGeom prst="rect">
                <a:avLst/>
              </a:prstGeom>
              <a:solidFill>
                <a:schemeClr val="bg1"/>
              </a:solidFill>
              <a:ln w="9525" cmpd="sng">
                <a:noFill/>
                <a:miter lim="800000"/>
              </a:ln>
              <a:effectLst>
                <a:outerShdw dist="35921" dir="2700000" algn="ctr" rotWithShape="0">
                  <a:srgbClr val="808080"/>
                </a:outerShdw>
              </a:effectLst>
            </p:spPr>
            <p:txBody>
              <a:bodyPr>
                <a:normAutofit fontScale="40000" lnSpcReduction="20000"/>
              </a:bodyPr>
              <a:lstStyle/>
              <a:p>
                <a:pPr>
                  <a:buNone/>
                </a:pPr>
                <a14:m>
                  <m:oMath xmlns:m="http://schemas.openxmlformats.org/officeDocument/2006/math">
                    <m:func>
                      <m:funcPr>
                        <m:ctrlPr>
                          <a:rPr lang="zh-CN" altLang="en-US" sz="3400" b="1" i="1" smtClean="0">
                            <a:solidFill>
                              <a:srgbClr val="000000"/>
                            </a:solidFill>
                            <a:effectLst/>
                            <a:latin typeface="Cambria Math" panose="02040503050406030204" pitchFamily="18" charset="0"/>
                          </a:rPr>
                        </m:ctrlPr>
                      </m:funcPr>
                      <m:fName>
                        <m:limLow>
                          <m:limLowPr>
                            <m:ctrlPr>
                              <a:rPr lang="zh-CN" altLang="en-US" sz="3400" b="1" i="1">
                                <a:solidFill>
                                  <a:srgbClr val="000000"/>
                                </a:solidFill>
                                <a:effectLst/>
                                <a:latin typeface="Cambria Math" panose="02040503050406030204" pitchFamily="18" charset="0"/>
                              </a:rPr>
                            </m:ctrlPr>
                          </m:limLowPr>
                          <m:e>
                            <m:r>
                              <a:rPr lang="zh-CN" altLang="en-US" sz="3400" b="1" i="1">
                                <a:solidFill>
                                  <a:srgbClr val="000000"/>
                                </a:solidFill>
                                <a:effectLst/>
                                <a:latin typeface="Cambria Math" panose="02040503050406030204" pitchFamily="18" charset="0"/>
                              </a:rPr>
                              <m:t>而单边指数函数</m:t>
                            </m:r>
                            <m:r>
                              <m:rPr>
                                <m:nor/>
                              </m:rPr>
                              <a:rPr lang="zh-CN" altLang="en-US" sz="3400" b="1" i="0">
                                <a:solidFill>
                                  <a:srgbClr val="000000"/>
                                </a:solidFill>
                                <a:effectLst/>
                                <a:latin typeface="Cambria Math" panose="02040503050406030204" pitchFamily="18" charset="0"/>
                              </a:rPr>
                              <m:t>lim</m:t>
                            </m:r>
                          </m:e>
                          <m:lim>
                            <m:r>
                              <a:rPr lang="en-US" altLang="zh-CN" sz="3400" b="1" i="1" smtClean="0">
                                <a:solidFill>
                                  <a:srgbClr val="000000"/>
                                </a:solidFill>
                                <a:effectLst/>
                                <a:latin typeface="Cambria Math" panose="02040503050406030204" pitchFamily="18" charset="0"/>
                              </a:rPr>
                              <m:t>                                         </m:t>
                            </m:r>
                            <m:r>
                              <a:rPr lang="zh-CN" altLang="en-US" sz="3400" b="1" i="1">
                                <a:solidFill>
                                  <a:srgbClr val="000000"/>
                                </a:solidFill>
                                <a:effectLst/>
                                <a:latin typeface="Cambria Math" panose="02040503050406030204" pitchFamily="18" charset="0"/>
                              </a:rPr>
                              <m:t>𝒂</m:t>
                            </m:r>
                            <m:r>
                              <a:rPr lang="zh-CN" altLang="en-US" sz="3400" b="1" i="1">
                                <a:solidFill>
                                  <a:srgbClr val="000000"/>
                                </a:solidFill>
                                <a:effectLst/>
                                <a:latin typeface="Cambria Math" panose="02040503050406030204" pitchFamily="18" charset="0"/>
                              </a:rPr>
                              <m:t>−&gt;</m:t>
                            </m:r>
                            <m:r>
                              <a:rPr lang="zh-CN" altLang="en-US" sz="3400" b="1" i="1">
                                <a:solidFill>
                                  <a:srgbClr val="000000"/>
                                </a:solidFill>
                                <a:effectLst/>
                                <a:latin typeface="Cambria Math" panose="02040503050406030204" pitchFamily="18" charset="0"/>
                              </a:rPr>
                              <m:t>𝟎</m:t>
                            </m:r>
                          </m:lim>
                        </m:limLow>
                      </m:fName>
                      <m:e>
                        <m:sSup>
                          <m:sSupPr>
                            <m:ctrlPr>
                              <a:rPr lang="zh-CN" altLang="en-US" sz="3400" b="1" i="1">
                                <a:solidFill>
                                  <a:srgbClr val="000000"/>
                                </a:solidFill>
                                <a:effectLst/>
                                <a:latin typeface="Cambria Math" panose="02040503050406030204" pitchFamily="18" charset="0"/>
                              </a:rPr>
                            </m:ctrlPr>
                          </m:sSupPr>
                          <m:e>
                            <m:r>
                              <a:rPr lang="zh-CN" altLang="en-US" sz="3400" b="1" i="1">
                                <a:solidFill>
                                  <a:srgbClr val="000000"/>
                                </a:solidFill>
                                <a:effectLst/>
                                <a:latin typeface="Cambria Math" panose="02040503050406030204" pitchFamily="18" charset="0"/>
                              </a:rPr>
                              <m:t>𝒆</m:t>
                            </m:r>
                          </m:e>
                          <m:sup>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𝒂𝒕</m:t>
                            </m:r>
                          </m:sup>
                        </m:sSup>
                      </m:e>
                    </m:func>
                    <m:r>
                      <a:rPr lang="zh-CN" altLang="en-US" sz="3400" b="1" i="1">
                        <a:solidFill>
                          <a:srgbClr val="000000"/>
                        </a:solidFill>
                        <a:effectLst/>
                        <a:latin typeface="Cambria Math" panose="02040503050406030204" pitchFamily="18" charset="0"/>
                      </a:rPr>
                      <m:t>𝜺</m:t>
                    </m:r>
                    <m:d>
                      <m:dPr>
                        <m:ctrlPr>
                          <a:rPr lang="zh-CN" altLang="en-US" sz="3400" b="1" i="1">
                            <a:solidFill>
                              <a:srgbClr val="000000"/>
                            </a:solidFill>
                            <a:effectLst/>
                            <a:latin typeface="Cambria Math" panose="02040503050406030204" pitchFamily="18" charset="0"/>
                          </a:rPr>
                        </m:ctrlPr>
                      </m:dPr>
                      <m:e>
                        <m:r>
                          <a:rPr lang="zh-CN" altLang="en-US" sz="3400" b="1" i="1">
                            <a:solidFill>
                              <a:srgbClr val="000000"/>
                            </a:solidFill>
                            <a:effectLst/>
                            <a:latin typeface="Cambria Math" panose="02040503050406030204" pitchFamily="18" charset="0"/>
                          </a:rPr>
                          <m:t>𝒕</m:t>
                        </m:r>
                      </m:e>
                    </m:d>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𝜺</m:t>
                    </m:r>
                    <m:d>
                      <m:dPr>
                        <m:ctrlPr>
                          <a:rPr lang="zh-CN" altLang="en-US" sz="3400" b="1" i="1">
                            <a:solidFill>
                              <a:srgbClr val="000000"/>
                            </a:solidFill>
                            <a:effectLst/>
                            <a:latin typeface="Cambria Math" panose="02040503050406030204" pitchFamily="18" charset="0"/>
                          </a:rPr>
                        </m:ctrlPr>
                      </m:dPr>
                      <m:e>
                        <m:r>
                          <a:rPr lang="zh-CN" altLang="en-US" sz="3400" b="1" i="1">
                            <a:solidFill>
                              <a:srgbClr val="000000"/>
                            </a:solidFill>
                            <a:effectLst/>
                            <a:latin typeface="Cambria Math" panose="02040503050406030204" pitchFamily="18" charset="0"/>
                          </a:rPr>
                          <m:t>𝒕</m:t>
                        </m:r>
                      </m:e>
                    </m:d>
                  </m:oMath>
                </a14:m>
                <a:r>
                  <a:rPr lang="zh-CN" altLang="en-US" sz="3400" b="1" i="1" dirty="0">
                    <a:solidFill>
                      <a:srgbClr val="000000"/>
                    </a:solidFill>
                    <a:effectLst/>
                    <a:latin typeface="Cambria Math" panose="02040503050406030204" pitchFamily="18" charset="0"/>
                  </a:rPr>
                  <a:t>，</a:t>
                </a:r>
                <a14:m>
                  <m:oMath xmlns:m="http://schemas.openxmlformats.org/officeDocument/2006/math">
                    <m:r>
                      <a:rPr lang="zh-CN" altLang="en-US" sz="3400" b="1" i="1">
                        <a:solidFill>
                          <a:srgbClr val="000000"/>
                        </a:solidFill>
                        <a:effectLst/>
                        <a:latin typeface="Cambria Math" panose="02040503050406030204" pitchFamily="18" charset="0"/>
                      </a:rPr>
                      <m:t>已知：</m:t>
                    </m:r>
                  </m:oMath>
                </a14:m>
                <a:endParaRPr lang="en-US" altLang="zh-CN" sz="3400" b="1" i="1" dirty="0">
                  <a:solidFill>
                    <a:srgbClr val="000000"/>
                  </a:solidFill>
                  <a:effectLst/>
                  <a:latin typeface="Cambria Math" panose="02040503050406030204" pitchFamily="18" charset="0"/>
                </a:endParaRPr>
              </a:p>
              <a:p>
                <a:pPr>
                  <a:buNone/>
                </a:pPr>
                <a14:m>
                  <m:oMathPara xmlns:m="http://schemas.openxmlformats.org/officeDocument/2006/math">
                    <m:oMathParaPr>
                      <m:jc m:val="left"/>
                    </m:oMathParaPr>
                    <m:oMath xmlns:m="http://schemas.openxmlformats.org/officeDocument/2006/math">
                      <m:sSup>
                        <m:sSupPr>
                          <m:ctrlPr>
                            <a:rPr lang="zh-CN" altLang="en-US" sz="3400" b="1" i="1">
                              <a:solidFill>
                                <a:srgbClr val="000000"/>
                              </a:solidFill>
                              <a:effectLst/>
                              <a:latin typeface="Cambria Math" panose="02040503050406030204" pitchFamily="18" charset="0"/>
                            </a:rPr>
                          </m:ctrlPr>
                        </m:sSupPr>
                        <m:e>
                          <m:r>
                            <a:rPr lang="zh-CN" altLang="en-US" sz="3400" b="1" i="1">
                              <a:solidFill>
                                <a:srgbClr val="000000"/>
                              </a:solidFill>
                              <a:effectLst/>
                              <a:latin typeface="Cambria Math" panose="02040503050406030204" pitchFamily="18" charset="0"/>
                            </a:rPr>
                            <m:t>𝒆</m:t>
                          </m:r>
                        </m:e>
                        <m:sup>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𝒂𝒕</m:t>
                          </m:r>
                        </m:sup>
                      </m:sSup>
                      <m:r>
                        <a:rPr lang="zh-CN" altLang="en-US" sz="3400" b="1" i="1">
                          <a:solidFill>
                            <a:srgbClr val="000000"/>
                          </a:solidFill>
                          <a:effectLst/>
                          <a:latin typeface="Cambria Math" panose="02040503050406030204" pitchFamily="18" charset="0"/>
                        </a:rPr>
                        <m:t>𝜺</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𝒕</m:t>
                      </m:r>
                      <m:r>
                        <a:rPr lang="zh-CN" altLang="en-US" sz="3400" b="1" i="1">
                          <a:solidFill>
                            <a:srgbClr val="000000"/>
                          </a:solidFill>
                          <a:effectLst/>
                          <a:latin typeface="Cambria Math" panose="02040503050406030204" pitchFamily="18" charset="0"/>
                        </a:rPr>
                        <m:t>)↔</m:t>
                      </m:r>
                      <m:f>
                        <m:fPr>
                          <m:ctrlPr>
                            <a:rPr lang="zh-CN" altLang="en-US" sz="3400" b="1" i="1">
                              <a:solidFill>
                                <a:srgbClr val="000000"/>
                              </a:solidFill>
                              <a:effectLst/>
                              <a:latin typeface="Cambria Math" panose="02040503050406030204" pitchFamily="18" charset="0"/>
                            </a:rPr>
                          </m:ctrlPr>
                        </m:fPr>
                        <m:num>
                          <m:r>
                            <a:rPr lang="zh-CN" altLang="en-US" sz="3400" b="1" i="1">
                              <a:solidFill>
                                <a:srgbClr val="000000"/>
                              </a:solidFill>
                              <a:effectLst/>
                              <a:latin typeface="Cambria Math" panose="02040503050406030204" pitchFamily="18" charset="0"/>
                            </a:rPr>
                            <m:t>𝟏</m:t>
                          </m:r>
                        </m:num>
                        <m:den>
                          <m:r>
                            <a:rPr lang="zh-CN" altLang="en-US" sz="3400" b="1" i="1">
                              <a:solidFill>
                                <a:srgbClr val="000000"/>
                              </a:solidFill>
                              <a:effectLst/>
                              <a:latin typeface="Cambria Math" panose="02040503050406030204" pitchFamily="18" charset="0"/>
                            </a:rPr>
                            <m:t>𝒂</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𝒋</m:t>
                          </m:r>
                          <m:r>
                            <a:rPr lang="zh-CN" altLang="en-US" sz="3400" b="1" i="1">
                              <a:solidFill>
                                <a:srgbClr val="000000"/>
                              </a:solidFill>
                              <a:effectLst/>
                              <a:latin typeface="Cambria Math" panose="02040503050406030204" pitchFamily="18" charset="0"/>
                            </a:rPr>
                            <m:t>𝝎</m:t>
                          </m:r>
                        </m:den>
                      </m:f>
                      <m:r>
                        <a:rPr lang="en-US" altLang="zh-CN" sz="3400" b="1" i="1" smtClean="0">
                          <a:solidFill>
                            <a:srgbClr val="000000"/>
                          </a:solidFill>
                          <a:effectLst/>
                          <a:latin typeface="Cambria Math" panose="02040503050406030204" pitchFamily="18" charset="0"/>
                        </a:rPr>
                        <m:t>   </m:t>
                      </m:r>
                      <m:r>
                        <a:rPr lang="zh-CN" altLang="en-US" sz="3400" b="1" i="1">
                          <a:solidFill>
                            <a:srgbClr val="000000"/>
                          </a:solidFill>
                          <a:effectLst/>
                          <a:latin typeface="Cambria Math" panose="02040503050406030204" pitchFamily="18" charset="0"/>
                        </a:rPr>
                        <m:t>=</m:t>
                      </m:r>
                      <m:f>
                        <m:fPr>
                          <m:ctrlPr>
                            <a:rPr lang="zh-CN" altLang="en-US" sz="3400" b="1" i="1">
                              <a:solidFill>
                                <a:srgbClr val="000000"/>
                              </a:solidFill>
                              <a:effectLst/>
                              <a:latin typeface="Cambria Math" panose="02040503050406030204" pitchFamily="18" charset="0"/>
                            </a:rPr>
                          </m:ctrlPr>
                        </m:fPr>
                        <m:num>
                          <m:r>
                            <a:rPr lang="zh-CN" altLang="en-US" sz="3400" b="1" i="1">
                              <a:solidFill>
                                <a:srgbClr val="000000"/>
                              </a:solidFill>
                              <a:effectLst/>
                              <a:latin typeface="Cambria Math" panose="02040503050406030204" pitchFamily="18" charset="0"/>
                            </a:rPr>
                            <m:t>𝟏</m:t>
                          </m:r>
                        </m:num>
                        <m:den>
                          <m:r>
                            <a:rPr lang="zh-CN" altLang="en-US" sz="3400" b="1" i="1">
                              <a:solidFill>
                                <a:srgbClr val="000000"/>
                              </a:solidFill>
                              <a:effectLst/>
                              <a:latin typeface="Cambria Math" panose="02040503050406030204" pitchFamily="18" charset="0"/>
                            </a:rPr>
                            <m:t>𝒂</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𝒋</m:t>
                          </m:r>
                          <m:r>
                            <a:rPr lang="zh-CN" altLang="en-US" sz="3400" b="1" i="1">
                              <a:solidFill>
                                <a:srgbClr val="000000"/>
                              </a:solidFill>
                              <a:effectLst/>
                              <a:latin typeface="Cambria Math" panose="02040503050406030204" pitchFamily="18" charset="0"/>
                            </a:rPr>
                            <m:t>𝝎</m:t>
                          </m:r>
                        </m:den>
                      </m:f>
                      <m:r>
                        <a:rPr lang="zh-CN" altLang="en-US" sz="3400" b="1" i="1">
                          <a:solidFill>
                            <a:srgbClr val="000000"/>
                          </a:solidFill>
                          <a:effectLst/>
                          <a:latin typeface="Cambria Math" panose="02040503050406030204" pitchFamily="18" charset="0"/>
                        </a:rPr>
                        <m:t>=</m:t>
                      </m:r>
                      <m:f>
                        <m:fPr>
                          <m:ctrlPr>
                            <a:rPr lang="zh-CN" altLang="en-US" sz="3400" b="1" i="1">
                              <a:solidFill>
                                <a:srgbClr val="000000"/>
                              </a:solidFill>
                              <a:effectLst/>
                              <a:latin typeface="Cambria Math" panose="02040503050406030204" pitchFamily="18" charset="0"/>
                            </a:rPr>
                          </m:ctrlPr>
                        </m:fPr>
                        <m:num>
                          <m:r>
                            <a:rPr lang="zh-CN" altLang="en-US" sz="3400" b="1" i="1">
                              <a:solidFill>
                                <a:srgbClr val="000000"/>
                              </a:solidFill>
                              <a:effectLst/>
                              <a:latin typeface="Cambria Math" panose="02040503050406030204" pitchFamily="18" charset="0"/>
                            </a:rPr>
                            <m:t>𝒂</m:t>
                          </m:r>
                        </m:num>
                        <m:den>
                          <m:sSup>
                            <m:sSupPr>
                              <m:ctrlPr>
                                <a:rPr lang="zh-CN" altLang="en-US" sz="3400" b="1" i="1">
                                  <a:solidFill>
                                    <a:srgbClr val="000000"/>
                                  </a:solidFill>
                                  <a:effectLst/>
                                  <a:latin typeface="Cambria Math" panose="02040503050406030204" pitchFamily="18" charset="0"/>
                                </a:rPr>
                              </m:ctrlPr>
                            </m:sSupPr>
                            <m:e>
                              <m:r>
                                <a:rPr lang="zh-CN" altLang="en-US" sz="3400" b="1" i="1">
                                  <a:solidFill>
                                    <a:srgbClr val="000000"/>
                                  </a:solidFill>
                                  <a:effectLst/>
                                  <a:latin typeface="Cambria Math" panose="02040503050406030204" pitchFamily="18" charset="0"/>
                                </a:rPr>
                                <m:t>𝒂</m:t>
                              </m:r>
                            </m:e>
                            <m:sup>
                              <m:r>
                                <a:rPr lang="zh-CN" altLang="en-US" sz="3400" b="1" i="1">
                                  <a:solidFill>
                                    <a:srgbClr val="000000"/>
                                  </a:solidFill>
                                  <a:effectLst/>
                                  <a:latin typeface="Cambria Math" panose="02040503050406030204" pitchFamily="18" charset="0"/>
                                </a:rPr>
                                <m:t>𝟐</m:t>
                              </m:r>
                            </m:sup>
                          </m:sSup>
                          <m:r>
                            <a:rPr lang="zh-CN" altLang="en-US" sz="3400" b="1" i="1">
                              <a:solidFill>
                                <a:srgbClr val="000000"/>
                              </a:solidFill>
                              <a:effectLst/>
                              <a:latin typeface="Cambria Math" panose="02040503050406030204" pitchFamily="18" charset="0"/>
                            </a:rPr>
                            <m:t>+</m:t>
                          </m:r>
                          <m:sSup>
                            <m:sSupPr>
                              <m:ctrlPr>
                                <a:rPr lang="zh-CN" altLang="en-US" sz="3400" b="1" i="1">
                                  <a:solidFill>
                                    <a:srgbClr val="000000"/>
                                  </a:solidFill>
                                  <a:effectLst/>
                                  <a:latin typeface="Cambria Math" panose="02040503050406030204" pitchFamily="18" charset="0"/>
                                </a:rPr>
                              </m:ctrlPr>
                            </m:sSupPr>
                            <m:e>
                              <m:r>
                                <a:rPr lang="zh-CN" altLang="en-US" sz="3400" b="1" i="1">
                                  <a:solidFill>
                                    <a:srgbClr val="000000"/>
                                  </a:solidFill>
                                  <a:effectLst/>
                                  <a:latin typeface="Cambria Math" panose="02040503050406030204" pitchFamily="18" charset="0"/>
                                </a:rPr>
                                <m:t>𝝎</m:t>
                              </m:r>
                            </m:e>
                            <m:sup>
                              <m:r>
                                <a:rPr lang="zh-CN" altLang="en-US" sz="3400" b="1" i="1">
                                  <a:solidFill>
                                    <a:srgbClr val="000000"/>
                                  </a:solidFill>
                                  <a:effectLst/>
                                  <a:latin typeface="Cambria Math" panose="02040503050406030204" pitchFamily="18" charset="0"/>
                                </a:rPr>
                                <m:t>𝟐</m:t>
                              </m:r>
                            </m:sup>
                          </m:sSup>
                        </m:den>
                      </m:f>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𝒋</m:t>
                      </m:r>
                      <m:f>
                        <m:fPr>
                          <m:ctrlPr>
                            <a:rPr lang="zh-CN" altLang="en-US" sz="3400" b="1" i="1">
                              <a:solidFill>
                                <a:srgbClr val="000000"/>
                              </a:solidFill>
                              <a:effectLst/>
                              <a:latin typeface="Cambria Math" panose="02040503050406030204" pitchFamily="18" charset="0"/>
                            </a:rPr>
                          </m:ctrlPr>
                        </m:fPr>
                        <m:num>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num>
                        <m:den>
                          <m:sSup>
                            <m:sSupPr>
                              <m:ctrlPr>
                                <a:rPr lang="zh-CN" altLang="en-US" sz="3400" b="1" i="1">
                                  <a:solidFill>
                                    <a:srgbClr val="000000"/>
                                  </a:solidFill>
                                  <a:effectLst/>
                                  <a:latin typeface="Cambria Math" panose="02040503050406030204" pitchFamily="18" charset="0"/>
                                </a:rPr>
                              </m:ctrlPr>
                            </m:sSupPr>
                            <m:e>
                              <m:r>
                                <a:rPr lang="zh-CN" altLang="en-US" sz="3400" b="1" i="1">
                                  <a:solidFill>
                                    <a:srgbClr val="000000"/>
                                  </a:solidFill>
                                  <a:effectLst/>
                                  <a:latin typeface="Cambria Math" panose="02040503050406030204" pitchFamily="18" charset="0"/>
                                </a:rPr>
                                <m:t>𝒂</m:t>
                              </m:r>
                            </m:e>
                            <m:sup>
                              <m:r>
                                <a:rPr lang="zh-CN" altLang="en-US" sz="3400" b="1" i="1">
                                  <a:solidFill>
                                    <a:srgbClr val="000000"/>
                                  </a:solidFill>
                                  <a:effectLst/>
                                  <a:latin typeface="Cambria Math" panose="02040503050406030204" pitchFamily="18" charset="0"/>
                                </a:rPr>
                                <m:t>𝟐</m:t>
                              </m:r>
                            </m:sup>
                          </m:sSup>
                          <m:r>
                            <a:rPr lang="zh-CN" altLang="en-US" sz="3400" b="1" i="1">
                              <a:solidFill>
                                <a:srgbClr val="000000"/>
                              </a:solidFill>
                              <a:effectLst/>
                              <a:latin typeface="Cambria Math" panose="02040503050406030204" pitchFamily="18" charset="0"/>
                            </a:rPr>
                            <m:t>+</m:t>
                          </m:r>
                          <m:sSup>
                            <m:sSupPr>
                              <m:ctrlPr>
                                <a:rPr lang="zh-CN" altLang="en-US" sz="3400" b="1" i="1">
                                  <a:solidFill>
                                    <a:srgbClr val="000000"/>
                                  </a:solidFill>
                                  <a:effectLst/>
                                  <a:latin typeface="Cambria Math" panose="02040503050406030204" pitchFamily="18" charset="0"/>
                                </a:rPr>
                              </m:ctrlPr>
                            </m:sSupPr>
                            <m:e>
                              <m:r>
                                <a:rPr lang="zh-CN" altLang="en-US" sz="3400" b="1" i="1">
                                  <a:solidFill>
                                    <a:srgbClr val="000000"/>
                                  </a:solidFill>
                                  <a:effectLst/>
                                  <a:latin typeface="Cambria Math" panose="02040503050406030204" pitchFamily="18" charset="0"/>
                                </a:rPr>
                                <m:t>𝝎</m:t>
                              </m:r>
                            </m:e>
                            <m:sup>
                              <m:r>
                                <a:rPr lang="zh-CN" altLang="en-US" sz="3400" b="1" i="1">
                                  <a:solidFill>
                                    <a:srgbClr val="000000"/>
                                  </a:solidFill>
                                  <a:effectLst/>
                                  <a:latin typeface="Cambria Math" panose="02040503050406030204" pitchFamily="18" charset="0"/>
                                </a:rPr>
                                <m:t>𝟐</m:t>
                              </m:r>
                            </m:sup>
                          </m:sSup>
                        </m:den>
                      </m:f>
                    </m:oMath>
                    <m:oMath xmlns:m="http://schemas.openxmlformats.org/officeDocument/2006/math">
                      <m:r>
                        <a:rPr lang="en-US" altLang="zh-CN" sz="3400" b="1" i="1" smtClean="0">
                          <a:solidFill>
                            <a:srgbClr val="000000"/>
                          </a:solidFill>
                          <a:effectLst/>
                          <a:latin typeface="Cambria Math" panose="02040503050406030204" pitchFamily="18" charset="0"/>
                        </a:rPr>
                        <m:t>                     </m:t>
                      </m:r>
                      <m:r>
                        <a:rPr lang="zh-CN" altLang="en-US" sz="3400" b="1" i="1">
                          <a:solidFill>
                            <a:srgbClr val="000000"/>
                          </a:solidFill>
                          <a:effectLst/>
                          <a:latin typeface="Cambria Math" panose="02040503050406030204" pitchFamily="18" charset="0"/>
                        </a:rPr>
                        <m:t>=</m:t>
                      </m:r>
                      <m:sSub>
                        <m:sSubPr>
                          <m:ctrlPr>
                            <a:rPr lang="zh-CN" altLang="en-US" sz="3400" b="1" i="1">
                              <a:solidFill>
                                <a:srgbClr val="000000"/>
                              </a:solidFill>
                              <a:effectLst/>
                              <a:latin typeface="Cambria Math" panose="02040503050406030204" pitchFamily="18" charset="0"/>
                            </a:rPr>
                          </m:ctrlPr>
                        </m:sSubPr>
                        <m:e>
                          <m:r>
                            <a:rPr lang="zh-CN" altLang="en-US" sz="3400" b="1" i="1">
                              <a:solidFill>
                                <a:srgbClr val="000000"/>
                              </a:solidFill>
                              <a:effectLst/>
                              <a:latin typeface="Cambria Math" panose="02040503050406030204" pitchFamily="18" charset="0"/>
                            </a:rPr>
                            <m:t>𝑨</m:t>
                          </m:r>
                        </m:e>
                        <m:sub>
                          <m:r>
                            <a:rPr lang="zh-CN" altLang="en-US" sz="3400" b="1" i="1">
                              <a:solidFill>
                                <a:srgbClr val="000000"/>
                              </a:solidFill>
                              <a:effectLst/>
                              <a:latin typeface="Cambria Math" panose="02040503050406030204" pitchFamily="18" charset="0"/>
                            </a:rPr>
                            <m:t>𝒆</m:t>
                          </m:r>
                        </m:sub>
                      </m:sSub>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sSub>
                        <m:sSubPr>
                          <m:ctrlPr>
                            <a:rPr lang="zh-CN" altLang="en-US" sz="3400" b="1" i="1">
                              <a:solidFill>
                                <a:srgbClr val="000000"/>
                              </a:solidFill>
                              <a:effectLst/>
                              <a:latin typeface="Cambria Math" panose="02040503050406030204" pitchFamily="18" charset="0"/>
                            </a:rPr>
                          </m:ctrlPr>
                        </m:sSubPr>
                        <m:e>
                          <m:r>
                            <a:rPr lang="zh-CN" altLang="en-US" sz="3400" b="1" i="1">
                              <a:solidFill>
                                <a:srgbClr val="000000"/>
                              </a:solidFill>
                              <a:effectLst/>
                              <a:latin typeface="Cambria Math" panose="02040503050406030204" pitchFamily="18" charset="0"/>
                            </a:rPr>
                            <m:t>𝑩</m:t>
                          </m:r>
                        </m:e>
                        <m:sub>
                          <m:r>
                            <a:rPr lang="zh-CN" altLang="en-US" sz="3400" b="1" i="1">
                              <a:solidFill>
                                <a:srgbClr val="000000"/>
                              </a:solidFill>
                              <a:effectLst/>
                              <a:latin typeface="Cambria Math" panose="02040503050406030204" pitchFamily="18" charset="0"/>
                            </a:rPr>
                            <m:t>𝒆</m:t>
                          </m:r>
                        </m:sub>
                      </m:sSub>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oMath>
                  </m:oMathPara>
                </a14:m>
                <a:endParaRPr lang="en-US" altLang="zh-CN" sz="3400" b="1" i="1" dirty="0">
                  <a:solidFill>
                    <a:srgbClr val="000000"/>
                  </a:solidFill>
                  <a:effectLst/>
                  <a:latin typeface="Cambria Math" panose="02040503050406030204" pitchFamily="18" charset="0"/>
                </a:endParaRPr>
              </a:p>
              <a:p>
                <a:pPr>
                  <a:buNone/>
                </a:pPr>
                <a:endParaRPr lang="en-US" altLang="zh-CN" sz="3400" b="1" i="1" dirty="0">
                  <a:solidFill>
                    <a:srgbClr val="000000"/>
                  </a:solidFill>
                  <a:effectLst/>
                  <a:latin typeface="Cambria Math" panose="02040503050406030204" pitchFamily="18" charset="0"/>
                </a:endParaRPr>
              </a:p>
              <a:p>
                <a:pPr>
                  <a:buNone/>
                </a:pPr>
                <a:r>
                  <a:rPr lang="zh-CN" altLang="en-US" sz="3400" b="1" dirty="0">
                    <a:solidFill>
                      <a:srgbClr val="000000"/>
                    </a:solidFill>
                    <a:effectLst/>
                  </a:rPr>
                  <a:t>其中</a:t>
                </a:r>
                <a14:m>
                  <m:oMath xmlns:m="http://schemas.openxmlformats.org/officeDocument/2006/math">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𝑩</m:t>
                    </m:r>
                    <m:r>
                      <m:rPr>
                        <m:sty m:val="p"/>
                      </m:rPr>
                      <a:rPr lang="en-US" altLang="zh-CN" sz="3400" b="1" i="1" baseline="-25000">
                        <a:solidFill>
                          <a:srgbClr val="000000"/>
                        </a:solidFill>
                        <a:latin typeface="Cambria Math" panose="02040503050406030204" pitchFamily="18" charset="0"/>
                      </a:rPr>
                      <m:t>e</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func>
                      <m:funcPr>
                        <m:ctrlPr>
                          <a:rPr lang="zh-CN" altLang="en-US" sz="3400" b="1" i="1">
                            <a:solidFill>
                              <a:srgbClr val="000000"/>
                            </a:solidFill>
                            <a:effectLst/>
                            <a:latin typeface="Cambria Math" panose="02040503050406030204" pitchFamily="18" charset="0"/>
                          </a:rPr>
                        </m:ctrlPr>
                      </m:funcPr>
                      <m:fName>
                        <m:limLow>
                          <m:limLowPr>
                            <m:ctrlPr>
                              <a:rPr lang="zh-CN" altLang="en-US" sz="3400" b="1" i="1">
                                <a:solidFill>
                                  <a:srgbClr val="000000"/>
                                </a:solidFill>
                                <a:effectLst/>
                                <a:latin typeface="Cambria Math" panose="02040503050406030204" pitchFamily="18" charset="0"/>
                              </a:rPr>
                            </m:ctrlPr>
                          </m:limLowPr>
                          <m:e>
                            <m:r>
                              <m:rPr>
                                <m:nor/>
                              </m:rPr>
                              <a:rPr lang="zh-CN" altLang="en-US" sz="3400" b="1">
                                <a:solidFill>
                                  <a:srgbClr val="000000"/>
                                </a:solidFill>
                                <a:effectLst/>
                                <a:latin typeface="Cambria Math" panose="02040503050406030204" pitchFamily="18" charset="0"/>
                              </a:rPr>
                              <m:t>lim</m:t>
                            </m:r>
                          </m:e>
                          <m:lim>
                            <m:r>
                              <a:rPr lang="zh-CN" altLang="en-US" sz="3400" b="1" i="1">
                                <a:solidFill>
                                  <a:srgbClr val="000000"/>
                                </a:solidFill>
                                <a:effectLst/>
                                <a:latin typeface="Cambria Math" panose="02040503050406030204" pitchFamily="18" charset="0"/>
                              </a:rPr>
                              <m:t>𝒂</m:t>
                            </m:r>
                            <m:r>
                              <a:rPr lang="zh-CN" altLang="en-US" sz="3400" b="1" i="1">
                                <a:solidFill>
                                  <a:srgbClr val="000000"/>
                                </a:solidFill>
                                <a:effectLst/>
                                <a:latin typeface="Cambria Math" panose="02040503050406030204" pitchFamily="18" charset="0"/>
                              </a:rPr>
                              <m:t>−&gt;</m:t>
                            </m:r>
                            <m:r>
                              <a:rPr lang="zh-CN" altLang="en-US" sz="3400" b="1" i="1">
                                <a:solidFill>
                                  <a:srgbClr val="000000"/>
                                </a:solidFill>
                                <a:effectLst/>
                                <a:latin typeface="Cambria Math" panose="02040503050406030204" pitchFamily="18" charset="0"/>
                              </a:rPr>
                              <m:t>𝟎</m:t>
                            </m:r>
                          </m:lim>
                        </m:limLow>
                      </m:fName>
                      <m:e>
                        <m:sSub>
                          <m:sSubPr>
                            <m:ctrlPr>
                              <a:rPr lang="zh-CN" altLang="en-US" sz="3400" b="1" i="1">
                                <a:solidFill>
                                  <a:srgbClr val="000000"/>
                                </a:solidFill>
                                <a:effectLst/>
                                <a:latin typeface="Cambria Math" panose="02040503050406030204" pitchFamily="18" charset="0"/>
                              </a:rPr>
                            </m:ctrlPr>
                          </m:sSubPr>
                          <m:e>
                            <m:r>
                              <a:rPr lang="zh-CN" altLang="en-US" sz="3400" b="1" i="1">
                                <a:solidFill>
                                  <a:srgbClr val="000000"/>
                                </a:solidFill>
                                <a:effectLst/>
                                <a:latin typeface="Cambria Math" panose="02040503050406030204" pitchFamily="18" charset="0"/>
                              </a:rPr>
                              <m:t>𝑩</m:t>
                            </m:r>
                          </m:e>
                          <m:sub>
                            <m:r>
                              <a:rPr lang="zh-CN" altLang="en-US" sz="3400" b="1" i="1">
                                <a:solidFill>
                                  <a:srgbClr val="000000"/>
                                </a:solidFill>
                                <a:effectLst/>
                                <a:latin typeface="Cambria Math" panose="02040503050406030204" pitchFamily="18" charset="0"/>
                              </a:rPr>
                              <m:t>𝒆</m:t>
                            </m:r>
                          </m:sub>
                        </m:sSub>
                      </m:e>
                    </m:func>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f>
                      <m:fPr>
                        <m:ctrlPr>
                          <a:rPr lang="zh-CN" altLang="en-US" sz="3400" b="1" i="1">
                            <a:solidFill>
                              <a:srgbClr val="000000"/>
                            </a:solidFill>
                            <a:effectLst/>
                            <a:latin typeface="Cambria Math" panose="02040503050406030204" pitchFamily="18" charset="0"/>
                          </a:rPr>
                        </m:ctrlPr>
                      </m:fPr>
                      <m:num>
                        <m:r>
                          <a:rPr lang="zh-CN" altLang="en-US" sz="3400" b="1" i="1">
                            <a:solidFill>
                              <a:srgbClr val="000000"/>
                            </a:solidFill>
                            <a:effectLst/>
                            <a:latin typeface="Cambria Math" panose="02040503050406030204" pitchFamily="18" charset="0"/>
                          </a:rPr>
                          <m:t>𝟏</m:t>
                        </m:r>
                      </m:num>
                      <m:den>
                        <m:r>
                          <a:rPr lang="zh-CN" altLang="en-US" sz="3400" b="1" i="1">
                            <a:solidFill>
                              <a:srgbClr val="000000"/>
                            </a:solidFill>
                            <a:effectLst/>
                            <a:latin typeface="Cambria Math" panose="02040503050406030204" pitchFamily="18" charset="0"/>
                          </a:rPr>
                          <m:t>𝝎</m:t>
                        </m:r>
                      </m:den>
                    </m:f>
                    <m:r>
                      <a:rPr lang="zh-CN" altLang="en-US" sz="3400" b="1" i="1">
                        <a:solidFill>
                          <a:srgbClr val="000000"/>
                        </a:solidFill>
                        <a:effectLst/>
                        <a:latin typeface="Cambria Math" panose="02040503050406030204" pitchFamily="18" charset="0"/>
                      </a:rPr>
                      <m:t>=</m:t>
                    </m:r>
                    <m:f>
                      <m:fPr>
                        <m:ctrlPr>
                          <a:rPr lang="zh-CN" altLang="en-US" sz="3400" b="1" i="1">
                            <a:solidFill>
                              <a:srgbClr val="000000"/>
                            </a:solidFill>
                            <a:effectLst/>
                            <a:latin typeface="Cambria Math" panose="02040503050406030204" pitchFamily="18" charset="0"/>
                          </a:rPr>
                        </m:ctrlPr>
                      </m:fPr>
                      <m:num>
                        <m:r>
                          <a:rPr lang="zh-CN" altLang="en-US" sz="3400" b="1" i="1">
                            <a:solidFill>
                              <a:srgbClr val="000000"/>
                            </a:solidFill>
                            <a:effectLst/>
                            <a:latin typeface="Cambria Math" panose="02040503050406030204" pitchFamily="18" charset="0"/>
                          </a:rPr>
                          <m:t>𝟏</m:t>
                        </m:r>
                      </m:num>
                      <m:den>
                        <m:r>
                          <a:rPr lang="zh-CN" altLang="en-US" sz="3400" b="1" i="1">
                            <a:solidFill>
                              <a:srgbClr val="000000"/>
                            </a:solidFill>
                            <a:effectLst/>
                            <a:latin typeface="Cambria Math" panose="02040503050406030204" pitchFamily="18" charset="0"/>
                          </a:rPr>
                          <m:t>𝝎</m:t>
                        </m:r>
                      </m:den>
                    </m:f>
                    <m:sSup>
                      <m:sSupPr>
                        <m:ctrlPr>
                          <a:rPr lang="zh-CN" altLang="en-US" sz="3400" b="1" i="1">
                            <a:solidFill>
                              <a:srgbClr val="000000"/>
                            </a:solidFill>
                            <a:effectLst/>
                            <a:latin typeface="Cambria Math" panose="02040503050406030204" pitchFamily="18" charset="0"/>
                          </a:rPr>
                        </m:ctrlPr>
                      </m:sSupPr>
                      <m:e>
                        <m:r>
                          <a:rPr lang="zh-CN" altLang="en-US" sz="3400" b="1" i="1">
                            <a:solidFill>
                              <a:srgbClr val="000000"/>
                            </a:solidFill>
                            <a:effectLst/>
                            <a:latin typeface="Cambria Math" panose="02040503050406030204" pitchFamily="18" charset="0"/>
                          </a:rPr>
                          <m:t>𝒆</m:t>
                        </m:r>
                      </m:e>
                      <m:sup>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𝒋</m:t>
                        </m:r>
                        <m:f>
                          <m:fPr>
                            <m:ctrlPr>
                              <a:rPr lang="zh-CN" altLang="en-US" sz="3400" b="1" i="1">
                                <a:solidFill>
                                  <a:srgbClr val="000000"/>
                                </a:solidFill>
                                <a:effectLst/>
                                <a:latin typeface="Cambria Math" panose="02040503050406030204" pitchFamily="18" charset="0"/>
                              </a:rPr>
                            </m:ctrlPr>
                          </m:fPr>
                          <m:num>
                            <m:r>
                              <a:rPr lang="zh-CN" altLang="en-US" sz="3400" b="1" i="1">
                                <a:solidFill>
                                  <a:srgbClr val="000000"/>
                                </a:solidFill>
                                <a:effectLst/>
                                <a:latin typeface="Cambria Math" panose="02040503050406030204" pitchFamily="18" charset="0"/>
                              </a:rPr>
                              <m:t>𝝅</m:t>
                            </m:r>
                          </m:num>
                          <m:den>
                            <m:r>
                              <a:rPr lang="zh-CN" altLang="en-US" sz="3400" b="1" i="1">
                                <a:solidFill>
                                  <a:srgbClr val="000000"/>
                                </a:solidFill>
                                <a:effectLst/>
                                <a:latin typeface="Cambria Math" panose="02040503050406030204" pitchFamily="18" charset="0"/>
                              </a:rPr>
                              <m:t>𝟐</m:t>
                            </m:r>
                          </m:den>
                        </m:f>
                      </m:sup>
                    </m:sSup>
                  </m:oMath>
                </a14:m>
                <a:endParaRPr lang="en-US" altLang="zh-CN" sz="3400" b="1" dirty="0">
                  <a:effectLst/>
                </a:endParaRPr>
              </a:p>
              <a:p>
                <a:pPr>
                  <a:buNone/>
                </a:pPr>
                <a:br>
                  <a:rPr lang="zh-CN" altLang="en-US" sz="3400" b="1" i="1" dirty="0">
                    <a:solidFill>
                      <a:srgbClr val="000000"/>
                    </a:solidFill>
                    <a:effectLst/>
                    <a:latin typeface="Cambria Math" panose="02040503050406030204" pitchFamily="18" charset="0"/>
                  </a:rPr>
                </a:br>
                <a14:m>
                  <m:oMathPara xmlns:m="http://schemas.openxmlformats.org/officeDocument/2006/math">
                    <m:oMathParaPr>
                      <m:jc m:val="left"/>
                    </m:oMathParaPr>
                    <m:oMath xmlns:m="http://schemas.openxmlformats.org/officeDocument/2006/math">
                      <m:d>
                        <m:dPr>
                          <m:begChr m:val="{"/>
                          <m:endChr m:val=""/>
                          <m:ctrlPr>
                            <a:rPr lang="zh-CN" altLang="en-US" sz="3400" b="1" i="1">
                              <a:solidFill>
                                <a:srgbClr val="000000"/>
                              </a:solidFill>
                              <a:effectLst/>
                              <a:latin typeface="Cambria Math" panose="02040503050406030204" pitchFamily="18" charset="0"/>
                            </a:rPr>
                          </m:ctrlPr>
                        </m:dPr>
                        <m:e>
                          <m:eqArr>
                            <m:eqArrPr>
                              <m:ctrlPr>
                                <a:rPr lang="zh-CN" altLang="en-US" sz="3400" b="1" i="1" smtClean="0">
                                  <a:solidFill>
                                    <a:srgbClr val="000000"/>
                                  </a:solidFill>
                                  <a:effectLst/>
                                  <a:latin typeface="Cambria Math" panose="02040503050406030204" pitchFamily="18" charset="0"/>
                                </a:rPr>
                              </m:ctrlPr>
                            </m:eqArrPr>
                            <m:e>
                              <m:r>
                                <a:rPr lang="zh-CN" altLang="en-US" sz="3400" b="1" i="1">
                                  <a:solidFill>
                                    <a:srgbClr val="000000"/>
                                  </a:solidFill>
                                  <a:effectLst/>
                                  <a:latin typeface="Cambria Math" panose="02040503050406030204" pitchFamily="18" charset="0"/>
                                </a:rPr>
                                <m:t>&amp;</m:t>
                              </m:r>
                              <m:sSub>
                                <m:sSubPr>
                                  <m:ctrlPr>
                                    <a:rPr lang="zh-CN" altLang="en-US" sz="3400" b="1" i="1">
                                      <a:solidFill>
                                        <a:srgbClr val="000000"/>
                                      </a:solidFill>
                                      <a:latin typeface="Cambria Math" panose="02040503050406030204" pitchFamily="18" charset="0"/>
                                    </a:rPr>
                                  </m:ctrlPr>
                                </m:sSubPr>
                                <m:e>
                                  <m:r>
                                    <a:rPr lang="zh-CN" altLang="en-US" sz="3400" b="1" i="1">
                                      <a:solidFill>
                                        <a:srgbClr val="000000"/>
                                      </a:solidFill>
                                      <a:latin typeface="Cambria Math" panose="02040503050406030204" pitchFamily="18" charset="0"/>
                                    </a:rPr>
                                    <m:t>𝑨</m:t>
                                  </m:r>
                                </m:e>
                                <m:sub>
                                  <m:r>
                                    <a:rPr lang="zh-CN" altLang="en-US" sz="3400" b="1" i="1">
                                      <a:solidFill>
                                        <a:srgbClr val="000000"/>
                                      </a:solidFill>
                                      <a:latin typeface="Cambria Math" panose="02040503050406030204" pitchFamily="18" charset="0"/>
                                    </a:rPr>
                                    <m:t>𝒆</m:t>
                                  </m:r>
                                </m:sub>
                              </m:sSub>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func>
                                <m:funcPr>
                                  <m:ctrlPr>
                                    <a:rPr lang="zh-CN" altLang="en-US" sz="3400" b="1" i="1">
                                      <a:solidFill>
                                        <a:srgbClr val="000000"/>
                                      </a:solidFill>
                                      <a:effectLst/>
                                      <a:latin typeface="Cambria Math" panose="02040503050406030204" pitchFamily="18" charset="0"/>
                                    </a:rPr>
                                  </m:ctrlPr>
                                </m:funcPr>
                                <m:fName>
                                  <m:limLow>
                                    <m:limLowPr>
                                      <m:ctrlPr>
                                        <a:rPr lang="zh-CN" altLang="en-US" sz="3400" b="1" i="1">
                                          <a:solidFill>
                                            <a:srgbClr val="000000"/>
                                          </a:solidFill>
                                          <a:effectLst/>
                                          <a:latin typeface="Cambria Math" panose="02040503050406030204" pitchFamily="18" charset="0"/>
                                        </a:rPr>
                                      </m:ctrlPr>
                                    </m:limLowPr>
                                    <m:e>
                                      <m:r>
                                        <m:rPr>
                                          <m:nor/>
                                        </m:rPr>
                                        <a:rPr lang="zh-CN" altLang="en-US" sz="3400" b="1">
                                          <a:solidFill>
                                            <a:srgbClr val="000000"/>
                                          </a:solidFill>
                                          <a:effectLst/>
                                          <a:latin typeface="Cambria Math" panose="02040503050406030204" pitchFamily="18" charset="0"/>
                                        </a:rPr>
                                        <m:t>lim</m:t>
                                      </m:r>
                                    </m:e>
                                    <m:lim>
                                      <m:r>
                                        <a:rPr lang="zh-CN" altLang="en-US" sz="3400" b="1" i="1">
                                          <a:solidFill>
                                            <a:srgbClr val="000000"/>
                                          </a:solidFill>
                                          <a:effectLst/>
                                          <a:latin typeface="Cambria Math" panose="02040503050406030204" pitchFamily="18" charset="0"/>
                                        </a:rPr>
                                        <m:t>𝒂</m:t>
                                      </m:r>
                                      <m:r>
                                        <a:rPr lang="zh-CN" altLang="en-US" sz="3400" b="1" i="1">
                                          <a:solidFill>
                                            <a:srgbClr val="000000"/>
                                          </a:solidFill>
                                          <a:effectLst/>
                                          <a:latin typeface="Cambria Math" panose="02040503050406030204" pitchFamily="18" charset="0"/>
                                        </a:rPr>
                                        <m:t>−&gt;</m:t>
                                      </m:r>
                                      <m:r>
                                        <a:rPr lang="zh-CN" altLang="en-US" sz="3400" b="1" i="1">
                                          <a:solidFill>
                                            <a:srgbClr val="000000"/>
                                          </a:solidFill>
                                          <a:effectLst/>
                                          <a:latin typeface="Cambria Math" panose="02040503050406030204" pitchFamily="18" charset="0"/>
                                        </a:rPr>
                                        <m:t>𝟎</m:t>
                                      </m:r>
                                    </m:lim>
                                  </m:limLow>
                                </m:fName>
                                <m:e>
                                  <m:sSub>
                                    <m:sSubPr>
                                      <m:ctrlPr>
                                        <a:rPr lang="zh-CN" altLang="en-US" sz="3400" b="1" i="1">
                                          <a:solidFill>
                                            <a:srgbClr val="000000"/>
                                          </a:solidFill>
                                          <a:effectLst/>
                                          <a:latin typeface="Cambria Math" panose="02040503050406030204" pitchFamily="18" charset="0"/>
                                        </a:rPr>
                                      </m:ctrlPr>
                                    </m:sSubPr>
                                    <m:e>
                                      <m:r>
                                        <a:rPr lang="zh-CN" altLang="en-US" sz="3400" b="1" i="1">
                                          <a:solidFill>
                                            <a:srgbClr val="000000"/>
                                          </a:solidFill>
                                          <a:effectLst/>
                                          <a:latin typeface="Cambria Math" panose="02040503050406030204" pitchFamily="18" charset="0"/>
                                        </a:rPr>
                                        <m:t>𝑨</m:t>
                                      </m:r>
                                    </m:e>
                                    <m:sub>
                                      <m:r>
                                        <a:rPr lang="zh-CN" altLang="en-US" sz="3400" b="1" i="1">
                                          <a:solidFill>
                                            <a:srgbClr val="000000"/>
                                          </a:solidFill>
                                          <a:effectLst/>
                                          <a:latin typeface="Cambria Math" panose="02040503050406030204" pitchFamily="18" charset="0"/>
                                        </a:rPr>
                                        <m:t>𝒆</m:t>
                                      </m:r>
                                    </m:sub>
                                  </m:sSub>
                                </m:e>
                              </m:func>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𝟎</m:t>
                              </m:r>
                            </m:e>
                            <m:e>
                              <m:r>
                                <a:rPr lang="zh-CN" altLang="en-US" sz="3400" b="1" i="1">
                                  <a:solidFill>
                                    <a:srgbClr val="000000"/>
                                  </a:solidFill>
                                  <a:effectLst/>
                                  <a:latin typeface="Cambria Math" panose="02040503050406030204" pitchFamily="18" charset="0"/>
                                </a:rPr>
                                <m:t>&amp;</m:t>
                              </m:r>
                              <m:sSub>
                                <m:sSubPr>
                                  <m:ctrlPr>
                                    <a:rPr lang="zh-CN" altLang="en-US" sz="3400" b="1" i="1">
                                      <a:solidFill>
                                        <a:srgbClr val="000000"/>
                                      </a:solidFill>
                                      <a:latin typeface="Cambria Math" panose="02040503050406030204" pitchFamily="18" charset="0"/>
                                    </a:rPr>
                                  </m:ctrlPr>
                                </m:sSubPr>
                                <m:e>
                                  <m:r>
                                    <a:rPr lang="zh-CN" altLang="en-US" sz="3400" b="1" i="1">
                                      <a:solidFill>
                                        <a:srgbClr val="000000"/>
                                      </a:solidFill>
                                      <a:latin typeface="Cambria Math" panose="02040503050406030204" pitchFamily="18" charset="0"/>
                                    </a:rPr>
                                    <m:t>𝑨</m:t>
                                  </m:r>
                                </m:e>
                                <m:sub>
                                  <m:r>
                                    <a:rPr lang="zh-CN" altLang="en-US" sz="3400" b="1" i="1">
                                      <a:solidFill>
                                        <a:srgbClr val="000000"/>
                                      </a:solidFill>
                                      <a:latin typeface="Cambria Math" panose="02040503050406030204" pitchFamily="18" charset="0"/>
                                    </a:rPr>
                                    <m:t>𝒆</m:t>
                                  </m:r>
                                </m:sub>
                              </m:sSub>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func>
                                <m:funcPr>
                                  <m:ctrlPr>
                                    <a:rPr lang="zh-CN" altLang="en-US" sz="3400" b="1" i="1">
                                      <a:solidFill>
                                        <a:srgbClr val="000000"/>
                                      </a:solidFill>
                                      <a:effectLst/>
                                      <a:latin typeface="Cambria Math" panose="02040503050406030204" pitchFamily="18" charset="0"/>
                                    </a:rPr>
                                  </m:ctrlPr>
                                </m:funcPr>
                                <m:fName>
                                  <m:limLow>
                                    <m:limLowPr>
                                      <m:ctrlPr>
                                        <a:rPr lang="zh-CN" altLang="en-US" sz="3400" b="1" i="1">
                                          <a:solidFill>
                                            <a:srgbClr val="000000"/>
                                          </a:solidFill>
                                          <a:effectLst/>
                                          <a:latin typeface="Cambria Math" panose="02040503050406030204" pitchFamily="18" charset="0"/>
                                        </a:rPr>
                                      </m:ctrlPr>
                                    </m:limLowPr>
                                    <m:e>
                                      <m:r>
                                        <m:rPr>
                                          <m:nor/>
                                        </m:rPr>
                                        <a:rPr lang="zh-CN" altLang="en-US" sz="3400" b="1">
                                          <a:solidFill>
                                            <a:srgbClr val="000000"/>
                                          </a:solidFill>
                                          <a:effectLst/>
                                          <a:latin typeface="Cambria Math" panose="02040503050406030204" pitchFamily="18" charset="0"/>
                                        </a:rPr>
                                        <m:t>lim</m:t>
                                      </m:r>
                                    </m:e>
                                    <m:lim>
                                      <m:r>
                                        <a:rPr lang="zh-CN" altLang="en-US" sz="3400" b="1" i="1">
                                          <a:solidFill>
                                            <a:srgbClr val="000000"/>
                                          </a:solidFill>
                                          <a:effectLst/>
                                          <a:latin typeface="Cambria Math" panose="02040503050406030204" pitchFamily="18" charset="0"/>
                                        </a:rPr>
                                        <m:t>𝒂</m:t>
                                      </m:r>
                                      <m:r>
                                        <a:rPr lang="zh-CN" altLang="en-US" sz="3400" b="1" i="1">
                                          <a:solidFill>
                                            <a:srgbClr val="000000"/>
                                          </a:solidFill>
                                          <a:effectLst/>
                                          <a:latin typeface="Cambria Math" panose="02040503050406030204" pitchFamily="18" charset="0"/>
                                        </a:rPr>
                                        <m:t>−&gt;</m:t>
                                      </m:r>
                                      <m:r>
                                        <a:rPr lang="zh-CN" altLang="en-US" sz="3400" b="1" i="1">
                                          <a:solidFill>
                                            <a:srgbClr val="000000"/>
                                          </a:solidFill>
                                          <a:effectLst/>
                                          <a:latin typeface="Cambria Math" panose="02040503050406030204" pitchFamily="18" charset="0"/>
                                        </a:rPr>
                                        <m:t>𝟎</m:t>
                                      </m:r>
                                    </m:lim>
                                  </m:limLow>
                                </m:fName>
                                <m:e>
                                  <m:sSub>
                                    <m:sSubPr>
                                      <m:ctrlPr>
                                        <a:rPr lang="zh-CN" altLang="en-US" sz="3400" b="1" i="1">
                                          <a:solidFill>
                                            <a:srgbClr val="000000"/>
                                          </a:solidFill>
                                          <a:effectLst/>
                                          <a:latin typeface="Cambria Math" panose="02040503050406030204" pitchFamily="18" charset="0"/>
                                        </a:rPr>
                                      </m:ctrlPr>
                                    </m:sSubPr>
                                    <m:e>
                                      <m:r>
                                        <a:rPr lang="zh-CN" altLang="en-US" sz="3400" b="1" i="1">
                                          <a:solidFill>
                                            <a:srgbClr val="000000"/>
                                          </a:solidFill>
                                          <a:effectLst/>
                                          <a:latin typeface="Cambria Math" panose="02040503050406030204" pitchFamily="18" charset="0"/>
                                        </a:rPr>
                                        <m:t>𝑨</m:t>
                                      </m:r>
                                    </m:e>
                                    <m:sub>
                                      <m:r>
                                        <a:rPr lang="zh-CN" altLang="en-US" sz="3400" b="1" i="1">
                                          <a:solidFill>
                                            <a:srgbClr val="000000"/>
                                          </a:solidFill>
                                          <a:effectLst/>
                                          <a:latin typeface="Cambria Math" panose="02040503050406030204" pitchFamily="18" charset="0"/>
                                        </a:rPr>
                                        <m:t>𝒆</m:t>
                                      </m:r>
                                    </m:sub>
                                  </m:sSub>
                                </m:e>
                              </m:func>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𝟎</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𝝎</m:t>
                              </m:r>
                              <m:r>
                                <a:rPr lang="zh-CN" altLang="en-US" sz="3400" b="1" i="1">
                                  <a:solidFill>
                                    <a:srgbClr val="000000"/>
                                  </a:solidFill>
                                  <a:effectLst/>
                                  <a:latin typeface="Cambria Math" panose="02040503050406030204" pitchFamily="18" charset="0"/>
                                </a:rPr>
                                <m:t>≠</m:t>
                              </m:r>
                              <m:r>
                                <a:rPr lang="zh-CN" altLang="en-US" sz="3400" b="1" i="1">
                                  <a:solidFill>
                                    <a:srgbClr val="000000"/>
                                  </a:solidFill>
                                  <a:effectLst/>
                                  <a:latin typeface="Cambria Math" panose="02040503050406030204" pitchFamily="18" charset="0"/>
                                </a:rPr>
                                <m:t>𝟎</m:t>
                              </m:r>
                            </m:e>
                          </m:eqArr>
                        </m:e>
                      </m:d>
                    </m:oMath>
                  </m:oMathPara>
                </a14:m>
                <a:endParaRPr lang="zh-CN" altLang="en-US" sz="3400" b="1" dirty="0">
                  <a:effectLst/>
                </a:endParaRPr>
              </a:p>
              <a:p>
                <a:pPr>
                  <a:buNone/>
                </a:pPr>
                <a:endParaRPr lang="zh-CN" altLang="en-US" b="1" dirty="0">
                  <a:effectLst/>
                </a:endParaRPr>
              </a:p>
            </p:txBody>
          </p:sp>
        </mc:Choice>
        <mc:Fallback>
          <p:sp>
            <p:nvSpPr>
              <p:cNvPr id="275459" name="Object 3"/>
              <p:cNvSpPr txBox="1">
                <a:spLocks noRot="1" noChangeAspect="1" noMove="1" noResize="1" noEditPoints="1" noAdjustHandles="1" noChangeArrowheads="1" noChangeShapeType="1" noTextEdit="1"/>
              </p:cNvSpPr>
              <p:nvPr>
                <p:ph sz="quarter" idx="4294967295"/>
              </p:nvPr>
            </p:nvSpPr>
            <p:spPr bwMode="auto">
              <a:xfrm>
                <a:off x="746268" y="1702464"/>
                <a:ext cx="8397732" cy="2521474"/>
              </a:xfrm>
              <a:prstGeom prst="rect">
                <a:avLst/>
              </a:prstGeom>
              <a:blipFill rotWithShape="1">
                <a:blip r:embed="rId1"/>
                <a:stretch>
                  <a:fillRect l="-2" t="-1" r="-295" b="-985"/>
                </a:stretch>
              </a:blipFill>
              <a:ln w="9525" cmpd="sng">
                <a:noFill/>
                <a:miter lim="800000"/>
              </a:ln>
              <a:effectLst>
                <a:outerShdw dist="35921" dir="2700000" algn="ctr" rotWithShape="0">
                  <a:srgbClr val="808080"/>
                </a:outerShdw>
              </a:effectLst>
            </p:spPr>
            <p:txBody>
              <a:bodyPr/>
              <a:lstStyle/>
              <a:p>
                <a:r>
                  <a:rPr lang="zh-CN" altLang="en-US">
                    <a:noFill/>
                  </a:rPr>
                  <a:t> </a:t>
                </a:r>
              </a:p>
            </p:txBody>
          </p:sp>
        </mc:Fallback>
      </mc:AlternateContent>
      <p:graphicFrame>
        <p:nvGraphicFramePr>
          <p:cNvPr id="275460" name="Object 4"/>
          <p:cNvGraphicFramePr>
            <a:graphicFrameLocks noGrp="1" noChangeAspect="1"/>
          </p:cNvGraphicFramePr>
          <p:nvPr>
            <p:ph sz="quarter" idx="4294967295"/>
          </p:nvPr>
        </p:nvGraphicFramePr>
        <p:xfrm>
          <a:off x="547442" y="1192618"/>
          <a:ext cx="7416800" cy="401637"/>
        </p:xfrm>
        <a:graphic>
          <a:graphicData uri="http://schemas.openxmlformats.org/presentationml/2006/ole">
            <mc:AlternateContent xmlns:mc="http://schemas.openxmlformats.org/markup-compatibility/2006">
              <mc:Choice xmlns:v="urn:schemas-microsoft-com:vml" Requires="v">
                <p:oleObj spid="_x0000_s286727" name="公式" r:id="rId2" imgW="3987800" imgH="215900" progId="Equation.3">
                  <p:embed/>
                </p:oleObj>
              </mc:Choice>
              <mc:Fallback>
                <p:oleObj name="公式" r:id="rId2" imgW="3987800" imgH="215900" progId="Equation.3">
                  <p:embed/>
                  <p:pic>
                    <p:nvPicPr>
                      <p:cNvPr id="0" name="图片 28160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442" y="1192618"/>
                        <a:ext cx="7416800" cy="401637"/>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136198" name="Object 5"/>
              <p:cNvSpPr txBox="1"/>
              <p:nvPr/>
            </p:nvSpPr>
            <p:spPr bwMode="auto">
              <a:xfrm>
                <a:off x="462209" y="648631"/>
                <a:ext cx="5927640" cy="390525"/>
              </a:xfrm>
              <a:prstGeom prst="rect">
                <a:avLst/>
              </a:prstGeom>
              <a:solidFill>
                <a:schemeClr val="bg1"/>
              </a:solid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400" b="1" i="1" smtClean="0">
                          <a:solidFill>
                            <a:srgbClr val="000000"/>
                          </a:solidFill>
                          <a:latin typeface="Cambria Math" panose="02040503050406030204" pitchFamily="18" charset="0"/>
                        </a:rPr>
                        <m:t>例</m:t>
                      </m:r>
                      <m:r>
                        <a:rPr lang="en-US" altLang="zh-CN" sz="2400" b="1" i="1" smtClean="0">
                          <a:solidFill>
                            <a:srgbClr val="000000"/>
                          </a:solidFill>
                          <a:latin typeface="Cambria Math" panose="02040503050406030204" pitchFamily="18" charset="0"/>
                        </a:rPr>
                        <m:t>𝟏𝟏</m:t>
                      </m:r>
                      <m:r>
                        <a:rPr lang="en-US" altLang="zh-CN" sz="2400" b="1" i="1" smtClean="0">
                          <a:solidFill>
                            <a:srgbClr val="000000"/>
                          </a:solidFill>
                          <a:latin typeface="Cambria Math" panose="02040503050406030204" pitchFamily="18" charset="0"/>
                        </a:rPr>
                        <m:t> </m:t>
                      </m:r>
                      <m:r>
                        <a:rPr lang="zh-CN" altLang="en-US" sz="2400" b="1" i="1">
                          <a:solidFill>
                            <a:srgbClr val="000000"/>
                          </a:solidFill>
                          <a:latin typeface="Cambria Math" panose="02040503050406030204" pitchFamily="18" charset="0"/>
                        </a:rPr>
                        <m:t>单位阶跃函数</m:t>
                      </m:r>
                      <m:r>
                        <a:rPr lang="zh-CN" altLang="en-US" sz="2400" b="1" i="1">
                          <a:solidFill>
                            <a:srgbClr val="000000"/>
                          </a:solidFill>
                          <a:latin typeface="Cambria Math" panose="02040503050406030204" pitchFamily="18" charset="0"/>
                        </a:rPr>
                        <m:t>𝒇</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𝜺</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的频谱</m:t>
                      </m:r>
                    </m:oMath>
                  </m:oMathPara>
                </a14:m>
                <a:endParaRPr lang="zh-CN" altLang="en-US" sz="2400" b="1" dirty="0"/>
              </a:p>
            </p:txBody>
          </p:sp>
        </mc:Choice>
        <mc:Fallback>
          <p:sp>
            <p:nvSpPr>
              <p:cNvPr id="136198" name="Object 5"/>
              <p:cNvSpPr txBox="1">
                <a:spLocks noRot="1" noChangeAspect="1" noMove="1" noResize="1" noEditPoints="1" noAdjustHandles="1" noChangeArrowheads="1" noChangeShapeType="1" noTextEdit="1"/>
              </p:cNvSpPr>
              <p:nvPr/>
            </p:nvSpPr>
            <p:spPr bwMode="auto">
              <a:xfrm>
                <a:off x="462209" y="648631"/>
                <a:ext cx="5927640" cy="390525"/>
              </a:xfrm>
              <a:prstGeom prst="rect">
                <a:avLst/>
              </a:prstGeom>
              <a:blipFill rotWithShape="1">
                <a:blip r:embed="rId4"/>
                <a:stretch>
                  <a:fillRect l="-10" t="-76" r="8" b="-350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5462" name="Object 6"/>
              <p:cNvSpPr txBox="1">
                <a:spLocks noGrp="1"/>
              </p:cNvSpPr>
              <p:nvPr>
                <p:ph sz="half" idx="4294967295"/>
              </p:nvPr>
            </p:nvSpPr>
            <p:spPr bwMode="auto">
              <a:xfrm>
                <a:off x="746268" y="4311642"/>
                <a:ext cx="8492122" cy="1687788"/>
              </a:xfrm>
              <a:prstGeom prst="rect">
                <a:avLst/>
              </a:prstGeom>
              <a:solidFill>
                <a:schemeClr val="bg1"/>
              </a:solidFill>
              <a:ln w="9525" cmpd="sng">
                <a:solidFill>
                  <a:schemeClr val="folHlink"/>
                </a:solidFill>
                <a:miter lim="800000"/>
              </a:ln>
              <a:effectLst>
                <a:outerShdw dist="35921" dir="2700000" algn="ctr" rotWithShape="0">
                  <a:schemeClr val="bg2"/>
                </a:outerShdw>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zh-CN" altLang="en-US" sz="2900" i="1">
                          <a:solidFill>
                            <a:srgbClr val="000000"/>
                          </a:solidFill>
                          <a:latin typeface="Cambria Math" panose="02040503050406030204" pitchFamily="18" charset="0"/>
                        </a:rPr>
                        <m:t>而：</m:t>
                      </m:r>
                      <m:func>
                        <m:funcPr>
                          <m:ctrlPr>
                            <a:rPr lang="zh-CN" altLang="en-US" sz="2900" i="1">
                              <a:solidFill>
                                <a:srgbClr val="000000"/>
                              </a:solidFill>
                              <a:latin typeface="Cambria Math" panose="02040503050406030204" pitchFamily="18" charset="0"/>
                            </a:rPr>
                          </m:ctrlPr>
                        </m:funcPr>
                        <m:fName>
                          <m:limLow>
                            <m:limLowPr>
                              <m:ctrlPr>
                                <a:rPr lang="zh-CN" altLang="en-US" sz="2900" i="1">
                                  <a:solidFill>
                                    <a:srgbClr val="000000"/>
                                  </a:solidFill>
                                  <a:latin typeface="Cambria Math" panose="02040503050406030204" pitchFamily="18" charset="0"/>
                                </a:rPr>
                              </m:ctrlPr>
                            </m:limLowPr>
                            <m:e>
                              <m:r>
                                <m:rPr>
                                  <m:nor/>
                                </m:rPr>
                                <a:rPr lang="zh-CN" altLang="en-US" sz="2900" i="0">
                                  <a:solidFill>
                                    <a:srgbClr val="000000"/>
                                  </a:solidFill>
                                  <a:latin typeface="Cambria Math" panose="02040503050406030204" pitchFamily="18" charset="0"/>
                                </a:rPr>
                                <m:t>lim</m:t>
                              </m:r>
                            </m:e>
                            <m:lim>
                              <m:r>
                                <a:rPr lang="zh-CN" altLang="en-US" sz="2900" i="1">
                                  <a:solidFill>
                                    <a:srgbClr val="000000"/>
                                  </a:solidFill>
                                  <a:latin typeface="Cambria Math" panose="02040503050406030204" pitchFamily="18" charset="0"/>
                                </a:rPr>
                                <m:t>𝑎</m:t>
                              </m:r>
                              <m:r>
                                <a:rPr lang="zh-CN" altLang="en-US" sz="2900" i="1">
                                  <a:solidFill>
                                    <a:srgbClr val="000000"/>
                                  </a:solidFill>
                                  <a:latin typeface="Cambria Math" panose="02040503050406030204" pitchFamily="18" charset="0"/>
                                </a:rPr>
                                <m:t>−&gt;</m:t>
                              </m:r>
                              <m:r>
                                <a:rPr lang="zh-CN" altLang="en-US" sz="2900" i="1">
                                  <a:solidFill>
                                    <a:srgbClr val="000000"/>
                                  </a:solidFill>
                                  <a:latin typeface="Cambria Math" panose="02040503050406030204" pitchFamily="18" charset="0"/>
                                </a:rPr>
                                <m:t>0</m:t>
                              </m:r>
                            </m:lim>
                          </m:limLow>
                        </m:fName>
                        <m:e>
                          <m:nary>
                            <m:naryPr>
                              <m:ctrlPr>
                                <a:rPr lang="zh-CN" altLang="en-US" sz="2900" i="1">
                                  <a:solidFill>
                                    <a:srgbClr val="000000"/>
                                  </a:solidFill>
                                  <a:latin typeface="Cambria Math" panose="02040503050406030204" pitchFamily="18" charset="0"/>
                                </a:rPr>
                              </m:ctrlPr>
                            </m:naryPr>
                            <m:sub>
                              <m:r>
                                <a:rPr lang="zh-CN" altLang="en-US" sz="2900" i="1">
                                  <a:solidFill>
                                    <a:srgbClr val="000000"/>
                                  </a:solidFill>
                                  <a:latin typeface="Cambria Math" panose="02040503050406030204" pitchFamily="18" charset="0"/>
                                </a:rPr>
                                <m:t>−∞</m:t>
                              </m:r>
                            </m:sub>
                            <m:sup>
                              <m:r>
                                <a:rPr lang="zh-CN" altLang="en-US" sz="2900" i="1">
                                  <a:solidFill>
                                    <a:srgbClr val="000000"/>
                                  </a:solidFill>
                                  <a:latin typeface="Cambria Math" panose="02040503050406030204" pitchFamily="18" charset="0"/>
                                </a:rPr>
                                <m:t>∞</m:t>
                              </m:r>
                            </m:sup>
                            <m:e>
                              <m:sSub>
                                <m:sSubPr>
                                  <m:ctrlPr>
                                    <a:rPr lang="zh-CN" altLang="en-US" sz="2900" i="1">
                                      <a:solidFill>
                                        <a:srgbClr val="000000"/>
                                      </a:solidFill>
                                      <a:latin typeface="Cambria Math" panose="02040503050406030204" pitchFamily="18" charset="0"/>
                                    </a:rPr>
                                  </m:ctrlPr>
                                </m:sSubPr>
                                <m:e>
                                  <m:r>
                                    <a:rPr lang="zh-CN" altLang="en-US" sz="2900" i="1">
                                      <a:solidFill>
                                        <a:srgbClr val="000000"/>
                                      </a:solidFill>
                                      <a:latin typeface="Cambria Math" panose="02040503050406030204" pitchFamily="18" charset="0"/>
                                    </a:rPr>
                                    <m:t>𝐴</m:t>
                                  </m:r>
                                </m:e>
                                <m:sub>
                                  <m:r>
                                    <a:rPr lang="zh-CN" altLang="en-US" sz="2900" i="1">
                                      <a:solidFill>
                                        <a:srgbClr val="000000"/>
                                      </a:solidFill>
                                      <a:latin typeface="Cambria Math" panose="02040503050406030204" pitchFamily="18" charset="0"/>
                                    </a:rPr>
                                    <m:t>𝑒</m:t>
                                  </m:r>
                                </m:sub>
                              </m:sSub>
                              <m:r>
                                <a:rPr lang="zh-CN" altLang="en-US" sz="2900" i="1">
                                  <a:solidFill>
                                    <a:srgbClr val="000000"/>
                                  </a:solidFill>
                                  <a:latin typeface="Cambria Math" panose="02040503050406030204" pitchFamily="18" charset="0"/>
                                </a:rPr>
                                <m:t>(</m:t>
                              </m:r>
                              <m:r>
                                <a:rPr lang="zh-CN" altLang="en-US" sz="2900" i="1">
                                  <a:solidFill>
                                    <a:srgbClr val="000000"/>
                                  </a:solidFill>
                                  <a:latin typeface="Cambria Math" panose="02040503050406030204" pitchFamily="18" charset="0"/>
                                </a:rPr>
                                <m:t>𝜔</m:t>
                              </m:r>
                              <m:r>
                                <a:rPr lang="zh-CN" altLang="en-US" sz="2900" i="1">
                                  <a:solidFill>
                                    <a:srgbClr val="000000"/>
                                  </a:solidFill>
                                  <a:latin typeface="Cambria Math" panose="02040503050406030204" pitchFamily="18" charset="0"/>
                                </a:rPr>
                                <m:t>)</m:t>
                              </m:r>
                            </m:e>
                          </m:nary>
                        </m:e>
                      </m:func>
                      <m:r>
                        <a:rPr lang="zh-CN" altLang="en-US" sz="2900" i="1">
                          <a:solidFill>
                            <a:srgbClr val="000000"/>
                          </a:solidFill>
                          <a:latin typeface="Cambria Math" panose="02040503050406030204" pitchFamily="18" charset="0"/>
                        </a:rPr>
                        <m:t>𝑑</m:t>
                      </m:r>
                      <m:r>
                        <a:rPr lang="zh-CN" altLang="en-US" sz="2900" i="1">
                          <a:solidFill>
                            <a:srgbClr val="000000"/>
                          </a:solidFill>
                          <a:latin typeface="Cambria Math" panose="02040503050406030204" pitchFamily="18" charset="0"/>
                        </a:rPr>
                        <m:t>𝜔</m:t>
                      </m:r>
                      <m:r>
                        <a:rPr lang="zh-CN" altLang="en-US" sz="2900" i="1">
                          <a:solidFill>
                            <a:srgbClr val="000000"/>
                          </a:solidFill>
                          <a:latin typeface="Cambria Math" panose="02040503050406030204" pitchFamily="18" charset="0"/>
                        </a:rPr>
                        <m:t>=</m:t>
                      </m:r>
                      <m:func>
                        <m:funcPr>
                          <m:ctrlPr>
                            <a:rPr lang="zh-CN" altLang="en-US" sz="2900" i="1">
                              <a:solidFill>
                                <a:srgbClr val="000000"/>
                              </a:solidFill>
                              <a:latin typeface="Cambria Math" panose="02040503050406030204" pitchFamily="18" charset="0"/>
                            </a:rPr>
                          </m:ctrlPr>
                        </m:funcPr>
                        <m:fName>
                          <m:limLow>
                            <m:limLowPr>
                              <m:ctrlPr>
                                <a:rPr lang="zh-CN" altLang="en-US" sz="2900" i="1">
                                  <a:solidFill>
                                    <a:srgbClr val="000000"/>
                                  </a:solidFill>
                                  <a:latin typeface="Cambria Math" panose="02040503050406030204" pitchFamily="18" charset="0"/>
                                </a:rPr>
                              </m:ctrlPr>
                            </m:limLowPr>
                            <m:e>
                              <m:r>
                                <m:rPr>
                                  <m:nor/>
                                </m:rPr>
                                <a:rPr lang="zh-CN" altLang="en-US" sz="2900" i="0">
                                  <a:solidFill>
                                    <a:srgbClr val="000000"/>
                                  </a:solidFill>
                                  <a:latin typeface="Cambria Math" panose="02040503050406030204" pitchFamily="18" charset="0"/>
                                </a:rPr>
                                <m:t>lim</m:t>
                              </m:r>
                            </m:e>
                            <m:lim>
                              <m:r>
                                <a:rPr lang="zh-CN" altLang="en-US" sz="2900" i="1">
                                  <a:solidFill>
                                    <a:srgbClr val="000000"/>
                                  </a:solidFill>
                                  <a:latin typeface="Cambria Math" panose="02040503050406030204" pitchFamily="18" charset="0"/>
                                </a:rPr>
                                <m:t>𝑎</m:t>
                              </m:r>
                              <m:r>
                                <a:rPr lang="zh-CN" altLang="en-US" sz="2900" i="1">
                                  <a:solidFill>
                                    <a:srgbClr val="000000"/>
                                  </a:solidFill>
                                  <a:latin typeface="Cambria Math" panose="02040503050406030204" pitchFamily="18" charset="0"/>
                                </a:rPr>
                                <m:t>−&gt;</m:t>
                              </m:r>
                              <m:r>
                                <a:rPr lang="zh-CN" altLang="en-US" sz="2900" i="1">
                                  <a:solidFill>
                                    <a:srgbClr val="000000"/>
                                  </a:solidFill>
                                  <a:latin typeface="Cambria Math" panose="02040503050406030204" pitchFamily="18" charset="0"/>
                                </a:rPr>
                                <m:t>0</m:t>
                              </m:r>
                            </m:lim>
                          </m:limLow>
                        </m:fName>
                        <m:e>
                          <m:nary>
                            <m:naryPr>
                              <m:ctrlPr>
                                <a:rPr lang="zh-CN" altLang="en-US" sz="2900" i="1">
                                  <a:solidFill>
                                    <a:srgbClr val="000000"/>
                                  </a:solidFill>
                                  <a:latin typeface="Cambria Math" panose="02040503050406030204" pitchFamily="18" charset="0"/>
                                </a:rPr>
                              </m:ctrlPr>
                            </m:naryPr>
                            <m:sub>
                              <m:r>
                                <a:rPr lang="zh-CN" altLang="en-US" sz="2900" i="1">
                                  <a:solidFill>
                                    <a:srgbClr val="000000"/>
                                  </a:solidFill>
                                  <a:latin typeface="Cambria Math" panose="02040503050406030204" pitchFamily="18" charset="0"/>
                                </a:rPr>
                                <m:t>−∞</m:t>
                              </m:r>
                            </m:sub>
                            <m:sup>
                              <m:r>
                                <a:rPr lang="zh-CN" altLang="en-US" sz="2900" i="1">
                                  <a:solidFill>
                                    <a:srgbClr val="000000"/>
                                  </a:solidFill>
                                  <a:latin typeface="Cambria Math" panose="02040503050406030204" pitchFamily="18" charset="0"/>
                                </a:rPr>
                                <m:t>∞</m:t>
                              </m:r>
                            </m:sup>
                            <m:e>
                              <m:f>
                                <m:fPr>
                                  <m:ctrlPr>
                                    <a:rPr lang="zh-CN" altLang="en-US" sz="2900" i="1">
                                      <a:solidFill>
                                        <a:srgbClr val="000000"/>
                                      </a:solidFill>
                                      <a:latin typeface="Cambria Math" panose="02040503050406030204" pitchFamily="18" charset="0"/>
                                    </a:rPr>
                                  </m:ctrlPr>
                                </m:fPr>
                                <m:num>
                                  <m:r>
                                    <a:rPr lang="zh-CN" altLang="en-US" sz="2900" i="1">
                                      <a:solidFill>
                                        <a:srgbClr val="000000"/>
                                      </a:solidFill>
                                      <a:latin typeface="Cambria Math" panose="02040503050406030204" pitchFamily="18" charset="0"/>
                                    </a:rPr>
                                    <m:t>1</m:t>
                                  </m:r>
                                </m:num>
                                <m:den>
                                  <m:r>
                                    <a:rPr lang="zh-CN" altLang="en-US" sz="2900" i="1">
                                      <a:solidFill>
                                        <a:srgbClr val="000000"/>
                                      </a:solidFill>
                                      <a:latin typeface="Cambria Math" panose="02040503050406030204" pitchFamily="18" charset="0"/>
                                    </a:rPr>
                                    <m:t>1</m:t>
                                  </m:r>
                                  <m:r>
                                    <a:rPr lang="zh-CN" altLang="en-US" sz="2900" i="1">
                                      <a:solidFill>
                                        <a:srgbClr val="000000"/>
                                      </a:solidFill>
                                      <a:latin typeface="Cambria Math" panose="02040503050406030204" pitchFamily="18" charset="0"/>
                                    </a:rPr>
                                    <m:t>+</m:t>
                                  </m:r>
                                  <m:sSup>
                                    <m:sSupPr>
                                      <m:ctrlPr>
                                        <a:rPr lang="zh-CN" altLang="en-US" sz="2900" i="1">
                                          <a:solidFill>
                                            <a:srgbClr val="000000"/>
                                          </a:solidFill>
                                          <a:latin typeface="Cambria Math" panose="02040503050406030204" pitchFamily="18" charset="0"/>
                                        </a:rPr>
                                      </m:ctrlPr>
                                    </m:sSupPr>
                                    <m:e>
                                      <m:d>
                                        <m:dPr>
                                          <m:ctrlPr>
                                            <a:rPr lang="zh-CN" altLang="en-US" sz="2900" i="1">
                                              <a:solidFill>
                                                <a:srgbClr val="000000"/>
                                              </a:solidFill>
                                              <a:latin typeface="Cambria Math" panose="02040503050406030204" pitchFamily="18" charset="0"/>
                                            </a:rPr>
                                          </m:ctrlPr>
                                        </m:dPr>
                                        <m:e>
                                          <m:f>
                                            <m:fPr>
                                              <m:ctrlPr>
                                                <a:rPr lang="zh-CN" altLang="en-US" sz="2900" i="1">
                                                  <a:solidFill>
                                                    <a:srgbClr val="000000"/>
                                                  </a:solidFill>
                                                  <a:latin typeface="Cambria Math" panose="02040503050406030204" pitchFamily="18" charset="0"/>
                                                </a:rPr>
                                              </m:ctrlPr>
                                            </m:fPr>
                                            <m:num>
                                              <m:r>
                                                <a:rPr lang="zh-CN" altLang="en-US" sz="2900" i="1">
                                                  <a:solidFill>
                                                    <a:srgbClr val="000000"/>
                                                  </a:solidFill>
                                                  <a:latin typeface="Cambria Math" panose="02040503050406030204" pitchFamily="18" charset="0"/>
                                                </a:rPr>
                                                <m:t>𝜔</m:t>
                                              </m:r>
                                            </m:num>
                                            <m:den>
                                              <m:r>
                                                <a:rPr lang="zh-CN" altLang="en-US" sz="2900" i="1">
                                                  <a:solidFill>
                                                    <a:srgbClr val="000000"/>
                                                  </a:solidFill>
                                                  <a:latin typeface="Cambria Math" panose="02040503050406030204" pitchFamily="18" charset="0"/>
                                                </a:rPr>
                                                <m:t>𝑎</m:t>
                                              </m:r>
                                            </m:den>
                                          </m:f>
                                        </m:e>
                                      </m:d>
                                    </m:e>
                                    <m:sup>
                                      <m:r>
                                        <a:rPr lang="zh-CN" altLang="en-US" sz="2900" i="1">
                                          <a:solidFill>
                                            <a:srgbClr val="000000"/>
                                          </a:solidFill>
                                          <a:latin typeface="Cambria Math" panose="02040503050406030204" pitchFamily="18" charset="0"/>
                                        </a:rPr>
                                        <m:t>2</m:t>
                                      </m:r>
                                    </m:sup>
                                  </m:sSup>
                                </m:den>
                              </m:f>
                            </m:e>
                          </m:nary>
                        </m:e>
                      </m:func>
                      <m:r>
                        <a:rPr lang="zh-CN" altLang="en-US" sz="2900" i="1">
                          <a:solidFill>
                            <a:srgbClr val="000000"/>
                          </a:solidFill>
                          <a:latin typeface="Cambria Math" panose="02040503050406030204" pitchFamily="18" charset="0"/>
                        </a:rPr>
                        <m:t>𝑑</m:t>
                      </m:r>
                      <m:d>
                        <m:dPr>
                          <m:ctrlPr>
                            <a:rPr lang="zh-CN" altLang="en-US" sz="2900" i="1">
                              <a:solidFill>
                                <a:srgbClr val="000000"/>
                              </a:solidFill>
                              <a:latin typeface="Cambria Math" panose="02040503050406030204" pitchFamily="18" charset="0"/>
                            </a:rPr>
                          </m:ctrlPr>
                        </m:dPr>
                        <m:e>
                          <m:f>
                            <m:fPr>
                              <m:ctrlPr>
                                <a:rPr lang="zh-CN" altLang="en-US" sz="2900" i="1">
                                  <a:solidFill>
                                    <a:srgbClr val="000000"/>
                                  </a:solidFill>
                                  <a:latin typeface="Cambria Math" panose="02040503050406030204" pitchFamily="18" charset="0"/>
                                </a:rPr>
                              </m:ctrlPr>
                            </m:fPr>
                            <m:num>
                              <m:r>
                                <a:rPr lang="zh-CN" altLang="en-US" sz="2900" i="1">
                                  <a:solidFill>
                                    <a:srgbClr val="000000"/>
                                  </a:solidFill>
                                  <a:latin typeface="Cambria Math" panose="02040503050406030204" pitchFamily="18" charset="0"/>
                                </a:rPr>
                                <m:t>𝜔</m:t>
                              </m:r>
                            </m:num>
                            <m:den>
                              <m:r>
                                <a:rPr lang="zh-CN" altLang="en-US" sz="2900" i="1">
                                  <a:solidFill>
                                    <a:srgbClr val="000000"/>
                                  </a:solidFill>
                                  <a:latin typeface="Cambria Math" panose="02040503050406030204" pitchFamily="18" charset="0"/>
                                </a:rPr>
                                <m:t>𝑎</m:t>
                              </m:r>
                            </m:den>
                          </m:f>
                        </m:e>
                      </m:d>
                      <m:r>
                        <a:rPr lang="zh-CN" altLang="en-US" sz="2900" i="1">
                          <a:solidFill>
                            <a:srgbClr val="000000"/>
                          </a:solidFill>
                          <a:latin typeface="Cambria Math" panose="02040503050406030204" pitchFamily="18" charset="0"/>
                        </a:rPr>
                        <m:t>=</m:t>
                      </m:r>
                      <m:func>
                        <m:funcPr>
                          <m:ctrlPr>
                            <a:rPr lang="zh-CN" altLang="en-US" sz="2900" i="1">
                              <a:solidFill>
                                <a:srgbClr val="000000"/>
                              </a:solidFill>
                              <a:latin typeface="Cambria Math" panose="02040503050406030204" pitchFamily="18" charset="0"/>
                            </a:rPr>
                          </m:ctrlPr>
                        </m:funcPr>
                        <m:fName>
                          <m:limLow>
                            <m:limLowPr>
                              <m:ctrlPr>
                                <a:rPr lang="zh-CN" altLang="en-US" sz="2900" i="1">
                                  <a:solidFill>
                                    <a:srgbClr val="000000"/>
                                  </a:solidFill>
                                  <a:latin typeface="Cambria Math" panose="02040503050406030204" pitchFamily="18" charset="0"/>
                                </a:rPr>
                              </m:ctrlPr>
                            </m:limLowPr>
                            <m:e>
                              <m:r>
                                <m:rPr>
                                  <m:nor/>
                                </m:rPr>
                                <a:rPr lang="zh-CN" altLang="en-US" sz="2900" i="0">
                                  <a:solidFill>
                                    <a:srgbClr val="000000"/>
                                  </a:solidFill>
                                  <a:latin typeface="Cambria Math" panose="02040503050406030204" pitchFamily="18" charset="0"/>
                                </a:rPr>
                                <m:t>lim</m:t>
                              </m:r>
                            </m:e>
                            <m:lim>
                              <m:r>
                                <a:rPr lang="zh-CN" altLang="en-US" sz="2900" i="1">
                                  <a:solidFill>
                                    <a:srgbClr val="000000"/>
                                  </a:solidFill>
                                  <a:latin typeface="Cambria Math" panose="02040503050406030204" pitchFamily="18" charset="0"/>
                                </a:rPr>
                                <m:t>𝑎</m:t>
                              </m:r>
                              <m:r>
                                <a:rPr lang="zh-CN" altLang="en-US" sz="2900" i="1">
                                  <a:solidFill>
                                    <a:srgbClr val="000000"/>
                                  </a:solidFill>
                                  <a:latin typeface="Cambria Math" panose="02040503050406030204" pitchFamily="18" charset="0"/>
                                </a:rPr>
                                <m:t>−&gt;</m:t>
                              </m:r>
                              <m:r>
                                <a:rPr lang="zh-CN" altLang="en-US" sz="2900" i="1">
                                  <a:solidFill>
                                    <a:srgbClr val="000000"/>
                                  </a:solidFill>
                                  <a:latin typeface="Cambria Math" panose="02040503050406030204" pitchFamily="18" charset="0"/>
                                </a:rPr>
                                <m:t>0</m:t>
                              </m:r>
                            </m:lim>
                          </m:limLow>
                        </m:fName>
                        <m:e>
                          <m:func>
                            <m:funcPr>
                              <m:ctrlPr>
                                <a:rPr lang="zh-CN" altLang="en-US" sz="2900" i="1">
                                  <a:solidFill>
                                    <a:srgbClr val="000000"/>
                                  </a:solidFill>
                                  <a:latin typeface="Cambria Math" panose="02040503050406030204" pitchFamily="18" charset="0"/>
                                </a:rPr>
                              </m:ctrlPr>
                            </m:funcPr>
                            <m:fName>
                              <m:r>
                                <m:rPr>
                                  <m:sty m:val="p"/>
                                </m:rPr>
                                <a:rPr lang="zh-CN" altLang="en-US" sz="2900" i="0">
                                  <a:solidFill>
                                    <a:srgbClr val="000000"/>
                                  </a:solidFill>
                                  <a:latin typeface="Cambria Math" panose="02040503050406030204" pitchFamily="18" charset="0"/>
                                </a:rPr>
                                <m:t>arctan</m:t>
                              </m:r>
                            </m:fName>
                            <m:e>
                              <m:d>
                                <m:dPr>
                                  <m:ctrlPr>
                                    <a:rPr lang="zh-CN" altLang="en-US" sz="2900" i="1">
                                      <a:solidFill>
                                        <a:srgbClr val="000000"/>
                                      </a:solidFill>
                                      <a:latin typeface="Cambria Math" panose="02040503050406030204" pitchFamily="18" charset="0"/>
                                    </a:rPr>
                                  </m:ctrlPr>
                                </m:dPr>
                                <m:e>
                                  <m:f>
                                    <m:fPr>
                                      <m:ctrlPr>
                                        <a:rPr lang="zh-CN" altLang="en-US" sz="2900" i="1">
                                          <a:solidFill>
                                            <a:srgbClr val="000000"/>
                                          </a:solidFill>
                                          <a:latin typeface="Cambria Math" panose="02040503050406030204" pitchFamily="18" charset="0"/>
                                        </a:rPr>
                                      </m:ctrlPr>
                                    </m:fPr>
                                    <m:num>
                                      <m:r>
                                        <a:rPr lang="zh-CN" altLang="en-US" sz="2900" i="1">
                                          <a:solidFill>
                                            <a:srgbClr val="000000"/>
                                          </a:solidFill>
                                          <a:latin typeface="Cambria Math" panose="02040503050406030204" pitchFamily="18" charset="0"/>
                                        </a:rPr>
                                        <m:t>𝜔</m:t>
                                      </m:r>
                                    </m:num>
                                    <m:den>
                                      <m:r>
                                        <a:rPr lang="zh-CN" altLang="en-US" sz="2900" i="1">
                                          <a:solidFill>
                                            <a:srgbClr val="000000"/>
                                          </a:solidFill>
                                          <a:latin typeface="Cambria Math" panose="02040503050406030204" pitchFamily="18" charset="0"/>
                                        </a:rPr>
                                        <m:t>𝑎</m:t>
                                      </m:r>
                                    </m:den>
                                  </m:f>
                                </m:e>
                              </m:d>
                            </m:e>
                          </m:func>
                        </m:e>
                      </m:func>
                      <m:d>
                        <m:dPr>
                          <m:begChr m:val="|"/>
                          <m:endChr m:val=""/>
                          <m:ctrlPr>
                            <a:rPr lang="zh-CN" altLang="en-US" sz="2900" i="1">
                              <a:solidFill>
                                <a:srgbClr val="000000"/>
                              </a:solidFill>
                              <a:latin typeface="Cambria Math" panose="02040503050406030204" pitchFamily="18" charset="0"/>
                            </a:rPr>
                          </m:ctrlPr>
                        </m:dPr>
                        <m:e>
                          <m:eqArr>
                            <m:eqArrPr>
                              <m:ctrlPr>
                                <a:rPr lang="zh-CN" altLang="en-US" sz="2900" i="1">
                                  <a:solidFill>
                                    <a:srgbClr val="000000"/>
                                  </a:solidFill>
                                  <a:latin typeface="Cambria Math" panose="02040503050406030204" pitchFamily="18" charset="0"/>
                                </a:rPr>
                              </m:ctrlPr>
                            </m:eqArrPr>
                            <m:e>
                              <m:r>
                                <a:rPr lang="zh-CN" altLang="en-US" sz="2900" i="1">
                                  <a:solidFill>
                                    <a:srgbClr val="000000"/>
                                  </a:solidFill>
                                  <a:latin typeface="Cambria Math" panose="02040503050406030204" pitchFamily="18" charset="0"/>
                                </a:rPr>
                                <m:t>&amp;∞</m:t>
                              </m:r>
                            </m:e>
                            <m:e>
                              <m:r>
                                <a:rPr lang="zh-CN" altLang="en-US" sz="2900" i="1">
                                  <a:solidFill>
                                    <a:srgbClr val="000000"/>
                                  </a:solidFill>
                                  <a:latin typeface="Cambria Math" panose="02040503050406030204" pitchFamily="18" charset="0"/>
                                </a:rPr>
                                <m:t>&amp;−∞</m:t>
                              </m:r>
                            </m:e>
                          </m:eqArr>
                        </m:e>
                      </m:d>
                      <m:r>
                        <a:rPr lang="zh-CN" altLang="en-US" sz="2900" i="1">
                          <a:solidFill>
                            <a:srgbClr val="000000"/>
                          </a:solidFill>
                          <a:latin typeface="Cambria Math" panose="02040503050406030204" pitchFamily="18" charset="0"/>
                        </a:rPr>
                        <m:t>=</m:t>
                      </m:r>
                      <m:r>
                        <a:rPr lang="zh-CN" altLang="en-US" sz="2900" i="1">
                          <a:solidFill>
                            <a:srgbClr val="000000"/>
                          </a:solidFill>
                          <a:latin typeface="Cambria Math" panose="02040503050406030204" pitchFamily="18" charset="0"/>
                        </a:rPr>
                        <m:t>𝜋</m:t>
                      </m:r>
                    </m:oMath>
                    <m:oMath xmlns:m="http://schemas.openxmlformats.org/officeDocument/2006/math">
                      <m:r>
                        <a:rPr lang="zh-CN" altLang="en-US" i="1">
                          <a:solidFill>
                            <a:srgbClr val="000000"/>
                          </a:solidFill>
                          <a:latin typeface="Cambria Math" panose="02040503050406030204" pitchFamily="18" charset="0"/>
                        </a:rPr>
                        <m:t>所以，</m:t>
                      </m:r>
                      <m:sSub>
                        <m:sSubPr>
                          <m:ctrlPr>
                            <a:rPr lang="zh-CN" altLang="en-US" sz="3200" b="1" i="1">
                              <a:solidFill>
                                <a:srgbClr val="000000"/>
                              </a:solidFill>
                              <a:latin typeface="Cambria Math" panose="02040503050406030204" pitchFamily="18" charset="0"/>
                            </a:rPr>
                          </m:ctrlPr>
                        </m:sSubPr>
                        <m:e>
                          <m:r>
                            <a:rPr lang="zh-CN" altLang="en-US" sz="3200" b="1" i="1">
                              <a:solidFill>
                                <a:srgbClr val="000000"/>
                              </a:solidFill>
                              <a:latin typeface="Cambria Math" panose="02040503050406030204" pitchFamily="18" charset="0"/>
                            </a:rPr>
                            <m:t>𝑨</m:t>
                          </m:r>
                        </m:e>
                        <m:sub>
                          <m:r>
                            <a:rPr lang="zh-CN" altLang="en-US" sz="3200" b="1" i="1">
                              <a:solidFill>
                                <a:srgbClr val="000000"/>
                              </a:solidFill>
                              <a:latin typeface="Cambria Math" panose="02040503050406030204" pitchFamily="18" charset="0"/>
                            </a:rPr>
                            <m:t>𝒆</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𝜋𝛿</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而</m:t>
                      </m:r>
                      <m:sSub>
                        <m:sSubPr>
                          <m:ctrlPr>
                            <a:rPr lang="zh-CN" altLang="en-US" sz="3200" b="1" i="1">
                              <a:solidFill>
                                <a:srgbClr val="000000"/>
                              </a:solidFill>
                              <a:latin typeface="Cambria Math" panose="02040503050406030204" pitchFamily="18" charset="0"/>
                            </a:rPr>
                          </m:ctrlPr>
                        </m:sSubPr>
                        <m:e>
                          <m:r>
                            <m:rPr>
                              <m:sty m:val="p"/>
                            </m:rPr>
                            <a:rPr lang="en-US" altLang="zh-CN" sz="3200" b="1" i="1" smtClean="0">
                              <a:solidFill>
                                <a:srgbClr val="000000"/>
                              </a:solidFill>
                              <a:latin typeface="Cambria Math" panose="02040503050406030204" pitchFamily="18" charset="0"/>
                            </a:rPr>
                            <m:t>B</m:t>
                          </m:r>
                        </m:e>
                        <m:sub>
                          <m:r>
                            <a:rPr lang="zh-CN" altLang="en-US" sz="3200" b="1" i="1">
                              <a:solidFill>
                                <a:srgbClr val="000000"/>
                              </a:solidFill>
                              <a:latin typeface="Cambria Math" panose="02040503050406030204" pitchFamily="18" charset="0"/>
                            </a:rPr>
                            <m:t>𝒆</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nor/>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𝑎</m:t>
                              </m:r>
                              <m:r>
                                <a:rPr lang="zh-CN" altLang="en-US" i="1">
                                  <a:solidFill>
                                    <a:srgbClr val="000000"/>
                                  </a:solidFill>
                                  <a:latin typeface="Cambria Math" panose="02040503050406030204" pitchFamily="18" charset="0"/>
                                </a:rPr>
                                <m:t>−&gt;</m:t>
                              </m:r>
                              <m:r>
                                <a:rPr lang="zh-CN" altLang="en-US" i="1">
                                  <a:solidFill>
                                    <a:srgbClr val="000000"/>
                                  </a:solidFill>
                                  <a:latin typeface="Cambria Math" panose="02040503050406030204" pitchFamily="18" charset="0"/>
                                </a:rPr>
                                <m:t>0</m:t>
                              </m:r>
                            </m:lim>
                          </m:limLow>
                        </m:fNa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𝑒</m:t>
                              </m:r>
                            </m:sub>
                          </m:sSub>
                        </m:e>
                      </m:fun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𝜔</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𝜔</m:t>
                          </m:r>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𝜋</m:t>
                              </m:r>
                            </m:num>
                            <m:den>
                              <m:r>
                                <a:rPr lang="zh-CN" altLang="en-US" i="1">
                                  <a:solidFill>
                                    <a:srgbClr val="000000"/>
                                  </a:solidFill>
                                  <a:latin typeface="Cambria Math" panose="02040503050406030204" pitchFamily="18" charset="0"/>
                                </a:rPr>
                                <m:t>2</m:t>
                              </m:r>
                            </m:den>
                          </m:f>
                        </m:sup>
                      </m:sSup>
                    </m:oMath>
                  </m:oMathPara>
                </a14:m>
                <a:endParaRPr lang="zh-CN" altLang="en-US" dirty="0"/>
              </a:p>
            </p:txBody>
          </p:sp>
        </mc:Choice>
        <mc:Fallback>
          <p:sp>
            <p:nvSpPr>
              <p:cNvPr id="275462" name="Object 6"/>
              <p:cNvSpPr txBox="1">
                <a:spLocks noRot="1" noChangeAspect="1" noMove="1" noResize="1" noEditPoints="1" noAdjustHandles="1" noChangeArrowheads="1" noChangeShapeType="1" noTextEdit="1"/>
              </p:cNvSpPr>
              <p:nvPr>
                <p:ph sz="half" idx="4294967295"/>
              </p:nvPr>
            </p:nvSpPr>
            <p:spPr bwMode="auto">
              <a:xfrm>
                <a:off x="746268" y="4311642"/>
                <a:ext cx="8492122" cy="1687788"/>
              </a:xfrm>
              <a:prstGeom prst="rect">
                <a:avLst/>
              </a:prstGeom>
              <a:blipFill rotWithShape="1">
                <a:blip r:embed="rId5"/>
                <a:stretch>
                  <a:fillRect l="-62" t="-1617" r="-354" b="-1771"/>
                </a:stretch>
              </a:blipFill>
              <a:ln w="9525" cmpd="sng">
                <a:solidFill>
                  <a:schemeClr val="folHlink"/>
                </a:solidFill>
                <a:miter lim="800000"/>
              </a:ln>
              <a:effectLst>
                <a:outerShdw dist="35921" dir="2700000" algn="ctr" rotWithShape="0">
                  <a:schemeClr val="bg2"/>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5463" name="Object 7"/>
              <p:cNvSpPr txBox="1"/>
              <p:nvPr/>
            </p:nvSpPr>
            <p:spPr bwMode="auto">
              <a:xfrm>
                <a:off x="2097221" y="5999163"/>
                <a:ext cx="4949558" cy="858837"/>
              </a:xfrm>
              <a:prstGeom prst="rect">
                <a:avLst/>
              </a:prstGeom>
              <a:solidFill>
                <a:schemeClr val="bg1"/>
              </a:solidFill>
              <a:ln w="38100">
                <a:solidFill>
                  <a:srgbClr val="008000"/>
                </a:solidFill>
                <a:miter lim="800000"/>
              </a:ln>
              <a:effectLst>
                <a:outerShdw dist="35921" dir="2700000" algn="ctr" rotWithShape="0">
                  <a:schemeClr val="bg2"/>
                </a:outerShdw>
              </a:effectLst>
            </p:spPr>
            <p:txBody>
              <a:bodyPr>
                <a:normAutofit/>
              </a:bodyPr>
              <a:lstStyle/>
              <a:p>
                <a:r>
                  <a:rPr lang="zh-CN" altLang="en-US" dirty="0">
                    <a:solidFill>
                      <a:srgbClr val="FF0000"/>
                    </a:solidFill>
                  </a:rPr>
                  <a:t>所以</a:t>
                </a:r>
                <a14:m>
                  <m:oMath xmlns:m="http://schemas.openxmlformats.org/officeDocument/2006/math">
                    <m:r>
                      <a:rPr lang="zh-CN" altLang="en-US" i="1">
                        <a:solidFill>
                          <a:srgbClr val="000000"/>
                        </a:solidFill>
                        <a:latin typeface="Cambria Math" panose="02040503050406030204" pitchFamily="18" charset="0"/>
                      </a:rPr>
                      <m:t>：</m:t>
                    </m:r>
                    <m:r>
                      <a:rPr lang="zh-CN" altLang="en-US" i="1" smtClean="0">
                        <a:solidFill>
                          <a:srgbClr val="FF0000"/>
                        </a:solidFill>
                        <a:latin typeface="Cambria Math" panose="02040503050406030204" pitchFamily="18" charset="0"/>
                      </a:rPr>
                      <m:t>𝜀</m:t>
                    </m:r>
                    <m:r>
                      <a:rPr lang="zh-CN" altLang="en-US" i="1" smtClean="0">
                        <a:solidFill>
                          <a:srgbClr val="FF0000"/>
                        </a:solidFill>
                        <a:latin typeface="Cambria Math" panose="02040503050406030204" pitchFamily="18" charset="0"/>
                      </a:rPr>
                      <m:t>(</m:t>
                    </m:r>
                    <m:r>
                      <a:rPr lang="zh-CN" altLang="en-US" i="1" smtClean="0">
                        <a:solidFill>
                          <a:srgbClr val="FF0000"/>
                        </a:solidFill>
                        <a:latin typeface="Cambria Math" panose="02040503050406030204" pitchFamily="18" charset="0"/>
                      </a:rPr>
                      <m:t>𝑡</m:t>
                    </m:r>
                    <m:r>
                      <a:rPr lang="zh-CN" altLang="en-US" i="1" smtClean="0">
                        <a:solidFill>
                          <a:srgbClr val="FF0000"/>
                        </a:solidFill>
                        <a:latin typeface="Cambria Math" panose="02040503050406030204" pitchFamily="18" charset="0"/>
                      </a:rPr>
                      <m:t>)↔</m:t>
                    </m:r>
                    <m:r>
                      <a:rPr lang="zh-CN" altLang="en-US" i="1" smtClean="0">
                        <a:solidFill>
                          <a:srgbClr val="FF0000"/>
                        </a:solidFill>
                        <a:latin typeface="Cambria Math" panose="02040503050406030204" pitchFamily="18" charset="0"/>
                      </a:rPr>
                      <m:t>𝜋𝛿</m:t>
                    </m:r>
                    <m:r>
                      <a:rPr lang="zh-CN" altLang="en-US" i="1" smtClean="0">
                        <a:solidFill>
                          <a:srgbClr val="FF0000"/>
                        </a:solidFill>
                        <a:latin typeface="Cambria Math" panose="02040503050406030204" pitchFamily="18" charset="0"/>
                      </a:rPr>
                      <m:t>(</m:t>
                    </m:r>
                    <m:r>
                      <a:rPr lang="zh-CN" altLang="en-US" i="1" smtClean="0">
                        <a:solidFill>
                          <a:srgbClr val="FF0000"/>
                        </a:solidFill>
                        <a:latin typeface="Cambria Math" panose="02040503050406030204" pitchFamily="18" charset="0"/>
                      </a:rPr>
                      <m:t>𝜔</m:t>
                    </m:r>
                    <m:r>
                      <a:rPr lang="zh-CN" altLang="en-US" i="1" smtClean="0">
                        <a:solidFill>
                          <a:srgbClr val="FF0000"/>
                        </a:solidFill>
                        <a:latin typeface="Cambria Math" panose="02040503050406030204" pitchFamily="18" charset="0"/>
                      </a:rPr>
                      <m:t>)+</m:t>
                    </m:r>
                    <m:f>
                      <m:fPr>
                        <m:ctrlPr>
                          <a:rPr lang="zh-CN" altLang="en-US" i="1">
                            <a:solidFill>
                              <a:srgbClr val="FF0000"/>
                            </a:solidFill>
                            <a:latin typeface="Cambria Math" panose="02040503050406030204" pitchFamily="18" charset="0"/>
                          </a:rPr>
                        </m:ctrlPr>
                      </m:fPr>
                      <m:num>
                        <m:r>
                          <a:rPr lang="zh-CN" altLang="en-US" i="1">
                            <a:solidFill>
                              <a:srgbClr val="FF0000"/>
                            </a:solidFill>
                            <a:latin typeface="Cambria Math" panose="02040503050406030204" pitchFamily="18" charset="0"/>
                          </a:rPr>
                          <m:t>1</m:t>
                        </m:r>
                      </m:num>
                      <m:den>
                        <m:r>
                          <a:rPr lang="zh-CN" altLang="en-US" i="1">
                            <a:solidFill>
                              <a:srgbClr val="FF0000"/>
                            </a:solidFill>
                            <a:latin typeface="Cambria Math" panose="02040503050406030204" pitchFamily="18" charset="0"/>
                          </a:rPr>
                          <m:t>𝜔</m:t>
                        </m:r>
                      </m:den>
                    </m:f>
                    <m:sSup>
                      <m:sSupPr>
                        <m:ctrlPr>
                          <a:rPr lang="zh-CN" altLang="en-US" i="1">
                            <a:solidFill>
                              <a:srgbClr val="FF0000"/>
                            </a:solidFill>
                            <a:latin typeface="Cambria Math" panose="02040503050406030204" pitchFamily="18" charset="0"/>
                          </a:rPr>
                        </m:ctrlPr>
                      </m:sSupPr>
                      <m:e>
                        <m:r>
                          <a:rPr lang="zh-CN" altLang="en-US" i="1">
                            <a:solidFill>
                              <a:srgbClr val="FF0000"/>
                            </a:solidFill>
                            <a:latin typeface="Cambria Math" panose="02040503050406030204" pitchFamily="18" charset="0"/>
                          </a:rPr>
                          <m:t>𝑒</m:t>
                        </m:r>
                      </m:e>
                      <m:sup>
                        <m:r>
                          <a:rPr lang="zh-CN" altLang="en-US" i="1">
                            <a:solidFill>
                              <a:srgbClr val="FF0000"/>
                            </a:solidFill>
                            <a:latin typeface="Cambria Math" panose="02040503050406030204" pitchFamily="18" charset="0"/>
                          </a:rPr>
                          <m:t>−</m:t>
                        </m:r>
                        <m:r>
                          <a:rPr lang="zh-CN" altLang="en-US" i="1">
                            <a:solidFill>
                              <a:srgbClr val="FF0000"/>
                            </a:solidFill>
                            <a:latin typeface="Cambria Math" panose="02040503050406030204" pitchFamily="18" charset="0"/>
                          </a:rPr>
                          <m:t>𝑗</m:t>
                        </m:r>
                        <m:f>
                          <m:fPr>
                            <m:ctrlPr>
                              <a:rPr lang="zh-CN" altLang="en-US" i="1">
                                <a:solidFill>
                                  <a:srgbClr val="FF0000"/>
                                </a:solidFill>
                                <a:latin typeface="Cambria Math" panose="02040503050406030204" pitchFamily="18" charset="0"/>
                              </a:rPr>
                            </m:ctrlPr>
                          </m:fPr>
                          <m:num>
                            <m:r>
                              <a:rPr lang="zh-CN" altLang="en-US" i="1">
                                <a:solidFill>
                                  <a:srgbClr val="FF0000"/>
                                </a:solidFill>
                                <a:latin typeface="Cambria Math" panose="02040503050406030204" pitchFamily="18" charset="0"/>
                              </a:rPr>
                              <m:t>𝜋</m:t>
                            </m:r>
                          </m:num>
                          <m:den>
                            <m:r>
                              <a:rPr lang="zh-CN" altLang="en-US" i="1">
                                <a:solidFill>
                                  <a:srgbClr val="FF0000"/>
                                </a:solidFill>
                                <a:latin typeface="Cambria Math" panose="02040503050406030204" pitchFamily="18" charset="0"/>
                              </a:rPr>
                              <m:t>2</m:t>
                            </m:r>
                          </m:den>
                        </m:f>
                      </m:sup>
                    </m:sSup>
                  </m:oMath>
                </a14:m>
                <a:endParaRPr lang="zh-CN" altLang="en-US" dirty="0"/>
              </a:p>
            </p:txBody>
          </p:sp>
        </mc:Choice>
        <mc:Fallback>
          <p:sp>
            <p:nvSpPr>
              <p:cNvPr id="275463" name="Object 7"/>
              <p:cNvSpPr txBox="1">
                <a:spLocks noRot="1" noChangeAspect="1" noMove="1" noResize="1" noEditPoints="1" noAdjustHandles="1" noChangeArrowheads="1" noChangeShapeType="1" noTextEdit="1"/>
              </p:cNvSpPr>
              <p:nvPr/>
            </p:nvSpPr>
            <p:spPr bwMode="auto">
              <a:xfrm>
                <a:off x="2097221" y="5999163"/>
                <a:ext cx="4949558" cy="858837"/>
              </a:xfrm>
              <a:prstGeom prst="rect">
                <a:avLst/>
              </a:prstGeom>
              <a:blipFill rotWithShape="1">
                <a:blip r:embed="rId6"/>
                <a:stretch>
                  <a:fillRect l="-394" t="-2255" r="-894" b="-5102"/>
                </a:stretch>
              </a:blipFill>
              <a:ln w="38100">
                <a:solidFill>
                  <a:srgbClr val="008000"/>
                </a:solidFill>
                <a:miter lim="800000"/>
              </a:ln>
              <a:effectLst>
                <a:outerShdw dist="35921" dir="2700000" algn="ctr" rotWithShape="0">
                  <a:schemeClr val="bg2"/>
                </a:outerShdw>
              </a:effectLst>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322352"/>
    </mc:Choice>
    <mc:Fallback>
      <p:transition spd="slow" advTm="3223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75460"/>
                                        </p:tgtEl>
                                        <p:attrNameLst>
                                          <p:attrName>style.visibility</p:attrName>
                                        </p:attrNameLst>
                                      </p:cBhvr>
                                      <p:to>
                                        <p:strVal val="visible"/>
                                      </p:to>
                                    </p:set>
                                    <p:animEffect transition="in" filter="dissolve">
                                      <p:cBhvr>
                                        <p:cTn id="7" dur="500"/>
                                        <p:tgtEl>
                                          <p:spTgt spid="275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1A8C3E80-7DD1-4906-B834-C7B7BA0C858D}" type="datetime1">
              <a:rPr lang="zh-CN" altLang="en-US"/>
            </a:fld>
            <a:endParaRPr lang="zh-CN" altLang="en-US"/>
          </a:p>
        </p:txBody>
      </p:sp>
      <p:sp>
        <p:nvSpPr>
          <p:cNvPr id="276482" name="Rectangle 2"/>
          <p:cNvSpPr>
            <a:spLocks noGrp="1" noChangeArrowheads="1"/>
          </p:cNvSpPr>
          <p:nvPr>
            <p:ph type="title" idx="4294967295"/>
          </p:nvPr>
        </p:nvSpPr>
        <p:spPr>
          <a:xfrm>
            <a:off x="900113" y="188913"/>
            <a:ext cx="5726112"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
        <p:nvSpPr>
          <p:cNvPr id="276483" name="Rectangle 3"/>
          <p:cNvSpPr>
            <a:spLocks noGrp="1" noChangeArrowheads="1"/>
          </p:cNvSpPr>
          <p:nvPr>
            <p:ph type="body" idx="4294967295"/>
          </p:nvPr>
        </p:nvSpPr>
        <p:spPr>
          <a:xfrm>
            <a:off x="802578" y="1456690"/>
            <a:ext cx="7538843" cy="4348275"/>
          </a:xfrm>
          <a:ln w="28575">
            <a:solidFill>
              <a:srgbClr val="009900"/>
            </a:solidFill>
            <a:miter lim="800000"/>
          </a:ln>
        </p:spPr>
        <p:txBody>
          <a:bodyPr/>
          <a:lstStyle/>
          <a:p>
            <a:pPr marL="363855" indent="-363855" latinLnBrk="1">
              <a:lnSpc>
                <a:spcPct val="145000"/>
              </a:lnSpc>
              <a:buClr>
                <a:schemeClr val="tx1"/>
              </a:buClr>
              <a:buFont typeface="Wingdings" panose="05000000000000000000" pitchFamily="2" charset="2"/>
              <a:buChar char="l"/>
            </a:pPr>
            <a:r>
              <a:rPr lang="zh-CN" altLang="en-US" sz="2600" b="1" dirty="0"/>
              <a:t>由于</a:t>
            </a:r>
            <a:r>
              <a:rPr lang="en-US" altLang="zh-CN" sz="2600" b="1" dirty="0"/>
              <a:t>FT</a:t>
            </a:r>
            <a:r>
              <a:rPr lang="zh-CN" altLang="en-US" sz="2600" b="1" dirty="0"/>
              <a:t>的</a:t>
            </a:r>
            <a:r>
              <a:rPr lang="zh-CN" altLang="en-US" sz="2600" b="1" dirty="0">
                <a:solidFill>
                  <a:srgbClr val="FF0000"/>
                </a:solidFill>
              </a:rPr>
              <a:t>唯一性</a:t>
            </a:r>
            <a:r>
              <a:rPr lang="zh-CN" altLang="en-US" sz="2600" b="1" dirty="0"/>
              <a:t>，所以信号的特性</a:t>
            </a:r>
            <a:r>
              <a:rPr lang="zh-CN" altLang="en-US" sz="2600" b="1" dirty="0">
                <a:solidFill>
                  <a:srgbClr val="FF0000"/>
                </a:solidFill>
              </a:rPr>
              <a:t>可以由</a:t>
            </a:r>
            <a:r>
              <a:rPr lang="en-US" altLang="zh-CN" sz="2600" b="1" dirty="0">
                <a:solidFill>
                  <a:srgbClr val="FF0000"/>
                </a:solidFill>
              </a:rPr>
              <a:t>f(t)</a:t>
            </a:r>
            <a:r>
              <a:rPr lang="zh-CN" altLang="en-US" sz="2600" b="1" dirty="0">
                <a:solidFill>
                  <a:srgbClr val="FF0000"/>
                </a:solidFill>
              </a:rPr>
              <a:t>也可能用</a:t>
            </a:r>
            <a:r>
              <a:rPr lang="en-US" altLang="zh-CN" sz="2600" b="1" dirty="0">
                <a:solidFill>
                  <a:srgbClr val="FF0000"/>
                </a:solidFill>
              </a:rPr>
              <a:t>F(j</a:t>
            </a:r>
            <a:r>
              <a:rPr lang="el-GR" altLang="zh-CN" sz="2600" b="1" dirty="0">
                <a:solidFill>
                  <a:srgbClr val="FF0000"/>
                </a:solidFill>
              </a:rPr>
              <a:t>ω</a:t>
            </a:r>
            <a:r>
              <a:rPr lang="en-US" altLang="zh-CN" sz="2600" b="1" dirty="0">
                <a:solidFill>
                  <a:srgbClr val="FF0000"/>
                </a:solidFill>
              </a:rPr>
              <a:t>)</a:t>
            </a:r>
            <a:r>
              <a:rPr lang="zh-CN" altLang="en-US" sz="2600" b="1" dirty="0">
                <a:solidFill>
                  <a:srgbClr val="FF0000"/>
                </a:solidFill>
              </a:rPr>
              <a:t>完整地表示出来，</a:t>
            </a:r>
            <a:r>
              <a:rPr lang="zh-CN" altLang="en-US" sz="2600" b="1" dirty="0"/>
              <a:t>只要知道其中之一就以准确地</a:t>
            </a:r>
            <a:r>
              <a:rPr lang="zh-CN" altLang="en-US" sz="2600" b="1" dirty="0">
                <a:solidFill>
                  <a:srgbClr val="FF0000"/>
                </a:solidFill>
              </a:rPr>
              <a:t>确定出另一个</a:t>
            </a:r>
            <a:r>
              <a:rPr lang="zh-CN" altLang="en-US" sz="2600" b="1" dirty="0"/>
              <a:t>。</a:t>
            </a:r>
            <a:endParaRPr lang="zh-CN" altLang="en-US" sz="2600" b="1" dirty="0"/>
          </a:p>
          <a:p>
            <a:pPr marL="363855" indent="-363855" latinLnBrk="1">
              <a:lnSpc>
                <a:spcPct val="145000"/>
              </a:lnSpc>
              <a:buClr>
                <a:schemeClr val="tx1"/>
              </a:buClr>
              <a:buFont typeface="Wingdings" panose="05000000000000000000" pitchFamily="2" charset="2"/>
              <a:buChar char="l"/>
            </a:pPr>
            <a:r>
              <a:rPr lang="en-US" altLang="zh-CN" sz="2600" b="1" dirty="0"/>
              <a:t>FT</a:t>
            </a:r>
            <a:r>
              <a:rPr lang="zh-CN" altLang="en-US" sz="2600" b="1" dirty="0"/>
              <a:t>给出了信号时域特性与频域特性间的一般关系。</a:t>
            </a:r>
            <a:endParaRPr lang="en-US" altLang="zh-CN" sz="2600" b="1" dirty="0"/>
          </a:p>
          <a:p>
            <a:pPr marL="363855" indent="-363855" latinLnBrk="1">
              <a:lnSpc>
                <a:spcPct val="145000"/>
              </a:lnSpc>
              <a:buClr>
                <a:schemeClr val="tx1"/>
              </a:buClr>
              <a:buFont typeface="Wingdings" panose="05000000000000000000" pitchFamily="2" charset="2"/>
              <a:buChar char="l"/>
            </a:pPr>
            <a:r>
              <a:rPr lang="zh-CN" altLang="en-US" sz="2600" b="1" dirty="0"/>
              <a:t>本节研究其</a:t>
            </a:r>
            <a:r>
              <a:rPr lang="zh-CN" altLang="en-US" sz="2600" b="1" dirty="0">
                <a:solidFill>
                  <a:srgbClr val="FF0000"/>
                </a:solidFill>
              </a:rPr>
              <a:t>特定关系</a:t>
            </a:r>
            <a:r>
              <a:rPr lang="zh-CN" altLang="en-US" sz="2600" b="1" dirty="0"/>
              <a:t>，即</a:t>
            </a:r>
            <a:r>
              <a:rPr lang="zh-CN" altLang="en-US" sz="2600" b="1" dirty="0">
                <a:solidFill>
                  <a:srgbClr val="FF0000"/>
                </a:solidFill>
              </a:rPr>
              <a:t>一个域内信号的特定运算在另一域内会有什么样的反映</a:t>
            </a:r>
            <a:r>
              <a:rPr lang="zh-CN" altLang="en-US" sz="2600" b="1" dirty="0"/>
              <a:t>。 </a:t>
            </a:r>
            <a:endParaRPr lang="zh-CN" altLang="en-US" sz="2600" b="1" dirty="0"/>
          </a:p>
        </p:txBody>
      </p:sp>
    </p:spTree>
  </p:cSld>
  <p:clrMapOvr>
    <a:masterClrMapping/>
  </p:clrMapOvr>
  <mc:AlternateContent xmlns:mc="http://schemas.openxmlformats.org/markup-compatibility/2006">
    <mc:Choice xmlns:p14="http://schemas.microsoft.com/office/powerpoint/2010/main" Requires="p14">
      <p:transition spd="slow" p14:dur="2000" advTm="158103"/>
    </mc:Choice>
    <mc:Fallback>
      <p:transition spd="slow" advTm="1581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76483">
                                            <p:txEl>
                                              <p:pRg st="0" end="0"/>
                                            </p:txEl>
                                          </p:spTgt>
                                        </p:tgtEl>
                                        <p:attrNameLst>
                                          <p:attrName>style.visibility</p:attrName>
                                        </p:attrNameLst>
                                      </p:cBhvr>
                                      <p:to>
                                        <p:strVal val="visible"/>
                                      </p:to>
                                    </p:set>
                                    <p:anim calcmode="lin" valueType="num">
                                      <p:cBhvr>
                                        <p:cTn id="7" dur="1000" fill="hold"/>
                                        <p:tgtEl>
                                          <p:spTgt spid="27648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7648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76483">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76483">
                                            <p:txEl>
                                              <p:pRg st="1" end="1"/>
                                            </p:txEl>
                                          </p:spTgt>
                                        </p:tgtEl>
                                        <p:attrNameLst>
                                          <p:attrName>style.visibility</p:attrName>
                                        </p:attrNameLst>
                                      </p:cBhvr>
                                      <p:to>
                                        <p:strVal val="visible"/>
                                      </p:to>
                                    </p:set>
                                    <p:anim calcmode="lin" valueType="num">
                                      <p:cBhvr>
                                        <p:cTn id="13" dur="1000" fill="hold"/>
                                        <p:tgtEl>
                                          <p:spTgt spid="276483">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276483">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276483">
                                            <p:txEl>
                                              <p:pRg st="1" end="1"/>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76483">
                                            <p:txEl>
                                              <p:pRg st="2" end="2"/>
                                            </p:txEl>
                                          </p:spTgt>
                                        </p:tgtEl>
                                        <p:attrNameLst>
                                          <p:attrName>style.visibility</p:attrName>
                                        </p:attrNameLst>
                                      </p:cBhvr>
                                      <p:to>
                                        <p:strVal val="visible"/>
                                      </p:to>
                                    </p:set>
                                    <p:anim calcmode="lin" valueType="num">
                                      <p:cBhvr>
                                        <p:cTn id="19" dur="1000" fill="hold"/>
                                        <p:tgtEl>
                                          <p:spTgt spid="276483">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27648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276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F02B3284-502D-4DBA-B8A9-991698677832}" type="datetime1">
              <a:rPr lang="zh-CN" altLang="en-US"/>
            </a:fld>
            <a:endParaRPr lang="zh-CN" altLang="en-US"/>
          </a:p>
        </p:txBody>
      </p:sp>
      <p:sp>
        <p:nvSpPr>
          <p:cNvPr id="277506" name="Rectangle 2"/>
          <p:cNvSpPr>
            <a:spLocks noGrp="1" noChangeArrowheads="1"/>
          </p:cNvSpPr>
          <p:nvPr>
            <p:ph type="body" idx="4294967295"/>
          </p:nvPr>
        </p:nvSpPr>
        <p:spPr>
          <a:xfrm>
            <a:off x="2050320" y="1216411"/>
            <a:ext cx="4175125" cy="4769786"/>
          </a:xfrm>
          <a:solidFill>
            <a:schemeClr val="bg1"/>
          </a:solidFill>
          <a:ln w="38100">
            <a:solidFill>
              <a:srgbClr val="000000"/>
            </a:solidFill>
            <a:miter lim="800000"/>
          </a:ln>
          <a:effectLst>
            <a:prstShdw prst="shdw12">
              <a:srgbClr val="808080">
                <a:alpha val="50000"/>
              </a:srgbClr>
            </a:prstShdw>
          </a:effectLst>
        </p:spPr>
        <p:txBody>
          <a:bodyPr/>
          <a:lstStyle/>
          <a:p>
            <a:pPr marL="609600" indent="-609600">
              <a:spcBef>
                <a:spcPts val="1200"/>
              </a:spcBef>
              <a:buClr>
                <a:schemeClr val="tx1"/>
              </a:buClr>
              <a:buFontTx/>
              <a:buAutoNum type="arabicPeriod"/>
            </a:pPr>
            <a:r>
              <a:rPr lang="zh-CN" altLang="en-US" sz="2600" b="1" dirty="0">
                <a:solidFill>
                  <a:srgbClr val="660066"/>
                </a:solidFill>
              </a:rPr>
              <a:t>线性性质</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延时特性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移频特性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尺度变换特性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奇偶特性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对称特性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微分特性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积分特性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频域的微分积分特性</a:t>
            </a:r>
            <a:endParaRPr lang="zh-CN" altLang="en-US" sz="2600" b="1" dirty="0">
              <a:solidFill>
                <a:srgbClr val="660066"/>
              </a:solidFill>
            </a:endParaRPr>
          </a:p>
          <a:p>
            <a:pPr marL="609600" indent="-609600">
              <a:lnSpc>
                <a:spcPct val="90000"/>
              </a:lnSpc>
              <a:buClr>
                <a:schemeClr val="tx1"/>
              </a:buClr>
              <a:buFontTx/>
              <a:buAutoNum type="arabicPeriod"/>
            </a:pPr>
            <a:r>
              <a:rPr lang="zh-CN" altLang="en-US" sz="2600" b="1" dirty="0">
                <a:solidFill>
                  <a:srgbClr val="660066"/>
                </a:solidFill>
              </a:rPr>
              <a:t>卷积定理</a:t>
            </a:r>
            <a:endParaRPr lang="zh-CN" altLang="en-US" sz="2600" b="1" dirty="0">
              <a:solidFill>
                <a:srgbClr val="660066"/>
              </a:solidFill>
            </a:endParaRPr>
          </a:p>
        </p:txBody>
      </p:sp>
      <p:sp>
        <p:nvSpPr>
          <p:cNvPr id="277507" name="Rectangle 3"/>
          <p:cNvSpPr>
            <a:spLocks noGrp="1" noChangeArrowheads="1"/>
          </p:cNvSpPr>
          <p:nvPr>
            <p:ph type="title" idx="4294967295"/>
          </p:nvPr>
        </p:nvSpPr>
        <p:spPr>
          <a:xfrm>
            <a:off x="900113" y="260350"/>
            <a:ext cx="5943600" cy="503238"/>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Tm="30492"/>
    </mc:Choice>
    <mc:Fallback>
      <p:transition spd="slow" advTm="304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277506">
                                            <p:bg/>
                                          </p:spTgt>
                                        </p:tgtEl>
                                        <p:attrNameLst>
                                          <p:attrName>style.visibility</p:attrName>
                                        </p:attrNameLst>
                                      </p:cBhvr>
                                      <p:to>
                                        <p:strVal val="visible"/>
                                      </p:to>
                                    </p:set>
                                    <p:anim calcmode="lin" valueType="num">
                                      <p:cBhvr>
                                        <p:cTn id="7" dur="1000" fill="hold"/>
                                        <p:tgtEl>
                                          <p:spTgt spid="277506">
                                            <p:bg/>
                                          </p:spTgt>
                                        </p:tgtEl>
                                        <p:attrNameLst>
                                          <p:attrName>ppt_w</p:attrName>
                                        </p:attrNameLst>
                                      </p:cBhvr>
                                      <p:tavLst>
                                        <p:tav tm="0">
                                          <p:val>
                                            <p:strVal val="#ppt_w*0.70"/>
                                          </p:val>
                                        </p:tav>
                                        <p:tav tm="100000">
                                          <p:val>
                                            <p:strVal val="#ppt_w"/>
                                          </p:val>
                                        </p:tav>
                                      </p:tavLst>
                                    </p:anim>
                                    <p:anim calcmode="lin" valueType="num">
                                      <p:cBhvr>
                                        <p:cTn id="8" dur="1000" fill="hold"/>
                                        <p:tgtEl>
                                          <p:spTgt spid="277506">
                                            <p:bg/>
                                          </p:spTgt>
                                        </p:tgtEl>
                                        <p:attrNameLst>
                                          <p:attrName>ppt_h</p:attrName>
                                        </p:attrNameLst>
                                      </p:cBhvr>
                                      <p:tavLst>
                                        <p:tav tm="0">
                                          <p:val>
                                            <p:strVal val="#ppt_h"/>
                                          </p:val>
                                        </p:tav>
                                        <p:tav tm="100000">
                                          <p:val>
                                            <p:strVal val="#ppt_h"/>
                                          </p:val>
                                        </p:tav>
                                      </p:tavLst>
                                    </p:anim>
                                    <p:animEffect transition="in" filter="fade">
                                      <p:cBhvr>
                                        <p:cTn id="9" dur="1000"/>
                                        <p:tgtEl>
                                          <p:spTgt spid="277506">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277506">
                                            <p:txEl>
                                              <p:pRg st="0" end="0"/>
                                            </p:txEl>
                                          </p:spTgt>
                                        </p:tgtEl>
                                        <p:attrNameLst>
                                          <p:attrName>style.visibility</p:attrName>
                                        </p:attrNameLst>
                                      </p:cBhvr>
                                      <p:to>
                                        <p:strVal val="visible"/>
                                      </p:to>
                                    </p:set>
                                    <p:anim calcmode="lin" valueType="num">
                                      <p:cBhvr>
                                        <p:cTn id="12" dur="1000" fill="hold"/>
                                        <p:tgtEl>
                                          <p:spTgt spid="277506">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277506">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277506">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77506">
                                            <p:txEl>
                                              <p:pRg st="1" end="1"/>
                                            </p:txEl>
                                          </p:spTgt>
                                        </p:tgtEl>
                                        <p:attrNameLst>
                                          <p:attrName>style.visibility</p:attrName>
                                        </p:attrNameLst>
                                      </p:cBhvr>
                                      <p:to>
                                        <p:strVal val="visible"/>
                                      </p:to>
                                    </p:set>
                                    <p:anim calcmode="lin" valueType="num">
                                      <p:cBhvr>
                                        <p:cTn id="17" dur="1000" fill="hold"/>
                                        <p:tgtEl>
                                          <p:spTgt spid="277506">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277506">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277506">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277506">
                                            <p:txEl>
                                              <p:pRg st="2" end="2"/>
                                            </p:txEl>
                                          </p:spTgt>
                                        </p:tgtEl>
                                        <p:attrNameLst>
                                          <p:attrName>style.visibility</p:attrName>
                                        </p:attrNameLst>
                                      </p:cBhvr>
                                      <p:to>
                                        <p:strVal val="visible"/>
                                      </p:to>
                                    </p:set>
                                    <p:anim calcmode="lin" valueType="num">
                                      <p:cBhvr>
                                        <p:cTn id="22" dur="1000" fill="hold"/>
                                        <p:tgtEl>
                                          <p:spTgt spid="277506">
                                            <p:txEl>
                                              <p:pRg st="2" end="2"/>
                                            </p:txEl>
                                          </p:spTgt>
                                        </p:tgtEl>
                                        <p:attrNameLst>
                                          <p:attrName>ppt_w</p:attrName>
                                        </p:attrNameLst>
                                      </p:cBhvr>
                                      <p:tavLst>
                                        <p:tav tm="0">
                                          <p:val>
                                            <p:strVal val="#ppt_w*0.70"/>
                                          </p:val>
                                        </p:tav>
                                        <p:tav tm="100000">
                                          <p:val>
                                            <p:strVal val="#ppt_w"/>
                                          </p:val>
                                        </p:tav>
                                      </p:tavLst>
                                    </p:anim>
                                    <p:anim calcmode="lin" valueType="num">
                                      <p:cBhvr>
                                        <p:cTn id="23" dur="1000" fill="hold"/>
                                        <p:tgtEl>
                                          <p:spTgt spid="277506">
                                            <p:txEl>
                                              <p:pRg st="2" end="2"/>
                                            </p:txEl>
                                          </p:spTgt>
                                        </p:tgtEl>
                                        <p:attrNameLst>
                                          <p:attrName>ppt_h</p:attrName>
                                        </p:attrNameLst>
                                      </p:cBhvr>
                                      <p:tavLst>
                                        <p:tav tm="0">
                                          <p:val>
                                            <p:strVal val="#ppt_h"/>
                                          </p:val>
                                        </p:tav>
                                        <p:tav tm="100000">
                                          <p:val>
                                            <p:strVal val="#ppt_h"/>
                                          </p:val>
                                        </p:tav>
                                      </p:tavLst>
                                    </p:anim>
                                    <p:animEffect transition="in" filter="fade">
                                      <p:cBhvr>
                                        <p:cTn id="24" dur="1000"/>
                                        <p:tgtEl>
                                          <p:spTgt spid="277506">
                                            <p:txEl>
                                              <p:pRg st="2" end="2"/>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277506">
                                            <p:txEl>
                                              <p:pRg st="3" end="3"/>
                                            </p:txEl>
                                          </p:spTgt>
                                        </p:tgtEl>
                                        <p:attrNameLst>
                                          <p:attrName>style.visibility</p:attrName>
                                        </p:attrNameLst>
                                      </p:cBhvr>
                                      <p:to>
                                        <p:strVal val="visible"/>
                                      </p:to>
                                    </p:set>
                                    <p:anim calcmode="lin" valueType="num">
                                      <p:cBhvr>
                                        <p:cTn id="27" dur="1000" fill="hold"/>
                                        <p:tgtEl>
                                          <p:spTgt spid="277506">
                                            <p:txEl>
                                              <p:pRg st="3" end="3"/>
                                            </p:txEl>
                                          </p:spTgt>
                                        </p:tgtEl>
                                        <p:attrNameLst>
                                          <p:attrName>ppt_w</p:attrName>
                                        </p:attrNameLst>
                                      </p:cBhvr>
                                      <p:tavLst>
                                        <p:tav tm="0">
                                          <p:val>
                                            <p:strVal val="#ppt_w*0.70"/>
                                          </p:val>
                                        </p:tav>
                                        <p:tav tm="100000">
                                          <p:val>
                                            <p:strVal val="#ppt_w"/>
                                          </p:val>
                                        </p:tav>
                                      </p:tavLst>
                                    </p:anim>
                                    <p:anim calcmode="lin" valueType="num">
                                      <p:cBhvr>
                                        <p:cTn id="28" dur="1000" fill="hold"/>
                                        <p:tgtEl>
                                          <p:spTgt spid="277506">
                                            <p:txEl>
                                              <p:pRg st="3" end="3"/>
                                            </p:txEl>
                                          </p:spTgt>
                                        </p:tgtEl>
                                        <p:attrNameLst>
                                          <p:attrName>ppt_h</p:attrName>
                                        </p:attrNameLst>
                                      </p:cBhvr>
                                      <p:tavLst>
                                        <p:tav tm="0">
                                          <p:val>
                                            <p:strVal val="#ppt_h"/>
                                          </p:val>
                                        </p:tav>
                                        <p:tav tm="100000">
                                          <p:val>
                                            <p:strVal val="#ppt_h"/>
                                          </p:val>
                                        </p:tav>
                                      </p:tavLst>
                                    </p:anim>
                                    <p:animEffect transition="in" filter="fade">
                                      <p:cBhvr>
                                        <p:cTn id="29" dur="1000"/>
                                        <p:tgtEl>
                                          <p:spTgt spid="277506">
                                            <p:txEl>
                                              <p:pRg st="3" end="3"/>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277506">
                                            <p:txEl>
                                              <p:pRg st="4" end="4"/>
                                            </p:txEl>
                                          </p:spTgt>
                                        </p:tgtEl>
                                        <p:attrNameLst>
                                          <p:attrName>style.visibility</p:attrName>
                                        </p:attrNameLst>
                                      </p:cBhvr>
                                      <p:to>
                                        <p:strVal val="visible"/>
                                      </p:to>
                                    </p:set>
                                    <p:anim calcmode="lin" valueType="num">
                                      <p:cBhvr>
                                        <p:cTn id="32" dur="1000" fill="hold"/>
                                        <p:tgtEl>
                                          <p:spTgt spid="277506">
                                            <p:txEl>
                                              <p:pRg st="4" end="4"/>
                                            </p:txEl>
                                          </p:spTgt>
                                        </p:tgtEl>
                                        <p:attrNameLst>
                                          <p:attrName>ppt_w</p:attrName>
                                        </p:attrNameLst>
                                      </p:cBhvr>
                                      <p:tavLst>
                                        <p:tav tm="0">
                                          <p:val>
                                            <p:strVal val="#ppt_w*0.70"/>
                                          </p:val>
                                        </p:tav>
                                        <p:tav tm="100000">
                                          <p:val>
                                            <p:strVal val="#ppt_w"/>
                                          </p:val>
                                        </p:tav>
                                      </p:tavLst>
                                    </p:anim>
                                    <p:anim calcmode="lin" valueType="num">
                                      <p:cBhvr>
                                        <p:cTn id="33" dur="1000" fill="hold"/>
                                        <p:tgtEl>
                                          <p:spTgt spid="277506">
                                            <p:txEl>
                                              <p:pRg st="4" end="4"/>
                                            </p:txEl>
                                          </p:spTgt>
                                        </p:tgtEl>
                                        <p:attrNameLst>
                                          <p:attrName>ppt_h</p:attrName>
                                        </p:attrNameLst>
                                      </p:cBhvr>
                                      <p:tavLst>
                                        <p:tav tm="0">
                                          <p:val>
                                            <p:strVal val="#ppt_h"/>
                                          </p:val>
                                        </p:tav>
                                        <p:tav tm="100000">
                                          <p:val>
                                            <p:strVal val="#ppt_h"/>
                                          </p:val>
                                        </p:tav>
                                      </p:tavLst>
                                    </p:anim>
                                    <p:animEffect transition="in" filter="fade">
                                      <p:cBhvr>
                                        <p:cTn id="34" dur="1000"/>
                                        <p:tgtEl>
                                          <p:spTgt spid="277506">
                                            <p:txEl>
                                              <p:pRg st="4" end="4"/>
                                            </p:txEl>
                                          </p:spTgt>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277506">
                                            <p:txEl>
                                              <p:pRg st="5" end="5"/>
                                            </p:txEl>
                                          </p:spTgt>
                                        </p:tgtEl>
                                        <p:attrNameLst>
                                          <p:attrName>style.visibility</p:attrName>
                                        </p:attrNameLst>
                                      </p:cBhvr>
                                      <p:to>
                                        <p:strVal val="visible"/>
                                      </p:to>
                                    </p:set>
                                    <p:anim calcmode="lin" valueType="num">
                                      <p:cBhvr>
                                        <p:cTn id="37" dur="1000" fill="hold"/>
                                        <p:tgtEl>
                                          <p:spTgt spid="277506">
                                            <p:txEl>
                                              <p:pRg st="5" end="5"/>
                                            </p:txEl>
                                          </p:spTgt>
                                        </p:tgtEl>
                                        <p:attrNameLst>
                                          <p:attrName>ppt_w</p:attrName>
                                        </p:attrNameLst>
                                      </p:cBhvr>
                                      <p:tavLst>
                                        <p:tav tm="0">
                                          <p:val>
                                            <p:strVal val="#ppt_w*0.70"/>
                                          </p:val>
                                        </p:tav>
                                        <p:tav tm="100000">
                                          <p:val>
                                            <p:strVal val="#ppt_w"/>
                                          </p:val>
                                        </p:tav>
                                      </p:tavLst>
                                    </p:anim>
                                    <p:anim calcmode="lin" valueType="num">
                                      <p:cBhvr>
                                        <p:cTn id="38" dur="1000" fill="hold"/>
                                        <p:tgtEl>
                                          <p:spTgt spid="277506">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277506">
                                            <p:txEl>
                                              <p:pRg st="5" end="5"/>
                                            </p:txEl>
                                          </p:spTgt>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277506">
                                            <p:txEl>
                                              <p:pRg st="6" end="6"/>
                                            </p:txEl>
                                          </p:spTgt>
                                        </p:tgtEl>
                                        <p:attrNameLst>
                                          <p:attrName>style.visibility</p:attrName>
                                        </p:attrNameLst>
                                      </p:cBhvr>
                                      <p:to>
                                        <p:strVal val="visible"/>
                                      </p:to>
                                    </p:set>
                                    <p:anim calcmode="lin" valueType="num">
                                      <p:cBhvr>
                                        <p:cTn id="42" dur="1000" fill="hold"/>
                                        <p:tgtEl>
                                          <p:spTgt spid="277506">
                                            <p:txEl>
                                              <p:pRg st="6" end="6"/>
                                            </p:txEl>
                                          </p:spTgt>
                                        </p:tgtEl>
                                        <p:attrNameLst>
                                          <p:attrName>ppt_w</p:attrName>
                                        </p:attrNameLst>
                                      </p:cBhvr>
                                      <p:tavLst>
                                        <p:tav tm="0">
                                          <p:val>
                                            <p:strVal val="#ppt_w*0.70"/>
                                          </p:val>
                                        </p:tav>
                                        <p:tav tm="100000">
                                          <p:val>
                                            <p:strVal val="#ppt_w"/>
                                          </p:val>
                                        </p:tav>
                                      </p:tavLst>
                                    </p:anim>
                                    <p:anim calcmode="lin" valueType="num">
                                      <p:cBhvr>
                                        <p:cTn id="43" dur="1000" fill="hold"/>
                                        <p:tgtEl>
                                          <p:spTgt spid="277506">
                                            <p:txEl>
                                              <p:pRg st="6" end="6"/>
                                            </p:txEl>
                                          </p:spTgt>
                                        </p:tgtEl>
                                        <p:attrNameLst>
                                          <p:attrName>ppt_h</p:attrName>
                                        </p:attrNameLst>
                                      </p:cBhvr>
                                      <p:tavLst>
                                        <p:tav tm="0">
                                          <p:val>
                                            <p:strVal val="#ppt_h"/>
                                          </p:val>
                                        </p:tav>
                                        <p:tav tm="100000">
                                          <p:val>
                                            <p:strVal val="#ppt_h"/>
                                          </p:val>
                                        </p:tav>
                                      </p:tavLst>
                                    </p:anim>
                                    <p:animEffect transition="in" filter="fade">
                                      <p:cBhvr>
                                        <p:cTn id="44" dur="1000"/>
                                        <p:tgtEl>
                                          <p:spTgt spid="277506">
                                            <p:txEl>
                                              <p:pRg st="6" end="6"/>
                                            </p:txEl>
                                          </p:spTgt>
                                        </p:tgtEl>
                                      </p:cBhvr>
                                    </p:animEffect>
                                  </p:childTnLst>
                                </p:cTn>
                              </p:par>
                              <p:par>
                                <p:cTn id="45" presetID="55" presetClass="entr" presetSubtype="0" fill="hold" grpId="0" nodeType="withEffect">
                                  <p:stCondLst>
                                    <p:cond delay="0"/>
                                  </p:stCondLst>
                                  <p:childTnLst>
                                    <p:set>
                                      <p:cBhvr>
                                        <p:cTn id="46" dur="1" fill="hold">
                                          <p:stCondLst>
                                            <p:cond delay="0"/>
                                          </p:stCondLst>
                                        </p:cTn>
                                        <p:tgtEl>
                                          <p:spTgt spid="277506">
                                            <p:txEl>
                                              <p:pRg st="7" end="7"/>
                                            </p:txEl>
                                          </p:spTgt>
                                        </p:tgtEl>
                                        <p:attrNameLst>
                                          <p:attrName>style.visibility</p:attrName>
                                        </p:attrNameLst>
                                      </p:cBhvr>
                                      <p:to>
                                        <p:strVal val="visible"/>
                                      </p:to>
                                    </p:set>
                                    <p:anim calcmode="lin" valueType="num">
                                      <p:cBhvr>
                                        <p:cTn id="47" dur="1000" fill="hold"/>
                                        <p:tgtEl>
                                          <p:spTgt spid="277506">
                                            <p:txEl>
                                              <p:pRg st="7" end="7"/>
                                            </p:txEl>
                                          </p:spTgt>
                                        </p:tgtEl>
                                        <p:attrNameLst>
                                          <p:attrName>ppt_w</p:attrName>
                                        </p:attrNameLst>
                                      </p:cBhvr>
                                      <p:tavLst>
                                        <p:tav tm="0">
                                          <p:val>
                                            <p:strVal val="#ppt_w*0.70"/>
                                          </p:val>
                                        </p:tav>
                                        <p:tav tm="100000">
                                          <p:val>
                                            <p:strVal val="#ppt_w"/>
                                          </p:val>
                                        </p:tav>
                                      </p:tavLst>
                                    </p:anim>
                                    <p:anim calcmode="lin" valueType="num">
                                      <p:cBhvr>
                                        <p:cTn id="48" dur="1000" fill="hold"/>
                                        <p:tgtEl>
                                          <p:spTgt spid="277506">
                                            <p:txEl>
                                              <p:pRg st="7" end="7"/>
                                            </p:txEl>
                                          </p:spTgt>
                                        </p:tgtEl>
                                        <p:attrNameLst>
                                          <p:attrName>ppt_h</p:attrName>
                                        </p:attrNameLst>
                                      </p:cBhvr>
                                      <p:tavLst>
                                        <p:tav tm="0">
                                          <p:val>
                                            <p:strVal val="#ppt_h"/>
                                          </p:val>
                                        </p:tav>
                                        <p:tav tm="100000">
                                          <p:val>
                                            <p:strVal val="#ppt_h"/>
                                          </p:val>
                                        </p:tav>
                                      </p:tavLst>
                                    </p:anim>
                                    <p:animEffect transition="in" filter="fade">
                                      <p:cBhvr>
                                        <p:cTn id="49" dur="1000"/>
                                        <p:tgtEl>
                                          <p:spTgt spid="277506">
                                            <p:txEl>
                                              <p:pRg st="7" end="7"/>
                                            </p:txEl>
                                          </p:spTgt>
                                        </p:tgtEl>
                                      </p:cBhvr>
                                    </p:animEffect>
                                  </p:childTnLst>
                                </p:cTn>
                              </p:par>
                              <p:par>
                                <p:cTn id="50" presetID="55" presetClass="entr" presetSubtype="0" fill="hold" grpId="0" nodeType="withEffect">
                                  <p:stCondLst>
                                    <p:cond delay="0"/>
                                  </p:stCondLst>
                                  <p:childTnLst>
                                    <p:set>
                                      <p:cBhvr>
                                        <p:cTn id="51" dur="1" fill="hold">
                                          <p:stCondLst>
                                            <p:cond delay="0"/>
                                          </p:stCondLst>
                                        </p:cTn>
                                        <p:tgtEl>
                                          <p:spTgt spid="277506">
                                            <p:txEl>
                                              <p:pRg st="8" end="8"/>
                                            </p:txEl>
                                          </p:spTgt>
                                        </p:tgtEl>
                                        <p:attrNameLst>
                                          <p:attrName>style.visibility</p:attrName>
                                        </p:attrNameLst>
                                      </p:cBhvr>
                                      <p:to>
                                        <p:strVal val="visible"/>
                                      </p:to>
                                    </p:set>
                                    <p:anim calcmode="lin" valueType="num">
                                      <p:cBhvr>
                                        <p:cTn id="52" dur="1000" fill="hold"/>
                                        <p:tgtEl>
                                          <p:spTgt spid="277506">
                                            <p:txEl>
                                              <p:pRg st="8" end="8"/>
                                            </p:txEl>
                                          </p:spTgt>
                                        </p:tgtEl>
                                        <p:attrNameLst>
                                          <p:attrName>ppt_w</p:attrName>
                                        </p:attrNameLst>
                                      </p:cBhvr>
                                      <p:tavLst>
                                        <p:tav tm="0">
                                          <p:val>
                                            <p:strVal val="#ppt_w*0.70"/>
                                          </p:val>
                                        </p:tav>
                                        <p:tav tm="100000">
                                          <p:val>
                                            <p:strVal val="#ppt_w"/>
                                          </p:val>
                                        </p:tav>
                                      </p:tavLst>
                                    </p:anim>
                                    <p:anim calcmode="lin" valueType="num">
                                      <p:cBhvr>
                                        <p:cTn id="53" dur="1000" fill="hold"/>
                                        <p:tgtEl>
                                          <p:spTgt spid="277506">
                                            <p:txEl>
                                              <p:pRg st="8" end="8"/>
                                            </p:txEl>
                                          </p:spTgt>
                                        </p:tgtEl>
                                        <p:attrNameLst>
                                          <p:attrName>ppt_h</p:attrName>
                                        </p:attrNameLst>
                                      </p:cBhvr>
                                      <p:tavLst>
                                        <p:tav tm="0">
                                          <p:val>
                                            <p:strVal val="#ppt_h"/>
                                          </p:val>
                                        </p:tav>
                                        <p:tav tm="100000">
                                          <p:val>
                                            <p:strVal val="#ppt_h"/>
                                          </p:val>
                                        </p:tav>
                                      </p:tavLst>
                                    </p:anim>
                                    <p:animEffect transition="in" filter="fade">
                                      <p:cBhvr>
                                        <p:cTn id="54" dur="1000"/>
                                        <p:tgtEl>
                                          <p:spTgt spid="277506">
                                            <p:txEl>
                                              <p:pRg st="8" end="8"/>
                                            </p:txEl>
                                          </p:spTgt>
                                        </p:tgtEl>
                                      </p:cBhvr>
                                    </p:animEffect>
                                  </p:childTnLst>
                                </p:cTn>
                              </p:par>
                              <p:par>
                                <p:cTn id="55" presetID="55" presetClass="entr" presetSubtype="0" fill="hold" grpId="0" nodeType="withEffect">
                                  <p:stCondLst>
                                    <p:cond delay="0"/>
                                  </p:stCondLst>
                                  <p:childTnLst>
                                    <p:set>
                                      <p:cBhvr>
                                        <p:cTn id="56" dur="1" fill="hold">
                                          <p:stCondLst>
                                            <p:cond delay="0"/>
                                          </p:stCondLst>
                                        </p:cTn>
                                        <p:tgtEl>
                                          <p:spTgt spid="277506">
                                            <p:txEl>
                                              <p:pRg st="9" end="9"/>
                                            </p:txEl>
                                          </p:spTgt>
                                        </p:tgtEl>
                                        <p:attrNameLst>
                                          <p:attrName>style.visibility</p:attrName>
                                        </p:attrNameLst>
                                      </p:cBhvr>
                                      <p:to>
                                        <p:strVal val="visible"/>
                                      </p:to>
                                    </p:set>
                                    <p:anim calcmode="lin" valueType="num">
                                      <p:cBhvr>
                                        <p:cTn id="57" dur="1000" fill="hold"/>
                                        <p:tgtEl>
                                          <p:spTgt spid="277506">
                                            <p:txEl>
                                              <p:pRg st="9" end="9"/>
                                            </p:txEl>
                                          </p:spTgt>
                                        </p:tgtEl>
                                        <p:attrNameLst>
                                          <p:attrName>ppt_w</p:attrName>
                                        </p:attrNameLst>
                                      </p:cBhvr>
                                      <p:tavLst>
                                        <p:tav tm="0">
                                          <p:val>
                                            <p:strVal val="#ppt_w*0.70"/>
                                          </p:val>
                                        </p:tav>
                                        <p:tav tm="100000">
                                          <p:val>
                                            <p:strVal val="#ppt_w"/>
                                          </p:val>
                                        </p:tav>
                                      </p:tavLst>
                                    </p:anim>
                                    <p:anim calcmode="lin" valueType="num">
                                      <p:cBhvr>
                                        <p:cTn id="58" dur="1000" fill="hold"/>
                                        <p:tgtEl>
                                          <p:spTgt spid="277506">
                                            <p:txEl>
                                              <p:pRg st="9" end="9"/>
                                            </p:txEl>
                                          </p:spTgt>
                                        </p:tgtEl>
                                        <p:attrNameLst>
                                          <p:attrName>ppt_h</p:attrName>
                                        </p:attrNameLst>
                                      </p:cBhvr>
                                      <p:tavLst>
                                        <p:tav tm="0">
                                          <p:val>
                                            <p:strVal val="#ppt_h"/>
                                          </p:val>
                                        </p:tav>
                                        <p:tav tm="100000">
                                          <p:val>
                                            <p:strVal val="#ppt_h"/>
                                          </p:val>
                                        </p:tav>
                                      </p:tavLst>
                                    </p:anim>
                                    <p:animEffect transition="in" filter="fade">
                                      <p:cBhvr>
                                        <p:cTn id="59" dur="1000"/>
                                        <p:tgtEl>
                                          <p:spTgt spid="27750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animBg="1"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7B03FC4C-7D8B-459F-A010-A05EA3055F17}" type="datetime1">
              <a:rPr lang="zh-CN" altLang="en-US"/>
            </a:fld>
            <a:endParaRPr lang="zh-CN" altLang="en-US"/>
          </a:p>
        </p:txBody>
      </p:sp>
      <p:sp>
        <p:nvSpPr>
          <p:cNvPr id="278530" name="Rectangle 2"/>
          <p:cNvSpPr>
            <a:spLocks noGrp="1" noChangeArrowheads="1"/>
          </p:cNvSpPr>
          <p:nvPr>
            <p:ph type="body" idx="4294967295"/>
          </p:nvPr>
        </p:nvSpPr>
        <p:spPr>
          <a:xfrm>
            <a:off x="3132138" y="836613"/>
            <a:ext cx="5472112" cy="720725"/>
          </a:xfrm>
        </p:spPr>
        <p:txBody>
          <a:bodyPr/>
          <a:lstStyle/>
          <a:p>
            <a:pPr marL="0" indent="0" latinLnBrk="1">
              <a:lnSpc>
                <a:spcPct val="90000"/>
              </a:lnSpc>
              <a:buClr>
                <a:schemeClr val="tx1"/>
              </a:buClr>
              <a:buFont typeface="Wingdings" panose="05000000000000000000" pitchFamily="2" charset="2"/>
              <a:buNone/>
            </a:pPr>
            <a:r>
              <a:rPr lang="zh-CN" altLang="en-US" sz="2100" b="1">
                <a:latin typeface="华文新魏" panose="02010800040101010101" pitchFamily="2" charset="-122"/>
                <a:ea typeface="华文新魏" panose="02010800040101010101" pitchFamily="2" charset="-122"/>
              </a:rPr>
              <a:t>相加信号的频谱等于各个单独信号的频谱之和。 </a:t>
            </a:r>
            <a:endParaRPr lang="zh-CN" altLang="en-US" sz="2100" b="1">
              <a:latin typeface="华文新魏" panose="02010800040101010101" pitchFamily="2" charset="-122"/>
              <a:ea typeface="华文新魏" panose="02010800040101010101" pitchFamily="2" charset="-122"/>
            </a:endParaRPr>
          </a:p>
        </p:txBody>
      </p:sp>
      <p:graphicFrame>
        <p:nvGraphicFramePr>
          <p:cNvPr id="278531" name="Object 3"/>
          <p:cNvGraphicFramePr>
            <a:graphicFrameLocks noChangeAspect="1"/>
          </p:cNvGraphicFramePr>
          <p:nvPr/>
        </p:nvGraphicFramePr>
        <p:xfrm>
          <a:off x="2051050" y="1628775"/>
          <a:ext cx="5256213" cy="481013"/>
        </p:xfrm>
        <a:graphic>
          <a:graphicData uri="http://schemas.openxmlformats.org/presentationml/2006/ole">
            <mc:AlternateContent xmlns:mc="http://schemas.openxmlformats.org/markup-compatibility/2006">
              <mc:Choice xmlns:v="urn:schemas-microsoft-com:vml" Requires="v">
                <p:oleObj spid="_x0000_s139532" name="公式" r:id="rId1" imgW="2349500" imgH="215900" progId="Equation.3">
                  <p:embed/>
                </p:oleObj>
              </mc:Choice>
              <mc:Fallback>
                <p:oleObj name="公式" r:id="rId1" imgW="23495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628775"/>
                        <a:ext cx="5256213" cy="481013"/>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9269" name="Object 4"/>
          <p:cNvGraphicFramePr>
            <a:graphicFrameLocks noChangeAspect="1"/>
          </p:cNvGraphicFramePr>
          <p:nvPr/>
        </p:nvGraphicFramePr>
        <p:xfrm>
          <a:off x="4391025" y="2532063"/>
          <a:ext cx="298450" cy="565150"/>
        </p:xfrm>
        <a:graphic>
          <a:graphicData uri="http://schemas.openxmlformats.org/presentationml/2006/ole">
            <mc:AlternateContent xmlns:mc="http://schemas.openxmlformats.org/markup-compatibility/2006">
              <mc:Choice xmlns:v="urn:schemas-microsoft-com:vml" Requires="v">
                <p:oleObj spid="_x0000_s139533" name="公式" r:id="rId3" imgW="114300" imgH="215900" progId="Equation.3">
                  <p:embed/>
                </p:oleObj>
              </mc:Choice>
              <mc:Fallback>
                <p:oleObj name="公式" r:id="rId3" imgW="1143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1025" y="2532063"/>
                        <a:ext cx="2984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8533" name="Object 5"/>
          <p:cNvGraphicFramePr>
            <a:graphicFrameLocks noChangeAspect="1"/>
          </p:cNvGraphicFramePr>
          <p:nvPr/>
        </p:nvGraphicFramePr>
        <p:xfrm>
          <a:off x="2519363" y="4826000"/>
          <a:ext cx="4740275" cy="1316038"/>
        </p:xfrm>
        <a:graphic>
          <a:graphicData uri="http://schemas.openxmlformats.org/presentationml/2006/ole">
            <mc:AlternateContent xmlns:mc="http://schemas.openxmlformats.org/markup-compatibility/2006">
              <mc:Choice xmlns:v="urn:schemas-microsoft-com:vml" Requires="v">
                <p:oleObj spid="_x0000_s139534" name="Equation" r:id="rId5" imgW="1777365" imgH="482600" progId="Equation.DSMT4">
                  <p:embed/>
                </p:oleObj>
              </mc:Choice>
              <mc:Fallback>
                <p:oleObj name="Equation" r:id="rId5" imgW="1777365" imgH="482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9363" y="4826000"/>
                        <a:ext cx="4740275" cy="1316038"/>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278534" name="Rectangle 6"/>
          <p:cNvSpPr>
            <a:spLocks noGrp="1" noChangeArrowheads="1"/>
          </p:cNvSpPr>
          <p:nvPr>
            <p:ph type="title" idx="4294967295"/>
          </p:nvPr>
        </p:nvSpPr>
        <p:spPr>
          <a:xfrm>
            <a:off x="755650" y="188913"/>
            <a:ext cx="5672138"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
        <p:nvSpPr>
          <p:cNvPr id="278535" name="Rectangle 7"/>
          <p:cNvSpPr>
            <a:spLocks noChangeArrowheads="1"/>
          </p:cNvSpPr>
          <p:nvPr/>
        </p:nvSpPr>
        <p:spPr bwMode="auto">
          <a:xfrm>
            <a:off x="1331913" y="3716338"/>
            <a:ext cx="7129462"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atinLnBrk="1">
              <a:buClr>
                <a:schemeClr val="tx1"/>
              </a:buClr>
              <a:buFont typeface="Wingdings" panose="05000000000000000000" pitchFamily="2" charset="2"/>
              <a:buNone/>
            </a:pPr>
            <a:r>
              <a:rPr lang="zh-CN" altLang="en-US" sz="2600" b="1">
                <a:latin typeface="华文新魏" panose="02010800040101010101" pitchFamily="2" charset="-122"/>
                <a:ea typeface="华文新魏" panose="02010800040101010101" pitchFamily="2" charset="-122"/>
              </a:rPr>
              <a:t>信号在时域中的</a:t>
            </a:r>
            <a:r>
              <a:rPr lang="zh-CN" altLang="en-US" sz="2600" b="1">
                <a:solidFill>
                  <a:srgbClr val="FF0000"/>
                </a:solidFill>
                <a:latin typeface="华文新魏" panose="02010800040101010101" pitchFamily="2" charset="-122"/>
                <a:ea typeface="华文新魏" panose="02010800040101010101" pitchFamily="2" charset="-122"/>
              </a:rPr>
              <a:t>延时</a:t>
            </a:r>
            <a:r>
              <a:rPr lang="zh-CN" altLang="en-US" sz="2600" b="1">
                <a:latin typeface="华文新魏" panose="02010800040101010101" pitchFamily="2" charset="-122"/>
                <a:ea typeface="华文新魏" panose="02010800040101010101" pitchFamily="2" charset="-122"/>
              </a:rPr>
              <a:t>对应于频域中的</a:t>
            </a:r>
            <a:r>
              <a:rPr lang="zh-CN" altLang="en-US" sz="2600" b="1">
                <a:solidFill>
                  <a:srgbClr val="FF0000"/>
                </a:solidFill>
                <a:latin typeface="华文新魏" panose="02010800040101010101" pitchFamily="2" charset="-122"/>
                <a:ea typeface="华文新魏" panose="02010800040101010101" pitchFamily="2" charset="-122"/>
              </a:rPr>
              <a:t>移相</a:t>
            </a:r>
            <a:r>
              <a:rPr lang="zh-CN" altLang="en-US" sz="2600" b="1">
                <a:latin typeface="华文新魏" panose="02010800040101010101" pitchFamily="2" charset="-122"/>
                <a:ea typeface="华文新魏" panose="02010800040101010101" pitchFamily="2" charset="-122"/>
              </a:rPr>
              <a:t>。与大家熟悉的正余弦信号起点不同，相位不同是一致的。</a:t>
            </a:r>
            <a:endParaRPr lang="zh-CN" altLang="en-US" sz="2600" b="1">
              <a:latin typeface="华文新魏" panose="02010800040101010101" pitchFamily="2" charset="-122"/>
              <a:ea typeface="华文新魏" panose="02010800040101010101" pitchFamily="2" charset="-122"/>
            </a:endParaRPr>
          </a:p>
        </p:txBody>
      </p:sp>
      <p:sp>
        <p:nvSpPr>
          <p:cNvPr id="278536" name="Rectangle 8"/>
          <p:cNvSpPr>
            <a:spLocks noChangeArrowheads="1"/>
          </p:cNvSpPr>
          <p:nvPr/>
        </p:nvSpPr>
        <p:spPr bwMode="auto">
          <a:xfrm>
            <a:off x="755650" y="2997200"/>
            <a:ext cx="2087563" cy="504825"/>
          </a:xfrm>
          <a:prstGeom prst="rect">
            <a:avLst/>
          </a:prstGeom>
          <a:solidFill>
            <a:schemeClr val="bg1"/>
          </a:solidFill>
          <a:ln w="28575">
            <a:solidFill>
              <a:srgbClr val="009900"/>
            </a:solidFill>
            <a:miter lim="800000"/>
          </a:ln>
          <a:effectLst>
            <a:outerShdw dist="35921" dir="2700000" algn="ctr" rotWithShape="0">
              <a:schemeClr val="bg2"/>
            </a:outerShdw>
          </a:effec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atinLnBrk="1">
              <a:buClr>
                <a:schemeClr val="tx1"/>
              </a:buClr>
              <a:buFont typeface="Wingdings" panose="05000000000000000000" pitchFamily="2" charset="2"/>
              <a:buNone/>
            </a:pPr>
            <a:r>
              <a:rPr lang="en-US" altLang="zh-CN" sz="2600" b="1" dirty="0">
                <a:latin typeface="华文新魏" panose="02010800040101010101" pitchFamily="2" charset="-122"/>
                <a:ea typeface="华文新魏" panose="02010800040101010101" pitchFamily="2" charset="-122"/>
              </a:rPr>
              <a:t>2.</a:t>
            </a:r>
            <a:r>
              <a:rPr lang="zh-CN" altLang="en-US" sz="2600" b="1" dirty="0">
                <a:solidFill>
                  <a:srgbClr val="FF3300"/>
                </a:solidFill>
                <a:latin typeface="华文新魏" panose="02010800040101010101" pitchFamily="2" charset="-122"/>
                <a:ea typeface="华文新魏" panose="02010800040101010101" pitchFamily="2" charset="-122"/>
              </a:rPr>
              <a:t>延时特性</a:t>
            </a:r>
            <a:r>
              <a:rPr lang="en-US" altLang="zh-CN" sz="2600" b="1" dirty="0">
                <a:latin typeface="华文新魏" panose="02010800040101010101" pitchFamily="2" charset="-122"/>
                <a:ea typeface="华文新魏" panose="02010800040101010101" pitchFamily="2" charset="-122"/>
              </a:rPr>
              <a:t>:</a:t>
            </a:r>
            <a:endParaRPr lang="en-US" altLang="zh-CN" sz="2600" b="1" dirty="0">
              <a:latin typeface="华文新魏" panose="02010800040101010101" pitchFamily="2" charset="-122"/>
              <a:ea typeface="华文新魏" panose="02010800040101010101" pitchFamily="2" charset="-122"/>
            </a:endParaRPr>
          </a:p>
        </p:txBody>
      </p:sp>
      <p:sp>
        <p:nvSpPr>
          <p:cNvPr id="139274" name="Rectangle 9"/>
          <p:cNvSpPr>
            <a:spLocks noChangeArrowheads="1"/>
          </p:cNvSpPr>
          <p:nvPr/>
        </p:nvSpPr>
        <p:spPr bwMode="auto">
          <a:xfrm>
            <a:off x="755650" y="908050"/>
            <a:ext cx="2087563" cy="504825"/>
          </a:xfrm>
          <a:prstGeom prst="rect">
            <a:avLst/>
          </a:prstGeom>
          <a:solidFill>
            <a:schemeClr val="bg1"/>
          </a:solidFill>
          <a:ln w="28575">
            <a:solidFill>
              <a:srgbClr val="009900"/>
            </a:solidFill>
            <a:miter lim="800000"/>
          </a:ln>
          <a:effectLst>
            <a:outerShdw dist="35921" dir="2700000" algn="ctr" rotWithShape="0">
              <a:schemeClr val="bg2"/>
            </a:outerShdw>
          </a:effec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atinLnBrk="1">
              <a:buClr>
                <a:schemeClr val="tx1"/>
              </a:buClr>
              <a:buFontTx/>
              <a:buAutoNum type="arabicPeriod"/>
            </a:pPr>
            <a:r>
              <a:rPr lang="zh-CN" altLang="en-US" sz="2600" b="1">
                <a:solidFill>
                  <a:srgbClr val="FF3300"/>
                </a:solidFill>
                <a:latin typeface="华文新魏" panose="02010800040101010101" pitchFamily="2" charset="-122"/>
                <a:ea typeface="华文新魏" panose="02010800040101010101" pitchFamily="2" charset="-122"/>
              </a:rPr>
              <a:t>线性性质</a:t>
            </a:r>
            <a:r>
              <a:rPr lang="zh-CN" altLang="en-US" sz="2600" b="1">
                <a:latin typeface="华文新魏" panose="02010800040101010101" pitchFamily="2" charset="-122"/>
                <a:ea typeface="华文新魏" panose="02010800040101010101" pitchFamily="2" charset="-122"/>
              </a:rPr>
              <a:t> </a:t>
            </a:r>
            <a:r>
              <a:rPr lang="en-US" altLang="zh-CN" sz="2600" b="1">
                <a:latin typeface="华文新魏" panose="02010800040101010101" pitchFamily="2" charset="-122"/>
                <a:ea typeface="华文新魏" panose="02010800040101010101" pitchFamily="2" charset="-122"/>
              </a:rPr>
              <a:t>:</a:t>
            </a:r>
            <a:endParaRPr lang="en-US" altLang="zh-CN" sz="2600" b="1">
              <a:latin typeface="华文新魏" panose="02010800040101010101" pitchFamily="2" charset="-122"/>
              <a:ea typeface="华文新魏" panose="02010800040101010101" pitchFamily="2" charset="-122"/>
            </a:endParaRPr>
          </a:p>
        </p:txBody>
      </p:sp>
      <p:graphicFrame>
        <p:nvGraphicFramePr>
          <p:cNvPr id="278538" name="Object 10"/>
          <p:cNvGraphicFramePr>
            <a:graphicFrameLocks noChangeAspect="1"/>
          </p:cNvGraphicFramePr>
          <p:nvPr/>
        </p:nvGraphicFramePr>
        <p:xfrm>
          <a:off x="2486025" y="2262188"/>
          <a:ext cx="5481638" cy="511175"/>
        </p:xfrm>
        <a:graphic>
          <a:graphicData uri="http://schemas.openxmlformats.org/presentationml/2006/ole">
            <mc:AlternateContent xmlns:mc="http://schemas.openxmlformats.org/markup-compatibility/2006">
              <mc:Choice xmlns:v="urn:schemas-microsoft-com:vml" Requires="v">
                <p:oleObj spid="_x0000_s139535" name="Equation" r:id="rId7" imgW="2451100" imgH="228600" progId="Equation.DSMT4">
                  <p:embed/>
                </p:oleObj>
              </mc:Choice>
              <mc:Fallback>
                <p:oleObj name="Equation" r:id="rId7" imgW="2451100" imgH="228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6025" y="2262188"/>
                        <a:ext cx="5481638" cy="51117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430062"/>
    </mc:Choice>
    <mc:Fallback>
      <p:transition spd="slow" advTm="4300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78530">
                                            <p:txEl>
                                              <p:pRg st="0" end="0"/>
                                            </p:txEl>
                                          </p:spTgt>
                                        </p:tgtEl>
                                        <p:attrNameLst>
                                          <p:attrName>style.visibility</p:attrName>
                                        </p:attrNameLst>
                                      </p:cBhvr>
                                      <p:to>
                                        <p:strVal val="visible"/>
                                      </p:to>
                                    </p:set>
                                    <p:anim calcmode="lin" valueType="num">
                                      <p:cBhvr>
                                        <p:cTn id="7" dur="1000" fill="hold"/>
                                        <p:tgtEl>
                                          <p:spTgt spid="278530">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278530">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78530">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78531"/>
                                        </p:tgtEl>
                                        <p:attrNameLst>
                                          <p:attrName>style.visibility</p:attrName>
                                        </p:attrNameLst>
                                      </p:cBhvr>
                                      <p:to>
                                        <p:strVal val="visible"/>
                                      </p:to>
                                    </p:set>
                                    <p:anim calcmode="lin" valueType="num">
                                      <p:cBhvr>
                                        <p:cTn id="13" dur="1000" fill="hold"/>
                                        <p:tgtEl>
                                          <p:spTgt spid="278531"/>
                                        </p:tgtEl>
                                        <p:attrNameLst>
                                          <p:attrName>ppt_w</p:attrName>
                                        </p:attrNameLst>
                                      </p:cBhvr>
                                      <p:tavLst>
                                        <p:tav tm="0">
                                          <p:val>
                                            <p:strVal val="#ppt_w*0.70"/>
                                          </p:val>
                                        </p:tav>
                                        <p:tav tm="100000">
                                          <p:val>
                                            <p:strVal val="#ppt_w"/>
                                          </p:val>
                                        </p:tav>
                                      </p:tavLst>
                                    </p:anim>
                                    <p:anim calcmode="lin" valueType="num">
                                      <p:cBhvr>
                                        <p:cTn id="14" dur="1000" fill="hold"/>
                                        <p:tgtEl>
                                          <p:spTgt spid="278531"/>
                                        </p:tgtEl>
                                        <p:attrNameLst>
                                          <p:attrName>ppt_h</p:attrName>
                                        </p:attrNameLst>
                                      </p:cBhvr>
                                      <p:tavLst>
                                        <p:tav tm="0">
                                          <p:val>
                                            <p:strVal val="#ppt_h"/>
                                          </p:val>
                                        </p:tav>
                                        <p:tav tm="100000">
                                          <p:val>
                                            <p:strVal val="#ppt_h"/>
                                          </p:val>
                                        </p:tav>
                                      </p:tavLst>
                                    </p:anim>
                                    <p:animEffect transition="in" filter="fade">
                                      <p:cBhvr>
                                        <p:cTn id="15" dur="1000"/>
                                        <p:tgtEl>
                                          <p:spTgt spid="278531"/>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278538"/>
                                        </p:tgtEl>
                                        <p:attrNameLst>
                                          <p:attrName>style.visibility</p:attrName>
                                        </p:attrNameLst>
                                      </p:cBhvr>
                                      <p:to>
                                        <p:strVal val="visible"/>
                                      </p:to>
                                    </p:set>
                                    <p:anim calcmode="lin" valueType="num">
                                      <p:cBhvr>
                                        <p:cTn id="20" dur="1000" fill="hold"/>
                                        <p:tgtEl>
                                          <p:spTgt spid="278538"/>
                                        </p:tgtEl>
                                        <p:attrNameLst>
                                          <p:attrName>ppt_w</p:attrName>
                                        </p:attrNameLst>
                                      </p:cBhvr>
                                      <p:tavLst>
                                        <p:tav tm="0">
                                          <p:val>
                                            <p:strVal val="#ppt_w*0.70"/>
                                          </p:val>
                                        </p:tav>
                                        <p:tav tm="100000">
                                          <p:val>
                                            <p:strVal val="#ppt_w"/>
                                          </p:val>
                                        </p:tav>
                                      </p:tavLst>
                                    </p:anim>
                                    <p:anim calcmode="lin" valueType="num">
                                      <p:cBhvr>
                                        <p:cTn id="21" dur="1000" fill="hold"/>
                                        <p:tgtEl>
                                          <p:spTgt spid="278538"/>
                                        </p:tgtEl>
                                        <p:attrNameLst>
                                          <p:attrName>ppt_h</p:attrName>
                                        </p:attrNameLst>
                                      </p:cBhvr>
                                      <p:tavLst>
                                        <p:tav tm="0">
                                          <p:val>
                                            <p:strVal val="#ppt_h"/>
                                          </p:val>
                                        </p:tav>
                                        <p:tav tm="100000">
                                          <p:val>
                                            <p:strVal val="#ppt_h"/>
                                          </p:val>
                                        </p:tav>
                                      </p:tavLst>
                                    </p:anim>
                                    <p:animEffect transition="in" filter="fade">
                                      <p:cBhvr>
                                        <p:cTn id="22" dur="1000"/>
                                        <p:tgtEl>
                                          <p:spTgt spid="278538"/>
                                        </p:tgtEl>
                                      </p:cBhvr>
                                    </p:animEffect>
                                  </p:childTnLst>
                                </p:cTn>
                              </p:par>
                            </p:childTnLst>
                          </p:cTn>
                        </p:par>
                        <p:par>
                          <p:cTn id="23" fill="hold">
                            <p:stCondLst>
                              <p:cond delay="1000"/>
                            </p:stCondLst>
                            <p:childTnLst>
                              <p:par>
                                <p:cTn id="24" presetID="55" presetClass="entr" presetSubtype="0" fill="hold" grpId="0" nodeType="afterEffect">
                                  <p:stCondLst>
                                    <p:cond delay="0"/>
                                  </p:stCondLst>
                                  <p:childTnLst>
                                    <p:set>
                                      <p:cBhvr>
                                        <p:cTn id="25" dur="1" fill="hold">
                                          <p:stCondLst>
                                            <p:cond delay="0"/>
                                          </p:stCondLst>
                                        </p:cTn>
                                        <p:tgtEl>
                                          <p:spTgt spid="278536"/>
                                        </p:tgtEl>
                                        <p:attrNameLst>
                                          <p:attrName>style.visibility</p:attrName>
                                        </p:attrNameLst>
                                      </p:cBhvr>
                                      <p:to>
                                        <p:strVal val="visible"/>
                                      </p:to>
                                    </p:set>
                                    <p:anim calcmode="lin" valueType="num">
                                      <p:cBhvr>
                                        <p:cTn id="26" dur="1000" fill="hold"/>
                                        <p:tgtEl>
                                          <p:spTgt spid="278536"/>
                                        </p:tgtEl>
                                        <p:attrNameLst>
                                          <p:attrName>ppt_w</p:attrName>
                                        </p:attrNameLst>
                                      </p:cBhvr>
                                      <p:tavLst>
                                        <p:tav tm="0">
                                          <p:val>
                                            <p:strVal val="#ppt_w*0.70"/>
                                          </p:val>
                                        </p:tav>
                                        <p:tav tm="100000">
                                          <p:val>
                                            <p:strVal val="#ppt_w"/>
                                          </p:val>
                                        </p:tav>
                                      </p:tavLst>
                                    </p:anim>
                                    <p:anim calcmode="lin" valueType="num">
                                      <p:cBhvr>
                                        <p:cTn id="27" dur="1000" fill="hold"/>
                                        <p:tgtEl>
                                          <p:spTgt spid="278536"/>
                                        </p:tgtEl>
                                        <p:attrNameLst>
                                          <p:attrName>ppt_h</p:attrName>
                                        </p:attrNameLst>
                                      </p:cBhvr>
                                      <p:tavLst>
                                        <p:tav tm="0">
                                          <p:val>
                                            <p:strVal val="#ppt_h"/>
                                          </p:val>
                                        </p:tav>
                                        <p:tav tm="100000">
                                          <p:val>
                                            <p:strVal val="#ppt_h"/>
                                          </p:val>
                                        </p:tav>
                                      </p:tavLst>
                                    </p:anim>
                                    <p:animEffect transition="in" filter="fade">
                                      <p:cBhvr>
                                        <p:cTn id="28" dur="1000"/>
                                        <p:tgtEl>
                                          <p:spTgt spid="278536"/>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278535">
                                            <p:txEl>
                                              <p:pRg st="0" end="0"/>
                                            </p:txEl>
                                          </p:spTgt>
                                        </p:tgtEl>
                                        <p:attrNameLst>
                                          <p:attrName>style.visibility</p:attrName>
                                        </p:attrNameLst>
                                      </p:cBhvr>
                                      <p:to>
                                        <p:strVal val="visible"/>
                                      </p:to>
                                    </p:set>
                                    <p:anim calcmode="lin" valueType="num">
                                      <p:cBhvr>
                                        <p:cTn id="33" dur="1000" fill="hold"/>
                                        <p:tgtEl>
                                          <p:spTgt spid="278535">
                                            <p:txEl>
                                              <p:pRg st="0" end="0"/>
                                            </p:txEl>
                                          </p:spTgt>
                                        </p:tgtEl>
                                        <p:attrNameLst>
                                          <p:attrName>ppt_w</p:attrName>
                                        </p:attrNameLst>
                                      </p:cBhvr>
                                      <p:tavLst>
                                        <p:tav tm="0">
                                          <p:val>
                                            <p:strVal val="#ppt_w*0.70"/>
                                          </p:val>
                                        </p:tav>
                                        <p:tav tm="100000">
                                          <p:val>
                                            <p:strVal val="#ppt_w"/>
                                          </p:val>
                                        </p:tav>
                                      </p:tavLst>
                                    </p:anim>
                                    <p:anim calcmode="lin" valueType="num">
                                      <p:cBhvr>
                                        <p:cTn id="34" dur="1000" fill="hold"/>
                                        <p:tgtEl>
                                          <p:spTgt spid="278535">
                                            <p:txEl>
                                              <p:pRg st="0" end="0"/>
                                            </p:txEl>
                                          </p:spTgt>
                                        </p:tgtEl>
                                        <p:attrNameLst>
                                          <p:attrName>ppt_h</p:attrName>
                                        </p:attrNameLst>
                                      </p:cBhvr>
                                      <p:tavLst>
                                        <p:tav tm="0">
                                          <p:val>
                                            <p:strVal val="#ppt_h"/>
                                          </p:val>
                                        </p:tav>
                                        <p:tav tm="100000">
                                          <p:val>
                                            <p:strVal val="#ppt_h"/>
                                          </p:val>
                                        </p:tav>
                                      </p:tavLst>
                                    </p:anim>
                                    <p:animEffect transition="in" filter="fade">
                                      <p:cBhvr>
                                        <p:cTn id="35" dur="1000"/>
                                        <p:tgtEl>
                                          <p:spTgt spid="27853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278533"/>
                                        </p:tgtEl>
                                        <p:attrNameLst>
                                          <p:attrName>style.visibility</p:attrName>
                                        </p:attrNameLst>
                                      </p:cBhvr>
                                      <p:to>
                                        <p:strVal val="visible"/>
                                      </p:to>
                                    </p:set>
                                    <p:anim calcmode="lin" valueType="num">
                                      <p:cBhvr>
                                        <p:cTn id="40" dur="1000" fill="hold"/>
                                        <p:tgtEl>
                                          <p:spTgt spid="278533"/>
                                        </p:tgtEl>
                                        <p:attrNameLst>
                                          <p:attrName>ppt_w</p:attrName>
                                        </p:attrNameLst>
                                      </p:cBhvr>
                                      <p:tavLst>
                                        <p:tav tm="0">
                                          <p:val>
                                            <p:strVal val="#ppt_w*0.70"/>
                                          </p:val>
                                        </p:tav>
                                        <p:tav tm="100000">
                                          <p:val>
                                            <p:strVal val="#ppt_w"/>
                                          </p:val>
                                        </p:tav>
                                      </p:tavLst>
                                    </p:anim>
                                    <p:anim calcmode="lin" valueType="num">
                                      <p:cBhvr>
                                        <p:cTn id="41" dur="1000" fill="hold"/>
                                        <p:tgtEl>
                                          <p:spTgt spid="278533"/>
                                        </p:tgtEl>
                                        <p:attrNameLst>
                                          <p:attrName>ppt_h</p:attrName>
                                        </p:attrNameLst>
                                      </p:cBhvr>
                                      <p:tavLst>
                                        <p:tav tm="0">
                                          <p:val>
                                            <p:strVal val="#ppt_h"/>
                                          </p:val>
                                        </p:tav>
                                        <p:tav tm="100000">
                                          <p:val>
                                            <p:strVal val="#ppt_h"/>
                                          </p:val>
                                        </p:tav>
                                      </p:tavLst>
                                    </p:anim>
                                    <p:animEffect transition="in" filter="fade">
                                      <p:cBhvr>
                                        <p:cTn id="42" dur="1000"/>
                                        <p:tgtEl>
                                          <p:spTgt spid="278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build="p"/>
      <p:bldP spid="27853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E94856F8-FB86-4BD8-A269-5DA2D67B4AE0}" type="datetime1">
              <a:rPr lang="zh-CN" altLang="en-US"/>
            </a:fld>
            <a:endParaRPr lang="zh-CN" altLang="en-US"/>
          </a:p>
        </p:txBody>
      </p:sp>
      <p:sp>
        <p:nvSpPr>
          <p:cNvPr id="140291" name="Rectangle 2"/>
          <p:cNvSpPr>
            <a:spLocks noGrp="1" noChangeArrowheads="1"/>
          </p:cNvSpPr>
          <p:nvPr>
            <p:ph type="title" idx="4294967295"/>
          </p:nvPr>
        </p:nvSpPr>
        <p:spPr>
          <a:xfrm>
            <a:off x="971550" y="115888"/>
            <a:ext cx="5113338" cy="865187"/>
          </a:xfrm>
        </p:spPr>
        <p:txBody>
          <a:bodyPr/>
          <a:lstStyle/>
          <a:p>
            <a:r>
              <a:rPr lang="en-US" altLang="zh-CN"/>
              <a:t>Example</a:t>
            </a:r>
            <a:endParaRPr lang="en-US" altLang="zh-CN"/>
          </a:p>
        </p:txBody>
      </p:sp>
      <p:graphicFrame>
        <p:nvGraphicFramePr>
          <p:cNvPr id="279555" name="Object 3"/>
          <p:cNvGraphicFramePr>
            <a:graphicFrameLocks noChangeAspect="1"/>
          </p:cNvGraphicFramePr>
          <p:nvPr/>
        </p:nvGraphicFramePr>
        <p:xfrm>
          <a:off x="2051050" y="2349500"/>
          <a:ext cx="3455988" cy="1009650"/>
        </p:xfrm>
        <a:graphic>
          <a:graphicData uri="http://schemas.openxmlformats.org/presentationml/2006/ole">
            <mc:AlternateContent xmlns:mc="http://schemas.openxmlformats.org/markup-compatibility/2006">
              <mc:Choice xmlns:v="urn:schemas-microsoft-com:vml" Requires="v">
                <p:oleObj spid="_x0000_s140553" name="公式" r:id="rId1" imgW="1435100" imgH="419100" progId="Equation.3">
                  <p:embed/>
                </p:oleObj>
              </mc:Choice>
              <mc:Fallback>
                <p:oleObj name="公式" r:id="rId1" imgW="1435100" imgH="4191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2349500"/>
                        <a:ext cx="3455988" cy="1009650"/>
                      </a:xfrm>
                      <a:prstGeom prst="rect">
                        <a:avLst/>
                      </a:prstGeom>
                      <a:noFill/>
                      <a:ln w="28575">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40293" name="Picture 4"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125538"/>
            <a:ext cx="767715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9557" name="Object 5"/>
          <p:cNvGraphicFramePr>
            <a:graphicFrameLocks noChangeAspect="1"/>
          </p:cNvGraphicFramePr>
          <p:nvPr/>
        </p:nvGraphicFramePr>
        <p:xfrm>
          <a:off x="2411413" y="3716338"/>
          <a:ext cx="6238875" cy="1069975"/>
        </p:xfrm>
        <a:graphic>
          <a:graphicData uri="http://schemas.openxmlformats.org/presentationml/2006/ole">
            <mc:AlternateContent xmlns:mc="http://schemas.openxmlformats.org/markup-compatibility/2006">
              <mc:Choice xmlns:v="urn:schemas-microsoft-com:vml" Requires="v">
                <p:oleObj spid="_x0000_s140554" name="公式" r:id="rId4" imgW="2590800" imgH="444500" progId="Equation.3">
                  <p:embed/>
                </p:oleObj>
              </mc:Choice>
              <mc:Fallback>
                <p:oleObj name="公式" r:id="rId4" imgW="2590800" imgH="444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3716338"/>
                        <a:ext cx="6238875" cy="106997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79558" name="Object 6"/>
          <p:cNvGraphicFramePr>
            <a:graphicFrameLocks noChangeAspect="1"/>
          </p:cNvGraphicFramePr>
          <p:nvPr/>
        </p:nvGraphicFramePr>
        <p:xfrm>
          <a:off x="1979613" y="5229225"/>
          <a:ext cx="4037012" cy="947738"/>
        </p:xfrm>
        <a:graphic>
          <a:graphicData uri="http://schemas.openxmlformats.org/presentationml/2006/ole">
            <mc:AlternateContent xmlns:mc="http://schemas.openxmlformats.org/markup-compatibility/2006">
              <mc:Choice xmlns:v="urn:schemas-microsoft-com:vml" Requires="v">
                <p:oleObj spid="_x0000_s140555" name="公式" r:id="rId6" imgW="1675765" imgH="393700" progId="Equation.3">
                  <p:embed/>
                </p:oleObj>
              </mc:Choice>
              <mc:Fallback>
                <p:oleObj name="公式" r:id="rId6" imgW="1675765" imgH="3937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3" y="5229225"/>
                        <a:ext cx="4037012" cy="947738"/>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79559" name="Object 7"/>
          <p:cNvGraphicFramePr>
            <a:graphicFrameLocks noChangeAspect="1"/>
          </p:cNvGraphicFramePr>
          <p:nvPr/>
        </p:nvGraphicFramePr>
        <p:xfrm>
          <a:off x="900113" y="4005263"/>
          <a:ext cx="1376362" cy="488950"/>
        </p:xfrm>
        <a:graphic>
          <a:graphicData uri="http://schemas.openxmlformats.org/presentationml/2006/ole">
            <mc:AlternateContent xmlns:mc="http://schemas.openxmlformats.org/markup-compatibility/2006">
              <mc:Choice xmlns:v="urn:schemas-microsoft-com:vml" Requires="v">
                <p:oleObj spid="_x0000_s140556" name="公式" r:id="rId8" imgW="571500" imgH="203200" progId="Equation.3">
                  <p:embed/>
                </p:oleObj>
              </mc:Choice>
              <mc:Fallback>
                <p:oleObj name="公式" r:id="rId8" imgW="571500" imgH="2032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4005263"/>
                        <a:ext cx="1376362" cy="488950"/>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advTm="160763"/>
    </mc:Choice>
    <mc:Fallback>
      <p:transition spd="slow" advTm="1607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79555"/>
                                        </p:tgtEl>
                                        <p:attrNameLst>
                                          <p:attrName>style.visibility</p:attrName>
                                        </p:attrNameLst>
                                      </p:cBhvr>
                                      <p:to>
                                        <p:strVal val="visible"/>
                                      </p:to>
                                    </p:set>
                                    <p:anim calcmode="lin" valueType="num">
                                      <p:cBhvr>
                                        <p:cTn id="7" dur="1000" fill="hold"/>
                                        <p:tgtEl>
                                          <p:spTgt spid="279555"/>
                                        </p:tgtEl>
                                        <p:attrNameLst>
                                          <p:attrName>ppt_w</p:attrName>
                                        </p:attrNameLst>
                                      </p:cBhvr>
                                      <p:tavLst>
                                        <p:tav tm="0">
                                          <p:val>
                                            <p:strVal val="#ppt_w*0.70"/>
                                          </p:val>
                                        </p:tav>
                                        <p:tav tm="100000">
                                          <p:val>
                                            <p:strVal val="#ppt_w"/>
                                          </p:val>
                                        </p:tav>
                                      </p:tavLst>
                                    </p:anim>
                                    <p:anim calcmode="lin" valueType="num">
                                      <p:cBhvr>
                                        <p:cTn id="8" dur="1000" fill="hold"/>
                                        <p:tgtEl>
                                          <p:spTgt spid="279555"/>
                                        </p:tgtEl>
                                        <p:attrNameLst>
                                          <p:attrName>ppt_h</p:attrName>
                                        </p:attrNameLst>
                                      </p:cBhvr>
                                      <p:tavLst>
                                        <p:tav tm="0">
                                          <p:val>
                                            <p:strVal val="#ppt_h"/>
                                          </p:val>
                                        </p:tav>
                                        <p:tav tm="100000">
                                          <p:val>
                                            <p:strVal val="#ppt_h"/>
                                          </p:val>
                                        </p:tav>
                                      </p:tavLst>
                                    </p:anim>
                                    <p:animEffect transition="in" filter="fade">
                                      <p:cBhvr>
                                        <p:cTn id="9" dur="1000"/>
                                        <p:tgtEl>
                                          <p:spTgt spid="279555"/>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79559"/>
                                        </p:tgtEl>
                                        <p:attrNameLst>
                                          <p:attrName>style.visibility</p:attrName>
                                        </p:attrNameLst>
                                      </p:cBhvr>
                                      <p:to>
                                        <p:strVal val="visible"/>
                                      </p:to>
                                    </p:set>
                                    <p:anim calcmode="lin" valueType="num">
                                      <p:cBhvr>
                                        <p:cTn id="13" dur="1000" fill="hold"/>
                                        <p:tgtEl>
                                          <p:spTgt spid="279559"/>
                                        </p:tgtEl>
                                        <p:attrNameLst>
                                          <p:attrName>ppt_w</p:attrName>
                                        </p:attrNameLst>
                                      </p:cBhvr>
                                      <p:tavLst>
                                        <p:tav tm="0">
                                          <p:val>
                                            <p:strVal val="#ppt_w*0.70"/>
                                          </p:val>
                                        </p:tav>
                                        <p:tav tm="100000">
                                          <p:val>
                                            <p:strVal val="#ppt_w"/>
                                          </p:val>
                                        </p:tav>
                                      </p:tavLst>
                                    </p:anim>
                                    <p:anim calcmode="lin" valueType="num">
                                      <p:cBhvr>
                                        <p:cTn id="14" dur="1000" fill="hold"/>
                                        <p:tgtEl>
                                          <p:spTgt spid="279559"/>
                                        </p:tgtEl>
                                        <p:attrNameLst>
                                          <p:attrName>ppt_h</p:attrName>
                                        </p:attrNameLst>
                                      </p:cBhvr>
                                      <p:tavLst>
                                        <p:tav tm="0">
                                          <p:val>
                                            <p:strVal val="#ppt_h"/>
                                          </p:val>
                                        </p:tav>
                                        <p:tav tm="100000">
                                          <p:val>
                                            <p:strVal val="#ppt_h"/>
                                          </p:val>
                                        </p:tav>
                                      </p:tavLst>
                                    </p:anim>
                                    <p:animEffect transition="in" filter="fade">
                                      <p:cBhvr>
                                        <p:cTn id="15" dur="1000"/>
                                        <p:tgtEl>
                                          <p:spTgt spid="279559"/>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279557"/>
                                        </p:tgtEl>
                                        <p:attrNameLst>
                                          <p:attrName>style.visibility</p:attrName>
                                        </p:attrNameLst>
                                      </p:cBhvr>
                                      <p:to>
                                        <p:strVal val="visible"/>
                                      </p:to>
                                    </p:set>
                                    <p:anim calcmode="lin" valueType="num">
                                      <p:cBhvr>
                                        <p:cTn id="20" dur="1000" fill="hold"/>
                                        <p:tgtEl>
                                          <p:spTgt spid="279557"/>
                                        </p:tgtEl>
                                        <p:attrNameLst>
                                          <p:attrName>ppt_w</p:attrName>
                                        </p:attrNameLst>
                                      </p:cBhvr>
                                      <p:tavLst>
                                        <p:tav tm="0">
                                          <p:val>
                                            <p:strVal val="#ppt_w*0.70"/>
                                          </p:val>
                                        </p:tav>
                                        <p:tav tm="100000">
                                          <p:val>
                                            <p:strVal val="#ppt_w"/>
                                          </p:val>
                                        </p:tav>
                                      </p:tavLst>
                                    </p:anim>
                                    <p:anim calcmode="lin" valueType="num">
                                      <p:cBhvr>
                                        <p:cTn id="21" dur="1000" fill="hold"/>
                                        <p:tgtEl>
                                          <p:spTgt spid="279557"/>
                                        </p:tgtEl>
                                        <p:attrNameLst>
                                          <p:attrName>ppt_h</p:attrName>
                                        </p:attrNameLst>
                                      </p:cBhvr>
                                      <p:tavLst>
                                        <p:tav tm="0">
                                          <p:val>
                                            <p:strVal val="#ppt_h"/>
                                          </p:val>
                                        </p:tav>
                                        <p:tav tm="100000">
                                          <p:val>
                                            <p:strVal val="#ppt_h"/>
                                          </p:val>
                                        </p:tav>
                                      </p:tavLst>
                                    </p:anim>
                                    <p:animEffect transition="in" filter="fade">
                                      <p:cBhvr>
                                        <p:cTn id="22" dur="1000"/>
                                        <p:tgtEl>
                                          <p:spTgt spid="279557"/>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279558"/>
                                        </p:tgtEl>
                                        <p:attrNameLst>
                                          <p:attrName>style.visibility</p:attrName>
                                        </p:attrNameLst>
                                      </p:cBhvr>
                                      <p:to>
                                        <p:strVal val="visible"/>
                                      </p:to>
                                    </p:set>
                                    <p:anim calcmode="lin" valueType="num">
                                      <p:cBhvr>
                                        <p:cTn id="27" dur="1000" fill="hold"/>
                                        <p:tgtEl>
                                          <p:spTgt spid="279558"/>
                                        </p:tgtEl>
                                        <p:attrNameLst>
                                          <p:attrName>ppt_w</p:attrName>
                                        </p:attrNameLst>
                                      </p:cBhvr>
                                      <p:tavLst>
                                        <p:tav tm="0">
                                          <p:val>
                                            <p:strVal val="#ppt_w*0.70"/>
                                          </p:val>
                                        </p:tav>
                                        <p:tav tm="100000">
                                          <p:val>
                                            <p:strVal val="#ppt_w"/>
                                          </p:val>
                                        </p:tav>
                                      </p:tavLst>
                                    </p:anim>
                                    <p:anim calcmode="lin" valueType="num">
                                      <p:cBhvr>
                                        <p:cTn id="28" dur="1000" fill="hold"/>
                                        <p:tgtEl>
                                          <p:spTgt spid="279558"/>
                                        </p:tgtEl>
                                        <p:attrNameLst>
                                          <p:attrName>ppt_h</p:attrName>
                                        </p:attrNameLst>
                                      </p:cBhvr>
                                      <p:tavLst>
                                        <p:tav tm="0">
                                          <p:val>
                                            <p:strVal val="#ppt_h"/>
                                          </p:val>
                                        </p:tav>
                                        <p:tav tm="100000">
                                          <p:val>
                                            <p:strVal val="#ppt_h"/>
                                          </p:val>
                                        </p:tav>
                                      </p:tavLst>
                                    </p:anim>
                                    <p:animEffect transition="in" filter="fade">
                                      <p:cBhvr>
                                        <p:cTn id="29" dur="1000"/>
                                        <p:tgtEl>
                                          <p:spTgt spid="279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A5F8BC84-2BE0-4665-9634-B6BDF8E5E6A7}" type="datetime1">
              <a:rPr lang="zh-CN" altLang="en-US"/>
            </a:fld>
            <a:endParaRPr lang="zh-CN" altLang="en-US"/>
          </a:p>
        </p:txBody>
      </p:sp>
      <p:graphicFrame>
        <p:nvGraphicFramePr>
          <p:cNvPr id="141315" name="Object 3"/>
          <p:cNvGraphicFramePr>
            <a:graphicFrameLocks noChangeAspect="1"/>
          </p:cNvGraphicFramePr>
          <p:nvPr/>
        </p:nvGraphicFramePr>
        <p:xfrm>
          <a:off x="4391025" y="2532063"/>
          <a:ext cx="298450" cy="565150"/>
        </p:xfrm>
        <a:graphic>
          <a:graphicData uri="http://schemas.openxmlformats.org/presentationml/2006/ole">
            <mc:AlternateContent xmlns:mc="http://schemas.openxmlformats.org/markup-compatibility/2006">
              <mc:Choice xmlns:v="urn:schemas-microsoft-com:vml" Requires="v">
                <p:oleObj spid="_x0000_s141579" name="公式" r:id="rId1" imgW="114300" imgH="215900" progId="Equation.3">
                  <p:embed/>
                </p:oleObj>
              </mc:Choice>
              <mc:Fallback>
                <p:oleObj name="公式" r:id="rId1"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1025" y="2532063"/>
                        <a:ext cx="2984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0584" name="Rectangle 8"/>
          <p:cNvSpPr>
            <a:spLocks noGrp="1" noChangeArrowheads="1"/>
          </p:cNvSpPr>
          <p:nvPr>
            <p:ph type="title" idx="4294967295"/>
          </p:nvPr>
        </p:nvSpPr>
        <p:spPr>
          <a:xfrm>
            <a:off x="971550" y="188913"/>
            <a:ext cx="5389563" cy="60801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grpSp>
        <p:nvGrpSpPr>
          <p:cNvPr id="141317" name="Group 14"/>
          <p:cNvGrpSpPr/>
          <p:nvPr/>
        </p:nvGrpSpPr>
        <p:grpSpPr bwMode="auto">
          <a:xfrm>
            <a:off x="1458913" y="1447800"/>
            <a:ext cx="6838950" cy="4568825"/>
            <a:chOff x="793" y="747"/>
            <a:chExt cx="4308" cy="2878"/>
          </a:xfrm>
        </p:grpSpPr>
        <p:sp>
          <p:nvSpPr>
            <p:cNvPr id="141318" name="Rectangle 9"/>
            <p:cNvSpPr>
              <a:spLocks noChangeArrowheads="1"/>
            </p:cNvSpPr>
            <p:nvPr/>
          </p:nvSpPr>
          <p:spPr bwMode="auto">
            <a:xfrm>
              <a:off x="793" y="747"/>
              <a:ext cx="4308" cy="2878"/>
            </a:xfrm>
            <a:prstGeom prst="rect">
              <a:avLst/>
            </a:prstGeom>
            <a:noFill/>
            <a:ln w="28575">
              <a:solidFill>
                <a:srgbClr val="0099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atinLnBrk="1">
                <a:lnSpc>
                  <a:spcPct val="125000"/>
                </a:lnSpc>
                <a:buClr>
                  <a:schemeClr val="tx1"/>
                </a:buClr>
                <a:buFontTx/>
                <a:buAutoNum type="arabicPeriod" startAt="3"/>
              </a:pPr>
              <a:r>
                <a:rPr lang="zh-CN" altLang="en-US" b="1"/>
                <a:t>移频特性</a:t>
              </a:r>
              <a:endParaRPr lang="zh-CN" altLang="en-US" b="1"/>
            </a:p>
            <a:p>
              <a:pPr latinLnBrk="1">
                <a:lnSpc>
                  <a:spcPct val="125000"/>
                </a:lnSpc>
                <a:buClr>
                  <a:schemeClr val="tx1"/>
                </a:buClr>
                <a:buFontTx/>
                <a:buNone/>
              </a:pPr>
              <a:endParaRPr lang="zh-CN" altLang="en-US" b="1"/>
            </a:p>
            <a:p>
              <a:pPr latinLnBrk="1">
                <a:lnSpc>
                  <a:spcPct val="125000"/>
                </a:lnSpc>
                <a:buClr>
                  <a:schemeClr val="tx1"/>
                </a:buClr>
                <a:buFontTx/>
                <a:buAutoNum type="arabicPeriod" startAt="3"/>
              </a:pPr>
              <a:endParaRPr lang="zh-CN" altLang="en-US" b="1"/>
            </a:p>
            <a:p>
              <a:pPr>
                <a:lnSpc>
                  <a:spcPct val="125000"/>
                </a:lnSpc>
                <a:buFont typeface="Wingdings" panose="05000000000000000000" pitchFamily="2" charset="2"/>
                <a:buNone/>
              </a:pPr>
              <a:r>
                <a:rPr lang="zh-CN" altLang="en-US" sz="2600" b="1"/>
                <a:t>    要实现频谱提前</a:t>
              </a:r>
              <a:r>
                <a:rPr lang="en-US" altLang="zh-CN" sz="2600" b="1"/>
                <a:t>/</a:t>
              </a:r>
              <a:r>
                <a:rPr lang="zh-CN" altLang="en-US" sz="2600" b="1"/>
                <a:t>滞后</a:t>
              </a:r>
              <a:r>
                <a:rPr lang="en-US" altLang="zh-CN" sz="2600" b="1"/>
                <a:t>ω</a:t>
              </a:r>
              <a:r>
                <a:rPr lang="en-US" altLang="zh-CN" sz="2600" b="1" baseline="-25000"/>
                <a:t>0</a:t>
              </a:r>
              <a:r>
                <a:rPr lang="zh-CN" altLang="en-US" sz="2600" b="1"/>
                <a:t>，只需在时域中将信号乘以       或       。在实用上，常用</a:t>
              </a:r>
              <a:r>
                <a:rPr lang="en-US" altLang="zh-CN" sz="2600" b="1"/>
                <a:t>f(t)</a:t>
              </a:r>
              <a:r>
                <a:rPr lang="zh-CN" altLang="en-US" sz="2600" b="1"/>
                <a:t>与余弦函数</a:t>
              </a:r>
              <a:r>
                <a:rPr lang="en-US" altLang="zh-CN" sz="2600" b="1"/>
                <a:t>cos(ω</a:t>
              </a:r>
              <a:r>
                <a:rPr lang="en-US" altLang="zh-CN" sz="2600" b="1" baseline="-25000"/>
                <a:t>0</a:t>
              </a:r>
              <a:r>
                <a:rPr lang="en-US" altLang="zh-CN" sz="2600" b="1"/>
                <a:t>t)</a:t>
              </a:r>
              <a:r>
                <a:rPr lang="zh-CN" altLang="en-US" sz="2600" b="1"/>
                <a:t>之乘积实现频谱搬移。  </a:t>
              </a:r>
              <a:endParaRPr lang="zh-CN" altLang="en-US" sz="2600" b="1"/>
            </a:p>
            <a:p>
              <a:pPr>
                <a:lnSpc>
                  <a:spcPct val="125000"/>
                </a:lnSpc>
                <a:buFont typeface="Wingdings" panose="05000000000000000000" pitchFamily="2" charset="2"/>
                <a:buNone/>
              </a:pPr>
              <a:r>
                <a:rPr lang="zh-CN" altLang="en-US" sz="2600" b="1"/>
                <a:t> </a:t>
              </a:r>
              <a:endParaRPr lang="zh-CN" altLang="en-US" sz="2600" b="1"/>
            </a:p>
          </p:txBody>
        </p:sp>
        <p:grpSp>
          <p:nvGrpSpPr>
            <p:cNvPr id="141319" name="Group 10"/>
            <p:cNvGrpSpPr/>
            <p:nvPr/>
          </p:nvGrpSpPr>
          <p:grpSpPr bwMode="auto">
            <a:xfrm>
              <a:off x="1527" y="1134"/>
              <a:ext cx="2965" cy="1638"/>
              <a:chOff x="1837" y="1207"/>
              <a:chExt cx="2965" cy="1638"/>
            </a:xfrm>
          </p:grpSpPr>
          <p:graphicFrame>
            <p:nvGraphicFramePr>
              <p:cNvPr id="141320" name="Object 11"/>
              <p:cNvGraphicFramePr>
                <a:graphicFrameLocks noChangeAspect="1"/>
              </p:cNvGraphicFramePr>
              <p:nvPr/>
            </p:nvGraphicFramePr>
            <p:xfrm>
              <a:off x="1837" y="1207"/>
              <a:ext cx="2965" cy="830"/>
            </p:xfrm>
            <a:graphic>
              <a:graphicData uri="http://schemas.openxmlformats.org/presentationml/2006/ole">
                <mc:AlternateContent xmlns:mc="http://schemas.openxmlformats.org/markup-compatibility/2006">
                  <mc:Choice xmlns:v="urn:schemas-microsoft-com:vml" Requires="v">
                    <p:oleObj spid="_x0000_s141580" name="公式" r:id="rId3" imgW="1765300" imgH="482600" progId="Equation.3">
                      <p:embed/>
                    </p:oleObj>
                  </mc:Choice>
                  <mc:Fallback>
                    <p:oleObj name="公式" r:id="rId3" imgW="1765300" imgH="482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7" y="1207"/>
                            <a:ext cx="2965" cy="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1321" name="Object 12"/>
              <p:cNvGraphicFramePr>
                <a:graphicFrameLocks noChangeAspect="1"/>
              </p:cNvGraphicFramePr>
              <p:nvPr/>
            </p:nvGraphicFramePr>
            <p:xfrm>
              <a:off x="2200" y="2478"/>
              <a:ext cx="499" cy="367"/>
            </p:xfrm>
            <a:graphic>
              <a:graphicData uri="http://schemas.openxmlformats.org/presentationml/2006/ole">
                <mc:AlternateContent xmlns:mc="http://schemas.openxmlformats.org/markup-compatibility/2006">
                  <mc:Choice xmlns:v="urn:schemas-microsoft-com:vml" Requires="v">
                    <p:oleObj spid="_x0000_s141581" name="公式" r:id="rId5" imgW="317500" imgH="228600" progId="Equation.3">
                      <p:embed/>
                    </p:oleObj>
                  </mc:Choice>
                  <mc:Fallback>
                    <p:oleObj name="公式" r:id="rId5" imgW="317500" imgH="2286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0" y="2478"/>
                            <a:ext cx="4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1322" name="Object 13"/>
              <p:cNvGraphicFramePr>
                <a:graphicFrameLocks noChangeAspect="1"/>
              </p:cNvGraphicFramePr>
              <p:nvPr/>
            </p:nvGraphicFramePr>
            <p:xfrm>
              <a:off x="3016" y="2432"/>
              <a:ext cx="590" cy="362"/>
            </p:xfrm>
            <a:graphic>
              <a:graphicData uri="http://schemas.openxmlformats.org/presentationml/2006/ole">
                <mc:AlternateContent xmlns:mc="http://schemas.openxmlformats.org/markup-compatibility/2006">
                  <mc:Choice xmlns:v="urn:schemas-microsoft-com:vml" Requires="v">
                    <p:oleObj spid="_x0000_s141582" name="公式" r:id="rId7" imgW="381000" imgH="228600" progId="Equation.3">
                      <p:embed/>
                    </p:oleObj>
                  </mc:Choice>
                  <mc:Fallback>
                    <p:oleObj name="公式" r:id="rId7" imgW="381000" imgH="22860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6" y="2432"/>
                            <a:ext cx="590"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spTree>
  </p:cSld>
  <p:clrMapOvr>
    <a:masterClrMapping/>
  </p:clrMapOvr>
  <mc:AlternateContent xmlns:mc="http://schemas.openxmlformats.org/markup-compatibility/2006">
    <mc:Choice xmlns:p14="http://schemas.microsoft.com/office/powerpoint/2010/main" Requires="p14">
      <p:transition spd="slow" p14:dur="2000" advTm="234762"/>
    </mc:Choice>
    <mc:Fallback>
      <p:transition spd="slow" advTm="234762"/>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70758DA7-ACC3-4D65-B8D9-9ACF59B3369B}" type="datetime1">
              <a:rPr lang="zh-CN" altLang="en-US"/>
            </a:fld>
            <a:endParaRPr lang="zh-CN" altLang="en-US"/>
          </a:p>
        </p:txBody>
      </p:sp>
      <p:sp>
        <p:nvSpPr>
          <p:cNvPr id="281602" name="Rectangle 2"/>
          <p:cNvSpPr>
            <a:spLocks noGrp="1" noChangeArrowheads="1"/>
          </p:cNvSpPr>
          <p:nvPr>
            <p:ph type="title" idx="4294967295"/>
          </p:nvPr>
        </p:nvSpPr>
        <p:spPr>
          <a:xfrm>
            <a:off x="900113" y="115888"/>
            <a:ext cx="5354637" cy="504825"/>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
        <p:nvSpPr>
          <p:cNvPr id="281603" name="Rectangle 3"/>
          <p:cNvSpPr>
            <a:spLocks noGrp="1" noChangeArrowheads="1"/>
          </p:cNvSpPr>
          <p:nvPr>
            <p:ph type="body" sz="half" idx="4294967295"/>
          </p:nvPr>
        </p:nvSpPr>
        <p:spPr>
          <a:xfrm>
            <a:off x="1116013" y="4797425"/>
            <a:ext cx="7129462" cy="1225550"/>
          </a:xfrm>
          <a:solidFill>
            <a:schemeClr val="bg1"/>
          </a:solidFill>
          <a:ln>
            <a:solidFill>
              <a:schemeClr val="folHlink"/>
            </a:solidFill>
            <a:miter lim="800000"/>
          </a:ln>
          <a:effectLst>
            <a:outerShdw dist="35921" dir="2700000" algn="ctr" rotWithShape="0">
              <a:srgbClr val="808080"/>
            </a:outerShdw>
          </a:effectLst>
        </p:spPr>
        <p:txBody>
          <a:bodyPr/>
          <a:lstStyle/>
          <a:p>
            <a:pPr marL="0" indent="0" latinLnBrk="1">
              <a:lnSpc>
                <a:spcPct val="120000"/>
              </a:lnSpc>
              <a:buClr>
                <a:schemeClr val="tx1"/>
              </a:buClr>
              <a:buFont typeface="Wingdings" panose="05000000000000000000" pitchFamily="2" charset="2"/>
              <a:buNone/>
            </a:pPr>
            <a:r>
              <a:rPr lang="zh-CN" altLang="en-US" sz="2600" b="1"/>
              <a:t> 在时域里将</a:t>
            </a:r>
            <a:r>
              <a:rPr lang="en-US" altLang="zh-CN" sz="2600" b="1"/>
              <a:t>f(t)</a:t>
            </a:r>
            <a:r>
              <a:rPr lang="zh-CN" altLang="en-US" sz="2600" b="1"/>
              <a:t>调制一余弦信号，在频域内频谱左右各移</a:t>
            </a:r>
            <a:r>
              <a:rPr lang="en-US" altLang="zh-CN" sz="2600" b="1"/>
              <a:t>ω</a:t>
            </a:r>
            <a:r>
              <a:rPr lang="en-US" altLang="zh-CN" sz="2600" b="1" baseline="-25000"/>
              <a:t>0</a:t>
            </a:r>
            <a:r>
              <a:rPr lang="zh-CN" altLang="en-US" sz="2600" b="1"/>
              <a:t>相位，这就是</a:t>
            </a:r>
            <a:r>
              <a:rPr lang="zh-CN" altLang="en-US" sz="2600" b="1">
                <a:solidFill>
                  <a:srgbClr val="6600CC"/>
                </a:solidFill>
              </a:rPr>
              <a:t>调幅</a:t>
            </a:r>
            <a:r>
              <a:rPr lang="zh-CN" altLang="en-US" sz="2600" b="1"/>
              <a:t>过程。</a:t>
            </a:r>
            <a:endParaRPr lang="zh-CN" altLang="en-US" sz="2600" b="1"/>
          </a:p>
        </p:txBody>
      </p:sp>
      <p:graphicFrame>
        <p:nvGraphicFramePr>
          <p:cNvPr id="142341" name="Object 4"/>
          <p:cNvGraphicFramePr>
            <a:graphicFrameLocks noChangeAspect="1"/>
          </p:cNvGraphicFramePr>
          <p:nvPr/>
        </p:nvGraphicFramePr>
        <p:xfrm>
          <a:off x="4391025" y="3108325"/>
          <a:ext cx="298450" cy="565150"/>
        </p:xfrm>
        <a:graphic>
          <a:graphicData uri="http://schemas.openxmlformats.org/presentationml/2006/ole">
            <mc:AlternateContent xmlns:mc="http://schemas.openxmlformats.org/markup-compatibility/2006">
              <mc:Choice xmlns:v="urn:schemas-microsoft-com:vml" Requires="v">
                <p:oleObj spid="_x0000_s142730" name="公式" r:id="rId1" imgW="114300" imgH="215900" progId="Equation.3">
                  <p:embed/>
                </p:oleObj>
              </mc:Choice>
              <mc:Fallback>
                <p:oleObj name="公式" r:id="rId1" imgW="114300"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1025" y="3108325"/>
                        <a:ext cx="2984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2342" name="Rectangle 5"/>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graphicFrame>
        <p:nvGraphicFramePr>
          <p:cNvPr id="281606" name="Object 6"/>
          <p:cNvGraphicFramePr>
            <a:graphicFrameLocks noChangeAspect="1"/>
          </p:cNvGraphicFramePr>
          <p:nvPr/>
        </p:nvGraphicFramePr>
        <p:xfrm>
          <a:off x="684213" y="1916113"/>
          <a:ext cx="2387600" cy="501650"/>
        </p:xfrm>
        <a:graphic>
          <a:graphicData uri="http://schemas.openxmlformats.org/presentationml/2006/ole">
            <mc:AlternateContent xmlns:mc="http://schemas.openxmlformats.org/markup-compatibility/2006">
              <mc:Choice xmlns:v="urn:schemas-microsoft-com:vml" Requires="v">
                <p:oleObj spid="_x0000_s142731" name="公式" r:id="rId3" imgW="889000" imgH="228600" progId="Equation.3">
                  <p:embed/>
                </p:oleObj>
              </mc:Choice>
              <mc:Fallback>
                <p:oleObj name="公式" r:id="rId3" imgW="889000" imgH="228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916113"/>
                        <a:ext cx="238760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07" name="Object 7"/>
          <p:cNvGraphicFramePr>
            <a:graphicFrameLocks noChangeAspect="1"/>
          </p:cNvGraphicFramePr>
          <p:nvPr/>
        </p:nvGraphicFramePr>
        <p:xfrm>
          <a:off x="755650" y="3357563"/>
          <a:ext cx="2317750" cy="503237"/>
        </p:xfrm>
        <a:graphic>
          <a:graphicData uri="http://schemas.openxmlformats.org/presentationml/2006/ole">
            <mc:AlternateContent xmlns:mc="http://schemas.openxmlformats.org/markup-compatibility/2006">
              <mc:Choice xmlns:v="urn:schemas-microsoft-com:vml" Requires="v">
                <p:oleObj spid="_x0000_s142732" name="公式" r:id="rId5" imgW="862965" imgH="228600" progId="Equation.3">
                  <p:embed/>
                </p:oleObj>
              </mc:Choice>
              <mc:Fallback>
                <p:oleObj name="公式" r:id="rId5" imgW="862965" imgH="228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3357563"/>
                        <a:ext cx="231775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1608" name="Object 8"/>
          <p:cNvGraphicFramePr>
            <a:graphicFrameLocks noChangeAspect="1"/>
          </p:cNvGraphicFramePr>
          <p:nvPr/>
        </p:nvGraphicFramePr>
        <p:xfrm>
          <a:off x="3132138" y="1701800"/>
          <a:ext cx="5421312" cy="865188"/>
        </p:xfrm>
        <a:graphic>
          <a:graphicData uri="http://schemas.openxmlformats.org/presentationml/2006/ole">
            <mc:AlternateContent xmlns:mc="http://schemas.openxmlformats.org/markup-compatibility/2006">
              <mc:Choice xmlns:v="urn:schemas-microsoft-com:vml" Requires="v">
                <p:oleObj spid="_x0000_s142733" name="公式" r:id="rId7" imgW="2019300" imgH="393700" progId="Equation.3">
                  <p:embed/>
                </p:oleObj>
              </mc:Choice>
              <mc:Fallback>
                <p:oleObj name="公式" r:id="rId7" imgW="2019300" imgH="3937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1701800"/>
                        <a:ext cx="5421312" cy="865188"/>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81609" name="Object 9"/>
          <p:cNvGraphicFramePr>
            <a:graphicFrameLocks noChangeAspect="1"/>
          </p:cNvGraphicFramePr>
          <p:nvPr/>
        </p:nvGraphicFramePr>
        <p:xfrm>
          <a:off x="3203575" y="3141663"/>
          <a:ext cx="5419725" cy="865187"/>
        </p:xfrm>
        <a:graphic>
          <a:graphicData uri="http://schemas.openxmlformats.org/presentationml/2006/ole">
            <mc:AlternateContent xmlns:mc="http://schemas.openxmlformats.org/markup-compatibility/2006">
              <mc:Choice xmlns:v="urn:schemas-microsoft-com:vml" Requires="v">
                <p:oleObj spid="_x0000_s142734" name="公式" r:id="rId9" imgW="2019300" imgH="393700" progId="Equation.3">
                  <p:embed/>
                </p:oleObj>
              </mc:Choice>
              <mc:Fallback>
                <p:oleObj name="公式" r:id="rId9" imgW="2019300" imgH="3937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3141663"/>
                        <a:ext cx="5419725" cy="865187"/>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142347" name="Object 10"/>
          <p:cNvGraphicFramePr>
            <a:graphicFrameLocks noGrp="1" noChangeAspect="1"/>
          </p:cNvGraphicFramePr>
          <p:nvPr>
            <p:ph sz="half" idx="4294967295"/>
          </p:nvPr>
        </p:nvGraphicFramePr>
        <p:xfrm>
          <a:off x="1042988" y="981075"/>
          <a:ext cx="2447925" cy="495300"/>
        </p:xfrm>
        <a:graphic>
          <a:graphicData uri="http://schemas.openxmlformats.org/presentationml/2006/ole">
            <mc:AlternateContent xmlns:mc="http://schemas.openxmlformats.org/markup-compatibility/2006">
              <mc:Choice xmlns:v="urn:schemas-microsoft-com:vml" Requires="v">
                <p:oleObj spid="_x0000_s142735" name="公式" r:id="rId11" imgW="1066165" imgH="215900" progId="Equation.3">
                  <p:embed/>
                </p:oleObj>
              </mc:Choice>
              <mc:Fallback>
                <p:oleObj name="公式" r:id="rId11" imgW="1066165" imgH="215900" progId="Equation.3">
                  <p:embed/>
                  <p:pic>
                    <p:nvPicPr>
                      <p:cNvPr id="0" name="Object 10"/>
                      <p:cNvPicPr>
                        <a:picLocks noGrp="1"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2988" y="981075"/>
                        <a:ext cx="244792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300925"/>
    </mc:Choice>
    <mc:Fallback>
      <p:transition spd="slow" advTm="3009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81606"/>
                                        </p:tgtEl>
                                        <p:attrNameLst>
                                          <p:attrName>style.visibility</p:attrName>
                                        </p:attrNameLst>
                                      </p:cBhvr>
                                      <p:to>
                                        <p:strVal val="visible"/>
                                      </p:to>
                                    </p:set>
                                    <p:animEffect transition="in" filter="wipe(left)">
                                      <p:cBhvr>
                                        <p:cTn id="7" dur="500"/>
                                        <p:tgtEl>
                                          <p:spTgt spid="28160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81607"/>
                                        </p:tgtEl>
                                        <p:attrNameLst>
                                          <p:attrName>style.visibility</p:attrName>
                                        </p:attrNameLst>
                                      </p:cBhvr>
                                      <p:to>
                                        <p:strVal val="visible"/>
                                      </p:to>
                                    </p:set>
                                    <p:animEffect transition="in" filter="wipe(left)">
                                      <p:cBhvr>
                                        <p:cTn id="11" dur="500"/>
                                        <p:tgtEl>
                                          <p:spTgt spid="28160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81608"/>
                                        </p:tgtEl>
                                        <p:attrNameLst>
                                          <p:attrName>style.visibility</p:attrName>
                                        </p:attrNameLst>
                                      </p:cBhvr>
                                      <p:to>
                                        <p:strVal val="visible"/>
                                      </p:to>
                                    </p:set>
                                    <p:animEffect transition="in" filter="wipe(left)">
                                      <p:cBhvr>
                                        <p:cTn id="16" dur="500"/>
                                        <p:tgtEl>
                                          <p:spTgt spid="28160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81609"/>
                                        </p:tgtEl>
                                        <p:attrNameLst>
                                          <p:attrName>style.visibility</p:attrName>
                                        </p:attrNameLst>
                                      </p:cBhvr>
                                      <p:to>
                                        <p:strVal val="visible"/>
                                      </p:to>
                                    </p:set>
                                    <p:animEffect transition="in" filter="wipe(left)">
                                      <p:cBhvr>
                                        <p:cTn id="21" dur="500"/>
                                        <p:tgtEl>
                                          <p:spTgt spid="281609"/>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281603">
                                            <p:bg/>
                                          </p:spTgt>
                                        </p:tgtEl>
                                        <p:attrNameLst>
                                          <p:attrName>style.visibility</p:attrName>
                                        </p:attrNameLst>
                                      </p:cBhvr>
                                      <p:to>
                                        <p:strVal val="visible"/>
                                      </p:to>
                                    </p:set>
                                    <p:anim calcmode="lin" valueType="num">
                                      <p:cBhvr>
                                        <p:cTn id="26" dur="1000" fill="hold"/>
                                        <p:tgtEl>
                                          <p:spTgt spid="281603">
                                            <p:bg/>
                                          </p:spTgt>
                                        </p:tgtEl>
                                        <p:attrNameLst>
                                          <p:attrName>ppt_w</p:attrName>
                                        </p:attrNameLst>
                                      </p:cBhvr>
                                      <p:tavLst>
                                        <p:tav tm="0">
                                          <p:val>
                                            <p:strVal val="#ppt_w*0.70"/>
                                          </p:val>
                                        </p:tav>
                                        <p:tav tm="100000">
                                          <p:val>
                                            <p:strVal val="#ppt_w"/>
                                          </p:val>
                                        </p:tav>
                                      </p:tavLst>
                                    </p:anim>
                                    <p:anim calcmode="lin" valueType="num">
                                      <p:cBhvr>
                                        <p:cTn id="27" dur="1000" fill="hold"/>
                                        <p:tgtEl>
                                          <p:spTgt spid="281603">
                                            <p:bg/>
                                          </p:spTgt>
                                        </p:tgtEl>
                                        <p:attrNameLst>
                                          <p:attrName>ppt_h</p:attrName>
                                        </p:attrNameLst>
                                      </p:cBhvr>
                                      <p:tavLst>
                                        <p:tav tm="0">
                                          <p:val>
                                            <p:strVal val="#ppt_h"/>
                                          </p:val>
                                        </p:tav>
                                        <p:tav tm="100000">
                                          <p:val>
                                            <p:strVal val="#ppt_h"/>
                                          </p:val>
                                        </p:tav>
                                      </p:tavLst>
                                    </p:anim>
                                    <p:animEffect transition="in" filter="fade">
                                      <p:cBhvr>
                                        <p:cTn id="28" dur="1000"/>
                                        <p:tgtEl>
                                          <p:spTgt spid="281603">
                                            <p:bg/>
                                          </p:spTgt>
                                        </p:tgtEl>
                                      </p:cBhvr>
                                    </p:animEffect>
                                  </p:childTnLst>
                                </p:cTn>
                              </p:par>
                            </p:childTnLst>
                          </p:cTn>
                        </p:par>
                        <p:par>
                          <p:cTn id="29" fill="hold">
                            <p:stCondLst>
                              <p:cond delay="1000"/>
                            </p:stCondLst>
                            <p:childTnLst>
                              <p:par>
                                <p:cTn id="30" presetID="55" presetClass="entr" presetSubtype="0" fill="hold" grpId="0" nodeType="afterEffect">
                                  <p:stCondLst>
                                    <p:cond delay="0"/>
                                  </p:stCondLst>
                                  <p:childTnLst>
                                    <p:set>
                                      <p:cBhvr>
                                        <p:cTn id="31" dur="1" fill="hold">
                                          <p:stCondLst>
                                            <p:cond delay="0"/>
                                          </p:stCondLst>
                                        </p:cTn>
                                        <p:tgtEl>
                                          <p:spTgt spid="281603">
                                            <p:txEl>
                                              <p:pRg st="0" end="0"/>
                                            </p:txEl>
                                          </p:spTgt>
                                        </p:tgtEl>
                                        <p:attrNameLst>
                                          <p:attrName>style.visibility</p:attrName>
                                        </p:attrNameLst>
                                      </p:cBhvr>
                                      <p:to>
                                        <p:strVal val="visible"/>
                                      </p:to>
                                    </p:set>
                                    <p:anim calcmode="lin" valueType="num">
                                      <p:cBhvr>
                                        <p:cTn id="32" dur="1000" fill="hold"/>
                                        <p:tgtEl>
                                          <p:spTgt spid="281603">
                                            <p:txEl>
                                              <p:pRg st="0" end="0"/>
                                            </p:txEl>
                                          </p:spTgt>
                                        </p:tgtEl>
                                        <p:attrNameLst>
                                          <p:attrName>ppt_w</p:attrName>
                                        </p:attrNameLst>
                                      </p:cBhvr>
                                      <p:tavLst>
                                        <p:tav tm="0">
                                          <p:val>
                                            <p:strVal val="#ppt_w*0.70"/>
                                          </p:val>
                                        </p:tav>
                                        <p:tav tm="100000">
                                          <p:val>
                                            <p:strVal val="#ppt_w"/>
                                          </p:val>
                                        </p:tav>
                                      </p:tavLst>
                                    </p:anim>
                                    <p:anim calcmode="lin" valueType="num">
                                      <p:cBhvr>
                                        <p:cTn id="33" dur="1000" fill="hold"/>
                                        <p:tgtEl>
                                          <p:spTgt spid="281603">
                                            <p:txEl>
                                              <p:pRg st="0" end="0"/>
                                            </p:txEl>
                                          </p:spTgt>
                                        </p:tgtEl>
                                        <p:attrNameLst>
                                          <p:attrName>ppt_h</p:attrName>
                                        </p:attrNameLst>
                                      </p:cBhvr>
                                      <p:tavLst>
                                        <p:tav tm="0">
                                          <p:val>
                                            <p:strVal val="#ppt_h"/>
                                          </p:val>
                                        </p:tav>
                                        <p:tav tm="100000">
                                          <p:val>
                                            <p:strVal val="#ppt_h"/>
                                          </p:val>
                                        </p:tav>
                                      </p:tavLst>
                                    </p:anim>
                                    <p:animEffect transition="in" filter="fade">
                                      <p:cBhvr>
                                        <p:cTn id="34" dur="1000"/>
                                        <p:tgtEl>
                                          <p:spTgt spid="2816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3" grpId="0" animBg="1"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F75F88CA-BD65-411A-A856-CF07B74D5B25}" type="datetime1">
              <a:rPr lang="zh-CN" altLang="en-US"/>
            </a:fld>
            <a:endParaRPr lang="zh-CN" altLang="en-US"/>
          </a:p>
        </p:txBody>
      </p:sp>
      <p:sp>
        <p:nvSpPr>
          <p:cNvPr id="143363" name="Rectangle 2"/>
          <p:cNvSpPr>
            <a:spLocks noGrp="1" noChangeArrowheads="1"/>
          </p:cNvSpPr>
          <p:nvPr>
            <p:ph type="body" sz="half" idx="4294967295"/>
          </p:nvPr>
        </p:nvSpPr>
        <p:spPr>
          <a:xfrm>
            <a:off x="900113" y="836613"/>
            <a:ext cx="2808287" cy="576262"/>
          </a:xfrm>
        </p:spPr>
        <p:txBody>
          <a:bodyPr/>
          <a:lstStyle/>
          <a:p>
            <a:pPr marL="609600" indent="-609600" latinLnBrk="1">
              <a:lnSpc>
                <a:spcPct val="120000"/>
              </a:lnSpc>
              <a:buClr>
                <a:schemeClr val="tx1"/>
              </a:buClr>
              <a:buFontTx/>
              <a:buAutoNum type="arabicPeriod" startAt="4"/>
            </a:pPr>
            <a:r>
              <a:rPr lang="zh-CN" altLang="en-US" sz="2200" b="1">
                <a:solidFill>
                  <a:srgbClr val="FF3300"/>
                </a:solidFill>
              </a:rPr>
              <a:t>尺度变换特性           </a:t>
            </a:r>
            <a:endParaRPr lang="zh-CN" altLang="en-US" sz="2200" b="1">
              <a:solidFill>
                <a:srgbClr val="FF3300"/>
              </a:solidFill>
            </a:endParaRPr>
          </a:p>
        </p:txBody>
      </p:sp>
      <p:graphicFrame>
        <p:nvGraphicFramePr>
          <p:cNvPr id="143364" name="Object 3"/>
          <p:cNvGraphicFramePr>
            <a:graphicFrameLocks noChangeAspect="1"/>
          </p:cNvGraphicFramePr>
          <p:nvPr/>
        </p:nvGraphicFramePr>
        <p:xfrm>
          <a:off x="4391025" y="2532063"/>
          <a:ext cx="298450" cy="565150"/>
        </p:xfrm>
        <a:graphic>
          <a:graphicData uri="http://schemas.openxmlformats.org/presentationml/2006/ole">
            <mc:AlternateContent xmlns:mc="http://schemas.openxmlformats.org/markup-compatibility/2006">
              <mc:Choice xmlns:v="urn:schemas-microsoft-com:vml" Requires="v">
                <p:oleObj spid="_x0000_s143499" name="公式" r:id="rId1" imgW="114300" imgH="215900" progId="Equation.3">
                  <p:embed/>
                </p:oleObj>
              </mc:Choice>
              <mc:Fallback>
                <p:oleObj name="公式" r:id="rId1"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1025" y="2532063"/>
                        <a:ext cx="2984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365" name="Rectangle 4"/>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graphicFrame>
        <p:nvGraphicFramePr>
          <p:cNvPr id="282629" name="Object 5"/>
          <p:cNvGraphicFramePr>
            <a:graphicFrameLocks noGrp="1" noChangeAspect="1"/>
          </p:cNvGraphicFramePr>
          <p:nvPr>
            <p:ph sz="half" idx="4294967295"/>
          </p:nvPr>
        </p:nvGraphicFramePr>
        <p:xfrm>
          <a:off x="1839913" y="1514475"/>
          <a:ext cx="4395787" cy="1439863"/>
        </p:xfrm>
        <a:graphic>
          <a:graphicData uri="http://schemas.openxmlformats.org/presentationml/2006/ole">
            <mc:AlternateContent xmlns:mc="http://schemas.openxmlformats.org/markup-compatibility/2006">
              <mc:Choice xmlns:v="urn:schemas-microsoft-com:vml" Requires="v">
                <p:oleObj spid="_x0000_s143500" name="公式" r:id="rId3" imgW="1574800" imgH="685800" progId="Equation.3">
                  <p:embed/>
                </p:oleObj>
              </mc:Choice>
              <mc:Fallback>
                <p:oleObj name="公式" r:id="rId3" imgW="1574800" imgH="6858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9913" y="1514475"/>
                        <a:ext cx="4395787" cy="1439863"/>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282630" name="Rectangle 6"/>
          <p:cNvSpPr>
            <a:spLocks noChangeArrowheads="1"/>
          </p:cNvSpPr>
          <p:nvPr/>
        </p:nvSpPr>
        <p:spPr bwMode="auto">
          <a:xfrm>
            <a:off x="1258888" y="3429000"/>
            <a:ext cx="6911975" cy="2773363"/>
          </a:xfrm>
          <a:prstGeom prst="rect">
            <a:avLst/>
          </a:prstGeom>
          <a:noFill/>
          <a:ln w="38100">
            <a:solidFill>
              <a:srgbClr val="009900"/>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marL="365125" indent="-365125">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40000"/>
              </a:lnSpc>
              <a:spcBef>
                <a:spcPct val="0"/>
              </a:spcBef>
              <a:buClrTx/>
              <a:buFontTx/>
              <a:buAutoNum type="alphaLcParenR"/>
            </a:pP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时，</a:t>
            </a:r>
            <a:r>
              <a:rPr lang="en-US" altLang="zh-CN" sz="2400" b="1">
                <a:latin typeface="Times New Roman" panose="02020603050405020304" pitchFamily="18" charset="0"/>
                <a:ea typeface="宋体" panose="02010600030101010101" pitchFamily="2" charset="-122"/>
              </a:rPr>
              <a:t>f(at)</a:t>
            </a:r>
            <a:r>
              <a:rPr lang="zh-CN" altLang="en-US" sz="2400" b="1">
                <a:latin typeface="Times New Roman" panose="02020603050405020304" pitchFamily="18" charset="0"/>
                <a:ea typeface="宋体" panose="02010600030101010101" pitchFamily="2" charset="-122"/>
              </a:rPr>
              <a:t>表示将</a:t>
            </a:r>
            <a:r>
              <a:rPr lang="en-US" altLang="zh-CN" sz="2400" b="1">
                <a:latin typeface="Times New Roman" panose="02020603050405020304" pitchFamily="18" charset="0"/>
                <a:ea typeface="宋体" panose="02010600030101010101" pitchFamily="2" charset="-122"/>
              </a:rPr>
              <a:t>f(t)</a:t>
            </a:r>
            <a:r>
              <a:rPr lang="zh-CN" altLang="en-US" sz="2400" b="1">
                <a:latin typeface="Times New Roman" panose="02020603050405020304" pitchFamily="18" charset="0"/>
                <a:ea typeface="宋体" panose="02010600030101010101" pitchFamily="2" charset="-122"/>
              </a:rPr>
              <a:t>压缩</a:t>
            </a: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倍。这时其频谱高度降低</a:t>
            </a: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倍，宽度展宽</a:t>
            </a: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倍。</a:t>
            </a:r>
            <a:endParaRPr lang="zh-CN" altLang="en-US" sz="2400" b="1">
              <a:latin typeface="Times New Roman" panose="02020603050405020304" pitchFamily="18" charset="0"/>
              <a:ea typeface="宋体" panose="02010600030101010101" pitchFamily="2" charset="-122"/>
            </a:endParaRPr>
          </a:p>
          <a:p>
            <a:pPr eaLnBrk="1" hangingPunct="1">
              <a:lnSpc>
                <a:spcPct val="140000"/>
              </a:lnSpc>
              <a:spcBef>
                <a:spcPct val="0"/>
              </a:spcBef>
              <a:buClrTx/>
              <a:buFontTx/>
              <a:buAutoNum type="alphaLcParenR"/>
            </a:pP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1</a:t>
            </a:r>
            <a:r>
              <a:rPr lang="zh-CN" altLang="en-US" sz="2400" b="1">
                <a:latin typeface="Times New Roman" panose="02020603050405020304" pitchFamily="18" charset="0"/>
                <a:ea typeface="宋体" panose="02010600030101010101" pitchFamily="2" charset="-122"/>
              </a:rPr>
              <a:t>时，</a:t>
            </a:r>
            <a:r>
              <a:rPr lang="en-US" altLang="zh-CN" sz="2400" b="1">
                <a:latin typeface="Times New Roman" panose="02020603050405020304" pitchFamily="18" charset="0"/>
                <a:ea typeface="宋体" panose="02010600030101010101" pitchFamily="2" charset="-122"/>
              </a:rPr>
              <a:t>f(at)</a:t>
            </a:r>
            <a:r>
              <a:rPr lang="zh-CN" altLang="en-US" sz="2400" b="1">
                <a:latin typeface="Times New Roman" panose="02020603050405020304" pitchFamily="18" charset="0"/>
                <a:ea typeface="宋体" panose="02010600030101010101" pitchFamily="2" charset="-122"/>
              </a:rPr>
              <a:t>表将</a:t>
            </a:r>
            <a:r>
              <a:rPr lang="en-US" altLang="zh-CN" sz="2400" b="1">
                <a:latin typeface="Times New Roman" panose="02020603050405020304" pitchFamily="18" charset="0"/>
                <a:ea typeface="宋体" panose="02010600030101010101" pitchFamily="2" charset="-122"/>
              </a:rPr>
              <a:t>f(t)</a:t>
            </a:r>
            <a:r>
              <a:rPr lang="zh-CN" altLang="en-US" sz="2400" b="1">
                <a:latin typeface="Times New Roman" panose="02020603050405020304" pitchFamily="18" charset="0"/>
                <a:ea typeface="宋体" panose="02010600030101010101" pitchFamily="2" charset="-122"/>
              </a:rPr>
              <a:t>展宽</a:t>
            </a: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倍，频谱变高</a:t>
            </a: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倍，宽度压缩</a:t>
            </a:r>
            <a:r>
              <a:rPr lang="en-US" altLang="zh-CN" sz="2400" b="1">
                <a:latin typeface="Times New Roman" panose="02020603050405020304" pitchFamily="18" charset="0"/>
                <a:ea typeface="宋体" panose="02010600030101010101" pitchFamily="2" charset="-122"/>
              </a:rPr>
              <a:t>a</a:t>
            </a:r>
            <a:r>
              <a:rPr lang="zh-CN" altLang="en-US" sz="2400" b="1">
                <a:latin typeface="Times New Roman" panose="02020603050405020304" pitchFamily="18" charset="0"/>
                <a:ea typeface="宋体" panose="02010600030101010101" pitchFamily="2" charset="-122"/>
              </a:rPr>
              <a:t>倍</a:t>
            </a:r>
            <a:r>
              <a:rPr lang="en-US" altLang="zh-CN" sz="2400" b="1">
                <a:latin typeface="Times New Roman" panose="02020603050405020304" pitchFamily="18" charset="0"/>
                <a:ea typeface="宋体" panose="02010600030101010101" pitchFamily="2" charset="-122"/>
              </a:rPr>
              <a:t>;</a:t>
            </a:r>
            <a:endParaRPr lang="en-US" altLang="zh-CN" sz="2400" b="1">
              <a:latin typeface="Times New Roman" panose="02020603050405020304" pitchFamily="18" charset="0"/>
              <a:ea typeface="宋体" panose="02010600030101010101" pitchFamily="2" charset="-122"/>
            </a:endParaRPr>
          </a:p>
          <a:p>
            <a:pPr eaLnBrk="1" hangingPunct="1">
              <a:lnSpc>
                <a:spcPct val="140000"/>
              </a:lnSpc>
              <a:spcBef>
                <a:spcPct val="0"/>
              </a:spcBef>
              <a:buClrTx/>
              <a:buFontTx/>
              <a:buAutoNum type="alphaLcParenR"/>
            </a:pPr>
            <a:r>
              <a:rPr lang="zh-CN" altLang="en-US" sz="2400" b="1">
                <a:latin typeface="Times New Roman" panose="02020603050405020304" pitchFamily="18" charset="0"/>
                <a:ea typeface="宋体" panose="02010600030101010101" pitchFamily="2" charset="-122"/>
              </a:rPr>
              <a:t>说明：</a:t>
            </a:r>
            <a:r>
              <a:rPr lang="zh-CN" altLang="en-US" sz="2800" b="1">
                <a:solidFill>
                  <a:srgbClr val="FF0000"/>
                </a:solidFill>
                <a:latin typeface="Times New Roman" panose="02020603050405020304" pitchFamily="18" charset="0"/>
                <a:ea typeface="宋体" panose="02010600030101010101" pitchFamily="2" charset="-122"/>
              </a:rPr>
              <a:t>信号占空与频谱占宽成反比。</a:t>
            </a:r>
            <a:endParaRPr lang="zh-CN" altLang="en-US" sz="2800" b="1">
              <a:solidFill>
                <a:srgbClr val="FF0000"/>
              </a:solidFill>
              <a:latin typeface="Times New Roman" panose="02020603050405020304" pitchFamily="18" charset="0"/>
              <a:ea typeface="宋体" panose="02010600030101010101" pitchFamily="2" charset="-122"/>
            </a:endParaRPr>
          </a:p>
        </p:txBody>
      </p:sp>
      <p:sp>
        <p:nvSpPr>
          <p:cNvPr id="282631" name="Rectangle 7"/>
          <p:cNvSpPr>
            <a:spLocks noGrp="1" noChangeArrowheads="1"/>
          </p:cNvSpPr>
          <p:nvPr>
            <p:ph type="title" idx="4294967295"/>
          </p:nvPr>
        </p:nvSpPr>
        <p:spPr>
          <a:xfrm>
            <a:off x="1042988" y="188913"/>
            <a:ext cx="5265737" cy="43180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Tm="137399"/>
    </mc:Choice>
    <mc:Fallback>
      <p:transition spd="slow" advTm="1373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82629"/>
                                        </p:tgtEl>
                                        <p:attrNameLst>
                                          <p:attrName>style.visibility</p:attrName>
                                        </p:attrNameLst>
                                      </p:cBhvr>
                                      <p:to>
                                        <p:strVal val="visible"/>
                                      </p:to>
                                    </p:set>
                                    <p:anim calcmode="lin" valueType="num">
                                      <p:cBhvr>
                                        <p:cTn id="7" dur="1000" fill="hold"/>
                                        <p:tgtEl>
                                          <p:spTgt spid="282629"/>
                                        </p:tgtEl>
                                        <p:attrNameLst>
                                          <p:attrName>ppt_w</p:attrName>
                                        </p:attrNameLst>
                                      </p:cBhvr>
                                      <p:tavLst>
                                        <p:tav tm="0">
                                          <p:val>
                                            <p:strVal val="#ppt_w*0.70"/>
                                          </p:val>
                                        </p:tav>
                                        <p:tav tm="100000">
                                          <p:val>
                                            <p:strVal val="#ppt_w"/>
                                          </p:val>
                                        </p:tav>
                                      </p:tavLst>
                                    </p:anim>
                                    <p:anim calcmode="lin" valueType="num">
                                      <p:cBhvr>
                                        <p:cTn id="8" dur="1000" fill="hold"/>
                                        <p:tgtEl>
                                          <p:spTgt spid="282629"/>
                                        </p:tgtEl>
                                        <p:attrNameLst>
                                          <p:attrName>ppt_h</p:attrName>
                                        </p:attrNameLst>
                                      </p:cBhvr>
                                      <p:tavLst>
                                        <p:tav tm="0">
                                          <p:val>
                                            <p:strVal val="#ppt_h"/>
                                          </p:val>
                                        </p:tav>
                                        <p:tav tm="100000">
                                          <p:val>
                                            <p:strVal val="#ppt_h"/>
                                          </p:val>
                                        </p:tav>
                                      </p:tavLst>
                                    </p:anim>
                                    <p:animEffect transition="in" filter="fade">
                                      <p:cBhvr>
                                        <p:cTn id="9" dur="1000"/>
                                        <p:tgtEl>
                                          <p:spTgt spid="282629"/>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82630">
                                            <p:txEl>
                                              <p:pRg st="0" end="0"/>
                                            </p:txEl>
                                          </p:spTgt>
                                        </p:tgtEl>
                                        <p:attrNameLst>
                                          <p:attrName>style.visibility</p:attrName>
                                        </p:attrNameLst>
                                      </p:cBhvr>
                                      <p:to>
                                        <p:strVal val="visible"/>
                                      </p:to>
                                    </p:set>
                                    <p:anim calcmode="lin" valueType="num">
                                      <p:cBhvr>
                                        <p:cTn id="13" dur="1000" fill="hold"/>
                                        <p:tgtEl>
                                          <p:spTgt spid="282630">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282630">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282630">
                                            <p:txEl>
                                              <p:pRg st="0" end="0"/>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82630">
                                            <p:txEl>
                                              <p:pRg st="1" end="1"/>
                                            </p:txEl>
                                          </p:spTgt>
                                        </p:tgtEl>
                                        <p:attrNameLst>
                                          <p:attrName>style.visibility</p:attrName>
                                        </p:attrNameLst>
                                      </p:cBhvr>
                                      <p:to>
                                        <p:strVal val="visible"/>
                                      </p:to>
                                    </p:set>
                                    <p:anim calcmode="lin" valueType="num">
                                      <p:cBhvr>
                                        <p:cTn id="19" dur="1000" fill="hold"/>
                                        <p:tgtEl>
                                          <p:spTgt spid="282630">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282630">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282630">
                                            <p:txEl>
                                              <p:pRg st="1" end="1"/>
                                            </p:txEl>
                                          </p:spTgt>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282630">
                                            <p:txEl>
                                              <p:pRg st="2" end="2"/>
                                            </p:txEl>
                                          </p:spTgt>
                                        </p:tgtEl>
                                        <p:attrNameLst>
                                          <p:attrName>style.visibility</p:attrName>
                                        </p:attrNameLst>
                                      </p:cBhvr>
                                      <p:to>
                                        <p:strVal val="visible"/>
                                      </p:to>
                                    </p:set>
                                    <p:anim calcmode="lin" valueType="num">
                                      <p:cBhvr>
                                        <p:cTn id="25" dur="1000" fill="hold"/>
                                        <p:tgtEl>
                                          <p:spTgt spid="282630">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282630">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2826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403A998B-2C80-485D-B366-3F7DB76190C7}" type="datetime1">
              <a:rPr lang="zh-CN" altLang="en-US"/>
            </a:fld>
            <a:endParaRPr lang="zh-CN" altLang="en-US"/>
          </a:p>
        </p:txBody>
      </p:sp>
      <p:graphicFrame>
        <p:nvGraphicFramePr>
          <p:cNvPr id="144387" name="Object 2"/>
          <p:cNvGraphicFramePr>
            <a:graphicFrameLocks noGrp="1" noChangeAspect="1"/>
          </p:cNvGraphicFramePr>
          <p:nvPr>
            <p:ph sz="quarter" idx="4294967295"/>
          </p:nvPr>
        </p:nvGraphicFramePr>
        <p:xfrm>
          <a:off x="1331913" y="549275"/>
          <a:ext cx="6121400" cy="592138"/>
        </p:xfrm>
        <a:graphic>
          <a:graphicData uri="http://schemas.openxmlformats.org/presentationml/2006/ole">
            <mc:AlternateContent xmlns:mc="http://schemas.openxmlformats.org/markup-compatibility/2006">
              <mc:Choice xmlns:v="urn:schemas-microsoft-com:vml" Requires="v">
                <p:oleObj spid="_x0000_s144711" name="公式" r:id="rId1" imgW="2349500" imgH="228600" progId="Equation.3">
                  <p:embed/>
                </p:oleObj>
              </mc:Choice>
              <mc:Fallback>
                <p:oleObj name="公式" r:id="rId1" imgW="2349500" imgH="2286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549275"/>
                        <a:ext cx="6121400"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3651" name="Object 3"/>
          <p:cNvGraphicFramePr>
            <a:graphicFrameLocks noChangeAspect="1"/>
          </p:cNvGraphicFramePr>
          <p:nvPr/>
        </p:nvGraphicFramePr>
        <p:xfrm>
          <a:off x="1619250" y="1484313"/>
          <a:ext cx="5627688" cy="625475"/>
        </p:xfrm>
        <a:graphic>
          <a:graphicData uri="http://schemas.openxmlformats.org/presentationml/2006/ole">
            <mc:AlternateContent xmlns:mc="http://schemas.openxmlformats.org/markup-compatibility/2006">
              <mc:Choice xmlns:v="urn:schemas-microsoft-com:vml" Requires="v">
                <p:oleObj spid="_x0000_s144712" name="公式" r:id="rId3" imgW="2159000" imgH="241300" progId="Equation.3">
                  <p:embed/>
                </p:oleObj>
              </mc:Choice>
              <mc:Fallback>
                <p:oleObj name="公式" r:id="rId3" imgW="2159000" imgH="241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484313"/>
                        <a:ext cx="5627688" cy="625475"/>
                      </a:xfrm>
                      <a:prstGeom prst="rect">
                        <a:avLst/>
                      </a:prstGeom>
                      <a:solidFill>
                        <a:schemeClr val="bg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3652" name="Object 4"/>
          <p:cNvGraphicFramePr>
            <a:graphicFrameLocks noChangeAspect="1"/>
          </p:cNvGraphicFramePr>
          <p:nvPr/>
        </p:nvGraphicFramePr>
        <p:xfrm>
          <a:off x="1593850" y="2141538"/>
          <a:ext cx="5670550" cy="1152525"/>
        </p:xfrm>
        <a:graphic>
          <a:graphicData uri="http://schemas.openxmlformats.org/presentationml/2006/ole">
            <mc:AlternateContent xmlns:mc="http://schemas.openxmlformats.org/markup-compatibility/2006">
              <mc:Choice xmlns:v="urn:schemas-microsoft-com:vml" Requires="v">
                <p:oleObj spid="_x0000_s144713" name="公式" r:id="rId5" imgW="2336800" imgH="444500" progId="Equation.3">
                  <p:embed/>
                </p:oleObj>
              </mc:Choice>
              <mc:Fallback>
                <p:oleObj name="公式" r:id="rId5" imgW="2336800" imgH="4445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3850" y="2141538"/>
                        <a:ext cx="5670550" cy="115252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3653" name="Object 5"/>
          <p:cNvGraphicFramePr>
            <a:graphicFrameLocks noChangeAspect="1"/>
          </p:cNvGraphicFramePr>
          <p:nvPr/>
        </p:nvGraphicFramePr>
        <p:xfrm>
          <a:off x="1692275" y="4797425"/>
          <a:ext cx="6586538" cy="1152525"/>
        </p:xfrm>
        <a:graphic>
          <a:graphicData uri="http://schemas.openxmlformats.org/presentationml/2006/ole">
            <mc:AlternateContent xmlns:mc="http://schemas.openxmlformats.org/markup-compatibility/2006">
              <mc:Choice xmlns:v="urn:schemas-microsoft-com:vml" Requires="v">
                <p:oleObj spid="_x0000_s144714" name="公式" r:id="rId7" imgW="2527300" imgH="444500" progId="Equation.3">
                  <p:embed/>
                </p:oleObj>
              </mc:Choice>
              <mc:Fallback>
                <p:oleObj name="公式" r:id="rId7" imgW="2527300" imgH="4445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4797425"/>
                        <a:ext cx="6586538" cy="1152525"/>
                      </a:xfrm>
                      <a:prstGeom prst="rect">
                        <a:avLst/>
                      </a:prstGeom>
                      <a:solidFill>
                        <a:schemeClr val="bg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3654" name="Object 6"/>
          <p:cNvGraphicFramePr>
            <a:graphicFrameLocks noChangeAspect="1"/>
          </p:cNvGraphicFramePr>
          <p:nvPr/>
        </p:nvGraphicFramePr>
        <p:xfrm>
          <a:off x="1692275" y="3716338"/>
          <a:ext cx="4194175" cy="1087437"/>
        </p:xfrm>
        <a:graphic>
          <a:graphicData uri="http://schemas.openxmlformats.org/presentationml/2006/ole">
            <mc:AlternateContent xmlns:mc="http://schemas.openxmlformats.org/markup-compatibility/2006">
              <mc:Choice xmlns:v="urn:schemas-microsoft-com:vml" Requires="v">
                <p:oleObj spid="_x0000_s144715" name="公式" r:id="rId9" imgW="1701800" imgH="419100" progId="Equation.3">
                  <p:embed/>
                </p:oleObj>
              </mc:Choice>
              <mc:Fallback>
                <p:oleObj name="公式" r:id="rId9" imgW="1701800" imgH="4191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3716338"/>
                        <a:ext cx="4194175" cy="1087437"/>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p14="http://schemas.microsoft.com/office/powerpoint/2010/main">
        <mc:Choice Requires="p14">
          <p:contentPart r:id="rId11" p14:bwMode="auto">
            <p14:nvContentPartPr>
              <p14:cNvPr id="4" name="墨迹 3"/>
              <p14:cNvContentPartPr/>
              <p14:nvPr/>
            </p14:nvContentPartPr>
            <p14:xfrm>
              <a:off x="5452920" y="1420200"/>
              <a:ext cx="3496680" cy="5013360"/>
            </p14:xfrm>
          </p:contentPart>
        </mc:Choice>
        <mc:Fallback xmlns="">
          <p:pic>
            <p:nvPicPr>
              <p:cNvPr id="4" name="墨迹 3"/>
            </p:nvPicPr>
            <p:blipFill>
              <a:blip r:embed="rId12"/>
            </p:blipFill>
            <p:spPr>
              <a:xfrm>
                <a:off x="5452920" y="1420200"/>
                <a:ext cx="3496680" cy="5013360"/>
              </a:xfrm>
              <a:prstGeom prst="rect"/>
            </p:spPr>
          </p:pic>
        </mc:Fallback>
      </mc:AlternateContent>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352270"/>
    </mc:Choice>
    <mc:Fallback>
      <p:transition spd="slow" advTm="3522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83651"/>
                                        </p:tgtEl>
                                        <p:attrNameLst>
                                          <p:attrName>style.visibility</p:attrName>
                                        </p:attrNameLst>
                                      </p:cBhvr>
                                      <p:to>
                                        <p:strVal val="visible"/>
                                      </p:to>
                                    </p:set>
                                    <p:anim calcmode="lin" valueType="num">
                                      <p:cBhvr>
                                        <p:cTn id="7" dur="1000" fill="hold"/>
                                        <p:tgtEl>
                                          <p:spTgt spid="283651"/>
                                        </p:tgtEl>
                                        <p:attrNameLst>
                                          <p:attrName>ppt_w</p:attrName>
                                        </p:attrNameLst>
                                      </p:cBhvr>
                                      <p:tavLst>
                                        <p:tav tm="0">
                                          <p:val>
                                            <p:strVal val="#ppt_w*0.70"/>
                                          </p:val>
                                        </p:tav>
                                        <p:tav tm="100000">
                                          <p:val>
                                            <p:strVal val="#ppt_w"/>
                                          </p:val>
                                        </p:tav>
                                      </p:tavLst>
                                    </p:anim>
                                    <p:anim calcmode="lin" valueType="num">
                                      <p:cBhvr>
                                        <p:cTn id="8" dur="1000" fill="hold"/>
                                        <p:tgtEl>
                                          <p:spTgt spid="283651"/>
                                        </p:tgtEl>
                                        <p:attrNameLst>
                                          <p:attrName>ppt_h</p:attrName>
                                        </p:attrNameLst>
                                      </p:cBhvr>
                                      <p:tavLst>
                                        <p:tav tm="0">
                                          <p:val>
                                            <p:strVal val="#ppt_h"/>
                                          </p:val>
                                        </p:tav>
                                        <p:tav tm="100000">
                                          <p:val>
                                            <p:strVal val="#ppt_h"/>
                                          </p:val>
                                        </p:tav>
                                      </p:tavLst>
                                    </p:anim>
                                    <p:animEffect transition="in" filter="fade">
                                      <p:cBhvr>
                                        <p:cTn id="9" dur="1000"/>
                                        <p:tgtEl>
                                          <p:spTgt spid="28365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83652"/>
                                        </p:tgtEl>
                                        <p:attrNameLst>
                                          <p:attrName>style.visibility</p:attrName>
                                        </p:attrNameLst>
                                      </p:cBhvr>
                                      <p:to>
                                        <p:strVal val="visible"/>
                                      </p:to>
                                    </p:set>
                                    <p:anim calcmode="lin" valueType="num">
                                      <p:cBhvr>
                                        <p:cTn id="14" dur="1000" fill="hold"/>
                                        <p:tgtEl>
                                          <p:spTgt spid="283652"/>
                                        </p:tgtEl>
                                        <p:attrNameLst>
                                          <p:attrName>ppt_w</p:attrName>
                                        </p:attrNameLst>
                                      </p:cBhvr>
                                      <p:tavLst>
                                        <p:tav tm="0">
                                          <p:val>
                                            <p:strVal val="#ppt_w*0.70"/>
                                          </p:val>
                                        </p:tav>
                                        <p:tav tm="100000">
                                          <p:val>
                                            <p:strVal val="#ppt_w"/>
                                          </p:val>
                                        </p:tav>
                                      </p:tavLst>
                                    </p:anim>
                                    <p:anim calcmode="lin" valueType="num">
                                      <p:cBhvr>
                                        <p:cTn id="15" dur="1000" fill="hold"/>
                                        <p:tgtEl>
                                          <p:spTgt spid="283652"/>
                                        </p:tgtEl>
                                        <p:attrNameLst>
                                          <p:attrName>ppt_h</p:attrName>
                                        </p:attrNameLst>
                                      </p:cBhvr>
                                      <p:tavLst>
                                        <p:tav tm="0">
                                          <p:val>
                                            <p:strVal val="#ppt_h"/>
                                          </p:val>
                                        </p:tav>
                                        <p:tav tm="100000">
                                          <p:val>
                                            <p:strVal val="#ppt_h"/>
                                          </p:val>
                                        </p:tav>
                                      </p:tavLst>
                                    </p:anim>
                                    <p:animEffect transition="in" filter="fade">
                                      <p:cBhvr>
                                        <p:cTn id="16" dur="1000"/>
                                        <p:tgtEl>
                                          <p:spTgt spid="283652"/>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83654"/>
                                        </p:tgtEl>
                                        <p:attrNameLst>
                                          <p:attrName>style.visibility</p:attrName>
                                        </p:attrNameLst>
                                      </p:cBhvr>
                                      <p:to>
                                        <p:strVal val="visible"/>
                                      </p:to>
                                    </p:set>
                                    <p:anim calcmode="lin" valueType="num">
                                      <p:cBhvr>
                                        <p:cTn id="21" dur="1000" fill="hold"/>
                                        <p:tgtEl>
                                          <p:spTgt spid="283654"/>
                                        </p:tgtEl>
                                        <p:attrNameLst>
                                          <p:attrName>ppt_w</p:attrName>
                                        </p:attrNameLst>
                                      </p:cBhvr>
                                      <p:tavLst>
                                        <p:tav tm="0">
                                          <p:val>
                                            <p:strVal val="#ppt_w*0.70"/>
                                          </p:val>
                                        </p:tav>
                                        <p:tav tm="100000">
                                          <p:val>
                                            <p:strVal val="#ppt_w"/>
                                          </p:val>
                                        </p:tav>
                                      </p:tavLst>
                                    </p:anim>
                                    <p:anim calcmode="lin" valueType="num">
                                      <p:cBhvr>
                                        <p:cTn id="22" dur="1000" fill="hold"/>
                                        <p:tgtEl>
                                          <p:spTgt spid="283654"/>
                                        </p:tgtEl>
                                        <p:attrNameLst>
                                          <p:attrName>ppt_h</p:attrName>
                                        </p:attrNameLst>
                                      </p:cBhvr>
                                      <p:tavLst>
                                        <p:tav tm="0">
                                          <p:val>
                                            <p:strVal val="#ppt_h"/>
                                          </p:val>
                                        </p:tav>
                                        <p:tav tm="100000">
                                          <p:val>
                                            <p:strVal val="#ppt_h"/>
                                          </p:val>
                                        </p:tav>
                                      </p:tavLst>
                                    </p:anim>
                                    <p:animEffect transition="in" filter="fade">
                                      <p:cBhvr>
                                        <p:cTn id="23" dur="1000"/>
                                        <p:tgtEl>
                                          <p:spTgt spid="283654"/>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83653"/>
                                        </p:tgtEl>
                                        <p:attrNameLst>
                                          <p:attrName>style.visibility</p:attrName>
                                        </p:attrNameLst>
                                      </p:cBhvr>
                                      <p:to>
                                        <p:strVal val="visible"/>
                                      </p:to>
                                    </p:set>
                                    <p:anim calcmode="lin" valueType="num">
                                      <p:cBhvr>
                                        <p:cTn id="28" dur="1000" fill="hold"/>
                                        <p:tgtEl>
                                          <p:spTgt spid="283653"/>
                                        </p:tgtEl>
                                        <p:attrNameLst>
                                          <p:attrName>ppt_w</p:attrName>
                                        </p:attrNameLst>
                                      </p:cBhvr>
                                      <p:tavLst>
                                        <p:tav tm="0">
                                          <p:val>
                                            <p:strVal val="#ppt_w*0.70"/>
                                          </p:val>
                                        </p:tav>
                                        <p:tav tm="100000">
                                          <p:val>
                                            <p:strVal val="#ppt_w"/>
                                          </p:val>
                                        </p:tav>
                                      </p:tavLst>
                                    </p:anim>
                                    <p:anim calcmode="lin" valueType="num">
                                      <p:cBhvr>
                                        <p:cTn id="29" dur="1000" fill="hold"/>
                                        <p:tgtEl>
                                          <p:spTgt spid="283653"/>
                                        </p:tgtEl>
                                        <p:attrNameLst>
                                          <p:attrName>ppt_h</p:attrName>
                                        </p:attrNameLst>
                                      </p:cBhvr>
                                      <p:tavLst>
                                        <p:tav tm="0">
                                          <p:val>
                                            <p:strVal val="#ppt_h"/>
                                          </p:val>
                                        </p:tav>
                                        <p:tav tm="100000">
                                          <p:val>
                                            <p:strVal val="#ppt_h"/>
                                          </p:val>
                                        </p:tav>
                                      </p:tavLst>
                                    </p:anim>
                                    <p:animEffect transition="in" filter="fade">
                                      <p:cBhvr>
                                        <p:cTn id="30" dur="1000"/>
                                        <p:tgtEl>
                                          <p:spTgt spid="283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23A602AE-B87E-415E-9971-4E3C61A26E37}" type="datetime1">
              <a:rPr lang="zh-CN" altLang="en-US"/>
            </a:fld>
            <a:endParaRPr lang="zh-CN" altLang="en-US"/>
          </a:p>
        </p:txBody>
      </p:sp>
      <p:graphicFrame>
        <p:nvGraphicFramePr>
          <p:cNvPr id="145411" name="Object 2"/>
          <p:cNvGraphicFramePr>
            <a:graphicFrameLocks noGrp="1" noChangeAspect="1"/>
          </p:cNvGraphicFramePr>
          <p:nvPr>
            <p:ph sz="quarter" idx="4294967295"/>
          </p:nvPr>
        </p:nvGraphicFramePr>
        <p:xfrm>
          <a:off x="900113" y="836613"/>
          <a:ext cx="6264275" cy="465137"/>
        </p:xfrm>
        <a:graphic>
          <a:graphicData uri="http://schemas.openxmlformats.org/presentationml/2006/ole">
            <mc:AlternateContent xmlns:mc="http://schemas.openxmlformats.org/markup-compatibility/2006">
              <mc:Choice xmlns:v="urn:schemas-microsoft-com:vml" Requires="v">
                <p:oleObj spid="_x0000_s145735" name="公式" r:id="rId1" imgW="2908300" imgH="215900" progId="Equation.3">
                  <p:embed/>
                </p:oleObj>
              </mc:Choice>
              <mc:Fallback>
                <p:oleObj name="公式" r:id="rId1" imgW="2908300" imgH="2159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836613"/>
                        <a:ext cx="626427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4675" name="Object 3"/>
          <p:cNvGraphicFramePr>
            <a:graphicFrameLocks noChangeAspect="1"/>
          </p:cNvGraphicFramePr>
          <p:nvPr/>
        </p:nvGraphicFramePr>
        <p:xfrm>
          <a:off x="1692275" y="1916113"/>
          <a:ext cx="5499100" cy="463550"/>
        </p:xfrm>
        <a:graphic>
          <a:graphicData uri="http://schemas.openxmlformats.org/presentationml/2006/ole">
            <mc:AlternateContent xmlns:mc="http://schemas.openxmlformats.org/markup-compatibility/2006">
              <mc:Choice xmlns:v="urn:schemas-microsoft-com:vml" Requires="v">
                <p:oleObj spid="_x0000_s145736" name="公式" r:id="rId3" imgW="2552700" imgH="215900" progId="Equation.3">
                  <p:embed/>
                </p:oleObj>
              </mc:Choice>
              <mc:Fallback>
                <p:oleObj name="公式" r:id="rId3" imgW="2552700" imgH="215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1916113"/>
                        <a:ext cx="5499100" cy="463550"/>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84676" name="Object 4"/>
          <p:cNvGraphicFramePr>
            <a:graphicFrameLocks noChangeAspect="1"/>
          </p:cNvGraphicFramePr>
          <p:nvPr/>
        </p:nvGraphicFramePr>
        <p:xfrm>
          <a:off x="1763713" y="2924175"/>
          <a:ext cx="5772150" cy="438150"/>
        </p:xfrm>
        <a:graphic>
          <a:graphicData uri="http://schemas.openxmlformats.org/presentationml/2006/ole">
            <mc:AlternateContent xmlns:mc="http://schemas.openxmlformats.org/markup-compatibility/2006">
              <mc:Choice xmlns:v="urn:schemas-microsoft-com:vml" Requires="v">
                <p:oleObj spid="_x0000_s145737" name="公式" r:id="rId5" imgW="2679700" imgH="203200" progId="Equation.3">
                  <p:embed/>
                </p:oleObj>
              </mc:Choice>
              <mc:Fallback>
                <p:oleObj name="公式" r:id="rId5" imgW="2679700" imgH="203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2924175"/>
                        <a:ext cx="5772150" cy="438150"/>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84677" name="Object 5"/>
          <p:cNvGraphicFramePr>
            <a:graphicFrameLocks noChangeAspect="1"/>
          </p:cNvGraphicFramePr>
          <p:nvPr/>
        </p:nvGraphicFramePr>
        <p:xfrm>
          <a:off x="2484438" y="3933825"/>
          <a:ext cx="3557587" cy="465138"/>
        </p:xfrm>
        <a:graphic>
          <a:graphicData uri="http://schemas.openxmlformats.org/presentationml/2006/ole">
            <mc:AlternateContent xmlns:mc="http://schemas.openxmlformats.org/markup-compatibility/2006">
              <mc:Choice xmlns:v="urn:schemas-microsoft-com:vml" Requires="v">
                <p:oleObj spid="_x0000_s145738" name="公式" r:id="rId7" imgW="1651000" imgH="215900" progId="Equation.3">
                  <p:embed/>
                </p:oleObj>
              </mc:Choice>
              <mc:Fallback>
                <p:oleObj name="公式" r:id="rId7" imgW="1651000" imgH="2159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3933825"/>
                        <a:ext cx="3557587"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4678" name="Object 6"/>
          <p:cNvGraphicFramePr>
            <a:graphicFrameLocks noChangeAspect="1"/>
          </p:cNvGraphicFramePr>
          <p:nvPr/>
        </p:nvGraphicFramePr>
        <p:xfrm>
          <a:off x="4211638" y="4868863"/>
          <a:ext cx="974725" cy="801687"/>
        </p:xfrm>
        <a:graphic>
          <a:graphicData uri="http://schemas.openxmlformats.org/presentationml/2006/ole">
            <mc:AlternateContent xmlns:mc="http://schemas.openxmlformats.org/markup-compatibility/2006">
              <mc:Choice xmlns:v="urn:schemas-microsoft-com:vml" Requires="v">
                <p:oleObj spid="_x0000_s145739" name="公式" r:id="rId9" imgW="215900" imgH="177800" progId="Equation.3">
                  <p:embed/>
                </p:oleObj>
              </mc:Choice>
              <mc:Fallback>
                <p:oleObj name="公式" r:id="rId9" imgW="215900" imgH="1778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1638" y="4868863"/>
                        <a:ext cx="974725" cy="80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126671"/>
    </mc:Choice>
    <mc:Fallback>
      <p:transition spd="slow" advTm="1266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84675"/>
                                        </p:tgtEl>
                                        <p:attrNameLst>
                                          <p:attrName>style.visibility</p:attrName>
                                        </p:attrNameLst>
                                      </p:cBhvr>
                                      <p:to>
                                        <p:strVal val="visible"/>
                                      </p:to>
                                    </p:set>
                                    <p:anim calcmode="lin" valueType="num">
                                      <p:cBhvr>
                                        <p:cTn id="7" dur="1000" fill="hold"/>
                                        <p:tgtEl>
                                          <p:spTgt spid="284675"/>
                                        </p:tgtEl>
                                        <p:attrNameLst>
                                          <p:attrName>ppt_w</p:attrName>
                                        </p:attrNameLst>
                                      </p:cBhvr>
                                      <p:tavLst>
                                        <p:tav tm="0">
                                          <p:val>
                                            <p:strVal val="#ppt_w*0.70"/>
                                          </p:val>
                                        </p:tav>
                                        <p:tav tm="100000">
                                          <p:val>
                                            <p:strVal val="#ppt_w"/>
                                          </p:val>
                                        </p:tav>
                                      </p:tavLst>
                                    </p:anim>
                                    <p:anim calcmode="lin" valueType="num">
                                      <p:cBhvr>
                                        <p:cTn id="8" dur="1000" fill="hold"/>
                                        <p:tgtEl>
                                          <p:spTgt spid="284675"/>
                                        </p:tgtEl>
                                        <p:attrNameLst>
                                          <p:attrName>ppt_h</p:attrName>
                                        </p:attrNameLst>
                                      </p:cBhvr>
                                      <p:tavLst>
                                        <p:tav tm="0">
                                          <p:val>
                                            <p:strVal val="#ppt_h"/>
                                          </p:val>
                                        </p:tav>
                                        <p:tav tm="100000">
                                          <p:val>
                                            <p:strVal val="#ppt_h"/>
                                          </p:val>
                                        </p:tav>
                                      </p:tavLst>
                                    </p:anim>
                                    <p:animEffect transition="in" filter="fade">
                                      <p:cBhvr>
                                        <p:cTn id="9" dur="1000"/>
                                        <p:tgtEl>
                                          <p:spTgt spid="28467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84676"/>
                                        </p:tgtEl>
                                        <p:attrNameLst>
                                          <p:attrName>style.visibility</p:attrName>
                                        </p:attrNameLst>
                                      </p:cBhvr>
                                      <p:to>
                                        <p:strVal val="visible"/>
                                      </p:to>
                                    </p:set>
                                    <p:anim calcmode="lin" valueType="num">
                                      <p:cBhvr>
                                        <p:cTn id="14" dur="1000" fill="hold"/>
                                        <p:tgtEl>
                                          <p:spTgt spid="284676"/>
                                        </p:tgtEl>
                                        <p:attrNameLst>
                                          <p:attrName>ppt_w</p:attrName>
                                        </p:attrNameLst>
                                      </p:cBhvr>
                                      <p:tavLst>
                                        <p:tav tm="0">
                                          <p:val>
                                            <p:strVal val="#ppt_w*0.70"/>
                                          </p:val>
                                        </p:tav>
                                        <p:tav tm="100000">
                                          <p:val>
                                            <p:strVal val="#ppt_w"/>
                                          </p:val>
                                        </p:tav>
                                      </p:tavLst>
                                    </p:anim>
                                    <p:anim calcmode="lin" valueType="num">
                                      <p:cBhvr>
                                        <p:cTn id="15" dur="1000" fill="hold"/>
                                        <p:tgtEl>
                                          <p:spTgt spid="284676"/>
                                        </p:tgtEl>
                                        <p:attrNameLst>
                                          <p:attrName>ppt_h</p:attrName>
                                        </p:attrNameLst>
                                      </p:cBhvr>
                                      <p:tavLst>
                                        <p:tav tm="0">
                                          <p:val>
                                            <p:strVal val="#ppt_h"/>
                                          </p:val>
                                        </p:tav>
                                        <p:tav tm="100000">
                                          <p:val>
                                            <p:strVal val="#ppt_h"/>
                                          </p:val>
                                        </p:tav>
                                      </p:tavLst>
                                    </p:anim>
                                    <p:animEffect transition="in" filter="fade">
                                      <p:cBhvr>
                                        <p:cTn id="16" dur="1000"/>
                                        <p:tgtEl>
                                          <p:spTgt spid="284676"/>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284677"/>
                                        </p:tgtEl>
                                        <p:attrNameLst>
                                          <p:attrName>style.visibility</p:attrName>
                                        </p:attrNameLst>
                                      </p:cBhvr>
                                      <p:to>
                                        <p:strVal val="visible"/>
                                      </p:to>
                                    </p:set>
                                    <p:anim calcmode="lin" valueType="num">
                                      <p:cBhvr>
                                        <p:cTn id="20" dur="1000" fill="hold"/>
                                        <p:tgtEl>
                                          <p:spTgt spid="284677"/>
                                        </p:tgtEl>
                                        <p:attrNameLst>
                                          <p:attrName>ppt_w</p:attrName>
                                        </p:attrNameLst>
                                      </p:cBhvr>
                                      <p:tavLst>
                                        <p:tav tm="0">
                                          <p:val>
                                            <p:strVal val="#ppt_w*0.70"/>
                                          </p:val>
                                        </p:tav>
                                        <p:tav tm="100000">
                                          <p:val>
                                            <p:strVal val="#ppt_w"/>
                                          </p:val>
                                        </p:tav>
                                      </p:tavLst>
                                    </p:anim>
                                    <p:anim calcmode="lin" valueType="num">
                                      <p:cBhvr>
                                        <p:cTn id="21" dur="1000" fill="hold"/>
                                        <p:tgtEl>
                                          <p:spTgt spid="284677"/>
                                        </p:tgtEl>
                                        <p:attrNameLst>
                                          <p:attrName>ppt_h</p:attrName>
                                        </p:attrNameLst>
                                      </p:cBhvr>
                                      <p:tavLst>
                                        <p:tav tm="0">
                                          <p:val>
                                            <p:strVal val="#ppt_h"/>
                                          </p:val>
                                        </p:tav>
                                        <p:tav tm="100000">
                                          <p:val>
                                            <p:strVal val="#ppt_h"/>
                                          </p:val>
                                        </p:tav>
                                      </p:tavLst>
                                    </p:anim>
                                    <p:animEffect transition="in" filter="fade">
                                      <p:cBhvr>
                                        <p:cTn id="22" dur="1000"/>
                                        <p:tgtEl>
                                          <p:spTgt spid="284677"/>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284678"/>
                                        </p:tgtEl>
                                        <p:attrNameLst>
                                          <p:attrName>style.visibility</p:attrName>
                                        </p:attrNameLst>
                                      </p:cBhvr>
                                      <p:to>
                                        <p:strVal val="visible"/>
                                      </p:to>
                                    </p:set>
                                    <p:anim calcmode="lin" valueType="num">
                                      <p:cBhvr>
                                        <p:cTn id="27" dur="1000" fill="hold"/>
                                        <p:tgtEl>
                                          <p:spTgt spid="284678"/>
                                        </p:tgtEl>
                                        <p:attrNameLst>
                                          <p:attrName>ppt_w</p:attrName>
                                        </p:attrNameLst>
                                      </p:cBhvr>
                                      <p:tavLst>
                                        <p:tav tm="0">
                                          <p:val>
                                            <p:strVal val="#ppt_w*0.70"/>
                                          </p:val>
                                        </p:tav>
                                        <p:tav tm="100000">
                                          <p:val>
                                            <p:strVal val="#ppt_w"/>
                                          </p:val>
                                        </p:tav>
                                      </p:tavLst>
                                    </p:anim>
                                    <p:anim calcmode="lin" valueType="num">
                                      <p:cBhvr>
                                        <p:cTn id="28" dur="1000" fill="hold"/>
                                        <p:tgtEl>
                                          <p:spTgt spid="284678"/>
                                        </p:tgtEl>
                                        <p:attrNameLst>
                                          <p:attrName>ppt_h</p:attrName>
                                        </p:attrNameLst>
                                      </p:cBhvr>
                                      <p:tavLst>
                                        <p:tav tm="0">
                                          <p:val>
                                            <p:strVal val="#ppt_h"/>
                                          </p:val>
                                        </p:tav>
                                        <p:tav tm="100000">
                                          <p:val>
                                            <p:strVal val="#ppt_h"/>
                                          </p:val>
                                        </p:tav>
                                      </p:tavLst>
                                    </p:anim>
                                    <p:animEffect transition="in" filter="fade">
                                      <p:cBhvr>
                                        <p:cTn id="29" dur="1000"/>
                                        <p:tgtEl>
                                          <p:spTgt spid="284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DE9954F1-B510-464F-8407-FB18BA0E39C0}" type="datetime1">
              <a:rPr lang="zh-CN" altLang="en-US"/>
            </a:fld>
            <a:endParaRPr lang="zh-CN" altLang="en-US"/>
          </a:p>
        </p:txBody>
      </p:sp>
      <p:graphicFrame>
        <p:nvGraphicFramePr>
          <p:cNvPr id="285698" name="Object 2"/>
          <p:cNvGraphicFramePr>
            <a:graphicFrameLocks noChangeAspect="1"/>
          </p:cNvGraphicFramePr>
          <p:nvPr/>
        </p:nvGraphicFramePr>
        <p:xfrm>
          <a:off x="1692275" y="2924175"/>
          <a:ext cx="4105275" cy="1512888"/>
        </p:xfrm>
        <a:graphic>
          <a:graphicData uri="http://schemas.openxmlformats.org/presentationml/2006/ole">
            <mc:AlternateContent xmlns:mc="http://schemas.openxmlformats.org/markup-compatibility/2006">
              <mc:Choice xmlns:v="urn:schemas-microsoft-com:vml" Requires="v">
                <p:oleObj spid="_x0000_s146765" name="公式" r:id="rId1" imgW="1866900" imgH="901700" progId="Equation.3">
                  <p:embed/>
                </p:oleObj>
              </mc:Choice>
              <mc:Fallback>
                <p:oleObj name="公式" r:id="rId1" imgW="1866900" imgH="9017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2924175"/>
                        <a:ext cx="4105275" cy="1512888"/>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146436" name="Text Box 3"/>
          <p:cNvSpPr txBox="1">
            <a:spLocks noChangeArrowheads="1"/>
          </p:cNvSpPr>
          <p:nvPr/>
        </p:nvSpPr>
        <p:spPr bwMode="auto">
          <a:xfrm>
            <a:off x="827088" y="188913"/>
            <a:ext cx="93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a:solidFill>
                  <a:srgbClr val="FF0000"/>
                </a:solidFill>
                <a:latin typeface="Times New Roman" panose="02020603050405020304" pitchFamily="18" charset="0"/>
                <a:ea typeface="宋体" panose="02010600030101010101" pitchFamily="2" charset="-122"/>
              </a:rPr>
              <a:t>例：</a:t>
            </a:r>
            <a:endParaRPr kumimoji="1" lang="zh-CN" altLang="en-US" sz="2400" b="1">
              <a:solidFill>
                <a:srgbClr val="FF0000"/>
              </a:solidFill>
              <a:latin typeface="Tahoma" panose="020B0604030504040204" pitchFamily="34" charset="0"/>
              <a:ea typeface="宋体" panose="02010600030101010101" pitchFamily="2" charset="-122"/>
            </a:endParaRPr>
          </a:p>
        </p:txBody>
      </p:sp>
      <p:graphicFrame>
        <p:nvGraphicFramePr>
          <p:cNvPr id="146437" name="Object 4"/>
          <p:cNvGraphicFramePr>
            <a:graphicFrameLocks noChangeAspect="1"/>
          </p:cNvGraphicFramePr>
          <p:nvPr/>
        </p:nvGraphicFramePr>
        <p:xfrm>
          <a:off x="1547813" y="260350"/>
          <a:ext cx="3455987" cy="493713"/>
        </p:xfrm>
        <a:graphic>
          <a:graphicData uri="http://schemas.openxmlformats.org/presentationml/2006/ole">
            <mc:AlternateContent xmlns:mc="http://schemas.openxmlformats.org/markup-compatibility/2006">
              <mc:Choice xmlns:v="urn:schemas-microsoft-com:vml" Requires="v">
                <p:oleObj spid="_x0000_s146766" name="Equation" r:id="rId3" imgW="2197100" imgH="266700" progId="Equation.3">
                  <p:embed/>
                </p:oleObj>
              </mc:Choice>
              <mc:Fallback>
                <p:oleObj name="Equation" r:id="rId3" imgW="2197100" imgH="266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260350"/>
                        <a:ext cx="3455987"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6438" name="Text Box 5"/>
          <p:cNvSpPr txBox="1">
            <a:spLocks noChangeArrowheads="1"/>
          </p:cNvSpPr>
          <p:nvPr/>
        </p:nvSpPr>
        <p:spPr bwMode="auto">
          <a:xfrm>
            <a:off x="755650" y="981075"/>
            <a:ext cx="719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000" b="1">
                <a:solidFill>
                  <a:srgbClr val="003300"/>
                </a:solidFill>
                <a:latin typeface="Tahoma" panose="020B0604030504040204" pitchFamily="34" charset="0"/>
                <a:ea typeface="宋体" panose="02010600030101010101" pitchFamily="2" charset="-122"/>
              </a:rPr>
              <a:t>解：</a:t>
            </a:r>
            <a:endParaRPr kumimoji="1" lang="zh-CN" altLang="en-US" sz="2000" b="1">
              <a:solidFill>
                <a:srgbClr val="003300"/>
              </a:solidFill>
              <a:latin typeface="Tahoma" panose="020B0604030504040204" pitchFamily="34" charset="0"/>
              <a:ea typeface="宋体" panose="02010600030101010101" pitchFamily="2" charset="-122"/>
            </a:endParaRPr>
          </a:p>
        </p:txBody>
      </p:sp>
      <p:graphicFrame>
        <p:nvGraphicFramePr>
          <p:cNvPr id="285702" name="Object 6"/>
          <p:cNvGraphicFramePr>
            <a:graphicFrameLocks noChangeAspect="1"/>
          </p:cNvGraphicFramePr>
          <p:nvPr/>
        </p:nvGraphicFramePr>
        <p:xfrm>
          <a:off x="1116013" y="5084763"/>
          <a:ext cx="4970462" cy="887412"/>
        </p:xfrm>
        <a:graphic>
          <a:graphicData uri="http://schemas.openxmlformats.org/presentationml/2006/ole">
            <mc:AlternateContent xmlns:mc="http://schemas.openxmlformats.org/markup-compatibility/2006">
              <mc:Choice xmlns:v="urn:schemas-microsoft-com:vml" Requires="v">
                <p:oleObj spid="_x0000_s146767" name="公式" r:id="rId5" imgW="1435100" imgH="393700" progId="Equation.3">
                  <p:embed/>
                </p:oleObj>
              </mc:Choice>
              <mc:Fallback>
                <p:oleObj name="公式" r:id="rId5" imgW="14351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5084763"/>
                        <a:ext cx="4970462" cy="887412"/>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85703" name="Object 7"/>
          <p:cNvGraphicFramePr>
            <a:graphicFrameLocks noChangeAspect="1"/>
          </p:cNvGraphicFramePr>
          <p:nvPr/>
        </p:nvGraphicFramePr>
        <p:xfrm>
          <a:off x="1692275" y="908050"/>
          <a:ext cx="3600450" cy="850900"/>
        </p:xfrm>
        <a:graphic>
          <a:graphicData uri="http://schemas.openxmlformats.org/presentationml/2006/ole">
            <mc:AlternateContent xmlns:mc="http://schemas.openxmlformats.org/markup-compatibility/2006">
              <mc:Choice xmlns:v="urn:schemas-microsoft-com:vml" Requires="v">
                <p:oleObj spid="_x0000_s146768" name="Equation" r:id="rId7" imgW="1714500" imgH="469900" progId="Equation.3">
                  <p:embed/>
                </p:oleObj>
              </mc:Choice>
              <mc:Fallback>
                <p:oleObj name="Equation" r:id="rId7" imgW="1714500" imgH="4699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908050"/>
                        <a:ext cx="3600450"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5704" name="Object 8"/>
          <p:cNvGraphicFramePr>
            <a:graphicFrameLocks noChangeAspect="1"/>
          </p:cNvGraphicFramePr>
          <p:nvPr/>
        </p:nvGraphicFramePr>
        <p:xfrm>
          <a:off x="1331913" y="2060575"/>
          <a:ext cx="5040312" cy="576263"/>
        </p:xfrm>
        <a:graphic>
          <a:graphicData uri="http://schemas.openxmlformats.org/presentationml/2006/ole">
            <mc:AlternateContent xmlns:mc="http://schemas.openxmlformats.org/markup-compatibility/2006">
              <mc:Choice xmlns:v="urn:schemas-microsoft-com:vml" Requires="v">
                <p:oleObj spid="_x0000_s146769" name="Equation" r:id="rId9" imgW="2171700" imgH="266700" progId="Equation.3">
                  <p:embed/>
                </p:oleObj>
              </mc:Choice>
              <mc:Fallback>
                <p:oleObj name="Equation" r:id="rId9" imgW="2171700" imgH="2667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913" y="2060575"/>
                        <a:ext cx="5040312"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46442"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04025" y="0"/>
            <a:ext cx="2049463"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5706"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19925" y="3068638"/>
            <a:ext cx="1612900"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5707"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24675" y="1557338"/>
            <a:ext cx="22193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5708"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77050" y="4941888"/>
            <a:ext cx="2016125" cy="124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133687"/>
    </mc:Choice>
    <mc:Fallback>
      <p:transition spd="slow" advTm="1336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85703"/>
                                        </p:tgtEl>
                                        <p:attrNameLst>
                                          <p:attrName>style.visibility</p:attrName>
                                        </p:attrNameLst>
                                      </p:cBhvr>
                                      <p:to>
                                        <p:strVal val="visible"/>
                                      </p:to>
                                    </p:set>
                                    <p:anim calcmode="lin" valueType="num">
                                      <p:cBhvr>
                                        <p:cTn id="7" dur="1000" fill="hold"/>
                                        <p:tgtEl>
                                          <p:spTgt spid="285703"/>
                                        </p:tgtEl>
                                        <p:attrNameLst>
                                          <p:attrName>ppt_w</p:attrName>
                                        </p:attrNameLst>
                                      </p:cBhvr>
                                      <p:tavLst>
                                        <p:tav tm="0">
                                          <p:val>
                                            <p:strVal val="#ppt_w*0.70"/>
                                          </p:val>
                                        </p:tav>
                                        <p:tav tm="100000">
                                          <p:val>
                                            <p:strVal val="#ppt_w"/>
                                          </p:val>
                                        </p:tav>
                                      </p:tavLst>
                                    </p:anim>
                                    <p:anim calcmode="lin" valueType="num">
                                      <p:cBhvr>
                                        <p:cTn id="8" dur="1000" fill="hold"/>
                                        <p:tgtEl>
                                          <p:spTgt spid="285703"/>
                                        </p:tgtEl>
                                        <p:attrNameLst>
                                          <p:attrName>ppt_h</p:attrName>
                                        </p:attrNameLst>
                                      </p:cBhvr>
                                      <p:tavLst>
                                        <p:tav tm="0">
                                          <p:val>
                                            <p:strVal val="#ppt_h"/>
                                          </p:val>
                                        </p:tav>
                                        <p:tav tm="100000">
                                          <p:val>
                                            <p:strVal val="#ppt_h"/>
                                          </p:val>
                                        </p:tav>
                                      </p:tavLst>
                                    </p:anim>
                                    <p:animEffect transition="in" filter="fade">
                                      <p:cBhvr>
                                        <p:cTn id="9" dur="1000"/>
                                        <p:tgtEl>
                                          <p:spTgt spid="285703"/>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85707"/>
                                        </p:tgtEl>
                                        <p:attrNameLst>
                                          <p:attrName>style.visibility</p:attrName>
                                        </p:attrNameLst>
                                      </p:cBhvr>
                                      <p:to>
                                        <p:strVal val="visible"/>
                                      </p:to>
                                    </p:set>
                                    <p:anim calcmode="lin" valueType="num">
                                      <p:cBhvr>
                                        <p:cTn id="13" dur="1000" fill="hold"/>
                                        <p:tgtEl>
                                          <p:spTgt spid="285707"/>
                                        </p:tgtEl>
                                        <p:attrNameLst>
                                          <p:attrName>ppt_w</p:attrName>
                                        </p:attrNameLst>
                                      </p:cBhvr>
                                      <p:tavLst>
                                        <p:tav tm="0">
                                          <p:val>
                                            <p:strVal val="#ppt_w*0.70"/>
                                          </p:val>
                                        </p:tav>
                                        <p:tav tm="100000">
                                          <p:val>
                                            <p:strVal val="#ppt_w"/>
                                          </p:val>
                                        </p:tav>
                                      </p:tavLst>
                                    </p:anim>
                                    <p:anim calcmode="lin" valueType="num">
                                      <p:cBhvr>
                                        <p:cTn id="14" dur="1000" fill="hold"/>
                                        <p:tgtEl>
                                          <p:spTgt spid="285707"/>
                                        </p:tgtEl>
                                        <p:attrNameLst>
                                          <p:attrName>ppt_h</p:attrName>
                                        </p:attrNameLst>
                                      </p:cBhvr>
                                      <p:tavLst>
                                        <p:tav tm="0">
                                          <p:val>
                                            <p:strVal val="#ppt_h"/>
                                          </p:val>
                                        </p:tav>
                                        <p:tav tm="100000">
                                          <p:val>
                                            <p:strVal val="#ppt_h"/>
                                          </p:val>
                                        </p:tav>
                                      </p:tavLst>
                                    </p:anim>
                                    <p:animEffect transition="in" filter="fade">
                                      <p:cBhvr>
                                        <p:cTn id="15" dur="1000"/>
                                        <p:tgtEl>
                                          <p:spTgt spid="285707"/>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85706"/>
                                        </p:tgtEl>
                                        <p:attrNameLst>
                                          <p:attrName>style.visibility</p:attrName>
                                        </p:attrNameLst>
                                      </p:cBhvr>
                                      <p:to>
                                        <p:strVal val="visible"/>
                                      </p:to>
                                    </p:set>
                                    <p:anim calcmode="lin" valueType="num">
                                      <p:cBhvr>
                                        <p:cTn id="19" dur="1000" fill="hold"/>
                                        <p:tgtEl>
                                          <p:spTgt spid="285706"/>
                                        </p:tgtEl>
                                        <p:attrNameLst>
                                          <p:attrName>ppt_w</p:attrName>
                                        </p:attrNameLst>
                                      </p:cBhvr>
                                      <p:tavLst>
                                        <p:tav tm="0">
                                          <p:val>
                                            <p:strVal val="#ppt_w*0.70"/>
                                          </p:val>
                                        </p:tav>
                                        <p:tav tm="100000">
                                          <p:val>
                                            <p:strVal val="#ppt_w"/>
                                          </p:val>
                                        </p:tav>
                                      </p:tavLst>
                                    </p:anim>
                                    <p:anim calcmode="lin" valueType="num">
                                      <p:cBhvr>
                                        <p:cTn id="20" dur="1000" fill="hold"/>
                                        <p:tgtEl>
                                          <p:spTgt spid="285706"/>
                                        </p:tgtEl>
                                        <p:attrNameLst>
                                          <p:attrName>ppt_h</p:attrName>
                                        </p:attrNameLst>
                                      </p:cBhvr>
                                      <p:tavLst>
                                        <p:tav tm="0">
                                          <p:val>
                                            <p:strVal val="#ppt_h"/>
                                          </p:val>
                                        </p:tav>
                                        <p:tav tm="100000">
                                          <p:val>
                                            <p:strVal val="#ppt_h"/>
                                          </p:val>
                                        </p:tav>
                                      </p:tavLst>
                                    </p:anim>
                                    <p:animEffect transition="in" filter="fade">
                                      <p:cBhvr>
                                        <p:cTn id="21" dur="1000"/>
                                        <p:tgtEl>
                                          <p:spTgt spid="285706"/>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285704"/>
                                        </p:tgtEl>
                                        <p:attrNameLst>
                                          <p:attrName>style.visibility</p:attrName>
                                        </p:attrNameLst>
                                      </p:cBhvr>
                                      <p:to>
                                        <p:strVal val="visible"/>
                                      </p:to>
                                    </p:set>
                                    <p:anim calcmode="lin" valueType="num">
                                      <p:cBhvr>
                                        <p:cTn id="26" dur="1000" fill="hold"/>
                                        <p:tgtEl>
                                          <p:spTgt spid="285704"/>
                                        </p:tgtEl>
                                        <p:attrNameLst>
                                          <p:attrName>ppt_w</p:attrName>
                                        </p:attrNameLst>
                                      </p:cBhvr>
                                      <p:tavLst>
                                        <p:tav tm="0">
                                          <p:val>
                                            <p:strVal val="#ppt_w*0.70"/>
                                          </p:val>
                                        </p:tav>
                                        <p:tav tm="100000">
                                          <p:val>
                                            <p:strVal val="#ppt_w"/>
                                          </p:val>
                                        </p:tav>
                                      </p:tavLst>
                                    </p:anim>
                                    <p:anim calcmode="lin" valueType="num">
                                      <p:cBhvr>
                                        <p:cTn id="27" dur="1000" fill="hold"/>
                                        <p:tgtEl>
                                          <p:spTgt spid="285704"/>
                                        </p:tgtEl>
                                        <p:attrNameLst>
                                          <p:attrName>ppt_h</p:attrName>
                                        </p:attrNameLst>
                                      </p:cBhvr>
                                      <p:tavLst>
                                        <p:tav tm="0">
                                          <p:val>
                                            <p:strVal val="#ppt_h"/>
                                          </p:val>
                                        </p:tav>
                                        <p:tav tm="100000">
                                          <p:val>
                                            <p:strVal val="#ppt_h"/>
                                          </p:val>
                                        </p:tav>
                                      </p:tavLst>
                                    </p:anim>
                                    <p:animEffect transition="in" filter="fade">
                                      <p:cBhvr>
                                        <p:cTn id="28" dur="1000"/>
                                        <p:tgtEl>
                                          <p:spTgt spid="285704"/>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285698"/>
                                        </p:tgtEl>
                                        <p:attrNameLst>
                                          <p:attrName>style.visibility</p:attrName>
                                        </p:attrNameLst>
                                      </p:cBhvr>
                                      <p:to>
                                        <p:strVal val="visible"/>
                                      </p:to>
                                    </p:set>
                                    <p:anim calcmode="lin" valueType="num">
                                      <p:cBhvr>
                                        <p:cTn id="33" dur="1000" fill="hold"/>
                                        <p:tgtEl>
                                          <p:spTgt spid="285698"/>
                                        </p:tgtEl>
                                        <p:attrNameLst>
                                          <p:attrName>ppt_w</p:attrName>
                                        </p:attrNameLst>
                                      </p:cBhvr>
                                      <p:tavLst>
                                        <p:tav tm="0">
                                          <p:val>
                                            <p:strVal val="#ppt_w*0.70"/>
                                          </p:val>
                                        </p:tav>
                                        <p:tav tm="100000">
                                          <p:val>
                                            <p:strVal val="#ppt_w"/>
                                          </p:val>
                                        </p:tav>
                                      </p:tavLst>
                                    </p:anim>
                                    <p:anim calcmode="lin" valueType="num">
                                      <p:cBhvr>
                                        <p:cTn id="34" dur="1000" fill="hold"/>
                                        <p:tgtEl>
                                          <p:spTgt spid="285698"/>
                                        </p:tgtEl>
                                        <p:attrNameLst>
                                          <p:attrName>ppt_h</p:attrName>
                                        </p:attrNameLst>
                                      </p:cBhvr>
                                      <p:tavLst>
                                        <p:tav tm="0">
                                          <p:val>
                                            <p:strVal val="#ppt_h"/>
                                          </p:val>
                                        </p:tav>
                                        <p:tav tm="100000">
                                          <p:val>
                                            <p:strVal val="#ppt_h"/>
                                          </p:val>
                                        </p:tav>
                                      </p:tavLst>
                                    </p:anim>
                                    <p:animEffect transition="in" filter="fade">
                                      <p:cBhvr>
                                        <p:cTn id="35" dur="1000"/>
                                        <p:tgtEl>
                                          <p:spTgt spid="285698"/>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285702"/>
                                        </p:tgtEl>
                                        <p:attrNameLst>
                                          <p:attrName>style.visibility</p:attrName>
                                        </p:attrNameLst>
                                      </p:cBhvr>
                                      <p:to>
                                        <p:strVal val="visible"/>
                                      </p:to>
                                    </p:set>
                                    <p:anim calcmode="lin" valueType="num">
                                      <p:cBhvr>
                                        <p:cTn id="40" dur="1000" fill="hold"/>
                                        <p:tgtEl>
                                          <p:spTgt spid="285702"/>
                                        </p:tgtEl>
                                        <p:attrNameLst>
                                          <p:attrName>ppt_w</p:attrName>
                                        </p:attrNameLst>
                                      </p:cBhvr>
                                      <p:tavLst>
                                        <p:tav tm="0">
                                          <p:val>
                                            <p:strVal val="#ppt_w*0.70"/>
                                          </p:val>
                                        </p:tav>
                                        <p:tav tm="100000">
                                          <p:val>
                                            <p:strVal val="#ppt_w"/>
                                          </p:val>
                                        </p:tav>
                                      </p:tavLst>
                                    </p:anim>
                                    <p:anim calcmode="lin" valueType="num">
                                      <p:cBhvr>
                                        <p:cTn id="41" dur="1000" fill="hold"/>
                                        <p:tgtEl>
                                          <p:spTgt spid="285702"/>
                                        </p:tgtEl>
                                        <p:attrNameLst>
                                          <p:attrName>ppt_h</p:attrName>
                                        </p:attrNameLst>
                                      </p:cBhvr>
                                      <p:tavLst>
                                        <p:tav tm="0">
                                          <p:val>
                                            <p:strVal val="#ppt_h"/>
                                          </p:val>
                                        </p:tav>
                                        <p:tav tm="100000">
                                          <p:val>
                                            <p:strVal val="#ppt_h"/>
                                          </p:val>
                                        </p:tav>
                                      </p:tavLst>
                                    </p:anim>
                                    <p:animEffect transition="in" filter="fade">
                                      <p:cBhvr>
                                        <p:cTn id="42" dur="1000"/>
                                        <p:tgtEl>
                                          <p:spTgt spid="285702"/>
                                        </p:tgtEl>
                                      </p:cBhvr>
                                    </p:animEffect>
                                  </p:childTnLst>
                                </p:cTn>
                              </p:par>
                            </p:childTnLst>
                          </p:cTn>
                        </p:par>
                        <p:par>
                          <p:cTn id="43" fill="hold">
                            <p:stCondLst>
                              <p:cond delay="1000"/>
                            </p:stCondLst>
                            <p:childTnLst>
                              <p:par>
                                <p:cTn id="44" presetID="55" presetClass="entr" presetSubtype="0" fill="hold" nodeType="afterEffect">
                                  <p:stCondLst>
                                    <p:cond delay="0"/>
                                  </p:stCondLst>
                                  <p:childTnLst>
                                    <p:set>
                                      <p:cBhvr>
                                        <p:cTn id="45" dur="1" fill="hold">
                                          <p:stCondLst>
                                            <p:cond delay="0"/>
                                          </p:stCondLst>
                                        </p:cTn>
                                        <p:tgtEl>
                                          <p:spTgt spid="285708"/>
                                        </p:tgtEl>
                                        <p:attrNameLst>
                                          <p:attrName>style.visibility</p:attrName>
                                        </p:attrNameLst>
                                      </p:cBhvr>
                                      <p:to>
                                        <p:strVal val="visible"/>
                                      </p:to>
                                    </p:set>
                                    <p:anim calcmode="lin" valueType="num">
                                      <p:cBhvr>
                                        <p:cTn id="46" dur="1000" fill="hold"/>
                                        <p:tgtEl>
                                          <p:spTgt spid="285708"/>
                                        </p:tgtEl>
                                        <p:attrNameLst>
                                          <p:attrName>ppt_w</p:attrName>
                                        </p:attrNameLst>
                                      </p:cBhvr>
                                      <p:tavLst>
                                        <p:tav tm="0">
                                          <p:val>
                                            <p:strVal val="#ppt_w*0.70"/>
                                          </p:val>
                                        </p:tav>
                                        <p:tav tm="100000">
                                          <p:val>
                                            <p:strVal val="#ppt_w"/>
                                          </p:val>
                                        </p:tav>
                                      </p:tavLst>
                                    </p:anim>
                                    <p:anim calcmode="lin" valueType="num">
                                      <p:cBhvr>
                                        <p:cTn id="47" dur="1000" fill="hold"/>
                                        <p:tgtEl>
                                          <p:spTgt spid="285708"/>
                                        </p:tgtEl>
                                        <p:attrNameLst>
                                          <p:attrName>ppt_h</p:attrName>
                                        </p:attrNameLst>
                                      </p:cBhvr>
                                      <p:tavLst>
                                        <p:tav tm="0">
                                          <p:val>
                                            <p:strVal val="#ppt_h"/>
                                          </p:val>
                                        </p:tav>
                                        <p:tav tm="100000">
                                          <p:val>
                                            <p:strVal val="#ppt_h"/>
                                          </p:val>
                                        </p:tav>
                                      </p:tavLst>
                                    </p:anim>
                                    <p:animEffect transition="in" filter="fade">
                                      <p:cBhvr>
                                        <p:cTn id="48" dur="1000"/>
                                        <p:tgtEl>
                                          <p:spTgt spid="285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B2D4B65A-7891-4A21-93F9-22E085F9C889}" type="datetime1">
              <a:rPr lang="zh-CN" altLang="en-US"/>
            </a:fld>
            <a:endParaRPr lang="zh-CN" altLang="en-US"/>
          </a:p>
        </p:txBody>
      </p:sp>
      <p:sp>
        <p:nvSpPr>
          <p:cNvPr id="147459" name="Rectangle 2"/>
          <p:cNvSpPr>
            <a:spLocks noGrp="1" noChangeArrowheads="1"/>
          </p:cNvSpPr>
          <p:nvPr>
            <p:ph type="body" sz="half" idx="4294967295"/>
          </p:nvPr>
        </p:nvSpPr>
        <p:spPr>
          <a:xfrm>
            <a:off x="1187450" y="836613"/>
            <a:ext cx="2305050" cy="576262"/>
          </a:xfrm>
        </p:spPr>
        <p:txBody>
          <a:bodyPr/>
          <a:lstStyle/>
          <a:p>
            <a:pPr marL="609600" indent="-609600" latinLnBrk="1">
              <a:lnSpc>
                <a:spcPct val="120000"/>
              </a:lnSpc>
              <a:buClr>
                <a:schemeClr val="tx1"/>
              </a:buClr>
              <a:buFontTx/>
              <a:buAutoNum type="arabicPeriod" startAt="5"/>
            </a:pPr>
            <a:r>
              <a:rPr lang="zh-CN" altLang="en-US" sz="2200" b="1"/>
              <a:t>奇偶特性     </a:t>
            </a:r>
            <a:endParaRPr lang="zh-CN" altLang="en-US" sz="2000" b="1"/>
          </a:p>
        </p:txBody>
      </p:sp>
      <p:graphicFrame>
        <p:nvGraphicFramePr>
          <p:cNvPr id="147460" name="Object 3"/>
          <p:cNvGraphicFramePr>
            <a:graphicFrameLocks noChangeAspect="1"/>
          </p:cNvGraphicFramePr>
          <p:nvPr/>
        </p:nvGraphicFramePr>
        <p:xfrm>
          <a:off x="4391025" y="2532063"/>
          <a:ext cx="298450" cy="565150"/>
        </p:xfrm>
        <a:graphic>
          <a:graphicData uri="http://schemas.openxmlformats.org/presentationml/2006/ole">
            <mc:AlternateContent xmlns:mc="http://schemas.openxmlformats.org/markup-compatibility/2006">
              <mc:Choice xmlns:v="urn:schemas-microsoft-com:vml" Requires="v">
                <p:oleObj spid="_x0000_s147658" name="公式" r:id="rId1" imgW="114300" imgH="215900" progId="Equation.3">
                  <p:embed/>
                </p:oleObj>
              </mc:Choice>
              <mc:Fallback>
                <p:oleObj name="公式" r:id="rId1"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1025" y="2532063"/>
                        <a:ext cx="29845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725" name="Object 5"/>
          <p:cNvGraphicFramePr>
            <a:graphicFrameLocks noGrp="1" noChangeAspect="1"/>
          </p:cNvGraphicFramePr>
          <p:nvPr>
            <p:ph sz="half" idx="4294967295"/>
          </p:nvPr>
        </p:nvGraphicFramePr>
        <p:xfrm>
          <a:off x="1358900" y="2044700"/>
          <a:ext cx="3863975" cy="2922588"/>
        </p:xfrm>
        <a:graphic>
          <a:graphicData uri="http://schemas.openxmlformats.org/presentationml/2006/ole">
            <mc:AlternateContent xmlns:mc="http://schemas.openxmlformats.org/markup-compatibility/2006">
              <mc:Choice xmlns:v="urn:schemas-microsoft-com:vml" Requires="v">
                <p:oleObj spid="_x0000_s147659" name="公式" r:id="rId3" imgW="1981200" imgH="1498600" progId="Equation.3">
                  <p:embed/>
                </p:oleObj>
              </mc:Choice>
              <mc:Fallback>
                <p:oleObj name="公式" r:id="rId3" imgW="1981200" imgH="14986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8900" y="2044700"/>
                        <a:ext cx="3863975" cy="2922588"/>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286726" name="Rectangle 6"/>
          <p:cNvSpPr>
            <a:spLocks noGrp="1" noChangeArrowheads="1"/>
          </p:cNvSpPr>
          <p:nvPr>
            <p:ph type="title" idx="4294967295"/>
          </p:nvPr>
        </p:nvSpPr>
        <p:spPr>
          <a:xfrm>
            <a:off x="971550" y="188913"/>
            <a:ext cx="5456238" cy="43180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
        <p:nvSpPr>
          <p:cNvPr id="286727" name="Rectangle 7"/>
          <p:cNvSpPr>
            <a:spLocks noChangeArrowheads="1"/>
          </p:cNvSpPr>
          <p:nvPr/>
        </p:nvSpPr>
        <p:spPr bwMode="auto">
          <a:xfrm>
            <a:off x="1330325" y="5135563"/>
            <a:ext cx="6769100" cy="125095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marL="609600" indent="-6096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latinLnBrk="1">
              <a:lnSpc>
                <a:spcPct val="120000"/>
              </a:lnSpc>
              <a:spcAft>
                <a:spcPct val="20000"/>
              </a:spcAft>
              <a:buClr>
                <a:schemeClr val="tx1"/>
              </a:buClr>
              <a:buFont typeface="Wingdings" panose="05000000000000000000" pitchFamily="2" charset="2"/>
              <a:buNone/>
            </a:pPr>
            <a:r>
              <a:rPr lang="zh-CN" altLang="en-US" sz="2200" b="1"/>
              <a:t>    </a:t>
            </a:r>
            <a:r>
              <a:rPr lang="zh-CN" altLang="en-US" sz="2200" b="1">
                <a:solidFill>
                  <a:srgbClr val="6600CC"/>
                </a:solidFill>
              </a:rPr>
              <a:t>频谱函数的实部与模量是频率</a:t>
            </a:r>
            <a:r>
              <a:rPr lang="el-GR" altLang="zh-CN" sz="2200" b="1">
                <a:solidFill>
                  <a:srgbClr val="6600CC"/>
                </a:solidFill>
              </a:rPr>
              <a:t>ω</a:t>
            </a:r>
            <a:r>
              <a:rPr lang="zh-CN" altLang="el-GR" sz="2200" b="1">
                <a:solidFill>
                  <a:srgbClr val="6600CC"/>
                </a:solidFill>
              </a:rPr>
              <a:t>的</a:t>
            </a:r>
            <a:r>
              <a:rPr lang="zh-CN" altLang="el-GR" sz="2200" b="1">
                <a:solidFill>
                  <a:srgbClr val="FF0000"/>
                </a:solidFill>
              </a:rPr>
              <a:t>偶</a:t>
            </a:r>
            <a:r>
              <a:rPr lang="zh-CN" altLang="el-GR" sz="2200" b="1">
                <a:solidFill>
                  <a:srgbClr val="6600CC"/>
                </a:solidFill>
              </a:rPr>
              <a:t>函数</a:t>
            </a:r>
            <a:endParaRPr lang="zh-CN" altLang="en-US" sz="2200" b="1">
              <a:solidFill>
                <a:srgbClr val="6600CC"/>
              </a:solidFill>
            </a:endParaRPr>
          </a:p>
          <a:p>
            <a:pPr latinLnBrk="1">
              <a:lnSpc>
                <a:spcPct val="120000"/>
              </a:lnSpc>
              <a:spcAft>
                <a:spcPct val="20000"/>
              </a:spcAft>
              <a:buClr>
                <a:schemeClr val="tx1"/>
              </a:buClr>
              <a:buFont typeface="Wingdings" panose="05000000000000000000" pitchFamily="2" charset="2"/>
              <a:buNone/>
            </a:pPr>
            <a:r>
              <a:rPr lang="zh-CN" altLang="en-US" sz="2200" b="1">
                <a:solidFill>
                  <a:srgbClr val="6600CC"/>
                </a:solidFill>
              </a:rPr>
              <a:t>    虚部和相位是频率</a:t>
            </a:r>
            <a:r>
              <a:rPr lang="el-GR" altLang="zh-CN" sz="2200" b="1">
                <a:solidFill>
                  <a:srgbClr val="6600CC"/>
                </a:solidFill>
              </a:rPr>
              <a:t>ω</a:t>
            </a:r>
            <a:r>
              <a:rPr lang="zh-CN" altLang="el-GR" sz="2200" b="1">
                <a:solidFill>
                  <a:srgbClr val="6600CC"/>
                </a:solidFill>
              </a:rPr>
              <a:t>的</a:t>
            </a:r>
            <a:r>
              <a:rPr lang="zh-CN" altLang="el-GR" sz="2200" b="1">
                <a:solidFill>
                  <a:srgbClr val="FF0000"/>
                </a:solidFill>
              </a:rPr>
              <a:t>奇</a:t>
            </a:r>
            <a:r>
              <a:rPr lang="zh-CN" altLang="el-GR" sz="2200" b="1">
                <a:solidFill>
                  <a:srgbClr val="6600CC"/>
                </a:solidFill>
              </a:rPr>
              <a:t>函数</a:t>
            </a:r>
            <a:r>
              <a:rPr lang="zh-CN" altLang="en-US" sz="2200" b="1"/>
              <a:t>       </a:t>
            </a:r>
            <a:endParaRPr lang="zh-CN" altLang="en-US" sz="2200" b="1"/>
          </a:p>
        </p:txBody>
      </p:sp>
      <p:graphicFrame>
        <p:nvGraphicFramePr>
          <p:cNvPr id="286728" name="Object 8"/>
          <p:cNvGraphicFramePr>
            <a:graphicFrameLocks noChangeAspect="1"/>
          </p:cNvGraphicFramePr>
          <p:nvPr/>
        </p:nvGraphicFramePr>
        <p:xfrm>
          <a:off x="900113" y="1341438"/>
          <a:ext cx="7559675" cy="863600"/>
        </p:xfrm>
        <a:graphic>
          <a:graphicData uri="http://schemas.openxmlformats.org/presentationml/2006/ole">
            <mc:AlternateContent xmlns:mc="http://schemas.openxmlformats.org/markup-compatibility/2006">
              <mc:Choice xmlns:v="urn:schemas-microsoft-com:vml" Requires="v">
                <p:oleObj spid="_x0000_s147660" name="公式" r:id="rId5" imgW="3454400" imgH="469900" progId="Equation.3">
                  <p:embed/>
                </p:oleObj>
              </mc:Choice>
              <mc:Fallback>
                <p:oleObj name="公式" r:id="rId5" imgW="3454400" imgH="469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1341438"/>
                        <a:ext cx="755967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90687"/>
    </mc:Choice>
    <mc:Fallback>
      <p:transition spd="slow" advTm="906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86728"/>
                                        </p:tgtEl>
                                        <p:attrNameLst>
                                          <p:attrName>style.visibility</p:attrName>
                                        </p:attrNameLst>
                                      </p:cBhvr>
                                      <p:to>
                                        <p:strVal val="visible"/>
                                      </p:to>
                                    </p:set>
                                    <p:animEffect transition="in" filter="wipe(left)">
                                      <p:cBhvr>
                                        <p:cTn id="7" dur="500"/>
                                        <p:tgtEl>
                                          <p:spTgt spid="286728"/>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86725"/>
                                        </p:tgtEl>
                                        <p:attrNameLst>
                                          <p:attrName>style.visibility</p:attrName>
                                        </p:attrNameLst>
                                      </p:cBhvr>
                                      <p:to>
                                        <p:strVal val="visible"/>
                                      </p:to>
                                    </p:set>
                                    <p:anim calcmode="lin" valueType="num">
                                      <p:cBhvr>
                                        <p:cTn id="12" dur="1000" fill="hold"/>
                                        <p:tgtEl>
                                          <p:spTgt spid="286725"/>
                                        </p:tgtEl>
                                        <p:attrNameLst>
                                          <p:attrName>ppt_w</p:attrName>
                                        </p:attrNameLst>
                                      </p:cBhvr>
                                      <p:tavLst>
                                        <p:tav tm="0">
                                          <p:val>
                                            <p:strVal val="#ppt_w*0.70"/>
                                          </p:val>
                                        </p:tav>
                                        <p:tav tm="100000">
                                          <p:val>
                                            <p:strVal val="#ppt_w"/>
                                          </p:val>
                                        </p:tav>
                                      </p:tavLst>
                                    </p:anim>
                                    <p:anim calcmode="lin" valueType="num">
                                      <p:cBhvr>
                                        <p:cTn id="13" dur="1000" fill="hold"/>
                                        <p:tgtEl>
                                          <p:spTgt spid="286725"/>
                                        </p:tgtEl>
                                        <p:attrNameLst>
                                          <p:attrName>ppt_h</p:attrName>
                                        </p:attrNameLst>
                                      </p:cBhvr>
                                      <p:tavLst>
                                        <p:tav tm="0">
                                          <p:val>
                                            <p:strVal val="#ppt_h"/>
                                          </p:val>
                                        </p:tav>
                                        <p:tav tm="100000">
                                          <p:val>
                                            <p:strVal val="#ppt_h"/>
                                          </p:val>
                                        </p:tav>
                                      </p:tavLst>
                                    </p:anim>
                                    <p:animEffect transition="in" filter="fade">
                                      <p:cBhvr>
                                        <p:cTn id="14" dur="1000"/>
                                        <p:tgtEl>
                                          <p:spTgt spid="286725"/>
                                        </p:tgtEl>
                                      </p:cBhvr>
                                    </p:animEffect>
                                  </p:childTnLst>
                                </p:cTn>
                              </p:par>
                            </p:childTnLst>
                          </p:cTn>
                        </p:par>
                        <p:par>
                          <p:cTn id="15" fill="hold">
                            <p:stCondLst>
                              <p:cond delay="1000"/>
                            </p:stCondLst>
                            <p:childTnLst>
                              <p:par>
                                <p:cTn id="16" presetID="55" presetClass="entr" presetSubtype="0" fill="hold" grpId="0" nodeType="afterEffect">
                                  <p:stCondLst>
                                    <p:cond delay="0"/>
                                  </p:stCondLst>
                                  <p:childTnLst>
                                    <p:set>
                                      <p:cBhvr>
                                        <p:cTn id="17" dur="1" fill="hold">
                                          <p:stCondLst>
                                            <p:cond delay="0"/>
                                          </p:stCondLst>
                                        </p:cTn>
                                        <p:tgtEl>
                                          <p:spTgt spid="286727"/>
                                        </p:tgtEl>
                                        <p:attrNameLst>
                                          <p:attrName>style.visibility</p:attrName>
                                        </p:attrNameLst>
                                      </p:cBhvr>
                                      <p:to>
                                        <p:strVal val="visible"/>
                                      </p:to>
                                    </p:set>
                                    <p:anim calcmode="lin" valueType="num">
                                      <p:cBhvr>
                                        <p:cTn id="18" dur="1000" fill="hold"/>
                                        <p:tgtEl>
                                          <p:spTgt spid="286727"/>
                                        </p:tgtEl>
                                        <p:attrNameLst>
                                          <p:attrName>ppt_w</p:attrName>
                                        </p:attrNameLst>
                                      </p:cBhvr>
                                      <p:tavLst>
                                        <p:tav tm="0">
                                          <p:val>
                                            <p:strVal val="#ppt_w*0.70"/>
                                          </p:val>
                                        </p:tav>
                                        <p:tav tm="100000">
                                          <p:val>
                                            <p:strVal val="#ppt_w"/>
                                          </p:val>
                                        </p:tav>
                                      </p:tavLst>
                                    </p:anim>
                                    <p:anim calcmode="lin" valueType="num">
                                      <p:cBhvr>
                                        <p:cTn id="19" dur="1000" fill="hold"/>
                                        <p:tgtEl>
                                          <p:spTgt spid="286727"/>
                                        </p:tgtEl>
                                        <p:attrNameLst>
                                          <p:attrName>ppt_h</p:attrName>
                                        </p:attrNameLst>
                                      </p:cBhvr>
                                      <p:tavLst>
                                        <p:tav tm="0">
                                          <p:val>
                                            <p:strVal val="#ppt_h"/>
                                          </p:val>
                                        </p:tav>
                                        <p:tav tm="100000">
                                          <p:val>
                                            <p:strVal val="#ppt_h"/>
                                          </p:val>
                                        </p:tav>
                                      </p:tavLst>
                                    </p:anim>
                                    <p:animEffect transition="in" filter="fade">
                                      <p:cBhvr>
                                        <p:cTn id="20" dur="1000"/>
                                        <p:tgtEl>
                                          <p:spTgt spid="286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7"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814E6FD4-7A72-4F79-9407-08BDEE9FDAD1}" type="datetime1">
              <a:rPr lang="zh-CN" altLang="en-US"/>
            </a:fld>
            <a:endParaRPr lang="zh-CN" altLang="en-US"/>
          </a:p>
        </p:txBody>
      </p:sp>
      <p:sp>
        <p:nvSpPr>
          <p:cNvPr id="148483" name="Rectangle 2"/>
          <p:cNvSpPr>
            <a:spLocks noGrp="1" noChangeArrowheads="1"/>
          </p:cNvSpPr>
          <p:nvPr>
            <p:ph type="body" sz="half" idx="4294967295"/>
          </p:nvPr>
        </p:nvSpPr>
        <p:spPr>
          <a:xfrm>
            <a:off x="1042988" y="333375"/>
            <a:ext cx="2160587" cy="504825"/>
          </a:xfrm>
        </p:spPr>
        <p:txBody>
          <a:bodyPr/>
          <a:lstStyle/>
          <a:p>
            <a:pPr>
              <a:lnSpc>
                <a:spcPct val="80000"/>
              </a:lnSpc>
              <a:spcBef>
                <a:spcPct val="80000"/>
              </a:spcBef>
              <a:buFont typeface="Wingdings" panose="05000000000000000000" pitchFamily="2" charset="2"/>
              <a:buNone/>
            </a:pPr>
            <a:r>
              <a:rPr lang="en-US" altLang="zh-CN" sz="2200" b="1" dirty="0">
                <a:solidFill>
                  <a:srgbClr val="FF3300"/>
                </a:solidFill>
              </a:rPr>
              <a:t>5</a:t>
            </a:r>
            <a:r>
              <a:rPr lang="zh-CN" altLang="en-US" sz="2200" b="1" dirty="0">
                <a:solidFill>
                  <a:srgbClr val="FF3300"/>
                </a:solidFill>
              </a:rPr>
              <a:t>、奇偶特性  </a:t>
            </a:r>
            <a:endParaRPr lang="zh-CN" altLang="en-US" sz="2200" b="1" dirty="0">
              <a:solidFill>
                <a:srgbClr val="FF3300"/>
              </a:solidFill>
            </a:endParaRPr>
          </a:p>
        </p:txBody>
      </p:sp>
      <p:graphicFrame>
        <p:nvGraphicFramePr>
          <p:cNvPr id="287747" name="Object 3"/>
          <p:cNvGraphicFramePr>
            <a:graphicFrameLocks noChangeAspect="1"/>
          </p:cNvGraphicFramePr>
          <p:nvPr/>
        </p:nvGraphicFramePr>
        <p:xfrm>
          <a:off x="1187450" y="2492375"/>
          <a:ext cx="2903538" cy="508000"/>
        </p:xfrm>
        <a:graphic>
          <a:graphicData uri="http://schemas.openxmlformats.org/presentationml/2006/ole">
            <mc:AlternateContent xmlns:mc="http://schemas.openxmlformats.org/markup-compatibility/2006">
              <mc:Choice xmlns:v="urn:schemas-microsoft-com:vml" Requires="v">
                <p:oleObj spid="_x0000_s149000" name="公式" r:id="rId1" imgW="1231265" imgH="215900" progId="Equation.3">
                  <p:embed/>
                </p:oleObj>
              </mc:Choice>
              <mc:Fallback>
                <p:oleObj name="公式" r:id="rId1" imgW="1231265"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492375"/>
                        <a:ext cx="2903538"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748" name="Object 4"/>
          <p:cNvGraphicFramePr>
            <a:graphicFrameLocks noGrp="1" noChangeAspect="1"/>
          </p:cNvGraphicFramePr>
          <p:nvPr>
            <p:ph sz="quarter" idx="4294967295"/>
          </p:nvPr>
        </p:nvGraphicFramePr>
        <p:xfrm>
          <a:off x="873125" y="3233738"/>
          <a:ext cx="2371725" cy="465137"/>
        </p:xfrm>
        <a:graphic>
          <a:graphicData uri="http://schemas.openxmlformats.org/presentationml/2006/ole">
            <mc:AlternateContent xmlns:mc="http://schemas.openxmlformats.org/markup-compatibility/2006">
              <mc:Choice xmlns:v="urn:schemas-microsoft-com:vml" Requires="v">
                <p:oleObj spid="_x0000_s149001" name="公式" r:id="rId3" imgW="824865" imgH="215900" progId="Equation.3">
                  <p:embed/>
                </p:oleObj>
              </mc:Choice>
              <mc:Fallback>
                <p:oleObj name="公式" r:id="rId3" imgW="824865" imgH="215900" progId="Equation.3">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125" y="3233738"/>
                        <a:ext cx="237172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749" name="Object 5"/>
          <p:cNvGraphicFramePr>
            <a:graphicFrameLocks noChangeAspect="1"/>
          </p:cNvGraphicFramePr>
          <p:nvPr/>
        </p:nvGraphicFramePr>
        <p:xfrm>
          <a:off x="900113" y="765175"/>
          <a:ext cx="7559675" cy="863600"/>
        </p:xfrm>
        <a:graphic>
          <a:graphicData uri="http://schemas.openxmlformats.org/presentationml/2006/ole">
            <mc:AlternateContent xmlns:mc="http://schemas.openxmlformats.org/markup-compatibility/2006">
              <mc:Choice xmlns:v="urn:schemas-microsoft-com:vml" Requires="v">
                <p:oleObj spid="_x0000_s149002" name="公式" r:id="rId5" imgW="3454400" imgH="469900" progId="Equation.3">
                  <p:embed/>
                </p:oleObj>
              </mc:Choice>
              <mc:Fallback>
                <p:oleObj name="公式" r:id="rId5" imgW="3454400" imgH="469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765175"/>
                        <a:ext cx="755967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750" name="Object 6"/>
          <p:cNvGraphicFramePr>
            <a:graphicFrameLocks noChangeAspect="1"/>
          </p:cNvGraphicFramePr>
          <p:nvPr/>
        </p:nvGraphicFramePr>
        <p:xfrm>
          <a:off x="2268538" y="5157788"/>
          <a:ext cx="1900237" cy="496887"/>
        </p:xfrm>
        <a:graphic>
          <a:graphicData uri="http://schemas.openxmlformats.org/presentationml/2006/ole">
            <mc:AlternateContent xmlns:mc="http://schemas.openxmlformats.org/markup-compatibility/2006">
              <mc:Choice xmlns:v="urn:schemas-microsoft-com:vml" Requires="v">
                <p:oleObj spid="_x0000_s149003" name="公式" r:id="rId7" imgW="824865" imgH="215900" progId="Equation.3">
                  <p:embed/>
                </p:oleObj>
              </mc:Choice>
              <mc:Fallback>
                <p:oleObj name="公式" r:id="rId7" imgW="824865" imgH="2159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5157788"/>
                        <a:ext cx="1900237"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751" name="Object 7"/>
          <p:cNvGraphicFramePr>
            <a:graphicFrameLocks noChangeAspect="1"/>
          </p:cNvGraphicFramePr>
          <p:nvPr/>
        </p:nvGraphicFramePr>
        <p:xfrm>
          <a:off x="4356100" y="3284538"/>
          <a:ext cx="2087563" cy="654050"/>
        </p:xfrm>
        <a:graphic>
          <a:graphicData uri="http://schemas.openxmlformats.org/presentationml/2006/ole">
            <mc:AlternateContent xmlns:mc="http://schemas.openxmlformats.org/markup-compatibility/2006">
              <mc:Choice xmlns:v="urn:schemas-microsoft-com:vml" Requires="v">
                <p:oleObj spid="_x0000_s149004" name="公式" r:id="rId9" imgW="1054100" imgH="330200" progId="Equation.3">
                  <p:embed/>
                </p:oleObj>
              </mc:Choice>
              <mc:Fallback>
                <p:oleObj name="公式" r:id="rId9" imgW="1054100" imgH="3302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6100" y="3284538"/>
                        <a:ext cx="2087563" cy="654050"/>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148489" name="Object 8"/>
          <p:cNvGraphicFramePr>
            <a:graphicFrameLocks noChangeAspect="1"/>
          </p:cNvGraphicFramePr>
          <p:nvPr/>
        </p:nvGraphicFramePr>
        <p:xfrm>
          <a:off x="1187450" y="1700213"/>
          <a:ext cx="2214563" cy="477837"/>
        </p:xfrm>
        <a:graphic>
          <a:graphicData uri="http://schemas.openxmlformats.org/presentationml/2006/ole">
            <mc:AlternateContent xmlns:mc="http://schemas.openxmlformats.org/markup-compatibility/2006">
              <mc:Choice xmlns:v="urn:schemas-microsoft-com:vml" Requires="v">
                <p:oleObj spid="_x0000_s149005" name="公式" r:id="rId11" imgW="939165" imgH="203200" progId="Equation.3">
                  <p:embed/>
                </p:oleObj>
              </mc:Choice>
              <mc:Fallback>
                <p:oleObj name="公式" r:id="rId11" imgW="939165" imgH="2032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450" y="1700213"/>
                        <a:ext cx="22145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753" name="Object 9"/>
          <p:cNvGraphicFramePr>
            <a:graphicFrameLocks noChangeAspect="1"/>
          </p:cNvGraphicFramePr>
          <p:nvPr/>
        </p:nvGraphicFramePr>
        <p:xfrm>
          <a:off x="1258888" y="4292600"/>
          <a:ext cx="2903537" cy="508000"/>
        </p:xfrm>
        <a:graphic>
          <a:graphicData uri="http://schemas.openxmlformats.org/presentationml/2006/ole">
            <mc:AlternateContent xmlns:mc="http://schemas.openxmlformats.org/markup-compatibility/2006">
              <mc:Choice xmlns:v="urn:schemas-microsoft-com:vml" Requires="v">
                <p:oleObj spid="_x0000_s149006" name="公式" r:id="rId13" imgW="1231265" imgH="215900" progId="Equation.3">
                  <p:embed/>
                </p:oleObj>
              </mc:Choice>
              <mc:Fallback>
                <p:oleObj name="公式" r:id="rId13" imgW="1231265" imgH="2159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8888" y="4292600"/>
                        <a:ext cx="29035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7754" name="Object 10"/>
          <p:cNvGraphicFramePr>
            <a:graphicFrameLocks noChangeAspect="1"/>
          </p:cNvGraphicFramePr>
          <p:nvPr/>
        </p:nvGraphicFramePr>
        <p:xfrm>
          <a:off x="4284663" y="5013325"/>
          <a:ext cx="2305050" cy="644525"/>
        </p:xfrm>
        <a:graphic>
          <a:graphicData uri="http://schemas.openxmlformats.org/presentationml/2006/ole">
            <mc:AlternateContent xmlns:mc="http://schemas.openxmlformats.org/markup-compatibility/2006">
              <mc:Choice xmlns:v="urn:schemas-microsoft-com:vml" Requires="v">
                <p:oleObj spid="_x0000_s149007" name="公式" r:id="rId15" imgW="1180465" imgH="330200" progId="Equation.3">
                  <p:embed/>
                </p:oleObj>
              </mc:Choice>
              <mc:Fallback>
                <p:oleObj name="公式" r:id="rId15" imgW="1180465" imgH="3302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84663" y="5013325"/>
                        <a:ext cx="2305050" cy="6445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2" name="墨迹 1"/>
          <p:cNvSpPr/>
          <p:nvPr/>
        </p:nvSpPr>
        <p:spPr bwMode="auto">
          <a:xfrm>
            <a:off x="1241640" y="1359360"/>
            <a:ext cx="7419600" cy="4321800"/>
          </a:xfrm>
          <a:prstGeom prst="rect">
            <a:avLst/>
          </a:prstGeom>
        </p:spPr>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96775"/>
    </mc:Choice>
    <mc:Fallback>
      <p:transition spd="slow" advTm="967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2" presetClass="entr" presetSubtype="8" fill="hold" nodeType="afterEffect">
                                  <p:stCondLst>
                                    <p:cond delay="0"/>
                                  </p:stCondLst>
                                  <p:childTnLst>
                                    <p:set>
                                      <p:cBhvr>
                                        <p:cTn id="10" dur="1" fill="hold">
                                          <p:stCondLst>
                                            <p:cond delay="0"/>
                                          </p:stCondLst>
                                        </p:cTn>
                                        <p:tgtEl>
                                          <p:spTgt spid="287749"/>
                                        </p:tgtEl>
                                        <p:attrNameLst>
                                          <p:attrName>style.visibility</p:attrName>
                                        </p:attrNameLst>
                                      </p:cBhvr>
                                      <p:to>
                                        <p:strVal val="visible"/>
                                      </p:to>
                                    </p:set>
                                    <p:animEffect transition="in" filter="wipe(left)">
                                      <p:cBhvr>
                                        <p:cTn id="11" dur="500"/>
                                        <p:tgtEl>
                                          <p:spTgt spid="287749"/>
                                        </p:tgtEl>
                                      </p:cBhvr>
                                    </p:animEffec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nodeType="clickEffect">
                                  <p:stCondLst>
                                    <p:cond delay="0"/>
                                  </p:stCondLst>
                                  <p:childTnLst>
                                    <p:set>
                                      <p:cBhvr>
                                        <p:cTn id="15" dur="1" fill="hold">
                                          <p:stCondLst>
                                            <p:cond delay="0"/>
                                          </p:stCondLst>
                                        </p:cTn>
                                        <p:tgtEl>
                                          <p:spTgt spid="287747"/>
                                        </p:tgtEl>
                                        <p:attrNameLst>
                                          <p:attrName>style.visibility</p:attrName>
                                        </p:attrNameLst>
                                      </p:cBhvr>
                                      <p:to>
                                        <p:strVal val="visible"/>
                                      </p:to>
                                    </p:set>
                                    <p:anim calcmode="lin" valueType="num">
                                      <p:cBhvr>
                                        <p:cTn id="16" dur="1000" fill="hold"/>
                                        <p:tgtEl>
                                          <p:spTgt spid="287747"/>
                                        </p:tgtEl>
                                        <p:attrNameLst>
                                          <p:attrName>ppt_w</p:attrName>
                                        </p:attrNameLst>
                                      </p:cBhvr>
                                      <p:tavLst>
                                        <p:tav tm="0">
                                          <p:val>
                                            <p:strVal val="#ppt_w*0.70"/>
                                          </p:val>
                                        </p:tav>
                                        <p:tav tm="100000">
                                          <p:val>
                                            <p:strVal val="#ppt_w"/>
                                          </p:val>
                                        </p:tav>
                                      </p:tavLst>
                                    </p:anim>
                                    <p:anim calcmode="lin" valueType="num">
                                      <p:cBhvr>
                                        <p:cTn id="17" dur="1000" fill="hold"/>
                                        <p:tgtEl>
                                          <p:spTgt spid="287747"/>
                                        </p:tgtEl>
                                        <p:attrNameLst>
                                          <p:attrName>ppt_h</p:attrName>
                                        </p:attrNameLst>
                                      </p:cBhvr>
                                      <p:tavLst>
                                        <p:tav tm="0">
                                          <p:val>
                                            <p:strVal val="#ppt_h"/>
                                          </p:val>
                                        </p:tav>
                                        <p:tav tm="100000">
                                          <p:val>
                                            <p:strVal val="#ppt_h"/>
                                          </p:val>
                                        </p:tav>
                                      </p:tavLst>
                                    </p:anim>
                                    <p:animEffect transition="in" filter="fade">
                                      <p:cBhvr>
                                        <p:cTn id="18" dur="1000"/>
                                        <p:tgtEl>
                                          <p:spTgt spid="287747"/>
                                        </p:tgtEl>
                                      </p:cBhvr>
                                    </p:animEffect>
                                  </p:childTnLst>
                                </p:cTn>
                              </p:par>
                            </p:childTnLst>
                          </p:cTn>
                        </p:par>
                        <p:par>
                          <p:cTn id="19" fill="hold">
                            <p:stCondLst>
                              <p:cond delay="1000"/>
                            </p:stCondLst>
                            <p:childTnLst>
                              <p:par>
                                <p:cTn id="20" presetID="55" presetClass="entr" presetSubtype="0" fill="hold" nodeType="afterEffect">
                                  <p:stCondLst>
                                    <p:cond delay="0"/>
                                  </p:stCondLst>
                                  <p:childTnLst>
                                    <p:set>
                                      <p:cBhvr>
                                        <p:cTn id="21" dur="1" fill="hold">
                                          <p:stCondLst>
                                            <p:cond delay="0"/>
                                          </p:stCondLst>
                                        </p:cTn>
                                        <p:tgtEl>
                                          <p:spTgt spid="287748"/>
                                        </p:tgtEl>
                                        <p:attrNameLst>
                                          <p:attrName>style.visibility</p:attrName>
                                        </p:attrNameLst>
                                      </p:cBhvr>
                                      <p:to>
                                        <p:strVal val="visible"/>
                                      </p:to>
                                    </p:set>
                                    <p:anim calcmode="lin" valueType="num">
                                      <p:cBhvr>
                                        <p:cTn id="22" dur="1000" fill="hold"/>
                                        <p:tgtEl>
                                          <p:spTgt spid="287748"/>
                                        </p:tgtEl>
                                        <p:attrNameLst>
                                          <p:attrName>ppt_w</p:attrName>
                                        </p:attrNameLst>
                                      </p:cBhvr>
                                      <p:tavLst>
                                        <p:tav tm="0">
                                          <p:val>
                                            <p:strVal val="#ppt_w*0.70"/>
                                          </p:val>
                                        </p:tav>
                                        <p:tav tm="100000">
                                          <p:val>
                                            <p:strVal val="#ppt_w"/>
                                          </p:val>
                                        </p:tav>
                                      </p:tavLst>
                                    </p:anim>
                                    <p:anim calcmode="lin" valueType="num">
                                      <p:cBhvr>
                                        <p:cTn id="23" dur="1000" fill="hold"/>
                                        <p:tgtEl>
                                          <p:spTgt spid="287748"/>
                                        </p:tgtEl>
                                        <p:attrNameLst>
                                          <p:attrName>ppt_h</p:attrName>
                                        </p:attrNameLst>
                                      </p:cBhvr>
                                      <p:tavLst>
                                        <p:tav tm="0">
                                          <p:val>
                                            <p:strVal val="#ppt_h"/>
                                          </p:val>
                                        </p:tav>
                                        <p:tav tm="100000">
                                          <p:val>
                                            <p:strVal val="#ppt_h"/>
                                          </p:val>
                                        </p:tav>
                                      </p:tavLst>
                                    </p:anim>
                                    <p:animEffect transition="in" filter="fade">
                                      <p:cBhvr>
                                        <p:cTn id="24" dur="1000"/>
                                        <p:tgtEl>
                                          <p:spTgt spid="287748"/>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287751"/>
                                        </p:tgtEl>
                                        <p:attrNameLst>
                                          <p:attrName>style.visibility</p:attrName>
                                        </p:attrNameLst>
                                      </p:cBhvr>
                                      <p:to>
                                        <p:strVal val="visible"/>
                                      </p:to>
                                    </p:set>
                                    <p:anim calcmode="lin" valueType="num">
                                      <p:cBhvr>
                                        <p:cTn id="29" dur="1000" fill="hold"/>
                                        <p:tgtEl>
                                          <p:spTgt spid="287751"/>
                                        </p:tgtEl>
                                        <p:attrNameLst>
                                          <p:attrName>ppt_w</p:attrName>
                                        </p:attrNameLst>
                                      </p:cBhvr>
                                      <p:tavLst>
                                        <p:tav tm="0">
                                          <p:val>
                                            <p:strVal val="#ppt_w*0.70"/>
                                          </p:val>
                                        </p:tav>
                                        <p:tav tm="100000">
                                          <p:val>
                                            <p:strVal val="#ppt_w"/>
                                          </p:val>
                                        </p:tav>
                                      </p:tavLst>
                                    </p:anim>
                                    <p:anim calcmode="lin" valueType="num">
                                      <p:cBhvr>
                                        <p:cTn id="30" dur="1000" fill="hold"/>
                                        <p:tgtEl>
                                          <p:spTgt spid="287751"/>
                                        </p:tgtEl>
                                        <p:attrNameLst>
                                          <p:attrName>ppt_h</p:attrName>
                                        </p:attrNameLst>
                                      </p:cBhvr>
                                      <p:tavLst>
                                        <p:tav tm="0">
                                          <p:val>
                                            <p:strVal val="#ppt_h"/>
                                          </p:val>
                                        </p:tav>
                                        <p:tav tm="100000">
                                          <p:val>
                                            <p:strVal val="#ppt_h"/>
                                          </p:val>
                                        </p:tav>
                                      </p:tavLst>
                                    </p:anim>
                                    <p:animEffect transition="in" filter="fade">
                                      <p:cBhvr>
                                        <p:cTn id="31" dur="1000"/>
                                        <p:tgtEl>
                                          <p:spTgt spid="287751"/>
                                        </p:tgtEl>
                                      </p:cBhvr>
                                    </p:animEffect>
                                  </p:childTnLst>
                                </p:cTn>
                              </p:par>
                            </p:childTnLst>
                          </p:cTn>
                        </p:par>
                        <p:par>
                          <p:cTn id="32" fill="hold">
                            <p:stCondLst>
                              <p:cond delay="1000"/>
                            </p:stCondLst>
                            <p:childTnLst>
                              <p:par>
                                <p:cTn id="33" presetID="55" presetClass="entr" presetSubtype="0" fill="hold" nodeType="afterEffect">
                                  <p:stCondLst>
                                    <p:cond delay="0"/>
                                  </p:stCondLst>
                                  <p:childTnLst>
                                    <p:set>
                                      <p:cBhvr>
                                        <p:cTn id="34" dur="1" fill="hold">
                                          <p:stCondLst>
                                            <p:cond delay="0"/>
                                          </p:stCondLst>
                                        </p:cTn>
                                        <p:tgtEl>
                                          <p:spTgt spid="287753"/>
                                        </p:tgtEl>
                                        <p:attrNameLst>
                                          <p:attrName>style.visibility</p:attrName>
                                        </p:attrNameLst>
                                      </p:cBhvr>
                                      <p:to>
                                        <p:strVal val="visible"/>
                                      </p:to>
                                    </p:set>
                                    <p:anim calcmode="lin" valueType="num">
                                      <p:cBhvr>
                                        <p:cTn id="35" dur="1000" fill="hold"/>
                                        <p:tgtEl>
                                          <p:spTgt spid="287753"/>
                                        </p:tgtEl>
                                        <p:attrNameLst>
                                          <p:attrName>ppt_w</p:attrName>
                                        </p:attrNameLst>
                                      </p:cBhvr>
                                      <p:tavLst>
                                        <p:tav tm="0">
                                          <p:val>
                                            <p:strVal val="#ppt_w*0.70"/>
                                          </p:val>
                                        </p:tav>
                                        <p:tav tm="100000">
                                          <p:val>
                                            <p:strVal val="#ppt_w"/>
                                          </p:val>
                                        </p:tav>
                                      </p:tavLst>
                                    </p:anim>
                                    <p:anim calcmode="lin" valueType="num">
                                      <p:cBhvr>
                                        <p:cTn id="36" dur="1000" fill="hold"/>
                                        <p:tgtEl>
                                          <p:spTgt spid="287753"/>
                                        </p:tgtEl>
                                        <p:attrNameLst>
                                          <p:attrName>ppt_h</p:attrName>
                                        </p:attrNameLst>
                                      </p:cBhvr>
                                      <p:tavLst>
                                        <p:tav tm="0">
                                          <p:val>
                                            <p:strVal val="#ppt_h"/>
                                          </p:val>
                                        </p:tav>
                                        <p:tav tm="100000">
                                          <p:val>
                                            <p:strVal val="#ppt_h"/>
                                          </p:val>
                                        </p:tav>
                                      </p:tavLst>
                                    </p:anim>
                                    <p:animEffect transition="in" filter="fade">
                                      <p:cBhvr>
                                        <p:cTn id="37" dur="1000"/>
                                        <p:tgtEl>
                                          <p:spTgt spid="287753"/>
                                        </p:tgtEl>
                                      </p:cBhvr>
                                    </p:animEffect>
                                  </p:childTnLst>
                                </p:cTn>
                              </p:par>
                            </p:childTnLst>
                          </p:cTn>
                        </p:par>
                        <p:par>
                          <p:cTn id="38" fill="hold">
                            <p:stCondLst>
                              <p:cond delay="2000"/>
                            </p:stCondLst>
                            <p:childTnLst>
                              <p:par>
                                <p:cTn id="39" presetID="55" presetClass="entr" presetSubtype="0" fill="hold" nodeType="afterEffect">
                                  <p:stCondLst>
                                    <p:cond delay="0"/>
                                  </p:stCondLst>
                                  <p:childTnLst>
                                    <p:set>
                                      <p:cBhvr>
                                        <p:cTn id="40" dur="1" fill="hold">
                                          <p:stCondLst>
                                            <p:cond delay="0"/>
                                          </p:stCondLst>
                                        </p:cTn>
                                        <p:tgtEl>
                                          <p:spTgt spid="287750"/>
                                        </p:tgtEl>
                                        <p:attrNameLst>
                                          <p:attrName>style.visibility</p:attrName>
                                        </p:attrNameLst>
                                      </p:cBhvr>
                                      <p:to>
                                        <p:strVal val="visible"/>
                                      </p:to>
                                    </p:set>
                                    <p:anim calcmode="lin" valueType="num">
                                      <p:cBhvr>
                                        <p:cTn id="41" dur="1000" fill="hold"/>
                                        <p:tgtEl>
                                          <p:spTgt spid="287750"/>
                                        </p:tgtEl>
                                        <p:attrNameLst>
                                          <p:attrName>ppt_w</p:attrName>
                                        </p:attrNameLst>
                                      </p:cBhvr>
                                      <p:tavLst>
                                        <p:tav tm="0">
                                          <p:val>
                                            <p:strVal val="#ppt_w*0.70"/>
                                          </p:val>
                                        </p:tav>
                                        <p:tav tm="100000">
                                          <p:val>
                                            <p:strVal val="#ppt_w"/>
                                          </p:val>
                                        </p:tav>
                                      </p:tavLst>
                                    </p:anim>
                                    <p:anim calcmode="lin" valueType="num">
                                      <p:cBhvr>
                                        <p:cTn id="42" dur="1000" fill="hold"/>
                                        <p:tgtEl>
                                          <p:spTgt spid="287750"/>
                                        </p:tgtEl>
                                        <p:attrNameLst>
                                          <p:attrName>ppt_h</p:attrName>
                                        </p:attrNameLst>
                                      </p:cBhvr>
                                      <p:tavLst>
                                        <p:tav tm="0">
                                          <p:val>
                                            <p:strVal val="#ppt_h"/>
                                          </p:val>
                                        </p:tav>
                                        <p:tav tm="100000">
                                          <p:val>
                                            <p:strVal val="#ppt_h"/>
                                          </p:val>
                                        </p:tav>
                                      </p:tavLst>
                                    </p:anim>
                                    <p:animEffect transition="in" filter="fade">
                                      <p:cBhvr>
                                        <p:cTn id="43" dur="1000"/>
                                        <p:tgtEl>
                                          <p:spTgt spid="287750"/>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nodeType="clickEffect">
                                  <p:stCondLst>
                                    <p:cond delay="0"/>
                                  </p:stCondLst>
                                  <p:childTnLst>
                                    <p:set>
                                      <p:cBhvr>
                                        <p:cTn id="47" dur="1" fill="hold">
                                          <p:stCondLst>
                                            <p:cond delay="0"/>
                                          </p:stCondLst>
                                        </p:cTn>
                                        <p:tgtEl>
                                          <p:spTgt spid="287754"/>
                                        </p:tgtEl>
                                        <p:attrNameLst>
                                          <p:attrName>style.visibility</p:attrName>
                                        </p:attrNameLst>
                                      </p:cBhvr>
                                      <p:to>
                                        <p:strVal val="visible"/>
                                      </p:to>
                                    </p:set>
                                    <p:anim calcmode="lin" valueType="num">
                                      <p:cBhvr>
                                        <p:cTn id="48" dur="1000" fill="hold"/>
                                        <p:tgtEl>
                                          <p:spTgt spid="287754"/>
                                        </p:tgtEl>
                                        <p:attrNameLst>
                                          <p:attrName>ppt_w</p:attrName>
                                        </p:attrNameLst>
                                      </p:cBhvr>
                                      <p:tavLst>
                                        <p:tav tm="0">
                                          <p:val>
                                            <p:strVal val="#ppt_w*0.70"/>
                                          </p:val>
                                        </p:tav>
                                        <p:tav tm="100000">
                                          <p:val>
                                            <p:strVal val="#ppt_w"/>
                                          </p:val>
                                        </p:tav>
                                      </p:tavLst>
                                    </p:anim>
                                    <p:anim calcmode="lin" valueType="num">
                                      <p:cBhvr>
                                        <p:cTn id="49" dur="1000" fill="hold"/>
                                        <p:tgtEl>
                                          <p:spTgt spid="287754"/>
                                        </p:tgtEl>
                                        <p:attrNameLst>
                                          <p:attrName>ppt_h</p:attrName>
                                        </p:attrNameLst>
                                      </p:cBhvr>
                                      <p:tavLst>
                                        <p:tav tm="0">
                                          <p:val>
                                            <p:strVal val="#ppt_h"/>
                                          </p:val>
                                        </p:tav>
                                        <p:tav tm="100000">
                                          <p:val>
                                            <p:strVal val="#ppt_h"/>
                                          </p:val>
                                        </p:tav>
                                      </p:tavLst>
                                    </p:anim>
                                    <p:animEffect transition="in" filter="fade">
                                      <p:cBhvr>
                                        <p:cTn id="50" dur="1000"/>
                                        <p:tgtEl>
                                          <p:spTgt spid="287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0CF45846-3F3D-40D1-AEC8-0C91CC566161}" type="datetime1">
              <a:rPr lang="zh-CN" altLang="en-US"/>
            </a:fld>
            <a:endParaRPr lang="zh-CN" altLang="en-US"/>
          </a:p>
        </p:txBody>
      </p:sp>
      <p:sp>
        <p:nvSpPr>
          <p:cNvPr id="150531" name="Rectangle 2"/>
          <p:cNvSpPr>
            <a:spLocks noGrp="1" noChangeArrowheads="1"/>
          </p:cNvSpPr>
          <p:nvPr>
            <p:ph type="body" sz="half" idx="4294967295"/>
          </p:nvPr>
        </p:nvSpPr>
        <p:spPr>
          <a:xfrm>
            <a:off x="1403350" y="1052513"/>
            <a:ext cx="3200400" cy="609600"/>
          </a:xfrm>
        </p:spPr>
        <p:txBody>
          <a:bodyPr/>
          <a:lstStyle/>
          <a:p>
            <a:pPr marL="609600" indent="-609600" latinLnBrk="1">
              <a:lnSpc>
                <a:spcPct val="120000"/>
              </a:lnSpc>
              <a:buClr>
                <a:schemeClr val="tx1"/>
              </a:buClr>
              <a:buFontTx/>
              <a:buAutoNum type="arabicPeriod" startAt="6"/>
            </a:pPr>
            <a:r>
              <a:rPr lang="zh-CN" altLang="en-US" sz="2200" b="1" dirty="0"/>
              <a:t>对称特性</a:t>
            </a:r>
            <a:endParaRPr lang="zh-CN" altLang="en-US" sz="2200" b="1" dirty="0"/>
          </a:p>
          <a:p>
            <a:pPr marL="609600" indent="-609600" latinLnBrk="1">
              <a:lnSpc>
                <a:spcPct val="120000"/>
              </a:lnSpc>
              <a:buClr>
                <a:schemeClr val="tx1"/>
              </a:buClr>
              <a:buFont typeface="Wingdings" panose="05000000000000000000" pitchFamily="2" charset="2"/>
              <a:buNone/>
            </a:pPr>
            <a:endParaRPr lang="zh-CN" altLang="en-US" sz="2200" b="1" dirty="0"/>
          </a:p>
          <a:p>
            <a:pPr marL="609600" indent="-609600" latinLnBrk="1">
              <a:lnSpc>
                <a:spcPct val="120000"/>
              </a:lnSpc>
              <a:buClr>
                <a:schemeClr val="tx1"/>
              </a:buClr>
            </a:pPr>
            <a:endParaRPr lang="zh-CN" altLang="en-US" sz="2200" b="1" dirty="0"/>
          </a:p>
          <a:p>
            <a:pPr marL="609600" indent="-609600">
              <a:lnSpc>
                <a:spcPct val="120000"/>
              </a:lnSpc>
              <a:buFont typeface="Wingdings" panose="05000000000000000000" pitchFamily="2" charset="2"/>
              <a:buNone/>
            </a:pPr>
            <a:r>
              <a:rPr lang="zh-CN" altLang="en-US" sz="2000" b="1" dirty="0"/>
              <a:t>           </a:t>
            </a:r>
            <a:endParaRPr lang="zh-CN" altLang="en-US" sz="2000" b="1" dirty="0"/>
          </a:p>
        </p:txBody>
      </p:sp>
      <p:graphicFrame>
        <p:nvGraphicFramePr>
          <p:cNvPr id="150532" name="Object 3"/>
          <p:cNvGraphicFramePr>
            <a:graphicFrameLocks noGrp="1" noChangeAspect="1"/>
          </p:cNvGraphicFramePr>
          <p:nvPr>
            <p:ph sz="quarter" idx="4294967295"/>
          </p:nvPr>
        </p:nvGraphicFramePr>
        <p:xfrm>
          <a:off x="3779838" y="908050"/>
          <a:ext cx="3240087" cy="1022350"/>
        </p:xfrm>
        <a:graphic>
          <a:graphicData uri="http://schemas.openxmlformats.org/presentationml/2006/ole">
            <mc:AlternateContent xmlns:mc="http://schemas.openxmlformats.org/markup-compatibility/2006">
              <mc:Choice xmlns:v="urn:schemas-microsoft-com:vml" Requires="v">
                <p:oleObj spid="_x0000_s150671" name="公式" r:id="rId1" imgW="1447800" imgH="457200" progId="Equation.3">
                  <p:embed/>
                </p:oleObj>
              </mc:Choice>
              <mc:Fallback>
                <p:oleObj name="公式" r:id="rId1" imgW="1447800" imgH="4572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838" y="908050"/>
                        <a:ext cx="3240087" cy="1022350"/>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0533" name="Rectangle 4"/>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50534" name="Rectangle 5"/>
          <p:cNvSpPr>
            <a:spLocks noChangeArrowheads="1"/>
          </p:cNvSpPr>
          <p:nvPr/>
        </p:nvSpPr>
        <p:spPr bwMode="auto">
          <a:xfrm>
            <a:off x="2590800" y="1735138"/>
            <a:ext cx="241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sp>
        <p:nvSpPr>
          <p:cNvPr id="150535" name="Rectangle 6"/>
          <p:cNvSpPr>
            <a:spLocks noChangeArrowheads="1"/>
          </p:cNvSpPr>
          <p:nvPr/>
        </p:nvSpPr>
        <p:spPr bwMode="auto">
          <a:xfrm>
            <a:off x="2590800" y="2528888"/>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sp>
        <p:nvSpPr>
          <p:cNvPr id="150536" name="Rectangle 7"/>
          <p:cNvSpPr>
            <a:spLocks noChangeArrowheads="1"/>
          </p:cNvSpPr>
          <p:nvPr/>
        </p:nvSpPr>
        <p:spPr bwMode="auto">
          <a:xfrm>
            <a:off x="2590800" y="3332163"/>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graphicFrame>
        <p:nvGraphicFramePr>
          <p:cNvPr id="288776" name="Object 8"/>
          <p:cNvGraphicFramePr>
            <a:graphicFrameLocks noGrp="1" noChangeAspect="1"/>
          </p:cNvGraphicFramePr>
          <p:nvPr>
            <p:ph sz="quarter" idx="4294967295"/>
          </p:nvPr>
        </p:nvGraphicFramePr>
        <p:xfrm>
          <a:off x="962025" y="2241550"/>
          <a:ext cx="6067425" cy="3278188"/>
        </p:xfrm>
        <a:graphic>
          <a:graphicData uri="http://schemas.openxmlformats.org/presentationml/2006/ole">
            <mc:AlternateContent xmlns:mc="http://schemas.openxmlformats.org/markup-compatibility/2006">
              <mc:Choice xmlns:v="urn:schemas-microsoft-com:vml" Requires="v">
                <p:oleObj spid="_x0000_s150672" name="公式" r:id="rId3" imgW="2527300" imgH="1816100" progId="Equation.3">
                  <p:embed/>
                </p:oleObj>
              </mc:Choice>
              <mc:Fallback>
                <p:oleObj name="公式" r:id="rId3" imgW="2527300" imgH="1816100" progId="Equation.3">
                  <p:embed/>
                  <p:pic>
                    <p:nvPicPr>
                      <p:cNvPr id="0" name="Object 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025" y="2241550"/>
                        <a:ext cx="6067425" cy="3278188"/>
                      </a:xfrm>
                      <a:prstGeom prst="rect">
                        <a:avLst/>
                      </a:prstGeom>
                      <a:solidFill>
                        <a:schemeClr val="bg1"/>
                      </a:solidFill>
                      <a:ln w="9525">
                        <a:solidFill>
                          <a:schemeClr val="accent2"/>
                        </a:solidFill>
                        <a:miter lim="800000"/>
                        <a:headEnd/>
                        <a:tailEnd/>
                      </a:ln>
                      <a:effectLst>
                        <a:outerShdw dist="35921" dir="2700000" algn="ctr" rotWithShape="0">
                          <a:srgbClr val="808080"/>
                        </a:outerShdw>
                      </a:effectLst>
                    </p:spPr>
                  </p:pic>
                </p:oleObj>
              </mc:Fallback>
            </mc:AlternateContent>
          </a:graphicData>
        </a:graphic>
      </p:graphicFrame>
      <p:sp>
        <p:nvSpPr>
          <p:cNvPr id="288777" name="Rectangle 9"/>
          <p:cNvSpPr>
            <a:spLocks noGrp="1" noChangeArrowheads="1"/>
          </p:cNvSpPr>
          <p:nvPr>
            <p:ph type="title" idx="4294967295"/>
          </p:nvPr>
        </p:nvSpPr>
        <p:spPr>
          <a:xfrm>
            <a:off x="827088" y="115888"/>
            <a:ext cx="5705475" cy="43338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
        <p:nvSpPr>
          <p:cNvPr id="2" name="墨迹 1"/>
          <p:cNvSpPr/>
          <p:nvPr/>
        </p:nvSpPr>
        <p:spPr bwMode="auto">
          <a:xfrm>
            <a:off x="1041120" y="1293480"/>
            <a:ext cx="7312680" cy="5004000"/>
          </a:xfrm>
          <a:prstGeom prst="rect">
            <a:avLst/>
          </a:prstGeom>
        </p:spPr>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89326"/>
    </mc:Choice>
    <mc:Fallback>
      <p:transition spd="slow" advTm="1893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7" presetClass="entr" presetSubtype="4" fill="hold" nodeType="clickEffect">
                                  <p:stCondLst>
                                    <p:cond delay="0"/>
                                  </p:stCondLst>
                                  <p:childTnLst>
                                    <p:set>
                                      <p:cBhvr>
                                        <p:cTn id="11" dur="1" fill="hold">
                                          <p:stCondLst>
                                            <p:cond delay="0"/>
                                          </p:stCondLst>
                                        </p:cTn>
                                        <p:tgtEl>
                                          <p:spTgt spid="288776"/>
                                        </p:tgtEl>
                                        <p:attrNameLst>
                                          <p:attrName>style.visibility</p:attrName>
                                        </p:attrNameLst>
                                      </p:cBhvr>
                                      <p:to>
                                        <p:strVal val="visible"/>
                                      </p:to>
                                    </p:set>
                                    <p:anim calcmode="lin" valueType="num">
                                      <p:cBhvr additive="base">
                                        <p:cTn id="12" dur="500" fill="hold"/>
                                        <p:tgtEl>
                                          <p:spTgt spid="288776"/>
                                        </p:tgtEl>
                                        <p:attrNameLst>
                                          <p:attrName>ppt_x</p:attrName>
                                        </p:attrNameLst>
                                      </p:cBhvr>
                                      <p:tavLst>
                                        <p:tav tm="0">
                                          <p:val>
                                            <p:strVal val="#ppt_x"/>
                                          </p:val>
                                        </p:tav>
                                        <p:tav tm="100000">
                                          <p:val>
                                            <p:strVal val="#ppt_x"/>
                                          </p:val>
                                        </p:tav>
                                      </p:tavLst>
                                    </p:anim>
                                    <p:anim calcmode="lin" valueType="num">
                                      <p:cBhvr additive="base">
                                        <p:cTn id="13" dur="500" fill="hold"/>
                                        <p:tgtEl>
                                          <p:spTgt spid="2887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3"/>
          <p:cNvSpPr>
            <a:spLocks noGrp="1"/>
          </p:cNvSpPr>
          <p:nvPr>
            <p:ph type="dt" sz="quarter" idx="10"/>
          </p:nvPr>
        </p:nvSpPr>
        <p:spPr/>
        <p:txBody>
          <a:bodyPr/>
          <a:lstStyle/>
          <a:p>
            <a:pPr>
              <a:defRPr/>
            </a:pPr>
            <a:fld id="{FB072B73-F6F7-4F23-9339-DBD9EC749A67}" type="datetime1">
              <a:rPr lang="zh-CN" altLang="en-US"/>
            </a:fld>
            <a:endParaRPr lang="zh-CN" altLang="en-US"/>
          </a:p>
        </p:txBody>
      </p:sp>
      <p:sp>
        <p:nvSpPr>
          <p:cNvPr id="151555" name="Text Box 2"/>
          <p:cNvSpPr txBox="1">
            <a:spLocks noChangeArrowheads="1"/>
          </p:cNvSpPr>
          <p:nvPr/>
        </p:nvSpPr>
        <p:spPr bwMode="auto">
          <a:xfrm>
            <a:off x="971550" y="1052513"/>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000" b="1">
                <a:solidFill>
                  <a:srgbClr val="FF0000"/>
                </a:solidFill>
                <a:latin typeface="Times New Roman" panose="02020603050405020304" pitchFamily="18" charset="0"/>
                <a:ea typeface="宋体" panose="02010600030101010101" pitchFamily="2" charset="-122"/>
              </a:rPr>
              <a:t>例</a:t>
            </a:r>
            <a:r>
              <a:rPr kumimoji="1" lang="en-US" altLang="zh-CN" sz="2000" b="1">
                <a:solidFill>
                  <a:srgbClr val="FF0000"/>
                </a:solidFill>
                <a:latin typeface="Times New Roman" panose="02020603050405020304" pitchFamily="18" charset="0"/>
                <a:ea typeface="宋体" panose="02010600030101010101" pitchFamily="2" charset="-122"/>
              </a:rPr>
              <a:t>1</a:t>
            </a:r>
            <a:r>
              <a:rPr kumimoji="1" lang="zh-CN" altLang="en-US" sz="2000" b="1">
                <a:solidFill>
                  <a:srgbClr val="FF0000"/>
                </a:solidFill>
                <a:latin typeface="Times New Roman" panose="02020603050405020304" pitchFamily="18" charset="0"/>
                <a:ea typeface="宋体" panose="02010600030101010101" pitchFamily="2" charset="-122"/>
              </a:rPr>
              <a:t>：</a:t>
            </a:r>
            <a:endParaRPr kumimoji="1" lang="zh-CN" altLang="en-US" sz="2000" b="1">
              <a:solidFill>
                <a:srgbClr val="FF0000"/>
              </a:solidFill>
              <a:latin typeface="Tahoma" panose="020B0604030504040204" pitchFamily="34" charset="0"/>
              <a:ea typeface="宋体" panose="02010600030101010101" pitchFamily="2" charset="-122"/>
            </a:endParaRPr>
          </a:p>
        </p:txBody>
      </p:sp>
      <p:graphicFrame>
        <p:nvGraphicFramePr>
          <p:cNvPr id="151556" name="Object 3"/>
          <p:cNvGraphicFramePr>
            <a:graphicFrameLocks noChangeAspect="1"/>
          </p:cNvGraphicFramePr>
          <p:nvPr/>
        </p:nvGraphicFramePr>
        <p:xfrm>
          <a:off x="2051050" y="1125538"/>
          <a:ext cx="2822575" cy="441325"/>
        </p:xfrm>
        <a:graphic>
          <a:graphicData uri="http://schemas.openxmlformats.org/presentationml/2006/ole">
            <mc:AlternateContent xmlns:mc="http://schemas.openxmlformats.org/markup-compatibility/2006">
              <mc:Choice xmlns:v="urn:schemas-microsoft-com:vml" Requires="v">
                <p:oleObj spid="_x0000_s152142" name="Equation" r:id="rId1" imgW="1562100" imgH="241300" progId="Equation.3">
                  <p:embed/>
                </p:oleObj>
              </mc:Choice>
              <mc:Fallback>
                <p:oleObj name="Equation" r:id="rId1" imgW="1562100" imgH="2413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125538"/>
                        <a:ext cx="2822575"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9796" name="Object 4"/>
          <p:cNvGraphicFramePr>
            <a:graphicFrameLocks noChangeAspect="1"/>
          </p:cNvGraphicFramePr>
          <p:nvPr/>
        </p:nvGraphicFramePr>
        <p:xfrm>
          <a:off x="1619250" y="1844675"/>
          <a:ext cx="1524000" cy="469900"/>
        </p:xfrm>
        <a:graphic>
          <a:graphicData uri="http://schemas.openxmlformats.org/presentationml/2006/ole">
            <mc:AlternateContent xmlns:mc="http://schemas.openxmlformats.org/markup-compatibility/2006">
              <mc:Choice xmlns:v="urn:schemas-microsoft-com:vml" Requires="v">
                <p:oleObj spid="_x0000_s152143" name="Equation" r:id="rId3" imgW="698500" imgH="215900" progId="Equation.3">
                  <p:embed/>
                </p:oleObj>
              </mc:Choice>
              <mc:Fallback>
                <p:oleObj name="Equation" r:id="rId3" imgW="6985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844675"/>
                        <a:ext cx="1524000"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7" name="Object 5"/>
          <p:cNvGraphicFramePr>
            <a:graphicFrameLocks noChangeAspect="1"/>
          </p:cNvGraphicFramePr>
          <p:nvPr/>
        </p:nvGraphicFramePr>
        <p:xfrm>
          <a:off x="4427538" y="1844675"/>
          <a:ext cx="1295400" cy="400050"/>
        </p:xfrm>
        <a:graphic>
          <a:graphicData uri="http://schemas.openxmlformats.org/presentationml/2006/ole">
            <mc:AlternateContent xmlns:mc="http://schemas.openxmlformats.org/markup-compatibility/2006">
              <mc:Choice xmlns:v="urn:schemas-microsoft-com:vml" Requires="v">
                <p:oleObj spid="_x0000_s152144" name="Equation" r:id="rId5" imgW="660400" imgH="203200" progId="Equation.3">
                  <p:embed/>
                </p:oleObj>
              </mc:Choice>
              <mc:Fallback>
                <p:oleObj name="Equation" r:id="rId5" imgW="660400"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538" y="1844675"/>
                        <a:ext cx="1295400"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9798" name="Object 6"/>
          <p:cNvGraphicFramePr>
            <a:graphicFrameLocks noChangeAspect="1"/>
          </p:cNvGraphicFramePr>
          <p:nvPr/>
        </p:nvGraphicFramePr>
        <p:xfrm>
          <a:off x="2555875" y="2565400"/>
          <a:ext cx="2554288" cy="441325"/>
        </p:xfrm>
        <a:graphic>
          <a:graphicData uri="http://schemas.openxmlformats.org/presentationml/2006/ole">
            <mc:AlternateContent xmlns:mc="http://schemas.openxmlformats.org/markup-compatibility/2006">
              <mc:Choice xmlns:v="urn:schemas-microsoft-com:vml" Requires="v">
                <p:oleObj spid="_x0000_s152145" name="Equation" r:id="rId7" imgW="1409700" imgH="241300" progId="Equation.3">
                  <p:embed/>
                </p:oleObj>
              </mc:Choice>
              <mc:Fallback>
                <p:oleObj name="Equation" r:id="rId7" imgW="1409700" imgH="2413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2565400"/>
                        <a:ext cx="2554288" cy="4413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289799" name="AutoShape 7"/>
          <p:cNvSpPr>
            <a:spLocks noChangeArrowheads="1"/>
          </p:cNvSpPr>
          <p:nvPr/>
        </p:nvSpPr>
        <p:spPr bwMode="auto">
          <a:xfrm>
            <a:off x="3203575" y="1844675"/>
            <a:ext cx="1066800" cy="381000"/>
          </a:xfrm>
          <a:prstGeom prst="leftRightArrow">
            <a:avLst>
              <a:gd name="adj1" fmla="val 50000"/>
              <a:gd name="adj2" fmla="val 56000"/>
            </a:avLst>
          </a:prstGeom>
          <a:solidFill>
            <a:schemeClr val="accent1"/>
          </a:solidFill>
          <a:ln w="9525">
            <a:solidFill>
              <a:schemeClr val="tx1"/>
            </a:solidFill>
            <a:miter lim="800000"/>
          </a:ln>
        </p:spPr>
        <p:txBody>
          <a:bodyPr wrap="none" anchor="ct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sp>
        <p:nvSpPr>
          <p:cNvPr id="151561" name="Text Box 8"/>
          <p:cNvSpPr txBox="1">
            <a:spLocks noChangeArrowheads="1"/>
          </p:cNvSpPr>
          <p:nvPr/>
        </p:nvSpPr>
        <p:spPr bwMode="auto">
          <a:xfrm>
            <a:off x="755650" y="3573463"/>
            <a:ext cx="86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000" b="1">
                <a:solidFill>
                  <a:srgbClr val="FF0000"/>
                </a:solidFill>
                <a:latin typeface="Times New Roman" panose="02020603050405020304" pitchFamily="18" charset="0"/>
                <a:ea typeface="宋体" panose="02010600030101010101" pitchFamily="2" charset="-122"/>
              </a:rPr>
              <a:t>例</a:t>
            </a:r>
            <a:r>
              <a:rPr kumimoji="1" lang="en-US" altLang="zh-CN" sz="2000" b="1">
                <a:solidFill>
                  <a:srgbClr val="FF0000"/>
                </a:solidFill>
                <a:latin typeface="Times New Roman" panose="02020603050405020304" pitchFamily="18" charset="0"/>
                <a:ea typeface="宋体" panose="02010600030101010101" pitchFamily="2" charset="-122"/>
              </a:rPr>
              <a:t>2</a:t>
            </a:r>
            <a:r>
              <a:rPr kumimoji="1" lang="zh-CN" altLang="en-US" sz="2000" b="1">
                <a:solidFill>
                  <a:srgbClr val="05050B"/>
                </a:solidFill>
                <a:latin typeface="Times New Roman" panose="02020603050405020304" pitchFamily="18" charset="0"/>
                <a:ea typeface="宋体" panose="02010600030101010101" pitchFamily="2" charset="-122"/>
              </a:rPr>
              <a:t>：</a:t>
            </a:r>
            <a:endParaRPr kumimoji="1" lang="zh-CN" altLang="en-US" sz="2000" b="1">
              <a:solidFill>
                <a:srgbClr val="05050B"/>
              </a:solidFill>
              <a:latin typeface="Tahoma" panose="020B0604030504040204" pitchFamily="34" charset="0"/>
              <a:ea typeface="宋体" panose="02010600030101010101" pitchFamily="2" charset="-122"/>
            </a:endParaRPr>
          </a:p>
        </p:txBody>
      </p:sp>
      <p:graphicFrame>
        <p:nvGraphicFramePr>
          <p:cNvPr id="151562" name="Object 9"/>
          <p:cNvGraphicFramePr>
            <a:graphicFrameLocks noChangeAspect="1"/>
          </p:cNvGraphicFramePr>
          <p:nvPr/>
        </p:nvGraphicFramePr>
        <p:xfrm>
          <a:off x="1763713" y="3429000"/>
          <a:ext cx="3446462" cy="804863"/>
        </p:xfrm>
        <a:graphic>
          <a:graphicData uri="http://schemas.openxmlformats.org/presentationml/2006/ole">
            <mc:AlternateContent xmlns:mc="http://schemas.openxmlformats.org/markup-compatibility/2006">
              <mc:Choice xmlns:v="urn:schemas-microsoft-com:vml" Requires="v">
                <p:oleObj spid="_x0000_s152146" name="Equation" r:id="rId9" imgW="1917700" imgH="469900" progId="Equation.3">
                  <p:embed/>
                </p:oleObj>
              </mc:Choice>
              <mc:Fallback>
                <p:oleObj name="Equation" r:id="rId9" imgW="1917700" imgH="4699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3429000"/>
                        <a:ext cx="3446462" cy="8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1563" name="Text Box 10"/>
          <p:cNvSpPr txBox="1">
            <a:spLocks noChangeArrowheads="1"/>
          </p:cNvSpPr>
          <p:nvPr/>
        </p:nvSpPr>
        <p:spPr bwMode="auto">
          <a:xfrm>
            <a:off x="900113" y="1773238"/>
            <a:ext cx="7921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000" b="1">
                <a:solidFill>
                  <a:srgbClr val="FF0000"/>
                </a:solidFill>
                <a:latin typeface="Tahoma" panose="020B0604030504040204" pitchFamily="34" charset="0"/>
                <a:ea typeface="宋体" panose="02010600030101010101" pitchFamily="2" charset="-122"/>
              </a:rPr>
              <a:t>解：</a:t>
            </a:r>
            <a:endParaRPr kumimoji="1" lang="zh-CN" altLang="en-US" sz="2000" b="1">
              <a:solidFill>
                <a:srgbClr val="FF0000"/>
              </a:solidFill>
              <a:latin typeface="Tahoma" panose="020B0604030504040204" pitchFamily="34" charset="0"/>
              <a:ea typeface="宋体" panose="02010600030101010101" pitchFamily="2" charset="-122"/>
            </a:endParaRPr>
          </a:p>
        </p:txBody>
      </p:sp>
      <p:sp>
        <p:nvSpPr>
          <p:cNvPr id="151564" name="Text Box 11"/>
          <p:cNvSpPr txBox="1">
            <a:spLocks noChangeArrowheads="1"/>
          </p:cNvSpPr>
          <p:nvPr/>
        </p:nvSpPr>
        <p:spPr bwMode="auto">
          <a:xfrm>
            <a:off x="827088" y="4508500"/>
            <a:ext cx="1082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000" b="1">
                <a:solidFill>
                  <a:srgbClr val="FF0000"/>
                </a:solidFill>
                <a:latin typeface="Tahoma" panose="020B0604030504040204" pitchFamily="34" charset="0"/>
                <a:ea typeface="宋体" panose="02010600030101010101" pitchFamily="2" charset="-122"/>
              </a:rPr>
              <a:t>解：</a:t>
            </a:r>
            <a:endParaRPr kumimoji="1" lang="zh-CN" altLang="en-US" sz="2000" b="1">
              <a:solidFill>
                <a:srgbClr val="FF0000"/>
              </a:solidFill>
              <a:latin typeface="Tahoma" panose="020B0604030504040204" pitchFamily="34" charset="0"/>
              <a:ea typeface="宋体" panose="02010600030101010101" pitchFamily="2" charset="-122"/>
            </a:endParaRPr>
          </a:p>
        </p:txBody>
      </p:sp>
      <p:graphicFrame>
        <p:nvGraphicFramePr>
          <p:cNvPr id="289804" name="Object 12"/>
          <p:cNvGraphicFramePr>
            <a:graphicFrameLocks noChangeAspect="1"/>
          </p:cNvGraphicFramePr>
          <p:nvPr/>
        </p:nvGraphicFramePr>
        <p:xfrm>
          <a:off x="2051050" y="4292600"/>
          <a:ext cx="2584450" cy="730250"/>
        </p:xfrm>
        <a:graphic>
          <a:graphicData uri="http://schemas.openxmlformats.org/presentationml/2006/ole">
            <mc:AlternateContent xmlns:mc="http://schemas.openxmlformats.org/markup-compatibility/2006">
              <mc:Choice xmlns:v="urn:schemas-microsoft-com:vml" Requires="v">
                <p:oleObj spid="_x0000_s152147" name="Equation" r:id="rId11" imgW="1422400" imgH="469900" progId="Equation.3">
                  <p:embed/>
                </p:oleObj>
              </mc:Choice>
              <mc:Fallback>
                <p:oleObj name="Equation" r:id="rId11" imgW="1422400" imgH="4699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1050" y="4292600"/>
                        <a:ext cx="258445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9805" name="Object 13"/>
          <p:cNvGraphicFramePr>
            <a:graphicFrameLocks noChangeAspect="1"/>
          </p:cNvGraphicFramePr>
          <p:nvPr/>
        </p:nvGraphicFramePr>
        <p:xfrm>
          <a:off x="5003800" y="4292600"/>
          <a:ext cx="2590800" cy="730250"/>
        </p:xfrm>
        <a:graphic>
          <a:graphicData uri="http://schemas.openxmlformats.org/presentationml/2006/ole">
            <mc:AlternateContent xmlns:mc="http://schemas.openxmlformats.org/markup-compatibility/2006">
              <mc:Choice xmlns:v="urn:schemas-microsoft-com:vml" Requires="v">
                <p:oleObj spid="_x0000_s152148" name="Equation" r:id="rId13" imgW="1638300" imgH="469900" progId="Equation.3">
                  <p:embed/>
                </p:oleObj>
              </mc:Choice>
              <mc:Fallback>
                <p:oleObj name="Equation" r:id="rId13" imgW="1638300" imgH="4699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03800" y="4292600"/>
                        <a:ext cx="25908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9806" name="Object 14"/>
          <p:cNvGraphicFramePr>
            <a:graphicFrameLocks noChangeAspect="1"/>
          </p:cNvGraphicFramePr>
          <p:nvPr/>
        </p:nvGraphicFramePr>
        <p:xfrm>
          <a:off x="1979613" y="5876925"/>
          <a:ext cx="3179762" cy="481013"/>
        </p:xfrm>
        <a:graphic>
          <a:graphicData uri="http://schemas.openxmlformats.org/presentationml/2006/ole">
            <mc:AlternateContent xmlns:mc="http://schemas.openxmlformats.org/markup-compatibility/2006">
              <mc:Choice xmlns:v="urn:schemas-microsoft-com:vml" Requires="v">
                <p:oleObj spid="_x0000_s152149" name="Equation" r:id="rId15" imgW="1422400" imgH="215900" progId="Equation.3">
                  <p:embed/>
                </p:oleObj>
              </mc:Choice>
              <mc:Fallback>
                <p:oleObj name="Equation" r:id="rId15" imgW="1422400" imgH="2159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79613" y="5876925"/>
                        <a:ext cx="3179762" cy="481013"/>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pic>
        <p:nvPicPr>
          <p:cNvPr id="289807" name="Picture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27763" y="5300663"/>
            <a:ext cx="1371600" cy="118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808" name="Text Box 16"/>
          <p:cNvSpPr txBox="1">
            <a:spLocks noChangeArrowheads="1"/>
          </p:cNvSpPr>
          <p:nvPr/>
        </p:nvSpPr>
        <p:spPr bwMode="auto">
          <a:xfrm>
            <a:off x="2268538" y="5157788"/>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a:latin typeface="Tahoma" panose="020B0604030504040204" pitchFamily="34" charset="0"/>
                <a:ea typeface="宋体" panose="02010600030101010101" pitchFamily="2" charset="-122"/>
              </a:rPr>
              <a:t>令</a:t>
            </a:r>
            <a:r>
              <a:rPr kumimoji="1" lang="zh-CN" altLang="en-US" sz="2400" b="1">
                <a:latin typeface="Tahoma" panose="020B0604030504040204" pitchFamily="34" charset="0"/>
                <a:ea typeface="宋体" panose="02010600030101010101" pitchFamily="2" charset="-122"/>
                <a:sym typeface="Symbol" panose="05050102010706020507" pitchFamily="18" charset="2"/>
              </a:rPr>
              <a:t></a:t>
            </a:r>
            <a:r>
              <a:rPr kumimoji="1" lang="en-US" altLang="zh-CN" sz="2400" b="1">
                <a:latin typeface="Tahoma" panose="020B0604030504040204" pitchFamily="34" charset="0"/>
                <a:ea typeface="宋体" panose="02010600030101010101" pitchFamily="2" charset="-122"/>
                <a:sym typeface="Symbol" panose="05050102010706020507" pitchFamily="18" charset="2"/>
              </a:rPr>
              <a:t>=2</a:t>
            </a:r>
            <a:r>
              <a:rPr kumimoji="1" lang="zh-CN" altLang="en-US" sz="2400" b="1">
                <a:latin typeface="Tahoma" panose="020B0604030504040204" pitchFamily="34" charset="0"/>
                <a:ea typeface="宋体" panose="02010600030101010101" pitchFamily="2" charset="-122"/>
                <a:sym typeface="Symbol" panose="05050102010706020507" pitchFamily="18" charset="2"/>
              </a:rPr>
              <a:t>，</a:t>
            </a:r>
            <a:endParaRPr kumimoji="1" lang="zh-CN" altLang="en-US" sz="2400" b="1">
              <a:latin typeface="Tahoma" panose="020B0604030504040204" pitchFamily="34" charset="0"/>
              <a:ea typeface="宋体" panose="02010600030101010101" pitchFamily="2" charset="-122"/>
              <a:sym typeface="Symbol" panose="05050102010706020507" pitchFamily="18" charset="2"/>
            </a:endParaRPr>
          </a:p>
        </p:txBody>
      </p:sp>
      <p:graphicFrame>
        <p:nvGraphicFramePr>
          <p:cNvPr id="151570" name="Object 17"/>
          <p:cNvGraphicFramePr>
            <a:graphicFrameLocks noGrp="1" noChangeAspect="1"/>
          </p:cNvGraphicFramePr>
          <p:nvPr>
            <p:ph idx="4294967295"/>
          </p:nvPr>
        </p:nvGraphicFramePr>
        <p:xfrm>
          <a:off x="1835150" y="0"/>
          <a:ext cx="5545138" cy="1144588"/>
        </p:xfrm>
        <a:graphic>
          <a:graphicData uri="http://schemas.openxmlformats.org/presentationml/2006/ole">
            <mc:AlternateContent xmlns:mc="http://schemas.openxmlformats.org/markup-compatibility/2006">
              <mc:Choice xmlns:v="urn:schemas-microsoft-com:vml" Requires="v">
                <p:oleObj spid="_x0000_s152150" name="公式" r:id="rId18" imgW="1511300" imgH="266700" progId="Equation.3">
                  <p:embed/>
                </p:oleObj>
              </mc:Choice>
              <mc:Fallback>
                <p:oleObj name="公式" r:id="rId18" imgW="1511300" imgH="266700" progId="Equation.3">
                  <p:embed/>
                  <p:pic>
                    <p:nvPicPr>
                      <p:cNvPr id="0" name="Object 17"/>
                      <p:cNvPicPr>
                        <a:picLocks noGrp="1"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35150" y="0"/>
                        <a:ext cx="5545138" cy="114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0"/>
    </p:custDataLst>
  </p:cSld>
  <p:clrMapOvr>
    <a:masterClrMapping/>
  </p:clrMapOvr>
  <mc:AlternateContent xmlns:mc="http://schemas.openxmlformats.org/markup-compatibility/2006">
    <mc:Choice xmlns:p14="http://schemas.microsoft.com/office/powerpoint/2010/main" Requires="p14">
      <p:transition spd="slow" p14:dur="2000" advTm="234986"/>
    </mc:Choice>
    <mc:Fallback>
      <p:transition spd="slow" advTm="23498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9796"/>
                                        </p:tgtEl>
                                        <p:attrNameLst>
                                          <p:attrName>style.visibility</p:attrName>
                                        </p:attrNameLst>
                                      </p:cBhvr>
                                      <p:to>
                                        <p:strVal val="visible"/>
                                      </p:to>
                                    </p:set>
                                    <p:animEffect transition="in" filter="dissolve">
                                      <p:cBhvr>
                                        <p:cTn id="7" dur="500"/>
                                        <p:tgtEl>
                                          <p:spTgt spid="28979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89799"/>
                                        </p:tgtEl>
                                        <p:attrNameLst>
                                          <p:attrName>style.visibility</p:attrName>
                                        </p:attrNameLst>
                                      </p:cBhvr>
                                      <p:to>
                                        <p:strVal val="visible"/>
                                      </p:to>
                                    </p:set>
                                    <p:animEffect transition="in" filter="barn(outVertical)">
                                      <p:cBhvr>
                                        <p:cTn id="12" dur="500"/>
                                        <p:tgtEl>
                                          <p:spTgt spid="289799"/>
                                        </p:tgtEl>
                                      </p:cBhvr>
                                    </p:animEffect>
                                  </p:childTnLst>
                                  <p:subTnLst>
                                    <p:audio>
                                      <p:cMediaNode>
                                        <p:cTn display="0" masterRel="sameClick">
                                          <p:stCondLst>
                                            <p:cond evt="begin" delay="0">
                                              <p:tn val="10"/>
                                            </p:cond>
                                          </p:stCondLst>
                                          <p:endCondLst>
                                            <p:cond evt="onStopAudio" delay="0">
                                              <p:tgtEl>
                                                <p:sldTgt/>
                                              </p:tgtEl>
                                            </p:cond>
                                          </p:endCondLst>
                                        </p:cTn>
                                        <p:tgtEl>
                                          <p:sndTgt r:embed="rId21" name="DING.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289797"/>
                                        </p:tgtEl>
                                        <p:attrNameLst>
                                          <p:attrName>style.visibility</p:attrName>
                                        </p:attrNameLst>
                                      </p:cBhvr>
                                      <p:to>
                                        <p:strVal val="visible"/>
                                      </p:to>
                                    </p:set>
                                    <p:anim calcmode="lin" valueType="num">
                                      <p:cBhvr additive="base">
                                        <p:cTn id="17" dur="500" fill="hold"/>
                                        <p:tgtEl>
                                          <p:spTgt spid="289797"/>
                                        </p:tgtEl>
                                        <p:attrNameLst>
                                          <p:attrName>ppt_x</p:attrName>
                                        </p:attrNameLst>
                                      </p:cBhvr>
                                      <p:tavLst>
                                        <p:tav tm="0">
                                          <p:val>
                                            <p:strVal val="1+#ppt_w/2"/>
                                          </p:val>
                                        </p:tav>
                                        <p:tav tm="100000">
                                          <p:val>
                                            <p:strVal val="#ppt_x"/>
                                          </p:val>
                                        </p:tav>
                                      </p:tavLst>
                                    </p:anim>
                                    <p:anim calcmode="lin" valueType="num">
                                      <p:cBhvr additive="base">
                                        <p:cTn id="18" dur="500" fill="hold"/>
                                        <p:tgtEl>
                                          <p:spTgt spid="289797"/>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89798"/>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21" name="DING.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89804"/>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21" name="DING.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289805"/>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21" name="DING.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89808"/>
                                        </p:tgtEl>
                                        <p:attrNameLst>
                                          <p:attrName>style.visibility</p:attrName>
                                        </p:attrNameLst>
                                      </p:cBhvr>
                                      <p:to>
                                        <p:strVal val="visible"/>
                                      </p:to>
                                    </p:set>
                                    <p:animEffect transition="in" filter="wipe(left)">
                                      <p:cBhvr>
                                        <p:cTn id="35" dur="500"/>
                                        <p:tgtEl>
                                          <p:spTgt spid="289808"/>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289806"/>
                                        </p:tgtEl>
                                        <p:attrNameLst>
                                          <p:attrName>style.visibility</p:attrName>
                                        </p:attrNameLst>
                                      </p:cBhvr>
                                      <p:to>
                                        <p:strVal val="visible"/>
                                      </p:to>
                                    </p:set>
                                    <p:anim calcmode="lin" valueType="num">
                                      <p:cBhvr additive="base">
                                        <p:cTn id="40" dur="500" fill="hold"/>
                                        <p:tgtEl>
                                          <p:spTgt spid="289806"/>
                                        </p:tgtEl>
                                        <p:attrNameLst>
                                          <p:attrName>ppt_x</p:attrName>
                                        </p:attrNameLst>
                                      </p:cBhvr>
                                      <p:tavLst>
                                        <p:tav tm="0">
                                          <p:val>
                                            <p:strVal val="1+#ppt_w/2"/>
                                          </p:val>
                                        </p:tav>
                                        <p:tav tm="100000">
                                          <p:val>
                                            <p:strVal val="#ppt_x"/>
                                          </p:val>
                                        </p:tav>
                                      </p:tavLst>
                                    </p:anim>
                                    <p:anim calcmode="lin" valueType="num">
                                      <p:cBhvr additive="base">
                                        <p:cTn id="41" dur="500" fill="hold"/>
                                        <p:tgtEl>
                                          <p:spTgt spid="289806"/>
                                        </p:tgtEl>
                                        <p:attrNameLst>
                                          <p:attrName>ppt_y</p:attrName>
                                        </p:attrNameLst>
                                      </p:cBhvr>
                                      <p:tavLst>
                                        <p:tav tm="0">
                                          <p:val>
                                            <p:strVal val="#ppt_y"/>
                                          </p:val>
                                        </p:tav>
                                        <p:tav tm="100000">
                                          <p:val>
                                            <p:strVal val="#ppt_y"/>
                                          </p:val>
                                        </p:tav>
                                      </p:tavLst>
                                    </p:anim>
                                  </p:childTnLst>
                                </p:cTn>
                              </p:par>
                            </p:childTnLst>
                          </p:cTn>
                        </p:par>
                        <p:par>
                          <p:cTn id="42" fill="hold">
                            <p:stCondLst>
                              <p:cond delay="500"/>
                            </p:stCondLst>
                            <p:childTnLst>
                              <p:par>
                                <p:cTn id="43" presetID="55" presetClass="entr" presetSubtype="0" fill="hold" nodeType="afterEffect">
                                  <p:stCondLst>
                                    <p:cond delay="0"/>
                                  </p:stCondLst>
                                  <p:childTnLst>
                                    <p:set>
                                      <p:cBhvr>
                                        <p:cTn id="44" dur="1" fill="hold">
                                          <p:stCondLst>
                                            <p:cond delay="0"/>
                                          </p:stCondLst>
                                        </p:cTn>
                                        <p:tgtEl>
                                          <p:spTgt spid="289807"/>
                                        </p:tgtEl>
                                        <p:attrNameLst>
                                          <p:attrName>style.visibility</p:attrName>
                                        </p:attrNameLst>
                                      </p:cBhvr>
                                      <p:to>
                                        <p:strVal val="visible"/>
                                      </p:to>
                                    </p:set>
                                    <p:anim calcmode="lin" valueType="num">
                                      <p:cBhvr>
                                        <p:cTn id="45" dur="1000" fill="hold"/>
                                        <p:tgtEl>
                                          <p:spTgt spid="289807"/>
                                        </p:tgtEl>
                                        <p:attrNameLst>
                                          <p:attrName>ppt_w</p:attrName>
                                        </p:attrNameLst>
                                      </p:cBhvr>
                                      <p:tavLst>
                                        <p:tav tm="0">
                                          <p:val>
                                            <p:strVal val="#ppt_w*0.70"/>
                                          </p:val>
                                        </p:tav>
                                        <p:tav tm="100000">
                                          <p:val>
                                            <p:strVal val="#ppt_w"/>
                                          </p:val>
                                        </p:tav>
                                      </p:tavLst>
                                    </p:anim>
                                    <p:anim calcmode="lin" valueType="num">
                                      <p:cBhvr>
                                        <p:cTn id="46" dur="1000" fill="hold"/>
                                        <p:tgtEl>
                                          <p:spTgt spid="289807"/>
                                        </p:tgtEl>
                                        <p:attrNameLst>
                                          <p:attrName>ppt_h</p:attrName>
                                        </p:attrNameLst>
                                      </p:cBhvr>
                                      <p:tavLst>
                                        <p:tav tm="0">
                                          <p:val>
                                            <p:strVal val="#ppt_h"/>
                                          </p:val>
                                        </p:tav>
                                        <p:tav tm="100000">
                                          <p:val>
                                            <p:strVal val="#ppt_h"/>
                                          </p:val>
                                        </p:tav>
                                      </p:tavLst>
                                    </p:anim>
                                    <p:animEffect transition="in" filter="fade">
                                      <p:cBhvr>
                                        <p:cTn id="47" dur="1000"/>
                                        <p:tgtEl>
                                          <p:spTgt spid="289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9" grpId="0" animBg="1"/>
      <p:bldP spid="289808"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E7F727AF-D26A-452D-86B2-E291F5C20BBB}" type="datetime1">
              <a:rPr lang="zh-CN" altLang="en-US"/>
            </a:fld>
            <a:endParaRPr lang="zh-CN" altLang="en-US"/>
          </a:p>
        </p:txBody>
      </p:sp>
      <p:sp>
        <p:nvSpPr>
          <p:cNvPr id="152579" name="Rectangle 2"/>
          <p:cNvSpPr>
            <a:spLocks noGrp="1" noChangeArrowheads="1"/>
          </p:cNvSpPr>
          <p:nvPr>
            <p:ph type="body" sz="half" idx="4294967295"/>
          </p:nvPr>
        </p:nvSpPr>
        <p:spPr>
          <a:xfrm>
            <a:off x="1042988" y="908050"/>
            <a:ext cx="2736850" cy="792163"/>
          </a:xfrm>
        </p:spPr>
        <p:txBody>
          <a:bodyPr/>
          <a:lstStyle/>
          <a:p>
            <a:pPr marL="609600" indent="-609600" latinLnBrk="1">
              <a:lnSpc>
                <a:spcPct val="120000"/>
              </a:lnSpc>
              <a:buClr>
                <a:schemeClr val="tx1"/>
              </a:buClr>
              <a:buFontTx/>
              <a:buAutoNum type="arabicPeriod" startAt="7"/>
            </a:pPr>
            <a:r>
              <a:rPr lang="zh-CN" altLang="en-US" sz="2200" b="1" dirty="0"/>
              <a:t>微分特性</a:t>
            </a:r>
            <a:endParaRPr lang="zh-CN" altLang="en-US" sz="2200" b="1" dirty="0"/>
          </a:p>
          <a:p>
            <a:pPr marL="609600" indent="-609600" latinLnBrk="1">
              <a:lnSpc>
                <a:spcPct val="120000"/>
              </a:lnSpc>
              <a:buClr>
                <a:schemeClr val="tx1"/>
              </a:buClr>
              <a:buFont typeface="Wingdings" panose="05000000000000000000" pitchFamily="2" charset="2"/>
              <a:buNone/>
            </a:pPr>
            <a:endParaRPr lang="zh-CN" altLang="en-US" sz="2200" b="1" dirty="0"/>
          </a:p>
          <a:p>
            <a:pPr marL="609600" indent="-609600" latinLnBrk="1">
              <a:lnSpc>
                <a:spcPct val="120000"/>
              </a:lnSpc>
              <a:buClr>
                <a:schemeClr val="tx1"/>
              </a:buClr>
            </a:pPr>
            <a:endParaRPr lang="zh-CN" altLang="en-US" sz="2200" b="1" dirty="0"/>
          </a:p>
          <a:p>
            <a:pPr marL="609600" indent="-609600">
              <a:lnSpc>
                <a:spcPct val="120000"/>
              </a:lnSpc>
              <a:buFont typeface="Wingdings" panose="05000000000000000000" pitchFamily="2" charset="2"/>
              <a:buNone/>
            </a:pPr>
            <a:r>
              <a:rPr lang="zh-CN" altLang="en-US" sz="2000" b="1" dirty="0"/>
              <a:t>           </a:t>
            </a:r>
            <a:endParaRPr lang="zh-CN" altLang="en-US" sz="2000" b="1" dirty="0"/>
          </a:p>
        </p:txBody>
      </p:sp>
      <p:graphicFrame>
        <p:nvGraphicFramePr>
          <p:cNvPr id="152580" name="Object 3"/>
          <p:cNvGraphicFramePr>
            <a:graphicFrameLocks noGrp="1" noChangeAspect="1"/>
          </p:cNvGraphicFramePr>
          <p:nvPr>
            <p:ph sz="quarter" idx="4294967295"/>
          </p:nvPr>
        </p:nvGraphicFramePr>
        <p:xfrm>
          <a:off x="3851275" y="908050"/>
          <a:ext cx="3025775" cy="1374775"/>
        </p:xfrm>
        <a:graphic>
          <a:graphicData uri="http://schemas.openxmlformats.org/presentationml/2006/ole">
            <mc:AlternateContent xmlns:mc="http://schemas.openxmlformats.org/markup-compatibility/2006">
              <mc:Choice xmlns:v="urn:schemas-microsoft-com:vml" Requires="v">
                <p:oleObj spid="_x0000_s152783" name="公式" r:id="rId1" imgW="1396365" imgH="635000" progId="Equation.3">
                  <p:embed/>
                </p:oleObj>
              </mc:Choice>
              <mc:Fallback>
                <p:oleObj name="公式" r:id="rId1" imgW="1396365" imgH="6350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908050"/>
                        <a:ext cx="3025775" cy="137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81" name="Rectangle 4"/>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52582" name="Rectangle 5"/>
          <p:cNvSpPr>
            <a:spLocks noChangeArrowheads="1"/>
          </p:cNvSpPr>
          <p:nvPr/>
        </p:nvSpPr>
        <p:spPr bwMode="auto">
          <a:xfrm>
            <a:off x="2590800" y="2528888"/>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sp>
        <p:nvSpPr>
          <p:cNvPr id="152583" name="Rectangle 6"/>
          <p:cNvSpPr>
            <a:spLocks noChangeArrowheads="1"/>
          </p:cNvSpPr>
          <p:nvPr/>
        </p:nvSpPr>
        <p:spPr bwMode="auto">
          <a:xfrm>
            <a:off x="2590800" y="3332163"/>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graphicFrame>
        <p:nvGraphicFramePr>
          <p:cNvPr id="290823" name="Object 7"/>
          <p:cNvGraphicFramePr>
            <a:graphicFrameLocks noGrp="1" noChangeAspect="1"/>
          </p:cNvGraphicFramePr>
          <p:nvPr>
            <p:ph sz="quarter" idx="4294967295"/>
          </p:nvPr>
        </p:nvGraphicFramePr>
        <p:xfrm>
          <a:off x="785813" y="2308225"/>
          <a:ext cx="5010150" cy="2852738"/>
        </p:xfrm>
        <a:graphic>
          <a:graphicData uri="http://schemas.openxmlformats.org/presentationml/2006/ole">
            <mc:AlternateContent xmlns:mc="http://schemas.openxmlformats.org/markup-compatibility/2006">
              <mc:Choice xmlns:v="urn:schemas-microsoft-com:vml" Requires="v">
                <p:oleObj spid="_x0000_s152784" name="公式" r:id="rId3" imgW="2146300" imgH="1625600" progId="Equation.3">
                  <p:embed/>
                </p:oleObj>
              </mc:Choice>
              <mc:Fallback>
                <p:oleObj name="公式" r:id="rId3" imgW="2146300" imgH="1625600" progId="Equation.3">
                  <p:embed/>
                  <p:pic>
                    <p:nvPicPr>
                      <p:cNvPr id="0" name="Object 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813" y="2308225"/>
                        <a:ext cx="5010150" cy="2852738"/>
                      </a:xfrm>
                      <a:prstGeom prst="rect">
                        <a:avLst/>
                      </a:prstGeom>
                      <a:solidFill>
                        <a:schemeClr val="bg1"/>
                      </a:solidFill>
                      <a:ln w="38100" cmpd="sng">
                        <a:solidFill>
                          <a:srgbClr val="009900"/>
                        </a:solidFill>
                        <a:miter lim="800000"/>
                        <a:headEnd/>
                        <a:tailEnd/>
                      </a:ln>
                      <a:effectLst>
                        <a:outerShdw dist="35921" dir="2700000" algn="ctr" rotWithShape="0">
                          <a:srgbClr val="808080"/>
                        </a:outerShdw>
                      </a:effectLst>
                    </p:spPr>
                  </p:pic>
                </p:oleObj>
              </mc:Fallback>
            </mc:AlternateContent>
          </a:graphicData>
        </a:graphic>
      </p:graphicFrame>
      <p:sp>
        <p:nvSpPr>
          <p:cNvPr id="290824" name="Rectangle 8"/>
          <p:cNvSpPr>
            <a:spLocks noGrp="1" noChangeArrowheads="1"/>
          </p:cNvSpPr>
          <p:nvPr>
            <p:ph type="title" idx="4294967295"/>
          </p:nvPr>
        </p:nvSpPr>
        <p:spPr>
          <a:xfrm>
            <a:off x="827088" y="115888"/>
            <a:ext cx="5534025" cy="57626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graphicFrame>
        <p:nvGraphicFramePr>
          <p:cNvPr id="290825" name="Object 9"/>
          <p:cNvGraphicFramePr>
            <a:graphicFrameLocks noChangeAspect="1"/>
          </p:cNvGraphicFramePr>
          <p:nvPr/>
        </p:nvGraphicFramePr>
        <p:xfrm>
          <a:off x="1692275" y="5734050"/>
          <a:ext cx="5903913" cy="752475"/>
        </p:xfrm>
        <a:graphic>
          <a:graphicData uri="http://schemas.openxmlformats.org/presentationml/2006/ole">
            <mc:AlternateContent xmlns:mc="http://schemas.openxmlformats.org/markup-compatibility/2006">
              <mc:Choice xmlns:v="urn:schemas-microsoft-com:vml" Requires="v">
                <p:oleObj spid="_x0000_s152785" name="公式" r:id="rId5" imgW="3289300" imgH="419100" progId="Equation.3">
                  <p:embed/>
                </p:oleObj>
              </mc:Choice>
              <mc:Fallback>
                <p:oleObj name="公式" r:id="rId5" imgW="3289300" imgH="4191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5734050"/>
                        <a:ext cx="5903913" cy="752475"/>
                      </a:xfrm>
                      <a:prstGeom prst="rect">
                        <a:avLst/>
                      </a:prstGeom>
                      <a:solidFill>
                        <a:schemeClr val="bg1"/>
                      </a:solidFill>
                      <a:ln w="9525">
                        <a:solidFill>
                          <a:schemeClr val="accent2"/>
                        </a:solidFill>
                        <a:miter lim="800000"/>
                        <a:headEnd/>
                        <a:tailEnd/>
                      </a:ln>
                      <a:effectLst>
                        <a:outerShdw dist="35921" dir="2700000" algn="ctr" rotWithShape="0">
                          <a:schemeClr val="bg2"/>
                        </a:outerShdw>
                      </a:effectLst>
                    </p:spPr>
                  </p:pic>
                </p:oleObj>
              </mc:Fallback>
            </mc:AlternateContent>
          </a:graphicData>
        </a:graphic>
      </p:graphicFrame>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4159"/>
    </mc:Choice>
    <mc:Fallback>
      <p:transition spd="slow" advTm="41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0823"/>
                                        </p:tgtEl>
                                        <p:attrNameLst>
                                          <p:attrName>style.visibility</p:attrName>
                                        </p:attrNameLst>
                                      </p:cBhvr>
                                      <p:to>
                                        <p:strVal val="visible"/>
                                      </p:to>
                                    </p:set>
                                    <p:animEffect transition="in" filter="blinds(horizontal)">
                                      <p:cBhvr>
                                        <p:cTn id="7" dur="500"/>
                                        <p:tgtEl>
                                          <p:spTgt spid="290823"/>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90825"/>
                                        </p:tgtEl>
                                        <p:attrNameLst>
                                          <p:attrName>style.visibility</p:attrName>
                                        </p:attrNameLst>
                                      </p:cBhvr>
                                      <p:to>
                                        <p:strVal val="visible"/>
                                      </p:to>
                                    </p:set>
                                    <p:anim calcmode="lin" valueType="num">
                                      <p:cBhvr>
                                        <p:cTn id="12" dur="1000" fill="hold"/>
                                        <p:tgtEl>
                                          <p:spTgt spid="290825"/>
                                        </p:tgtEl>
                                        <p:attrNameLst>
                                          <p:attrName>ppt_w</p:attrName>
                                        </p:attrNameLst>
                                      </p:cBhvr>
                                      <p:tavLst>
                                        <p:tav tm="0">
                                          <p:val>
                                            <p:strVal val="#ppt_w*0.70"/>
                                          </p:val>
                                        </p:tav>
                                        <p:tav tm="100000">
                                          <p:val>
                                            <p:strVal val="#ppt_w"/>
                                          </p:val>
                                        </p:tav>
                                      </p:tavLst>
                                    </p:anim>
                                    <p:anim calcmode="lin" valueType="num">
                                      <p:cBhvr>
                                        <p:cTn id="13" dur="1000" fill="hold"/>
                                        <p:tgtEl>
                                          <p:spTgt spid="290825"/>
                                        </p:tgtEl>
                                        <p:attrNameLst>
                                          <p:attrName>ppt_h</p:attrName>
                                        </p:attrNameLst>
                                      </p:cBhvr>
                                      <p:tavLst>
                                        <p:tav tm="0">
                                          <p:val>
                                            <p:strVal val="#ppt_h"/>
                                          </p:val>
                                        </p:tav>
                                        <p:tav tm="100000">
                                          <p:val>
                                            <p:strVal val="#ppt_h"/>
                                          </p:val>
                                        </p:tav>
                                      </p:tavLst>
                                    </p:anim>
                                    <p:animEffect transition="in" filter="fade">
                                      <p:cBhvr>
                                        <p:cTn id="14" dur="1000"/>
                                        <p:tgtEl>
                                          <p:spTgt spid="290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F7DEF55C-5B50-458D-AA2B-738928785F17}" type="datetime1">
              <a:rPr lang="zh-CN" altLang="en-US"/>
            </a:fld>
            <a:endParaRPr lang="zh-CN" altLang="en-US"/>
          </a:p>
        </p:txBody>
      </p:sp>
      <p:sp>
        <p:nvSpPr>
          <p:cNvPr id="153603" name="Rectangle 2"/>
          <p:cNvSpPr>
            <a:spLocks noGrp="1" noChangeArrowheads="1"/>
          </p:cNvSpPr>
          <p:nvPr>
            <p:ph type="body" sz="half" idx="4294967295"/>
          </p:nvPr>
        </p:nvSpPr>
        <p:spPr>
          <a:xfrm>
            <a:off x="947738" y="928688"/>
            <a:ext cx="2159000" cy="647700"/>
          </a:xfrm>
        </p:spPr>
        <p:txBody>
          <a:bodyPr/>
          <a:lstStyle/>
          <a:p>
            <a:pPr marL="609600" indent="-609600" latinLnBrk="1">
              <a:lnSpc>
                <a:spcPct val="120000"/>
              </a:lnSpc>
              <a:buClr>
                <a:schemeClr val="tx1"/>
              </a:buClr>
              <a:buFontTx/>
              <a:buAutoNum type="arabicPeriod" startAt="8"/>
            </a:pPr>
            <a:r>
              <a:rPr lang="zh-CN" altLang="en-US" sz="2200" b="1" dirty="0"/>
              <a:t>积分特性</a:t>
            </a:r>
            <a:r>
              <a:rPr lang="zh-CN" altLang="en-US" sz="2000" b="1" dirty="0"/>
              <a:t>          </a:t>
            </a:r>
            <a:endParaRPr lang="zh-CN" altLang="en-US" sz="2000" b="1" dirty="0"/>
          </a:p>
        </p:txBody>
      </p:sp>
      <p:graphicFrame>
        <p:nvGraphicFramePr>
          <p:cNvPr id="153604" name="Object 3"/>
          <p:cNvGraphicFramePr>
            <a:graphicFrameLocks noGrp="1" noChangeAspect="1"/>
          </p:cNvGraphicFramePr>
          <p:nvPr>
            <p:ph sz="quarter" idx="4294967295"/>
          </p:nvPr>
        </p:nvGraphicFramePr>
        <p:xfrm>
          <a:off x="3348038" y="836613"/>
          <a:ext cx="4968875" cy="1292225"/>
        </p:xfrm>
        <a:graphic>
          <a:graphicData uri="http://schemas.openxmlformats.org/presentationml/2006/ole">
            <mc:AlternateContent xmlns:mc="http://schemas.openxmlformats.org/markup-compatibility/2006">
              <mc:Choice xmlns:v="urn:schemas-microsoft-com:vml" Requires="v">
                <p:oleObj spid="_x0000_s153744" name="公式" r:id="rId1" imgW="2540000" imgH="660400" progId="Equation.3">
                  <p:embed/>
                </p:oleObj>
              </mc:Choice>
              <mc:Fallback>
                <p:oleObj name="公式" r:id="rId1" imgW="2540000" imgH="6604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038" y="836613"/>
                        <a:ext cx="4968875" cy="1292225"/>
                      </a:xfrm>
                      <a:prstGeom prst="rect">
                        <a:avLst/>
                      </a:prstGeom>
                      <a:solidFill>
                        <a:schemeClr val="bg1"/>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05" name="Rectangle 4"/>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53606" name="Rectangle 5"/>
          <p:cNvSpPr>
            <a:spLocks noChangeArrowheads="1"/>
          </p:cNvSpPr>
          <p:nvPr/>
        </p:nvSpPr>
        <p:spPr bwMode="auto">
          <a:xfrm>
            <a:off x="2590800" y="2528888"/>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sp>
        <p:nvSpPr>
          <p:cNvPr id="153607" name="Rectangle 6"/>
          <p:cNvSpPr>
            <a:spLocks noChangeArrowheads="1"/>
          </p:cNvSpPr>
          <p:nvPr/>
        </p:nvSpPr>
        <p:spPr bwMode="auto">
          <a:xfrm>
            <a:off x="2590800" y="3332163"/>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graphicFrame>
        <p:nvGraphicFramePr>
          <p:cNvPr id="291847" name="Object 7"/>
          <p:cNvGraphicFramePr>
            <a:graphicFrameLocks noGrp="1" noChangeAspect="1"/>
          </p:cNvGraphicFramePr>
          <p:nvPr>
            <p:ph sz="quarter" idx="4294967295"/>
          </p:nvPr>
        </p:nvGraphicFramePr>
        <p:xfrm>
          <a:off x="2484438" y="2349500"/>
          <a:ext cx="3889375" cy="4011613"/>
        </p:xfrm>
        <a:graphic>
          <a:graphicData uri="http://schemas.openxmlformats.org/presentationml/2006/ole">
            <mc:AlternateContent xmlns:mc="http://schemas.openxmlformats.org/markup-compatibility/2006">
              <mc:Choice xmlns:v="urn:schemas-microsoft-com:vml" Requires="v">
                <p:oleObj spid="_x0000_s153745" name="公式" r:id="rId3" imgW="2032000" imgH="2095500" progId="Equation.3">
                  <p:embed/>
                </p:oleObj>
              </mc:Choice>
              <mc:Fallback>
                <p:oleObj name="公式" r:id="rId3" imgW="2032000" imgH="2095500" progId="Equation.3">
                  <p:embed/>
                  <p:pic>
                    <p:nvPicPr>
                      <p:cNvPr id="0" name="Object 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2349500"/>
                        <a:ext cx="3889375" cy="4011613"/>
                      </a:xfrm>
                      <a:prstGeom prst="rect">
                        <a:avLst/>
                      </a:prstGeom>
                      <a:solidFill>
                        <a:schemeClr val="bg1"/>
                      </a:solidFill>
                      <a:ln w="9525">
                        <a:solidFill>
                          <a:schemeClr val="accent2"/>
                        </a:solidFill>
                        <a:miter lim="800000"/>
                        <a:headEnd/>
                        <a:tailEnd/>
                      </a:ln>
                      <a:effectLst>
                        <a:outerShdw dist="35921" dir="2700000" algn="ctr" rotWithShape="0">
                          <a:srgbClr val="808080"/>
                        </a:outerShdw>
                      </a:effectLst>
                    </p:spPr>
                  </p:pic>
                </p:oleObj>
              </mc:Fallback>
            </mc:AlternateContent>
          </a:graphicData>
        </a:graphic>
      </p:graphicFrame>
      <p:sp>
        <p:nvSpPr>
          <p:cNvPr id="291848" name="Rectangle 8"/>
          <p:cNvSpPr>
            <a:spLocks noGrp="1" noChangeArrowheads="1"/>
          </p:cNvSpPr>
          <p:nvPr>
            <p:ph type="title" idx="4294967295"/>
          </p:nvPr>
        </p:nvSpPr>
        <p:spPr>
          <a:xfrm>
            <a:off x="827088" y="115888"/>
            <a:ext cx="5546725" cy="43338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3933"/>
    </mc:Choice>
    <mc:Fallback>
      <p:transition spd="slow" advTm="3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291847"/>
                                        </p:tgtEl>
                                        <p:attrNameLst>
                                          <p:attrName>style.visibility</p:attrName>
                                        </p:attrNameLst>
                                      </p:cBhvr>
                                      <p:to>
                                        <p:strVal val="visible"/>
                                      </p:to>
                                    </p:set>
                                    <p:animEffect transition="in" filter="wedge">
                                      <p:cBhvr>
                                        <p:cTn id="7" dur="2000"/>
                                        <p:tgtEl>
                                          <p:spTgt spid="291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FE863AA2-5CE5-42D0-B020-82DB084C4195}" type="datetime1">
              <a:rPr lang="zh-CN" altLang="en-US"/>
            </a:fld>
            <a:endParaRPr lang="zh-CN" altLang="en-US"/>
          </a:p>
        </p:txBody>
      </p:sp>
      <mc:AlternateContent xmlns:mc="http://schemas.openxmlformats.org/markup-compatibility/2006">
        <mc:Choice xmlns:a14="http://schemas.microsoft.com/office/drawing/2010/main" Requires="a14">
          <p:sp>
            <p:nvSpPr>
              <p:cNvPr id="154627" name="Object 2"/>
              <p:cNvSpPr txBox="1">
                <a:spLocks noGrp="1"/>
              </p:cNvSpPr>
              <p:nvPr>
                <p:ph sz="quarter" idx="4294967295"/>
              </p:nvPr>
            </p:nvSpPr>
            <p:spPr bwMode="auto">
              <a:xfrm>
                <a:off x="1331913" y="1943100"/>
                <a:ext cx="3610522" cy="431800"/>
              </a:xfrm>
              <a:prstGeom prst="rect">
                <a:avLst/>
              </a:prstGeom>
              <a:noFill/>
              <a:ln>
                <a:noFill/>
              </a:ln>
              <a:effectLst/>
            </p:spPr>
            <p:txBody>
              <a:bodyPr>
                <a:normAutofit fontScale="77500" lnSpcReduction="20000"/>
              </a:bodyPr>
              <a:lstStyle/>
              <a:p>
                <a:pPr>
                  <a:buNone/>
                </a:pPr>
                <a14:m>
                  <m:oMath xmlns:m="http://schemas.openxmlformats.org/officeDocument/2006/math">
                    <m:r>
                      <a:rPr lang="zh-CN" altLang="en-US" i="1">
                        <a:solidFill>
                          <a:srgbClr val="000000"/>
                        </a:solidFill>
                        <a:latin typeface="Cambria Math" panose="02040503050406030204" pitchFamily="18" charset="0"/>
                      </a:rPr>
                      <m:t>利用积分性质求</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a14:m>
                <a:r>
                  <a:rPr lang="zh-CN" altLang="en-US" dirty="0"/>
                  <a:t>？</a:t>
                </a:r>
                <a:endParaRPr lang="zh-CN" altLang="en-US" dirty="0"/>
              </a:p>
            </p:txBody>
          </p:sp>
        </mc:Choice>
        <mc:Fallback>
          <p:sp>
            <p:nvSpPr>
              <p:cNvPr id="154627" name="Object 2"/>
              <p:cNvSpPr txBox="1">
                <a:spLocks noRot="1" noChangeAspect="1" noMove="1" noResize="1" noEditPoints="1" noAdjustHandles="1" noChangeArrowheads="1" noChangeShapeType="1" noTextEdit="1"/>
              </p:cNvSpPr>
              <p:nvPr>
                <p:ph sz="quarter" idx="4294967295"/>
              </p:nvPr>
            </p:nvSpPr>
            <p:spPr bwMode="auto">
              <a:xfrm>
                <a:off x="1331913" y="1943100"/>
                <a:ext cx="3610522" cy="431800"/>
              </a:xfrm>
              <a:prstGeom prst="rect">
                <a:avLst/>
              </a:prstGeom>
              <a:blipFill rotWithShape="1">
                <a:blip r:embed="rId1"/>
                <a:stretch>
                  <a:fillRect l="-9" r="6"/>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4628" name="Object 3"/>
              <p:cNvSpPr txBox="1"/>
              <p:nvPr/>
            </p:nvSpPr>
            <p:spPr bwMode="auto">
              <a:xfrm>
                <a:off x="1042988" y="189186"/>
                <a:ext cx="5100638" cy="1355451"/>
              </a:xfrm>
              <a:prstGeom prst="rect">
                <a:avLst/>
              </a:prstGeom>
              <a:solidFill>
                <a:schemeClr val="bg1"/>
              </a:solidFill>
              <a:ln>
                <a:noFill/>
              </a:ln>
              <a:effectLst>
                <a:outerShdw dist="35921" dir="2700000" algn="ctr" rotWithShape="0">
                  <a:schemeClr val="bg2"/>
                </a:outerShdw>
              </a:effectLst>
            </p:spPr>
            <p:txBody>
              <a:bodyPr>
                <a:normAutofit fontScale="77500" lnSpcReduction="20000"/>
              </a:bodyPr>
              <a:lstStyle/>
              <a:p>
                <a14:m>
                  <m:oMathPara xmlns:m="http://schemas.openxmlformats.org/officeDocument/2006/math">
                    <m:oMathParaPr>
                      <m:jc m:val="left"/>
                    </m:oMathParaPr>
                    <m:oMath xmlns:m="http://schemas.openxmlformats.org/officeDocument/2006/math">
                      <m:m>
                        <m:mPr>
                          <m:mcs>
                            <m:mc>
                              <m:mcPr>
                                <m:count m:val="1"/>
                                <m:mcJc m:val="center"/>
                              </m:mcPr>
                            </m:mc>
                          </m:mcs>
                          <m:plcHide m:val="on"/>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若</m:t>
                            </m:r>
                            <m:m>
                              <m:mPr>
                                <m:mcs>
                                  <m:mc>
                                    <m:mcPr>
                                      <m:count m:val="1"/>
                                      <m:mcJc m:val="center"/>
                                    </m:mcPr>
                                  </m:mc>
                                </m:mcs>
                                <m:plcHide m:val="on"/>
                                <m:ctrlPr>
                                  <a:rPr lang="zh-CN" altLang="en-US" i="1">
                                    <a:solidFill>
                                      <a:srgbClr val="000000"/>
                                    </a:solidFill>
                                    <a:latin typeface="Cambria Math" panose="02040503050406030204" pitchFamily="18" charset="0"/>
                                  </a:rPr>
                                </m:ctrlPr>
                              </m:mPr>
                              <m:mr>
                                <m:e/>
                              </m:mr>
                            </m:m>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m>
                              <m:mPr>
                                <m:mcs>
                                  <m:mc>
                                    <m:mcPr>
                                      <m:count m:val="4"/>
                                      <m:mcJc m:val="center"/>
                                    </m:mcPr>
                                  </m:mc>
                                </m:mcs>
                                <m:plcHide m:val="on"/>
                                <m:ctrlPr>
                                  <a:rPr lang="zh-CN" altLang="en-US" i="1">
                                    <a:solidFill>
                                      <a:srgbClr val="000000"/>
                                    </a:solidFill>
                                    <a:latin typeface="Cambria Math" panose="02040503050406030204" pitchFamily="18" charset="0"/>
                                  </a:rPr>
                                </m:ctrlPr>
                              </m:mPr>
                              <m:mr>
                                <m:e/>
                                <m:e/>
                                <m:e/>
                                <m:e/>
                              </m:mr>
                            </m:m>
                            <m:m>
                              <m:mPr>
                                <m:mcs>
                                  <m:mc>
                                    <m:mcPr>
                                      <m:count m:val="4"/>
                                      <m:mcJc m:val="center"/>
                                    </m:mcPr>
                                  </m:mc>
                                </m:mcs>
                                <m:plcHide m:val="on"/>
                                <m:ctrlPr>
                                  <a:rPr lang="zh-CN" altLang="en-US" i="1">
                                    <a:solidFill>
                                      <a:srgbClr val="000000"/>
                                    </a:solidFill>
                                    <a:latin typeface="Cambria Math" panose="02040503050406030204" pitchFamily="18" charset="0"/>
                                  </a:rPr>
                                </m:ctrlPr>
                              </m:mPr>
                              <m:mr>
                                <m:e/>
                                <m:e/>
                                <m:e/>
                                <m:e/>
                              </m:mr>
                            </m:m>
                          </m:e>
                        </m:mr>
                        <m:mr>
                          <m:e>
                            <m:r>
                              <a:rPr lang="zh-CN" altLang="en-US" i="1">
                                <a:solidFill>
                                  <a:srgbClr val="000000"/>
                                </a:solidFill>
                                <a:latin typeface="Cambria Math" panose="02040503050406030204" pitchFamily="18" charset="0"/>
                              </a:rPr>
                              <m:t>则</m:t>
                            </m:r>
                            <m:m>
                              <m:mPr>
                                <m:mcs>
                                  <m:mc>
                                    <m:mcPr>
                                      <m:count m:val="1"/>
                                      <m:mcJc m:val="center"/>
                                    </m:mcPr>
                                  </m:mc>
                                </m:mcs>
                                <m:plcHide m:val="on"/>
                                <m:ctrlPr>
                                  <a:rPr lang="zh-CN" altLang="en-US" i="1">
                                    <a:solidFill>
                                      <a:srgbClr val="000000"/>
                                    </a:solidFill>
                                    <a:latin typeface="Cambria Math" panose="02040503050406030204" pitchFamily="18" charset="0"/>
                                  </a:rPr>
                                </m:ctrlPr>
                              </m:mPr>
                              <m:mr>
                                <m:e/>
                              </m:mr>
                            </m:m>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e>
                            </m:nary>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𝛿</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den>
                            </m:f>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e>
                        </m:mr>
                      </m:m>
                    </m:oMath>
                  </m:oMathPara>
                </a14:m>
                <a:endParaRPr lang="zh-CN" altLang="en-US" dirty="0"/>
              </a:p>
            </p:txBody>
          </p:sp>
        </mc:Choice>
        <mc:Fallback>
          <p:sp>
            <p:nvSpPr>
              <p:cNvPr id="154628" name="Object 3"/>
              <p:cNvSpPr txBox="1">
                <a:spLocks noRot="1" noChangeAspect="1" noMove="1" noResize="1" noEditPoints="1" noAdjustHandles="1" noChangeArrowheads="1" noChangeShapeType="1" noTextEdit="1"/>
              </p:cNvSpPr>
              <p:nvPr/>
            </p:nvSpPr>
            <p:spPr bwMode="auto">
              <a:xfrm>
                <a:off x="1042988" y="189186"/>
                <a:ext cx="5100638" cy="1355451"/>
              </a:xfrm>
              <a:prstGeom prst="rect">
                <a:avLst/>
              </a:prstGeom>
              <a:blipFill rotWithShape="1">
                <a:blip r:embed="rId2"/>
                <a:stretch>
                  <a:fillRect l="-6" t="-4963" r="-498" b="-1851"/>
                </a:stretch>
              </a:blipFill>
              <a:ln>
                <a:noFill/>
              </a:ln>
              <a:effectLst>
                <a:outerShdw dist="35921" dir="2700000" algn="ctr" rotWithShape="0">
                  <a:schemeClr val="bg2"/>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2868" name="Object 4"/>
              <p:cNvSpPr txBox="1"/>
              <p:nvPr/>
            </p:nvSpPr>
            <p:spPr bwMode="auto">
              <a:xfrm>
                <a:off x="1908174" y="2590800"/>
                <a:ext cx="2905563" cy="811354"/>
              </a:xfrm>
              <a:prstGeom prst="rect">
                <a:avLst/>
              </a:prstGeom>
              <a:noFill/>
              <a:ln>
                <a:noFill/>
              </a:ln>
              <a:effectLst/>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𝑡</m:t>
                          </m:r>
                        </m:sup>
                        <m:e>
                          <m:r>
                            <a:rPr lang="zh-CN" altLang="en-US" i="1">
                              <a:solidFill>
                                <a:srgbClr val="000000"/>
                              </a:solidFill>
                              <a:latin typeface="Cambria Math" panose="02040503050406030204" pitchFamily="18" charset="0"/>
                            </a:rPr>
                            <m:t>𝛿</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𝜏</m:t>
                          </m:r>
                        </m:e>
                      </m:nary>
                    </m:oMath>
                  </m:oMathPara>
                </a14:m>
                <a:endParaRPr lang="zh-CN" altLang="en-US" dirty="0"/>
              </a:p>
            </p:txBody>
          </p:sp>
        </mc:Choice>
        <mc:Fallback>
          <p:sp>
            <p:nvSpPr>
              <p:cNvPr id="292868" name="Object 4"/>
              <p:cNvSpPr txBox="1">
                <a:spLocks noRot="1" noChangeAspect="1" noMove="1" noResize="1" noEditPoints="1" noAdjustHandles="1" noChangeArrowheads="1" noChangeShapeType="1" noTextEdit="1"/>
              </p:cNvSpPr>
              <p:nvPr/>
            </p:nvSpPr>
            <p:spPr bwMode="auto">
              <a:xfrm>
                <a:off x="1908174" y="2590800"/>
                <a:ext cx="2905563" cy="811354"/>
              </a:xfrm>
              <a:prstGeom prst="rect">
                <a:avLst/>
              </a:prstGeom>
              <a:blipFill rotWithShape="1">
                <a:blip r:embed="rId3"/>
                <a:stretch>
                  <a:fillRect l="-22" t="-1800" r="15" b="57"/>
                </a:stretch>
              </a:blipFill>
              <a:ln>
                <a:noFill/>
              </a:ln>
              <a:effectLst/>
            </p:spPr>
            <p:txBody>
              <a:bodyPr/>
              <a:lstStyle/>
              <a:p>
                <a:r>
                  <a:rPr lang="zh-CN" altLang="en-US">
                    <a:noFill/>
                  </a:rPr>
                  <a:t> </a:t>
                </a:r>
              </a:p>
            </p:txBody>
          </p:sp>
        </mc:Fallback>
      </mc:AlternateContent>
      <p:graphicFrame>
        <p:nvGraphicFramePr>
          <p:cNvPr id="292869" name="Object 5"/>
          <p:cNvGraphicFramePr>
            <a:graphicFrameLocks noChangeAspect="1"/>
          </p:cNvGraphicFramePr>
          <p:nvPr/>
        </p:nvGraphicFramePr>
        <p:xfrm>
          <a:off x="2051050" y="3598863"/>
          <a:ext cx="1008063" cy="406400"/>
        </p:xfrm>
        <a:graphic>
          <a:graphicData uri="http://schemas.openxmlformats.org/presentationml/2006/ole">
            <mc:AlternateContent xmlns:mc="http://schemas.openxmlformats.org/markup-compatibility/2006">
              <mc:Choice xmlns:v="urn:schemas-microsoft-com:vml" Requires="v">
                <p:oleObj spid="_x0000_s154918" name="公式" r:id="rId4" imgW="482600" imgH="203200" progId="Equation.3">
                  <p:embed/>
                </p:oleObj>
              </mc:Choice>
              <mc:Fallback>
                <p:oleObj name="公式" r:id="rId4" imgW="482600" imgH="203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3598863"/>
                        <a:ext cx="1008063"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2870" name="Object 6"/>
          <p:cNvGraphicFramePr>
            <a:graphicFrameLocks noChangeAspect="1"/>
          </p:cNvGraphicFramePr>
          <p:nvPr/>
        </p:nvGraphicFramePr>
        <p:xfrm>
          <a:off x="3276600" y="3598863"/>
          <a:ext cx="185738" cy="330200"/>
        </p:xfrm>
        <a:graphic>
          <a:graphicData uri="http://schemas.openxmlformats.org/presentationml/2006/ole">
            <mc:AlternateContent xmlns:mc="http://schemas.openxmlformats.org/markup-compatibility/2006">
              <mc:Choice xmlns:v="urn:schemas-microsoft-com:vml" Requires="v">
                <p:oleObj spid="_x0000_s154919" name="公式" r:id="rId6" imgW="88900" imgH="164465" progId="Equation.3">
                  <p:embed/>
                </p:oleObj>
              </mc:Choice>
              <mc:Fallback>
                <p:oleObj name="公式" r:id="rId6" imgW="88900" imgH="16446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3598863"/>
                        <a:ext cx="185738"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2871" name="Object 7"/>
          <p:cNvGraphicFramePr>
            <a:graphicFrameLocks noChangeAspect="1"/>
          </p:cNvGraphicFramePr>
          <p:nvPr/>
        </p:nvGraphicFramePr>
        <p:xfrm>
          <a:off x="1331913" y="4652963"/>
          <a:ext cx="2495550" cy="660400"/>
        </p:xfrm>
        <a:graphic>
          <a:graphicData uri="http://schemas.openxmlformats.org/presentationml/2006/ole">
            <mc:AlternateContent xmlns:mc="http://schemas.openxmlformats.org/markup-compatibility/2006">
              <mc:Choice xmlns:v="urn:schemas-microsoft-com:vml" Requires="v">
                <p:oleObj spid="_x0000_s154920" name="公式" r:id="rId8" imgW="1193800" imgH="330200" progId="Equation.3">
                  <p:embed/>
                </p:oleObj>
              </mc:Choice>
              <mc:Fallback>
                <p:oleObj name="公式" r:id="rId8" imgW="1193800" imgH="3302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4652963"/>
                        <a:ext cx="249555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292872" name="Object 8"/>
              <p:cNvSpPr txBox="1">
                <a:spLocks noGrp="1"/>
              </p:cNvSpPr>
              <p:nvPr>
                <p:ph sz="quarter" idx="4294967295"/>
              </p:nvPr>
            </p:nvSpPr>
            <p:spPr bwMode="auto">
              <a:xfrm>
                <a:off x="3825875" y="4664075"/>
                <a:ext cx="3237077" cy="1426670"/>
              </a:xfrm>
              <a:prstGeom prst="rect">
                <a:avLst/>
              </a:prstGeom>
              <a:solidFill>
                <a:schemeClr val="bg1"/>
              </a:solidFill>
              <a:ln w="9525">
                <a:solidFill>
                  <a:schemeClr val="accent2"/>
                </a:solidFill>
                <a:miter lim="800000"/>
              </a:ln>
              <a:effectLst>
                <a:outerShdw dist="35921" dir="2700000" algn="ctr" rotWithShape="0">
                  <a:schemeClr val="bg2"/>
                </a:outerShdw>
              </a:effectLst>
            </p:spPr>
            <p:txBody>
              <a:bodyPr>
                <a:normAutofit fontScale="70000" lnSpcReduction="20000"/>
              </a:bodyPr>
              <a:lstStyle/>
              <a:p>
                <a:pPr>
                  <a:buNone/>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𝜋</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1</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𝛿</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𝜔</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oMath>
                  </m:oMathPara>
                </a14:m>
                <a:endParaRPr lang="en-US" altLang="zh-CN" i="1" dirty="0">
                  <a:solidFill>
                    <a:srgbClr val="000000"/>
                  </a:solidFill>
                  <a:latin typeface="Cambria Math" panose="02040503050406030204" pitchFamily="18" charset="0"/>
                </a:endParaRPr>
              </a:p>
              <a:p>
                <a:pPr>
                  <a:buNone/>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𝜋𝛿</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den>
                      </m:f>
                    </m:oMath>
                  </m:oMathPara>
                </a14:m>
                <a:endParaRPr lang="zh-CN" altLang="en-US" dirty="0"/>
              </a:p>
            </p:txBody>
          </p:sp>
        </mc:Choice>
        <mc:Fallback>
          <p:sp>
            <p:nvSpPr>
              <p:cNvPr id="292872" name="Object 8"/>
              <p:cNvSpPr txBox="1">
                <a:spLocks noRot="1" noChangeAspect="1" noMove="1" noResize="1" noEditPoints="1" noAdjustHandles="1" noChangeArrowheads="1" noChangeShapeType="1" noTextEdit="1"/>
              </p:cNvSpPr>
              <p:nvPr>
                <p:ph sz="quarter" idx="4294967295"/>
              </p:nvPr>
            </p:nvSpPr>
            <p:spPr bwMode="auto">
              <a:xfrm>
                <a:off x="3825875" y="4664075"/>
                <a:ext cx="3237077" cy="1426670"/>
              </a:xfrm>
              <a:prstGeom prst="rect">
                <a:avLst/>
              </a:prstGeom>
              <a:blipFill rotWithShape="1">
                <a:blip r:embed="rId10"/>
                <a:stretch>
                  <a:fillRect l="-157" t="-801" r="-927" b="-2104"/>
                </a:stretch>
              </a:blipFill>
              <a:ln w="9525">
                <a:solidFill>
                  <a:schemeClr val="accent2"/>
                </a:solidFill>
                <a:miter lim="800000"/>
              </a:ln>
              <a:effectLst>
                <a:outerShdw dist="35921" dir="2700000" algn="ctr" rotWithShape="0">
                  <a:schemeClr val="bg2"/>
                </a:outerShdw>
              </a:effectLst>
            </p:spPr>
            <p:txBody>
              <a:bodyPr/>
              <a:lstStyle/>
              <a:p>
                <a:r>
                  <a:rPr lang="zh-CN" altLang="en-US">
                    <a:noFill/>
                  </a:rPr>
                  <a:t> </a:t>
                </a:r>
              </a:p>
            </p:txBody>
          </p:sp>
        </mc:Fallback>
      </mc:AlternateContent>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2226"/>
    </mc:Choice>
    <mc:Fallback>
      <p:transition spd="slow" advTm="22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92869"/>
                                        </p:tgtEl>
                                        <p:attrNameLst>
                                          <p:attrName>style.visibility</p:attrName>
                                        </p:attrNameLst>
                                      </p:cBhvr>
                                      <p:to>
                                        <p:strVal val="visible"/>
                                      </p:to>
                                    </p:set>
                                    <p:anim calcmode="lin" valueType="num">
                                      <p:cBhvr>
                                        <p:cTn id="7" dur="1000" fill="hold"/>
                                        <p:tgtEl>
                                          <p:spTgt spid="292869"/>
                                        </p:tgtEl>
                                        <p:attrNameLst>
                                          <p:attrName>ppt_w</p:attrName>
                                        </p:attrNameLst>
                                      </p:cBhvr>
                                      <p:tavLst>
                                        <p:tav tm="0">
                                          <p:val>
                                            <p:strVal val="#ppt_w*0.70"/>
                                          </p:val>
                                        </p:tav>
                                        <p:tav tm="100000">
                                          <p:val>
                                            <p:strVal val="#ppt_w"/>
                                          </p:val>
                                        </p:tav>
                                      </p:tavLst>
                                    </p:anim>
                                    <p:anim calcmode="lin" valueType="num">
                                      <p:cBhvr>
                                        <p:cTn id="8" dur="1000" fill="hold"/>
                                        <p:tgtEl>
                                          <p:spTgt spid="292869"/>
                                        </p:tgtEl>
                                        <p:attrNameLst>
                                          <p:attrName>ppt_h</p:attrName>
                                        </p:attrNameLst>
                                      </p:cBhvr>
                                      <p:tavLst>
                                        <p:tav tm="0">
                                          <p:val>
                                            <p:strVal val="#ppt_h"/>
                                          </p:val>
                                        </p:tav>
                                        <p:tav tm="100000">
                                          <p:val>
                                            <p:strVal val="#ppt_h"/>
                                          </p:val>
                                        </p:tav>
                                      </p:tavLst>
                                    </p:anim>
                                    <p:animEffect transition="in" filter="fade">
                                      <p:cBhvr>
                                        <p:cTn id="9" dur="1000"/>
                                        <p:tgtEl>
                                          <p:spTgt spid="292869"/>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92870"/>
                                        </p:tgtEl>
                                        <p:attrNameLst>
                                          <p:attrName>style.visibility</p:attrName>
                                        </p:attrNameLst>
                                      </p:cBhvr>
                                      <p:to>
                                        <p:strVal val="visible"/>
                                      </p:to>
                                    </p:set>
                                    <p:anim calcmode="lin" valueType="num">
                                      <p:cBhvr>
                                        <p:cTn id="14" dur="1000" fill="hold"/>
                                        <p:tgtEl>
                                          <p:spTgt spid="292870"/>
                                        </p:tgtEl>
                                        <p:attrNameLst>
                                          <p:attrName>ppt_w</p:attrName>
                                        </p:attrNameLst>
                                      </p:cBhvr>
                                      <p:tavLst>
                                        <p:tav tm="0">
                                          <p:val>
                                            <p:strVal val="#ppt_w*0.70"/>
                                          </p:val>
                                        </p:tav>
                                        <p:tav tm="100000">
                                          <p:val>
                                            <p:strVal val="#ppt_w"/>
                                          </p:val>
                                        </p:tav>
                                      </p:tavLst>
                                    </p:anim>
                                    <p:anim calcmode="lin" valueType="num">
                                      <p:cBhvr>
                                        <p:cTn id="15" dur="1000" fill="hold"/>
                                        <p:tgtEl>
                                          <p:spTgt spid="292870"/>
                                        </p:tgtEl>
                                        <p:attrNameLst>
                                          <p:attrName>ppt_h</p:attrName>
                                        </p:attrNameLst>
                                      </p:cBhvr>
                                      <p:tavLst>
                                        <p:tav tm="0">
                                          <p:val>
                                            <p:strVal val="#ppt_h"/>
                                          </p:val>
                                        </p:tav>
                                        <p:tav tm="100000">
                                          <p:val>
                                            <p:strVal val="#ppt_h"/>
                                          </p:val>
                                        </p:tav>
                                      </p:tavLst>
                                    </p:anim>
                                    <p:animEffect transition="in" filter="fade">
                                      <p:cBhvr>
                                        <p:cTn id="16" dur="1000"/>
                                        <p:tgtEl>
                                          <p:spTgt spid="292870"/>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292871"/>
                                        </p:tgtEl>
                                        <p:attrNameLst>
                                          <p:attrName>style.visibility</p:attrName>
                                        </p:attrNameLst>
                                      </p:cBhvr>
                                      <p:to>
                                        <p:strVal val="visible"/>
                                      </p:to>
                                    </p:set>
                                    <p:anim calcmode="lin" valueType="num">
                                      <p:cBhvr>
                                        <p:cTn id="20" dur="1000" fill="hold"/>
                                        <p:tgtEl>
                                          <p:spTgt spid="292871"/>
                                        </p:tgtEl>
                                        <p:attrNameLst>
                                          <p:attrName>ppt_w</p:attrName>
                                        </p:attrNameLst>
                                      </p:cBhvr>
                                      <p:tavLst>
                                        <p:tav tm="0">
                                          <p:val>
                                            <p:strVal val="#ppt_w*0.70"/>
                                          </p:val>
                                        </p:tav>
                                        <p:tav tm="100000">
                                          <p:val>
                                            <p:strVal val="#ppt_w"/>
                                          </p:val>
                                        </p:tav>
                                      </p:tavLst>
                                    </p:anim>
                                    <p:anim calcmode="lin" valueType="num">
                                      <p:cBhvr>
                                        <p:cTn id="21" dur="1000" fill="hold"/>
                                        <p:tgtEl>
                                          <p:spTgt spid="292871"/>
                                        </p:tgtEl>
                                        <p:attrNameLst>
                                          <p:attrName>ppt_h</p:attrName>
                                        </p:attrNameLst>
                                      </p:cBhvr>
                                      <p:tavLst>
                                        <p:tav tm="0">
                                          <p:val>
                                            <p:strVal val="#ppt_h"/>
                                          </p:val>
                                        </p:tav>
                                        <p:tav tm="100000">
                                          <p:val>
                                            <p:strVal val="#ppt_h"/>
                                          </p:val>
                                        </p:tav>
                                      </p:tavLst>
                                    </p:anim>
                                    <p:animEffect transition="in" filter="fade">
                                      <p:cBhvr>
                                        <p:cTn id="22" dur="1000"/>
                                        <p:tgtEl>
                                          <p:spTgt spid="2928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ext Box 3"/>
          <p:cNvSpPr txBox="1"/>
          <p:nvPr/>
        </p:nvSpPr>
        <p:spPr>
          <a:xfrm>
            <a:off x="679450" y="585788"/>
            <a:ext cx="1924050" cy="460375"/>
          </a:xfrm>
          <a:prstGeom prst="rect">
            <a:avLst/>
          </a:prstGeom>
          <a:noFill/>
          <a:ln w="9525">
            <a:noFill/>
          </a:ln>
        </p:spPr>
        <p:txBody>
          <a:bodyPr wrap="square" anchor="t" anchorCtr="0">
            <a:spAutoFit/>
          </a:bodyPr>
          <a:lstStyle/>
          <a:p>
            <a:pPr>
              <a:spcBef>
                <a:spcPct val="50000"/>
              </a:spcBef>
            </a:pPr>
            <a:r>
              <a:rPr lang="zh-CN" altLang="en-US" b="1" dirty="0">
                <a:solidFill>
                  <a:srgbClr val="FF0000"/>
                </a:solidFill>
                <a:latin typeface="Tahoma" panose="020B0604030504040204" pitchFamily="34" charset="0"/>
                <a:ea typeface="宋体" panose="02010600030101010101" pitchFamily="2" charset="-122"/>
              </a:rPr>
              <a:t>解：方法</a:t>
            </a:r>
            <a:r>
              <a:rPr lang="en-US" altLang="zh-CN" b="1" dirty="0">
                <a:solidFill>
                  <a:srgbClr val="FF0000"/>
                </a:solidFill>
                <a:latin typeface="Tahoma" panose="020B0604030504040204" pitchFamily="34" charset="0"/>
                <a:ea typeface="宋体" panose="02010600030101010101" pitchFamily="2" charset="-122"/>
              </a:rPr>
              <a:t>1</a:t>
            </a:r>
            <a:endParaRPr lang="en-US" altLang="zh-CN" b="1" dirty="0">
              <a:solidFill>
                <a:srgbClr val="FF0000"/>
              </a:solidFill>
              <a:latin typeface="Tahoma" panose="020B0604030504040204" pitchFamily="34" charset="0"/>
              <a:ea typeface="宋体" panose="02010600030101010101" pitchFamily="2" charset="-122"/>
            </a:endParaRPr>
          </a:p>
        </p:txBody>
      </p:sp>
      <p:graphicFrame>
        <p:nvGraphicFramePr>
          <p:cNvPr id="128002" name="Object 7"/>
          <p:cNvGraphicFramePr>
            <a:graphicFrameLocks noChangeAspect="1"/>
          </p:cNvGraphicFramePr>
          <p:nvPr/>
        </p:nvGraphicFramePr>
        <p:xfrm>
          <a:off x="6629400" y="0"/>
          <a:ext cx="1995488" cy="1276350"/>
        </p:xfrm>
        <a:graphic>
          <a:graphicData uri="http://schemas.openxmlformats.org/presentationml/2006/ole">
            <mc:AlternateContent xmlns:mc="http://schemas.openxmlformats.org/markup-compatibility/2006">
              <mc:Choice xmlns:v="urn:schemas-microsoft-com:vml" Requires="v">
                <p:oleObj spid="_x0000_s238982" name="" r:id="rId1" imgW="2428875" imgH="1552575" progId="Paint.Picture">
                  <p:embed/>
                </p:oleObj>
              </mc:Choice>
              <mc:Fallback>
                <p:oleObj name="" r:id="rId1" imgW="2428875" imgH="1552575" progId="Paint.Picture">
                  <p:embed/>
                  <p:pic>
                    <p:nvPicPr>
                      <p:cNvPr id="0" name="Object 7"/>
                      <p:cNvPicPr/>
                      <p:nvPr/>
                    </p:nvPicPr>
                    <p:blipFill>
                      <a:blip r:embed="rId2"/>
                      <a:stretch>
                        <a:fillRect/>
                      </a:stretch>
                    </p:blipFill>
                    <p:spPr>
                      <a:xfrm>
                        <a:off x="6629400" y="0"/>
                        <a:ext cx="1995488" cy="1276350"/>
                      </a:xfrm>
                      <a:prstGeom prst="rect">
                        <a:avLst/>
                      </a:prstGeom>
                      <a:noFill/>
                      <a:ln w="38100">
                        <a:noFill/>
                        <a:miter/>
                      </a:ln>
                    </p:spPr>
                  </p:pic>
                </p:oleObj>
              </mc:Fallback>
            </mc:AlternateContent>
          </a:graphicData>
        </a:graphic>
      </p:graphicFrame>
      <p:graphicFrame>
        <p:nvGraphicFramePr>
          <p:cNvPr id="387080" name="Object 8"/>
          <p:cNvGraphicFramePr>
            <a:graphicFrameLocks noChangeAspect="1"/>
          </p:cNvGraphicFramePr>
          <p:nvPr/>
        </p:nvGraphicFramePr>
        <p:xfrm>
          <a:off x="6600825" y="1287463"/>
          <a:ext cx="2085975" cy="1570037"/>
        </p:xfrm>
        <a:graphic>
          <a:graphicData uri="http://schemas.openxmlformats.org/presentationml/2006/ole">
            <mc:AlternateContent xmlns:mc="http://schemas.openxmlformats.org/markup-compatibility/2006">
              <mc:Choice xmlns:v="urn:schemas-microsoft-com:vml" Requires="v">
                <p:oleObj spid="_x0000_s238983" name="" r:id="rId3" imgW="2466975" imgH="1857375" progId="Paint.Picture">
                  <p:embed/>
                </p:oleObj>
              </mc:Choice>
              <mc:Fallback>
                <p:oleObj name="" r:id="rId3" imgW="2466975" imgH="1857375" progId="Paint.Picture">
                  <p:embed/>
                  <p:pic>
                    <p:nvPicPr>
                      <p:cNvPr id="0" name="Object 8"/>
                      <p:cNvPicPr/>
                      <p:nvPr/>
                    </p:nvPicPr>
                    <p:blipFill>
                      <a:blip r:embed="rId4"/>
                      <a:stretch>
                        <a:fillRect/>
                      </a:stretch>
                    </p:blipFill>
                    <p:spPr>
                      <a:xfrm>
                        <a:off x="6600825" y="1287463"/>
                        <a:ext cx="2085975" cy="1570037"/>
                      </a:xfrm>
                      <a:prstGeom prst="rect">
                        <a:avLst/>
                      </a:prstGeom>
                      <a:noFill/>
                      <a:ln w="38100">
                        <a:noFill/>
                        <a:miter/>
                      </a:ln>
                    </p:spPr>
                  </p:pic>
                </p:oleObj>
              </mc:Fallback>
            </mc:AlternateContent>
          </a:graphicData>
        </a:graphic>
      </p:graphicFrame>
      <p:sp>
        <p:nvSpPr>
          <p:cNvPr id="387085" name="Text Box 13"/>
          <p:cNvSpPr txBox="1"/>
          <p:nvPr/>
        </p:nvSpPr>
        <p:spPr>
          <a:xfrm>
            <a:off x="388883" y="4995587"/>
            <a:ext cx="1943155" cy="523220"/>
          </a:xfrm>
          <a:prstGeom prst="rect">
            <a:avLst/>
          </a:prstGeom>
          <a:noFill/>
          <a:ln w="9525">
            <a:noFill/>
          </a:ln>
        </p:spPr>
        <p:txBody>
          <a:bodyPr wrap="square" anchor="t" anchorCtr="0">
            <a:spAutoFit/>
          </a:bodyPr>
          <a:lstStyle/>
          <a:p>
            <a:pPr>
              <a:spcBef>
                <a:spcPct val="50000"/>
              </a:spcBef>
            </a:pPr>
            <a:r>
              <a:rPr lang="zh-CN" altLang="en-US" b="1" dirty="0">
                <a:solidFill>
                  <a:srgbClr val="FF0000"/>
                </a:solidFill>
                <a:latin typeface="Tahoma" panose="020B0604030504040204" pitchFamily="34" charset="0"/>
                <a:ea typeface="宋体" panose="02010600030101010101" pitchFamily="2" charset="-122"/>
              </a:rPr>
              <a:t>由积分：</a:t>
            </a:r>
            <a:endParaRPr lang="zh-CN" altLang="en-US" b="1" dirty="0">
              <a:solidFill>
                <a:srgbClr val="FF0000"/>
              </a:solidFill>
              <a:latin typeface="Tahoma" panose="020B0604030504040204" pitchFamily="34" charset="0"/>
              <a:ea typeface="宋体" panose="02010600030101010101" pitchFamily="2" charset="-122"/>
            </a:endParaRPr>
          </a:p>
        </p:txBody>
      </p:sp>
      <p:graphicFrame>
        <p:nvGraphicFramePr>
          <p:cNvPr id="128005" name="Object 18"/>
          <p:cNvGraphicFramePr>
            <a:graphicFrameLocks noChangeAspect="1"/>
          </p:cNvGraphicFramePr>
          <p:nvPr/>
        </p:nvGraphicFramePr>
        <p:xfrm>
          <a:off x="949325" y="184150"/>
          <a:ext cx="4705350" cy="401638"/>
        </p:xfrm>
        <a:graphic>
          <a:graphicData uri="http://schemas.openxmlformats.org/presentationml/2006/ole">
            <mc:AlternateContent xmlns:mc="http://schemas.openxmlformats.org/markup-compatibility/2006">
              <mc:Choice xmlns:v="urn:schemas-microsoft-com:vml" Requires="v">
                <p:oleObj spid="_x0000_s238984" name="" r:id="rId5" imgW="2540000" imgH="215900" progId="Equation.3">
                  <p:embed/>
                </p:oleObj>
              </mc:Choice>
              <mc:Fallback>
                <p:oleObj name="" r:id="rId5" imgW="2540000" imgH="215900" progId="Equation.3">
                  <p:embed/>
                  <p:pic>
                    <p:nvPicPr>
                      <p:cNvPr id="0" name="Object 18"/>
                      <p:cNvPicPr/>
                      <p:nvPr/>
                    </p:nvPicPr>
                    <p:blipFill>
                      <a:blip r:embed="rId6"/>
                      <a:stretch>
                        <a:fillRect/>
                      </a:stretch>
                    </p:blipFill>
                    <p:spPr>
                      <a:xfrm>
                        <a:off x="949325" y="184150"/>
                        <a:ext cx="4705350" cy="401638"/>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6" name="Object 18"/>
              <p:cNvSpPr txBox="1"/>
              <p:nvPr/>
            </p:nvSpPr>
            <p:spPr>
              <a:xfrm>
                <a:off x="457199" y="1176337"/>
                <a:ext cx="1881187" cy="463224"/>
              </a:xfrm>
              <a:prstGeom prst="rect">
                <a:avLst/>
              </a:prstGeom>
              <a:noFill/>
              <a:ln w="38100">
                <a:noFill/>
                <a:miter/>
              </a:ln>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en-US" altLang="zh-CN" b="0" i="1" smtClean="0">
                          <a:solidFill>
                            <a:srgbClr val="000000"/>
                          </a:solidFill>
                          <a:latin typeface="Cambria Math" panose="02040503050406030204" pitchFamily="18" charset="0"/>
                        </a:rPr>
                        <m:t>𝑓</m:t>
                      </m:r>
                      <m:r>
                        <a:rPr lang="en-US" altLang="zh-CN" b="0" i="1" baseline="-25000" smtClean="0">
                          <a:solidFill>
                            <a:srgbClr val="000000"/>
                          </a:solidFill>
                          <a:latin typeface="Cambria Math" panose="02040503050406030204" pitchFamily="18" charset="0"/>
                        </a:rPr>
                        <m:t>1</m:t>
                      </m:r>
                      <m:d>
                        <m:dPr>
                          <m:ctrlPr>
                            <a:rPr lang="en-US" altLang="zh-CN" b="0" i="1" smtClean="0">
                              <a:solidFill>
                                <a:srgbClr val="000000"/>
                              </a:solidFill>
                              <a:latin typeface="Cambria Math" panose="02040503050406030204" pitchFamily="18" charset="0"/>
                            </a:rPr>
                          </m:ctrlPr>
                        </m:dPr>
                        <m:e>
                          <m:r>
                            <a:rPr lang="en-US" altLang="zh-CN" b="0" i="1" smtClean="0">
                              <a:solidFill>
                                <a:srgbClr val="000000"/>
                              </a:solidFill>
                              <a:latin typeface="Cambria Math" panose="02040503050406030204" pitchFamily="18" charset="0"/>
                            </a:rPr>
                            <m:t>𝑡</m:t>
                          </m:r>
                        </m:e>
                      </m:d>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6" name="Object 18"/>
              <p:cNvSpPr txBox="1">
                <a:spLocks noRot="1" noChangeAspect="1" noMove="1" noResize="1" noEditPoints="1" noAdjustHandles="1" noChangeArrowheads="1" noChangeShapeType="1" noTextEdit="1"/>
              </p:cNvSpPr>
              <p:nvPr/>
            </p:nvSpPr>
            <p:spPr>
              <a:xfrm>
                <a:off x="457199" y="1176337"/>
                <a:ext cx="1881187" cy="463224"/>
              </a:xfrm>
              <a:prstGeom prst="rect">
                <a:avLst/>
              </a:prstGeom>
              <a:blipFill rotWithShape="1">
                <a:blip r:embed="rId7"/>
                <a:stretch>
                  <a:fillRect l="-34" t="-68" r="17" b="135"/>
                </a:stretch>
              </a:blipFill>
              <a:ln w="38100">
                <a:noFill/>
                <a:miter/>
              </a:ln>
            </p:spPr>
            <p:txBody>
              <a:bodyPr/>
              <a:lstStyle/>
              <a:p>
                <a:r>
                  <a:rPr lang="zh-CN" altLang="en-US">
                    <a:noFill/>
                  </a:rPr>
                  <a:t> </a:t>
                </a:r>
              </a:p>
            </p:txBody>
          </p:sp>
        </mc:Fallback>
      </mc:AlternateContent>
      <p:graphicFrame>
        <p:nvGraphicFramePr>
          <p:cNvPr id="10" name="Object 18"/>
          <p:cNvGraphicFramePr>
            <a:graphicFrameLocks noChangeAspect="1"/>
          </p:cNvGraphicFramePr>
          <p:nvPr/>
        </p:nvGraphicFramePr>
        <p:xfrm>
          <a:off x="2383631" y="987426"/>
          <a:ext cx="4035425" cy="731838"/>
        </p:xfrm>
        <a:graphic>
          <a:graphicData uri="http://schemas.openxmlformats.org/presentationml/2006/ole">
            <mc:AlternateContent xmlns:mc="http://schemas.openxmlformats.org/markup-compatibility/2006">
              <mc:Choice xmlns:v="urn:schemas-microsoft-com:vml" Requires="v">
                <p:oleObj spid="_x0000_s238985" name="" r:id="rId8" imgW="2171700" imgH="393700" progId="Equation.3">
                  <p:embed/>
                </p:oleObj>
              </mc:Choice>
              <mc:Fallback>
                <p:oleObj name="" r:id="rId8" imgW="2171700" imgH="393700" progId="Equation.3">
                  <p:embed/>
                  <p:pic>
                    <p:nvPicPr>
                      <p:cNvPr id="0" name="Object 18"/>
                      <p:cNvPicPr/>
                      <p:nvPr/>
                    </p:nvPicPr>
                    <p:blipFill>
                      <a:blip r:embed="rId9"/>
                      <a:stretch>
                        <a:fillRect/>
                      </a:stretch>
                    </p:blipFill>
                    <p:spPr>
                      <a:xfrm>
                        <a:off x="2383631" y="987426"/>
                        <a:ext cx="4035425" cy="731838"/>
                      </a:xfrm>
                      <a:prstGeom prst="rect">
                        <a:avLst/>
                      </a:prstGeom>
                      <a:noFill/>
                      <a:ln w="38100">
                        <a:noFill/>
                        <a:miter/>
                      </a:ln>
                    </p:spPr>
                  </p:pic>
                </p:oleObj>
              </mc:Fallback>
            </mc:AlternateContent>
          </a:graphicData>
        </a:graphic>
      </p:graphicFrame>
      <p:graphicFrame>
        <p:nvGraphicFramePr>
          <p:cNvPr id="12" name="Object 18"/>
          <p:cNvGraphicFramePr>
            <a:graphicFrameLocks noChangeAspect="1"/>
          </p:cNvGraphicFramePr>
          <p:nvPr/>
        </p:nvGraphicFramePr>
        <p:xfrm>
          <a:off x="1941513" y="1832767"/>
          <a:ext cx="3629025" cy="747713"/>
        </p:xfrm>
        <a:graphic>
          <a:graphicData uri="http://schemas.openxmlformats.org/presentationml/2006/ole">
            <mc:AlternateContent xmlns:mc="http://schemas.openxmlformats.org/markup-compatibility/2006">
              <mc:Choice xmlns:v="urn:schemas-microsoft-com:vml" Requires="v">
                <p:oleObj spid="_x0000_s238986" name="" r:id="rId10" imgW="1917065" imgH="393700" progId="Equation.3">
                  <p:embed/>
                </p:oleObj>
              </mc:Choice>
              <mc:Fallback>
                <p:oleObj name="" r:id="rId10" imgW="1917065" imgH="393700" progId="Equation.3">
                  <p:embed/>
                  <p:pic>
                    <p:nvPicPr>
                      <p:cNvPr id="0" name="Object 18"/>
                      <p:cNvPicPr/>
                      <p:nvPr/>
                    </p:nvPicPr>
                    <p:blipFill>
                      <a:blip r:embed="rId11"/>
                      <a:stretch>
                        <a:fillRect/>
                      </a:stretch>
                    </p:blipFill>
                    <p:spPr>
                      <a:xfrm>
                        <a:off x="1941513" y="1832767"/>
                        <a:ext cx="3629025" cy="747713"/>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14" name="Object 18"/>
              <p:cNvSpPr txBox="1"/>
              <p:nvPr/>
            </p:nvSpPr>
            <p:spPr>
              <a:xfrm>
                <a:off x="877889" y="3026566"/>
                <a:ext cx="1282699" cy="420689"/>
              </a:xfrm>
              <a:prstGeom prst="rect">
                <a:avLst/>
              </a:prstGeom>
              <a:noFill/>
              <a:ln w="38100">
                <a:noFill/>
                <a:miter/>
              </a:ln>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𝐹</m:t>
                      </m:r>
                      <m:r>
                        <a:rPr lang="en-US" altLang="zh-CN" b="0" i="1" baseline="-25000" smtClean="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14" name="Object 18"/>
              <p:cNvSpPr txBox="1">
                <a:spLocks noRot="1" noChangeAspect="1" noMove="1" noResize="1" noEditPoints="1" noAdjustHandles="1" noChangeArrowheads="1" noChangeShapeType="1" noTextEdit="1"/>
              </p:cNvSpPr>
              <p:nvPr/>
            </p:nvSpPr>
            <p:spPr>
              <a:xfrm>
                <a:off x="877889" y="3026566"/>
                <a:ext cx="1282699" cy="420689"/>
              </a:xfrm>
              <a:prstGeom prst="rect">
                <a:avLst/>
              </a:prstGeom>
              <a:blipFill rotWithShape="1">
                <a:blip r:embed="rId12"/>
                <a:stretch>
                  <a:fillRect l="-25" t="-37" r="25" b="113"/>
                </a:stretch>
              </a:blipFill>
              <a:ln w="38100">
                <a:noFill/>
                <a:miter/>
              </a:ln>
            </p:spPr>
            <p:txBody>
              <a:bodyPr/>
              <a:lstStyle/>
              <a:p>
                <a:r>
                  <a:rPr lang="zh-CN" altLang="en-US">
                    <a:noFill/>
                  </a:rPr>
                  <a:t> </a:t>
                </a:r>
              </a:p>
            </p:txBody>
          </p:sp>
        </mc:Fallback>
      </mc:AlternateContent>
      <p:graphicFrame>
        <p:nvGraphicFramePr>
          <p:cNvPr id="18" name="Object 18"/>
          <p:cNvGraphicFramePr>
            <a:graphicFrameLocks noChangeAspect="1"/>
          </p:cNvGraphicFramePr>
          <p:nvPr/>
        </p:nvGraphicFramePr>
        <p:xfrm>
          <a:off x="1857430" y="3745703"/>
          <a:ext cx="3923852" cy="877885"/>
        </p:xfrm>
        <a:graphic>
          <a:graphicData uri="http://schemas.openxmlformats.org/presentationml/2006/ole">
            <mc:AlternateContent xmlns:mc="http://schemas.openxmlformats.org/markup-compatibility/2006">
              <mc:Choice xmlns:v="urn:schemas-microsoft-com:vml" Requires="v">
                <p:oleObj spid="_x0000_s238987" name="" r:id="rId13" imgW="1879600" imgH="419100" progId="Equation.3">
                  <p:embed/>
                </p:oleObj>
              </mc:Choice>
              <mc:Fallback>
                <p:oleObj name="" r:id="rId13" imgW="1879600" imgH="419100" progId="Equation.3">
                  <p:embed/>
                  <p:pic>
                    <p:nvPicPr>
                      <p:cNvPr id="0" name="Object 18"/>
                      <p:cNvPicPr/>
                      <p:nvPr/>
                    </p:nvPicPr>
                    <p:blipFill>
                      <a:blip r:embed="rId14"/>
                      <a:stretch>
                        <a:fillRect/>
                      </a:stretch>
                    </p:blipFill>
                    <p:spPr>
                      <a:xfrm>
                        <a:off x="1857430" y="3745703"/>
                        <a:ext cx="3923852" cy="877885"/>
                      </a:xfrm>
                      <a:prstGeom prst="rect">
                        <a:avLst/>
                      </a:prstGeom>
                      <a:solidFill>
                        <a:srgbClr val="33CC33"/>
                      </a:solidFill>
                      <a:ln w="38100">
                        <a:noFill/>
                        <a:miter/>
                      </a:ln>
                    </p:spPr>
                  </p:pic>
                </p:oleObj>
              </mc:Fallback>
            </mc:AlternateContent>
          </a:graphicData>
        </a:graphic>
      </p:graphicFrame>
      <p:graphicFrame>
        <p:nvGraphicFramePr>
          <p:cNvPr id="20" name="Object 18"/>
          <p:cNvGraphicFramePr>
            <a:graphicFrameLocks noChangeAspect="1"/>
          </p:cNvGraphicFramePr>
          <p:nvPr/>
        </p:nvGraphicFramePr>
        <p:xfrm>
          <a:off x="2338387" y="5885190"/>
          <a:ext cx="5134468" cy="936024"/>
        </p:xfrm>
        <a:graphic>
          <a:graphicData uri="http://schemas.openxmlformats.org/presentationml/2006/ole">
            <mc:AlternateContent xmlns:mc="http://schemas.openxmlformats.org/markup-compatibility/2006">
              <mc:Choice xmlns:v="urn:schemas-microsoft-com:vml" Requires="v">
                <p:oleObj spid="_x0000_s238988" name="" r:id="rId15" imgW="2273300" imgH="419100" progId="Equation.3">
                  <p:embed/>
                </p:oleObj>
              </mc:Choice>
              <mc:Fallback>
                <p:oleObj name="" r:id="rId15" imgW="2273300" imgH="419100" progId="Equation.3">
                  <p:embed/>
                  <p:pic>
                    <p:nvPicPr>
                      <p:cNvPr id="0" name="Object 18"/>
                      <p:cNvPicPr/>
                      <p:nvPr/>
                    </p:nvPicPr>
                    <p:blipFill>
                      <a:blip r:embed="rId16"/>
                      <a:stretch>
                        <a:fillRect/>
                      </a:stretch>
                    </p:blipFill>
                    <p:spPr>
                      <a:xfrm>
                        <a:off x="2338387" y="5885190"/>
                        <a:ext cx="5134468" cy="936024"/>
                      </a:xfrm>
                      <a:prstGeom prst="rect">
                        <a:avLst/>
                      </a:prstGeom>
                      <a:solidFill>
                        <a:srgbClr val="FFFF00"/>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22" name="对象 21"/>
              <p:cNvSpPr txBox="1"/>
              <p:nvPr/>
            </p:nvSpPr>
            <p:spPr>
              <a:xfrm>
                <a:off x="2218530" y="4867275"/>
                <a:ext cx="4365625" cy="814388"/>
              </a:xfrm>
              <a:prstGeom prst="rect">
                <a:avLst/>
              </a:prstGeom>
              <a:noFill/>
              <a:ln w="38100">
                <a:noFill/>
                <a:miter/>
              </a:ln>
            </p:spPr>
            <p:txBody>
              <a:bodyPr>
                <a:normAutofit fontScale="77500" lnSpcReduction="20000"/>
              </a:bodyPr>
              <a:lstStyle/>
              <a:p>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𝐹</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𝑗</m:t>
                      </m:r>
                      <m:r>
                        <a:rPr lang="zh-CN" altLang="en-US" i="1" smtClean="0">
                          <a:solidFill>
                            <a:srgbClr val="000000"/>
                          </a:solidFill>
                          <a:latin typeface="Cambria Math" panose="02040503050406030204" pitchFamily="18" charset="0"/>
                        </a:rPr>
                        <m:t>𝜔</m:t>
                      </m:r>
                      <m:r>
                        <a:rPr lang="zh-CN" altLang="en-US"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den>
                      </m:f>
                      <m:r>
                        <a:rPr lang="zh-CN" altLang="en-US" i="1">
                          <a:solidFill>
                            <a:srgbClr val="000000"/>
                          </a:solidFill>
                          <a:latin typeface="Cambria Math" panose="02040503050406030204" pitchFamily="18" charset="0"/>
                        </a:rPr>
                        <m:t>𝐹</m:t>
                      </m:r>
                      <m:r>
                        <a:rPr lang="en-US" altLang="zh-CN" b="0" i="1" baseline="-25000" smtClean="0">
                          <a:solidFill>
                            <a:srgbClr val="000000"/>
                          </a:solidFill>
                          <a:latin typeface="Cambria Math" panose="02040503050406030204" pitchFamily="18" charset="0"/>
                        </a:rPr>
                        <m:t>1</m:t>
                      </m:r>
                      <m:r>
                        <a:rPr lang="zh-CN" altLang="en-US"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𝐹</m:t>
                      </m:r>
                      <m:r>
                        <a:rPr lang="en-US" altLang="zh-CN" b="0" i="1" baseline="-25000" smtClean="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𝛿</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22" name="对象 21"/>
              <p:cNvSpPr txBox="1">
                <a:spLocks noRot="1" noChangeAspect="1" noMove="1" noResize="1" noEditPoints="1" noAdjustHandles="1" noChangeArrowheads="1" noChangeShapeType="1" noTextEdit="1"/>
              </p:cNvSpPr>
              <p:nvPr/>
            </p:nvSpPr>
            <p:spPr>
              <a:xfrm>
                <a:off x="2218530" y="4867275"/>
                <a:ext cx="4365625" cy="814388"/>
              </a:xfrm>
              <a:prstGeom prst="rect">
                <a:avLst/>
              </a:prstGeom>
              <a:blipFill rotWithShape="1">
                <a:blip r:embed="rId17"/>
                <a:stretch>
                  <a:fillRect l="-11" t="-1793" r="11" b="39"/>
                </a:stretch>
              </a:blipFill>
              <a:ln w="38100">
                <a:noFill/>
                <a:miter/>
              </a:ln>
            </p:spPr>
            <p:txBody>
              <a:bodyPr/>
              <a:lstStyle/>
              <a:p>
                <a:r>
                  <a:rPr lang="zh-CN" altLang="en-US">
                    <a:noFill/>
                  </a:rPr>
                  <a:t> </a:t>
                </a:r>
              </a:p>
            </p:txBody>
          </p:sp>
        </mc:Fallback>
      </mc:AlternateContent>
      <p:graphicFrame>
        <p:nvGraphicFramePr>
          <p:cNvPr id="24" name="Object 18"/>
          <p:cNvGraphicFramePr>
            <a:graphicFrameLocks noChangeAspect="1"/>
          </p:cNvGraphicFramePr>
          <p:nvPr/>
        </p:nvGraphicFramePr>
        <p:xfrm>
          <a:off x="2160588" y="2884488"/>
          <a:ext cx="6256337" cy="719137"/>
        </p:xfrm>
        <a:graphic>
          <a:graphicData uri="http://schemas.openxmlformats.org/presentationml/2006/ole">
            <mc:AlternateContent xmlns:mc="http://schemas.openxmlformats.org/markup-compatibility/2006">
              <mc:Choice xmlns:v="urn:schemas-microsoft-com:vml" Requires="v">
                <p:oleObj spid="_x0000_s238989" name="" r:id="rId18" imgW="3657600" imgH="419100" progId="Equation.3">
                  <p:embed/>
                </p:oleObj>
              </mc:Choice>
              <mc:Fallback>
                <p:oleObj name="" r:id="rId18" imgW="3657600" imgH="419100" progId="Equation.3">
                  <p:embed/>
                  <p:pic>
                    <p:nvPicPr>
                      <p:cNvPr id="0" name="Object 18"/>
                      <p:cNvPicPr/>
                      <p:nvPr/>
                    </p:nvPicPr>
                    <p:blipFill>
                      <a:blip r:embed="rId19"/>
                      <a:stretch>
                        <a:fillRect/>
                      </a:stretch>
                    </p:blipFill>
                    <p:spPr>
                      <a:xfrm>
                        <a:off x="2160588" y="2884488"/>
                        <a:ext cx="6256337" cy="719137"/>
                      </a:xfrm>
                      <a:prstGeom prst="rect">
                        <a:avLst/>
                      </a:prstGeom>
                      <a:noFill/>
                      <a:ln w="38100">
                        <a:noFill/>
                        <a:miter/>
                      </a:ln>
                    </p:spPr>
                  </p:pic>
                </p:oleObj>
              </mc:Fallback>
            </mc:AlternateContent>
          </a:graphicData>
        </a:graphic>
      </p:graphicFrame>
      <p:cxnSp>
        <p:nvCxnSpPr>
          <p:cNvPr id="26" name="直接连接符 25"/>
          <p:cNvCxnSpPr/>
          <p:nvPr/>
        </p:nvCxnSpPr>
        <p:spPr>
          <a:xfrm>
            <a:off x="942975" y="4787900"/>
            <a:ext cx="76819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a:off x="877888" y="2736850"/>
            <a:ext cx="5588000"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Tree>
    <p:custDataLst>
      <p:tags r:id="rId20"/>
    </p:custDataLst>
  </p:cSld>
  <p:clrMapOvr>
    <a:masterClrMapping/>
  </p:clrMapOvr>
  <p:transition spd="med" advTm="399316">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87080"/>
                                        </p:tgtEl>
                                        <p:attrNameLst>
                                          <p:attrName>style.visibility</p:attrName>
                                        </p:attrNameLst>
                                      </p:cBhvr>
                                      <p:to>
                                        <p:strVal val="visible"/>
                                      </p:to>
                                    </p:set>
                                    <p:anim calcmode="lin" valueType="num">
                                      <p:cBhvr>
                                        <p:cTn id="7" dur="1000" fill="hold"/>
                                        <p:tgtEl>
                                          <p:spTgt spid="387080"/>
                                        </p:tgtEl>
                                        <p:attrNameLst>
                                          <p:attrName>ppt_w</p:attrName>
                                        </p:attrNameLst>
                                      </p:cBhvr>
                                      <p:tavLst>
                                        <p:tav tm="0">
                                          <p:val>
                                            <p:strVal val="#ppt_w*0.70"/>
                                          </p:val>
                                        </p:tav>
                                        <p:tav tm="100000">
                                          <p:val>
                                            <p:strVal val="#ppt_w"/>
                                          </p:val>
                                        </p:tav>
                                      </p:tavLst>
                                    </p:anim>
                                    <p:anim calcmode="lin" valueType="num">
                                      <p:cBhvr>
                                        <p:cTn id="8" dur="1000" fill="hold"/>
                                        <p:tgtEl>
                                          <p:spTgt spid="387080"/>
                                        </p:tgtEl>
                                        <p:attrNameLst>
                                          <p:attrName>ppt_h</p:attrName>
                                        </p:attrNameLst>
                                      </p:cBhvr>
                                      <p:tavLst>
                                        <p:tav tm="0">
                                          <p:val>
                                            <p:strVal val="#ppt_h"/>
                                          </p:val>
                                        </p:tav>
                                        <p:tav tm="100000">
                                          <p:val>
                                            <p:strVal val="#ppt_h"/>
                                          </p:val>
                                        </p:tav>
                                      </p:tavLst>
                                    </p:anim>
                                    <p:animEffect transition="in" filter="fade">
                                      <p:cBhvr>
                                        <p:cTn id="9" dur="1000"/>
                                        <p:tgtEl>
                                          <p:spTgt spid="38708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strVal val="#ppt_w*0.70"/>
                                          </p:val>
                                        </p:tav>
                                        <p:tav tm="100000">
                                          <p:val>
                                            <p:strVal val="#ppt_w"/>
                                          </p:val>
                                        </p:tav>
                                      </p:tavLst>
                                    </p:anim>
                                    <p:anim calcmode="lin" valueType="num">
                                      <p:cBhvr>
                                        <p:cTn id="15" dur="1000" fill="hold"/>
                                        <p:tgtEl>
                                          <p:spTgt spid="10"/>
                                        </p:tgtEl>
                                        <p:attrNameLst>
                                          <p:attrName>ppt_h</p:attrName>
                                        </p:attrNameLst>
                                      </p:cBhvr>
                                      <p:tavLst>
                                        <p:tav tm="0">
                                          <p:val>
                                            <p:strVal val="#ppt_h"/>
                                          </p:val>
                                        </p:tav>
                                        <p:tav tm="100000">
                                          <p:val>
                                            <p:strVal val="#ppt_h"/>
                                          </p:val>
                                        </p:tav>
                                      </p:tavLst>
                                    </p:anim>
                                    <p:animEffect transition="in" filter="fade">
                                      <p:cBhvr>
                                        <p:cTn id="16" dur="1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1000" fill="hold"/>
                                        <p:tgtEl>
                                          <p:spTgt spid="12"/>
                                        </p:tgtEl>
                                        <p:attrNameLst>
                                          <p:attrName>ppt_w</p:attrName>
                                        </p:attrNameLst>
                                      </p:cBhvr>
                                      <p:tavLst>
                                        <p:tav tm="0">
                                          <p:val>
                                            <p:strVal val="#ppt_w*0.70"/>
                                          </p:val>
                                        </p:tav>
                                        <p:tav tm="100000">
                                          <p:val>
                                            <p:strVal val="#ppt_w"/>
                                          </p:val>
                                        </p:tav>
                                      </p:tavLst>
                                    </p:anim>
                                    <p:anim calcmode="lin" valueType="num">
                                      <p:cBhvr>
                                        <p:cTn id="22" dur="1000" fill="hold"/>
                                        <p:tgtEl>
                                          <p:spTgt spid="12"/>
                                        </p:tgtEl>
                                        <p:attrNameLst>
                                          <p:attrName>ppt_h</p:attrName>
                                        </p:attrNameLst>
                                      </p:cBhvr>
                                      <p:tavLst>
                                        <p:tav tm="0">
                                          <p:val>
                                            <p:strVal val="#ppt_h"/>
                                          </p:val>
                                        </p:tav>
                                        <p:tav tm="100000">
                                          <p:val>
                                            <p:strVal val="#ppt_h"/>
                                          </p:val>
                                        </p:tav>
                                      </p:tavLst>
                                    </p:anim>
                                    <p:animEffect transition="in" filter="fade">
                                      <p:cBhvr>
                                        <p:cTn id="23" dur="10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500" fill="hold"/>
                                        <p:tgtEl>
                                          <p:spTgt spid="14"/>
                                        </p:tgtEl>
                                        <p:attrNameLst>
                                          <p:attrName>ppt_x</p:attrName>
                                        </p:attrNameLst>
                                      </p:cBhvr>
                                      <p:tavLst>
                                        <p:tav tm="0">
                                          <p:val>
                                            <p:strVal val="#ppt_x"/>
                                          </p:val>
                                        </p:tav>
                                        <p:tav tm="100000">
                                          <p:val>
                                            <p:strVal val="#ppt_x"/>
                                          </p:val>
                                        </p:tav>
                                      </p:tavLst>
                                    </p:anim>
                                    <p:anim calcmode="lin" valueType="num">
                                      <p:cBhvr additive="base">
                                        <p:cTn id="29"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p:cTn id="34" dur="1000" fill="hold"/>
                                        <p:tgtEl>
                                          <p:spTgt spid="24"/>
                                        </p:tgtEl>
                                        <p:attrNameLst>
                                          <p:attrName>ppt_w</p:attrName>
                                        </p:attrNameLst>
                                      </p:cBhvr>
                                      <p:tavLst>
                                        <p:tav tm="0">
                                          <p:val>
                                            <p:strVal val="#ppt_w*0.70"/>
                                          </p:val>
                                        </p:tav>
                                        <p:tav tm="100000">
                                          <p:val>
                                            <p:strVal val="#ppt_w"/>
                                          </p:val>
                                        </p:tav>
                                      </p:tavLst>
                                    </p:anim>
                                    <p:anim calcmode="lin" valueType="num">
                                      <p:cBhvr>
                                        <p:cTn id="35" dur="1000" fill="hold"/>
                                        <p:tgtEl>
                                          <p:spTgt spid="24"/>
                                        </p:tgtEl>
                                        <p:attrNameLst>
                                          <p:attrName>ppt_h</p:attrName>
                                        </p:attrNameLst>
                                      </p:cBhvr>
                                      <p:tavLst>
                                        <p:tav tm="0">
                                          <p:val>
                                            <p:strVal val="#ppt_h"/>
                                          </p:val>
                                        </p:tav>
                                        <p:tav tm="100000">
                                          <p:val>
                                            <p:strVal val="#ppt_h"/>
                                          </p:val>
                                        </p:tav>
                                      </p:tavLst>
                                    </p:anim>
                                    <p:animEffect transition="in" filter="fade">
                                      <p:cBhvr>
                                        <p:cTn id="36" dur="10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p:cTn id="41" dur="1000" fill="hold"/>
                                        <p:tgtEl>
                                          <p:spTgt spid="18"/>
                                        </p:tgtEl>
                                        <p:attrNameLst>
                                          <p:attrName>ppt_w</p:attrName>
                                        </p:attrNameLst>
                                      </p:cBhvr>
                                      <p:tavLst>
                                        <p:tav tm="0">
                                          <p:val>
                                            <p:strVal val="#ppt_w*0.70"/>
                                          </p:val>
                                        </p:tav>
                                        <p:tav tm="100000">
                                          <p:val>
                                            <p:strVal val="#ppt_w"/>
                                          </p:val>
                                        </p:tav>
                                      </p:tavLst>
                                    </p:anim>
                                    <p:anim calcmode="lin" valueType="num">
                                      <p:cBhvr>
                                        <p:cTn id="42" dur="1000" fill="hold"/>
                                        <p:tgtEl>
                                          <p:spTgt spid="18"/>
                                        </p:tgtEl>
                                        <p:attrNameLst>
                                          <p:attrName>ppt_h</p:attrName>
                                        </p:attrNameLst>
                                      </p:cBhvr>
                                      <p:tavLst>
                                        <p:tav tm="0">
                                          <p:val>
                                            <p:strVal val="#ppt_h"/>
                                          </p:val>
                                        </p:tav>
                                        <p:tav tm="100000">
                                          <p:val>
                                            <p:strVal val="#ppt_h"/>
                                          </p:val>
                                        </p:tav>
                                      </p:tavLst>
                                    </p:anim>
                                    <p:animEffect transition="in" filter="fade">
                                      <p:cBhvr>
                                        <p:cTn id="43" dur="1000"/>
                                        <p:tgtEl>
                                          <p:spTgt spid="18"/>
                                        </p:tgtEl>
                                      </p:cBhvr>
                                    </p:animEffect>
                                  </p:childTnLst>
                                </p:cTn>
                              </p:par>
                            </p:childTnLst>
                          </p:cTn>
                        </p:par>
                        <p:par>
                          <p:cTn id="44" fill="hold">
                            <p:stCondLst>
                              <p:cond delay="1000"/>
                            </p:stCondLst>
                            <p:childTnLst>
                              <p:par>
                                <p:cTn id="45" presetID="55" presetClass="entr" presetSubtype="0" fill="hold" grpId="0" nodeType="afterEffect">
                                  <p:stCondLst>
                                    <p:cond delay="0"/>
                                  </p:stCondLst>
                                  <p:childTnLst>
                                    <p:set>
                                      <p:cBhvr>
                                        <p:cTn id="46" dur="1" fill="hold">
                                          <p:stCondLst>
                                            <p:cond delay="0"/>
                                          </p:stCondLst>
                                        </p:cTn>
                                        <p:tgtEl>
                                          <p:spTgt spid="387085"/>
                                        </p:tgtEl>
                                        <p:attrNameLst>
                                          <p:attrName>style.visibility</p:attrName>
                                        </p:attrNameLst>
                                      </p:cBhvr>
                                      <p:to>
                                        <p:strVal val="visible"/>
                                      </p:to>
                                    </p:set>
                                    <p:anim calcmode="lin" valueType="num">
                                      <p:cBhvr>
                                        <p:cTn id="47" dur="1000" fill="hold"/>
                                        <p:tgtEl>
                                          <p:spTgt spid="387085"/>
                                        </p:tgtEl>
                                        <p:attrNameLst>
                                          <p:attrName>ppt_w</p:attrName>
                                        </p:attrNameLst>
                                      </p:cBhvr>
                                      <p:tavLst>
                                        <p:tav tm="0">
                                          <p:val>
                                            <p:strVal val="#ppt_w*0.70"/>
                                          </p:val>
                                        </p:tav>
                                        <p:tav tm="100000">
                                          <p:val>
                                            <p:strVal val="#ppt_w"/>
                                          </p:val>
                                        </p:tav>
                                      </p:tavLst>
                                    </p:anim>
                                    <p:anim calcmode="lin" valueType="num">
                                      <p:cBhvr>
                                        <p:cTn id="48" dur="1000" fill="hold"/>
                                        <p:tgtEl>
                                          <p:spTgt spid="387085"/>
                                        </p:tgtEl>
                                        <p:attrNameLst>
                                          <p:attrName>ppt_h</p:attrName>
                                        </p:attrNameLst>
                                      </p:cBhvr>
                                      <p:tavLst>
                                        <p:tav tm="0">
                                          <p:val>
                                            <p:strVal val="#ppt_h"/>
                                          </p:val>
                                        </p:tav>
                                        <p:tav tm="100000">
                                          <p:val>
                                            <p:strVal val="#ppt_h"/>
                                          </p:val>
                                        </p:tav>
                                      </p:tavLst>
                                    </p:anim>
                                    <p:animEffect transition="in" filter="fade">
                                      <p:cBhvr>
                                        <p:cTn id="49" dur="1000"/>
                                        <p:tgtEl>
                                          <p:spTgt spid="387085"/>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additive="base">
                                        <p:cTn id="54" dur="500" fill="hold"/>
                                        <p:tgtEl>
                                          <p:spTgt spid="22"/>
                                        </p:tgtEl>
                                        <p:attrNameLst>
                                          <p:attrName>ppt_x</p:attrName>
                                        </p:attrNameLst>
                                      </p:cBhvr>
                                      <p:tavLst>
                                        <p:tav tm="0">
                                          <p:val>
                                            <p:strVal val="#ppt_x"/>
                                          </p:val>
                                        </p:tav>
                                        <p:tav tm="100000">
                                          <p:val>
                                            <p:strVal val="#ppt_x"/>
                                          </p:val>
                                        </p:tav>
                                      </p:tavLst>
                                    </p:anim>
                                    <p:anim calcmode="lin" valueType="num">
                                      <p:cBhvr additive="base">
                                        <p:cTn id="5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55" presetClass="entr" presetSubtype="0" fill="hold" nodeType="click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p:cTn id="60" dur="1000" fill="hold"/>
                                        <p:tgtEl>
                                          <p:spTgt spid="20"/>
                                        </p:tgtEl>
                                        <p:attrNameLst>
                                          <p:attrName>ppt_w</p:attrName>
                                        </p:attrNameLst>
                                      </p:cBhvr>
                                      <p:tavLst>
                                        <p:tav tm="0">
                                          <p:val>
                                            <p:strVal val="#ppt_w*0.70"/>
                                          </p:val>
                                        </p:tav>
                                        <p:tav tm="100000">
                                          <p:val>
                                            <p:strVal val="#ppt_w"/>
                                          </p:val>
                                        </p:tav>
                                      </p:tavLst>
                                    </p:anim>
                                    <p:anim calcmode="lin" valueType="num">
                                      <p:cBhvr>
                                        <p:cTn id="61" dur="1000" fill="hold"/>
                                        <p:tgtEl>
                                          <p:spTgt spid="20"/>
                                        </p:tgtEl>
                                        <p:attrNameLst>
                                          <p:attrName>ppt_h</p:attrName>
                                        </p:attrNameLst>
                                      </p:cBhvr>
                                      <p:tavLst>
                                        <p:tav tm="0">
                                          <p:val>
                                            <p:strVal val="#ppt_h"/>
                                          </p:val>
                                        </p:tav>
                                        <p:tav tm="100000">
                                          <p:val>
                                            <p:strVal val="#ppt_h"/>
                                          </p:val>
                                        </p:tav>
                                      </p:tavLst>
                                    </p:anim>
                                    <p:animEffect transition="in" filter="fade">
                                      <p:cBhvr>
                                        <p:cTn id="62"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85" grpId="0"/>
      <p:bldP spid="14" grpId="0"/>
      <p:bldP spid="22"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ext Box 3"/>
          <p:cNvSpPr txBox="1"/>
          <p:nvPr/>
        </p:nvSpPr>
        <p:spPr>
          <a:xfrm>
            <a:off x="475374" y="83534"/>
            <a:ext cx="1152525" cy="523220"/>
          </a:xfrm>
          <a:prstGeom prst="rect">
            <a:avLst/>
          </a:prstGeom>
          <a:noFill/>
          <a:ln w="9525">
            <a:noFill/>
          </a:ln>
        </p:spPr>
        <p:txBody>
          <a:bodyPr wrap="square" anchor="t" anchorCtr="0">
            <a:spAutoFit/>
          </a:bodyPr>
          <a:lstStyle/>
          <a:p>
            <a:pPr>
              <a:spcBef>
                <a:spcPct val="50000"/>
              </a:spcBef>
            </a:pPr>
            <a:r>
              <a:rPr lang="zh-CN" altLang="en-US" b="1" dirty="0">
                <a:solidFill>
                  <a:srgbClr val="FF0000"/>
                </a:solidFill>
                <a:latin typeface="Tahoma" panose="020B0604030504040204" pitchFamily="34" charset="0"/>
                <a:ea typeface="宋体" panose="02010600030101010101" pitchFamily="2" charset="-122"/>
              </a:rPr>
              <a:t>解：</a:t>
            </a:r>
            <a:endParaRPr lang="zh-CN" altLang="en-US" b="1" dirty="0">
              <a:solidFill>
                <a:srgbClr val="FF0000"/>
              </a:solidFill>
              <a:latin typeface="Tahoma" panose="020B0604030504040204" pitchFamily="34" charset="0"/>
              <a:ea typeface="宋体" panose="02010600030101010101" pitchFamily="2" charset="-122"/>
            </a:endParaRPr>
          </a:p>
        </p:txBody>
      </p:sp>
      <p:graphicFrame>
        <p:nvGraphicFramePr>
          <p:cNvPr id="387076" name="Object 4"/>
          <p:cNvGraphicFramePr>
            <a:graphicFrameLocks noChangeAspect="1"/>
          </p:cNvGraphicFramePr>
          <p:nvPr/>
        </p:nvGraphicFramePr>
        <p:xfrm>
          <a:off x="2437607" y="1322361"/>
          <a:ext cx="3587750" cy="804862"/>
        </p:xfrm>
        <a:graphic>
          <a:graphicData uri="http://schemas.openxmlformats.org/presentationml/2006/ole">
            <mc:AlternateContent xmlns:mc="http://schemas.openxmlformats.org/markup-compatibility/2006">
              <mc:Choice xmlns:v="urn:schemas-microsoft-com:vml" Requires="v">
                <p:oleObj spid="_x0000_s240068" name="" r:id="rId1" imgW="1981200" imgH="337185" progId="Equation.3">
                  <p:embed/>
                </p:oleObj>
              </mc:Choice>
              <mc:Fallback>
                <p:oleObj name="" r:id="rId1" imgW="1981200" imgH="337185" progId="Equation.3">
                  <p:embed/>
                  <p:pic>
                    <p:nvPicPr>
                      <p:cNvPr id="0" name="Object 4"/>
                      <p:cNvPicPr/>
                      <p:nvPr/>
                    </p:nvPicPr>
                    <p:blipFill>
                      <a:blip r:embed="rId2">
                        <a:clrChange>
                          <a:clrFrom>
                            <a:srgbClr val="000000"/>
                          </a:clrFrom>
                          <a:clrTo>
                            <a:srgbClr val="000000">
                              <a:alpha val="0"/>
                            </a:srgbClr>
                          </a:clrTo>
                        </a:clrChange>
                      </a:blip>
                      <a:stretch>
                        <a:fillRect/>
                      </a:stretch>
                    </p:blipFill>
                    <p:spPr>
                      <a:xfrm>
                        <a:off x="2437607" y="1322361"/>
                        <a:ext cx="3587750" cy="804862"/>
                      </a:xfrm>
                      <a:prstGeom prst="rect">
                        <a:avLst/>
                      </a:prstGeom>
                      <a:solidFill>
                        <a:schemeClr val="bg1"/>
                      </a:solidFill>
                      <a:ln w="38100">
                        <a:noFill/>
                        <a:miter/>
                      </a:ln>
                    </p:spPr>
                  </p:pic>
                </p:oleObj>
              </mc:Fallback>
            </mc:AlternateContent>
          </a:graphicData>
        </a:graphic>
      </p:graphicFrame>
      <p:graphicFrame>
        <p:nvGraphicFramePr>
          <p:cNvPr id="387077" name="Object 5"/>
          <p:cNvGraphicFramePr>
            <a:graphicFrameLocks noChangeAspect="1"/>
          </p:cNvGraphicFramePr>
          <p:nvPr/>
        </p:nvGraphicFramePr>
        <p:xfrm>
          <a:off x="1758457" y="5983943"/>
          <a:ext cx="4398962" cy="808038"/>
        </p:xfrm>
        <a:graphic>
          <a:graphicData uri="http://schemas.openxmlformats.org/presentationml/2006/ole">
            <mc:AlternateContent xmlns:mc="http://schemas.openxmlformats.org/markup-compatibility/2006">
              <mc:Choice xmlns:v="urn:schemas-microsoft-com:vml" Requires="v">
                <p:oleObj spid="_x0000_s240069" name="" r:id="rId3" imgW="2035810" imgH="337185" progId="Equation.3">
                  <p:embed/>
                </p:oleObj>
              </mc:Choice>
              <mc:Fallback>
                <p:oleObj name="" r:id="rId3" imgW="2035810" imgH="337185" progId="Equation.3">
                  <p:embed/>
                  <p:pic>
                    <p:nvPicPr>
                      <p:cNvPr id="0" name="Object 5"/>
                      <p:cNvPicPr/>
                      <p:nvPr/>
                    </p:nvPicPr>
                    <p:blipFill>
                      <a:blip r:embed="rId4">
                        <a:clrChange>
                          <a:clrFrom>
                            <a:srgbClr val="000000"/>
                          </a:clrFrom>
                          <a:clrTo>
                            <a:srgbClr val="000000">
                              <a:alpha val="0"/>
                            </a:srgbClr>
                          </a:clrTo>
                        </a:clrChange>
                      </a:blip>
                      <a:stretch>
                        <a:fillRect/>
                      </a:stretch>
                    </p:blipFill>
                    <p:spPr>
                      <a:xfrm>
                        <a:off x="1758457" y="5983943"/>
                        <a:ext cx="4398962" cy="808038"/>
                      </a:xfrm>
                      <a:prstGeom prst="rect">
                        <a:avLst/>
                      </a:prstGeom>
                      <a:solidFill>
                        <a:srgbClr val="33CC33"/>
                      </a:solidFill>
                      <a:ln w="38100">
                        <a:noFill/>
                        <a:miter/>
                      </a:ln>
                    </p:spPr>
                  </p:pic>
                </p:oleObj>
              </mc:Fallback>
            </mc:AlternateContent>
          </a:graphicData>
        </a:graphic>
      </p:graphicFrame>
      <p:sp>
        <p:nvSpPr>
          <p:cNvPr id="387078" name="Rectangle 6"/>
          <p:cNvSpPr>
            <a:spLocks noGrp="1" noChangeArrowheads="1"/>
          </p:cNvSpPr>
          <p:nvPr>
            <p:ph type="title" idx="4294967295"/>
          </p:nvPr>
        </p:nvSpPr>
        <p:spPr>
          <a:xfrm>
            <a:off x="1393825" y="88107"/>
            <a:ext cx="1152525" cy="381000"/>
          </a:xfrm>
        </p:spPr>
        <p:txBody>
          <a:bodyPr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j-ea"/>
                <a:cs typeface="+mj-cs"/>
              </a:rPr>
              <a:t>方法</a:t>
            </a:r>
            <a:r>
              <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j-ea"/>
                <a:cs typeface="+mj-cs"/>
              </a:rPr>
              <a:t>2</a:t>
            </a:r>
            <a:endParaRPr kumimoji="0" lang="en-US" altLang="zh-CN" sz="2400" b="1" i="0" u="none" strike="noStrike" kern="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mj-ea"/>
              <a:cs typeface="+mj-cs"/>
            </a:endParaRPr>
          </a:p>
        </p:txBody>
      </p:sp>
      <p:graphicFrame>
        <p:nvGraphicFramePr>
          <p:cNvPr id="129029" name="Object 7"/>
          <p:cNvGraphicFramePr>
            <a:graphicFrameLocks noChangeAspect="1"/>
          </p:cNvGraphicFramePr>
          <p:nvPr/>
        </p:nvGraphicFramePr>
        <p:xfrm>
          <a:off x="6629400" y="0"/>
          <a:ext cx="2200275" cy="1406525"/>
        </p:xfrm>
        <a:graphic>
          <a:graphicData uri="http://schemas.openxmlformats.org/presentationml/2006/ole">
            <mc:AlternateContent xmlns:mc="http://schemas.openxmlformats.org/markup-compatibility/2006">
              <mc:Choice xmlns:v="urn:schemas-microsoft-com:vml" Requires="v">
                <p:oleObj spid="_x0000_s240070" name="" r:id="rId5" imgW="2428875" imgH="1552575" progId="Paint.Picture">
                  <p:embed/>
                </p:oleObj>
              </mc:Choice>
              <mc:Fallback>
                <p:oleObj name="" r:id="rId5" imgW="2428875" imgH="1552575" progId="Paint.Picture">
                  <p:embed/>
                  <p:pic>
                    <p:nvPicPr>
                      <p:cNvPr id="0" name="Object 7"/>
                      <p:cNvPicPr/>
                      <p:nvPr/>
                    </p:nvPicPr>
                    <p:blipFill>
                      <a:blip r:embed="rId6"/>
                      <a:stretch>
                        <a:fillRect/>
                      </a:stretch>
                    </p:blipFill>
                    <p:spPr>
                      <a:xfrm>
                        <a:off x="6629400" y="0"/>
                        <a:ext cx="2200275" cy="1406525"/>
                      </a:xfrm>
                      <a:prstGeom prst="rect">
                        <a:avLst/>
                      </a:prstGeom>
                      <a:noFill/>
                      <a:ln w="38100">
                        <a:noFill/>
                        <a:miter/>
                      </a:ln>
                    </p:spPr>
                  </p:pic>
                </p:oleObj>
              </mc:Fallback>
            </mc:AlternateContent>
          </a:graphicData>
        </a:graphic>
      </p:graphicFrame>
      <p:graphicFrame>
        <p:nvGraphicFramePr>
          <p:cNvPr id="387080" name="Object 8"/>
          <p:cNvGraphicFramePr>
            <a:graphicFrameLocks noChangeAspect="1"/>
          </p:cNvGraphicFramePr>
          <p:nvPr/>
        </p:nvGraphicFramePr>
        <p:xfrm>
          <a:off x="6915150" y="1536700"/>
          <a:ext cx="2085975" cy="1570038"/>
        </p:xfrm>
        <a:graphic>
          <a:graphicData uri="http://schemas.openxmlformats.org/presentationml/2006/ole">
            <mc:AlternateContent xmlns:mc="http://schemas.openxmlformats.org/markup-compatibility/2006">
              <mc:Choice xmlns:v="urn:schemas-microsoft-com:vml" Requires="v">
                <p:oleObj spid="_x0000_s240071" name="" r:id="rId7" imgW="2466975" imgH="1857375" progId="Paint.Picture">
                  <p:embed/>
                </p:oleObj>
              </mc:Choice>
              <mc:Fallback>
                <p:oleObj name="" r:id="rId7" imgW="2466975" imgH="1857375" progId="Paint.Picture">
                  <p:embed/>
                  <p:pic>
                    <p:nvPicPr>
                      <p:cNvPr id="0" name="Object 8"/>
                      <p:cNvPicPr/>
                      <p:nvPr/>
                    </p:nvPicPr>
                    <p:blipFill>
                      <a:blip r:embed="rId8"/>
                      <a:stretch>
                        <a:fillRect/>
                      </a:stretch>
                    </p:blipFill>
                    <p:spPr>
                      <a:xfrm>
                        <a:off x="6915150" y="1536700"/>
                        <a:ext cx="2085975" cy="1570038"/>
                      </a:xfrm>
                      <a:prstGeom prst="rect">
                        <a:avLst/>
                      </a:prstGeom>
                      <a:noFill/>
                      <a:ln w="38100">
                        <a:noFill/>
                        <a:miter/>
                      </a:ln>
                    </p:spPr>
                  </p:pic>
                </p:oleObj>
              </mc:Fallback>
            </mc:AlternateContent>
          </a:graphicData>
        </a:graphic>
      </p:graphicFrame>
      <p:graphicFrame>
        <p:nvGraphicFramePr>
          <p:cNvPr id="387081" name="Object 9"/>
          <p:cNvGraphicFramePr>
            <a:graphicFrameLocks noChangeAspect="1"/>
          </p:cNvGraphicFramePr>
          <p:nvPr/>
        </p:nvGraphicFramePr>
        <p:xfrm>
          <a:off x="6991350" y="3213100"/>
          <a:ext cx="2152650" cy="1724025"/>
        </p:xfrm>
        <a:graphic>
          <a:graphicData uri="http://schemas.openxmlformats.org/presentationml/2006/ole">
            <mc:AlternateContent xmlns:mc="http://schemas.openxmlformats.org/markup-compatibility/2006">
              <mc:Choice xmlns:v="urn:schemas-microsoft-com:vml" Requires="v">
                <p:oleObj spid="_x0000_s240072" name="" r:id="rId9" imgW="2533650" imgH="2028825" progId="Paint.Picture">
                  <p:embed/>
                </p:oleObj>
              </mc:Choice>
              <mc:Fallback>
                <p:oleObj name="" r:id="rId9" imgW="2533650" imgH="2028825" progId="Paint.Picture">
                  <p:embed/>
                  <p:pic>
                    <p:nvPicPr>
                      <p:cNvPr id="0" name="Object 9"/>
                      <p:cNvPicPr/>
                      <p:nvPr/>
                    </p:nvPicPr>
                    <p:blipFill>
                      <a:blip r:embed="rId10"/>
                      <a:stretch>
                        <a:fillRect/>
                      </a:stretch>
                    </p:blipFill>
                    <p:spPr>
                      <a:xfrm>
                        <a:off x="6991350" y="3213100"/>
                        <a:ext cx="2152650" cy="1724025"/>
                      </a:xfrm>
                      <a:prstGeom prst="rect">
                        <a:avLst/>
                      </a:prstGeom>
                      <a:noFill/>
                      <a:ln w="38100">
                        <a:noFill/>
                        <a:miter/>
                      </a:ln>
                    </p:spPr>
                  </p:pic>
                </p:oleObj>
              </mc:Fallback>
            </mc:AlternateContent>
          </a:graphicData>
        </a:graphic>
      </p:graphicFrame>
      <p:graphicFrame>
        <p:nvGraphicFramePr>
          <p:cNvPr id="387082" name="Object 10"/>
          <p:cNvGraphicFramePr>
            <a:graphicFrameLocks noChangeAspect="1"/>
          </p:cNvGraphicFramePr>
          <p:nvPr/>
        </p:nvGraphicFramePr>
        <p:xfrm>
          <a:off x="2489530" y="2146300"/>
          <a:ext cx="2598738" cy="838200"/>
        </p:xfrm>
        <a:graphic>
          <a:graphicData uri="http://schemas.openxmlformats.org/presentationml/2006/ole">
            <mc:AlternateContent xmlns:mc="http://schemas.openxmlformats.org/markup-compatibility/2006">
              <mc:Choice xmlns:v="urn:schemas-microsoft-com:vml" Requires="v">
                <p:oleObj spid="_x0000_s240073" name="" r:id="rId11" imgW="1240790" imgH="337185" progId="Equation.3">
                  <p:embed/>
                </p:oleObj>
              </mc:Choice>
              <mc:Fallback>
                <p:oleObj name="" r:id="rId11" imgW="1240790" imgH="337185" progId="Equation.3">
                  <p:embed/>
                  <p:pic>
                    <p:nvPicPr>
                      <p:cNvPr id="0" name="Object 10"/>
                      <p:cNvPicPr/>
                      <p:nvPr/>
                    </p:nvPicPr>
                    <p:blipFill>
                      <a:blip r:embed="rId12">
                        <a:clrChange>
                          <a:clrFrom>
                            <a:srgbClr val="000000"/>
                          </a:clrFrom>
                          <a:clrTo>
                            <a:srgbClr val="000000">
                              <a:alpha val="0"/>
                            </a:srgbClr>
                          </a:clrTo>
                        </a:clrChange>
                      </a:blip>
                      <a:stretch>
                        <a:fillRect/>
                      </a:stretch>
                    </p:blipFill>
                    <p:spPr>
                      <a:xfrm>
                        <a:off x="2489530" y="2146300"/>
                        <a:ext cx="2598738" cy="838200"/>
                      </a:xfrm>
                      <a:prstGeom prst="rect">
                        <a:avLst/>
                      </a:prstGeom>
                      <a:solidFill>
                        <a:schemeClr val="bg1"/>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387083" name="Object 11"/>
              <p:cNvSpPr txBox="1"/>
              <p:nvPr/>
            </p:nvSpPr>
            <p:spPr>
              <a:xfrm>
                <a:off x="2163599" y="4044047"/>
                <a:ext cx="4529301" cy="724803"/>
              </a:xfrm>
              <a:prstGeom prst="rect">
                <a:avLst/>
              </a:prstGeom>
              <a:solidFill>
                <a:schemeClr val="bg1"/>
              </a:solidFill>
              <a:ln w="38100">
                <a:noFill/>
                <a:miter/>
              </a:ln>
            </p:spPr>
            <p:txBody>
              <a:bodyPr>
                <a:normAutofit fontScale="62500" lnSpcReduction="20000"/>
              </a:bodyPr>
              <a:lstStyle/>
              <a:p>
                <a14:m>
                  <m:oMathPara xmlns:m="http://schemas.openxmlformats.org/officeDocument/2006/math">
                    <m:oMathParaPr>
                      <m:jc m:val="left"/>
                    </m:oMathParaPr>
                    <m:oMath xmlns:m="http://schemas.openxmlformats.org/officeDocument/2006/math">
                      <m:r>
                        <a:rPr lang="en-US" altLang="zh-CN" b="1" i="1" smtClean="0">
                          <a:solidFill>
                            <a:srgbClr val="000000"/>
                          </a:solidFill>
                          <a:latin typeface="Cambria Math" panose="02040503050406030204" pitchFamily="18" charset="0"/>
                        </a:rPr>
                        <m:t>𝑭</m:t>
                      </m:r>
                      <m:r>
                        <a:rPr lang="en-US" altLang="zh-CN" b="1" i="1" baseline="-25000">
                          <a:solidFill>
                            <a:srgbClr val="000000"/>
                          </a:solidFill>
                          <a:latin typeface="Cambria Math" panose="02040503050406030204" pitchFamily="18" charset="0"/>
                        </a:rPr>
                        <m:t>𝟐</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𝒋</m:t>
                      </m:r>
                      <m:r>
                        <a:rPr lang="zh-CN" altLang="en-US" b="1" i="1">
                          <a:solidFill>
                            <a:srgbClr val="000000"/>
                          </a:solidFill>
                          <a:latin typeface="Cambria Math" panose="02040503050406030204" pitchFamily="18" charset="0"/>
                        </a:rPr>
                        <m:t>𝝎</m:t>
                      </m:r>
                      <m:r>
                        <a:rPr lang="zh-CN" altLang="en-US" b="1"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b="1"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𝜏</m:t>
                          </m:r>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𝜔𝜏</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𝜏</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𝜏</m:t>
                          </m:r>
                        </m:den>
                      </m:f>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𝜔𝜏</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oMath>
                  </m:oMathPara>
                </a14:m>
                <a:endParaRPr lang="zh-CN" altLang="en-US" dirty="0"/>
              </a:p>
            </p:txBody>
          </p:sp>
        </mc:Choice>
        <mc:Fallback>
          <p:sp>
            <p:nvSpPr>
              <p:cNvPr id="387083" name="Object 11"/>
              <p:cNvSpPr txBox="1">
                <a:spLocks noRot="1" noChangeAspect="1" noMove="1" noResize="1" noEditPoints="1" noAdjustHandles="1" noChangeArrowheads="1" noChangeShapeType="1" noTextEdit="1"/>
              </p:cNvSpPr>
              <p:nvPr/>
            </p:nvSpPr>
            <p:spPr>
              <a:xfrm>
                <a:off x="2163599" y="4044047"/>
                <a:ext cx="4529301" cy="724803"/>
              </a:xfrm>
              <a:prstGeom prst="rect">
                <a:avLst/>
              </a:prstGeom>
              <a:blipFill rotWithShape="1">
                <a:blip r:embed="rId13"/>
                <a:stretch>
                  <a:fillRect l="-3" t="-51"/>
                </a:stretch>
              </a:blipFill>
              <a:ln w="38100">
                <a:noFill/>
                <a:miter/>
              </a:ln>
            </p:spPr>
            <p:txBody>
              <a:bodyPr/>
              <a:lstStyle/>
              <a:p>
                <a:r>
                  <a:rPr lang="zh-CN" altLang="en-US">
                    <a:noFill/>
                  </a:rPr>
                  <a:t> </a:t>
                </a:r>
              </a:p>
            </p:txBody>
          </p:sp>
        </mc:Fallback>
      </mc:AlternateContent>
      <p:graphicFrame>
        <p:nvGraphicFramePr>
          <p:cNvPr id="387084" name="Object 12"/>
          <p:cNvGraphicFramePr>
            <a:graphicFrameLocks noChangeAspect="1"/>
          </p:cNvGraphicFramePr>
          <p:nvPr/>
        </p:nvGraphicFramePr>
        <p:xfrm>
          <a:off x="838200" y="5119688"/>
          <a:ext cx="1111250" cy="433387"/>
        </p:xfrm>
        <a:graphic>
          <a:graphicData uri="http://schemas.openxmlformats.org/presentationml/2006/ole">
            <mc:AlternateContent xmlns:mc="http://schemas.openxmlformats.org/markup-compatibility/2006">
              <mc:Choice xmlns:v="urn:schemas-microsoft-com:vml" Requires="v">
                <p:oleObj spid="_x0000_s240074" name="" r:id="rId14" imgW="544195" imgH="120015" progId="Equation.3">
                  <p:embed/>
                </p:oleObj>
              </mc:Choice>
              <mc:Fallback>
                <p:oleObj name="" r:id="rId14" imgW="544195" imgH="120015" progId="Equation.3">
                  <p:embed/>
                  <p:pic>
                    <p:nvPicPr>
                      <p:cNvPr id="0" name="Object 12"/>
                      <p:cNvPicPr/>
                      <p:nvPr/>
                    </p:nvPicPr>
                    <p:blipFill>
                      <a:blip r:embed="rId15">
                        <a:clrChange>
                          <a:clrFrom>
                            <a:srgbClr val="000000"/>
                          </a:clrFrom>
                          <a:clrTo>
                            <a:srgbClr val="000000">
                              <a:alpha val="0"/>
                            </a:srgbClr>
                          </a:clrTo>
                        </a:clrChange>
                      </a:blip>
                      <a:stretch>
                        <a:fillRect/>
                      </a:stretch>
                    </p:blipFill>
                    <p:spPr>
                      <a:xfrm>
                        <a:off x="838200" y="5119688"/>
                        <a:ext cx="1111250" cy="433387"/>
                      </a:xfrm>
                      <a:prstGeom prst="rect">
                        <a:avLst/>
                      </a:prstGeom>
                      <a:noFill/>
                      <a:ln w="38100">
                        <a:noFill/>
                        <a:miter/>
                      </a:ln>
                    </p:spPr>
                  </p:pic>
                </p:oleObj>
              </mc:Fallback>
            </mc:AlternateContent>
          </a:graphicData>
        </a:graphic>
      </p:graphicFrame>
      <p:sp>
        <p:nvSpPr>
          <p:cNvPr id="387085" name="Text Box 13"/>
          <p:cNvSpPr txBox="1"/>
          <p:nvPr/>
        </p:nvSpPr>
        <p:spPr>
          <a:xfrm>
            <a:off x="478221" y="3106738"/>
            <a:ext cx="2057017" cy="523220"/>
          </a:xfrm>
          <a:prstGeom prst="rect">
            <a:avLst/>
          </a:prstGeom>
          <a:noFill/>
          <a:ln w="9525">
            <a:noFill/>
          </a:ln>
        </p:spPr>
        <p:txBody>
          <a:bodyPr wrap="square" anchor="t" anchorCtr="0">
            <a:spAutoFit/>
          </a:bodyPr>
          <a:lstStyle/>
          <a:p>
            <a:pPr>
              <a:spcBef>
                <a:spcPct val="50000"/>
              </a:spcBef>
            </a:pPr>
            <a:r>
              <a:rPr lang="zh-CN" altLang="en-US" b="1" dirty="0">
                <a:solidFill>
                  <a:srgbClr val="FF0000"/>
                </a:solidFill>
                <a:latin typeface="Tahoma" panose="020B0604030504040204" pitchFamily="34" charset="0"/>
                <a:ea typeface="宋体" panose="02010600030101010101" pitchFamily="2" charset="-122"/>
              </a:rPr>
              <a:t>由积分性：</a:t>
            </a:r>
            <a:endParaRPr lang="zh-CN" altLang="en-US" b="1" dirty="0">
              <a:solidFill>
                <a:srgbClr val="FF0000"/>
              </a:solidFill>
              <a:latin typeface="Tahoma" panose="020B060403050404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387088" name="Object 16"/>
              <p:cNvSpPr txBox="1"/>
              <p:nvPr/>
            </p:nvSpPr>
            <p:spPr>
              <a:xfrm>
                <a:off x="656897" y="1536700"/>
                <a:ext cx="1878341" cy="523219"/>
              </a:xfrm>
              <a:prstGeom prst="rect">
                <a:avLst/>
              </a:prstGeom>
              <a:noFill/>
              <a:ln w="38100">
                <a:noFill/>
                <a:miter/>
              </a:ln>
            </p:spPr>
            <p:txBody>
              <a:bodyPr>
                <a:normAutofit fontScale="62500" lnSpcReduction="20000"/>
              </a:bodyPr>
              <a:lstStyle/>
              <a:p>
                <a14:m>
                  <m:oMathPara xmlns:m="http://schemas.openxmlformats.org/officeDocument/2006/math">
                    <m:oMathParaPr>
                      <m:jc m:val="left"/>
                    </m:oMathParaPr>
                    <m:oMath xmlns:m="http://schemas.openxmlformats.org/officeDocument/2006/math">
                      <m:r>
                        <a:rPr lang="en-US" altLang="zh-CN" b="1" i="1" smtClean="0">
                          <a:solidFill>
                            <a:srgbClr val="0000FF"/>
                          </a:solidFill>
                          <a:latin typeface="Cambria Math" panose="02040503050406030204" pitchFamily="18" charset="0"/>
                        </a:rPr>
                        <m:t>𝒇</m:t>
                      </m:r>
                      <m:r>
                        <a:rPr lang="en-US" altLang="zh-CN" b="1" i="1" baseline="-25000" smtClean="0">
                          <a:solidFill>
                            <a:srgbClr val="0000FF"/>
                          </a:solidFill>
                          <a:latin typeface="Cambria Math" panose="02040503050406030204" pitchFamily="18" charset="0"/>
                        </a:rPr>
                        <m:t>𝟐</m:t>
                      </m:r>
                      <m:d>
                        <m:dPr>
                          <m:ctrlPr>
                            <a:rPr lang="en-US" altLang="zh-CN" b="1" i="1">
                              <a:solidFill>
                                <a:srgbClr val="0000FF"/>
                              </a:solidFill>
                              <a:latin typeface="Cambria Math" panose="02040503050406030204" pitchFamily="18" charset="0"/>
                            </a:rPr>
                          </m:ctrlPr>
                        </m:dPr>
                        <m:e>
                          <m:r>
                            <a:rPr lang="en-US" altLang="zh-CN" b="1" i="1">
                              <a:solidFill>
                                <a:srgbClr val="0000FF"/>
                              </a:solidFill>
                              <a:latin typeface="Cambria Math" panose="02040503050406030204" pitchFamily="18" charset="0"/>
                            </a:rPr>
                            <m:t>𝒕</m:t>
                          </m:r>
                        </m:e>
                      </m:d>
                      <m:r>
                        <a:rPr lang="en-US" altLang="zh-CN" b="1" i="1">
                          <a:solidFill>
                            <a:srgbClr val="0000FF"/>
                          </a:solidFill>
                          <a:latin typeface="Cambria Math" panose="02040503050406030204" pitchFamily="18" charset="0"/>
                        </a:rPr>
                        <m:t>=</m:t>
                      </m:r>
                      <m:sSup>
                        <m:sSupPr>
                          <m:ctrlPr>
                            <a:rPr lang="zh-CN" altLang="en-US" b="1" i="1">
                              <a:solidFill>
                                <a:srgbClr val="0000FF"/>
                              </a:solidFill>
                              <a:latin typeface="Cambria Math" panose="02040503050406030204" pitchFamily="18" charset="0"/>
                            </a:rPr>
                          </m:ctrlPr>
                        </m:sSupPr>
                        <m:e>
                          <m:r>
                            <a:rPr lang="zh-CN" altLang="en-US" b="1" i="1">
                              <a:solidFill>
                                <a:srgbClr val="0000FF"/>
                              </a:solidFill>
                              <a:latin typeface="Cambria Math" panose="02040503050406030204" pitchFamily="18" charset="0"/>
                            </a:rPr>
                            <m:t>𝒇</m:t>
                          </m:r>
                        </m:e>
                        <m:sup>
                          <m:r>
                            <a:rPr lang="zh-CN" altLang="en-US" b="1" i="1">
                              <a:solidFill>
                                <a:srgbClr val="0000FF"/>
                              </a:solidFill>
                              <a:latin typeface="Cambria Math" panose="02040503050406030204" pitchFamily="18" charset="0"/>
                            </a:rPr>
                            <m:t>″</m:t>
                          </m:r>
                        </m:sup>
                      </m:sSup>
                      <m:r>
                        <a:rPr lang="zh-CN" altLang="en-US" b="1" i="1">
                          <a:solidFill>
                            <a:srgbClr val="0000FF"/>
                          </a:solidFill>
                          <a:latin typeface="Cambria Math" panose="02040503050406030204" pitchFamily="18" charset="0"/>
                        </a:rPr>
                        <m:t>(</m:t>
                      </m:r>
                      <m:r>
                        <a:rPr lang="zh-CN" altLang="en-US" b="1" i="1">
                          <a:solidFill>
                            <a:srgbClr val="0000FF"/>
                          </a:solidFill>
                          <a:latin typeface="Cambria Math" panose="02040503050406030204" pitchFamily="18" charset="0"/>
                        </a:rPr>
                        <m:t>𝒕</m:t>
                      </m:r>
                      <m:r>
                        <a:rPr lang="zh-CN" altLang="en-US" b="1" i="1">
                          <a:solidFill>
                            <a:srgbClr val="0000FF"/>
                          </a:solidFill>
                          <a:latin typeface="Cambria Math" panose="02040503050406030204" pitchFamily="18" charset="0"/>
                        </a:rPr>
                        <m:t>)=</m:t>
                      </m:r>
                    </m:oMath>
                  </m:oMathPara>
                </a14:m>
                <a:endParaRPr lang="zh-CN" altLang="en-US" b="1" dirty="0">
                  <a:solidFill>
                    <a:srgbClr val="0000FF"/>
                  </a:solidFill>
                </a:endParaRPr>
              </a:p>
            </p:txBody>
          </p:sp>
        </mc:Choice>
        <mc:Fallback>
          <p:sp>
            <p:nvSpPr>
              <p:cNvPr id="387088" name="Object 16"/>
              <p:cNvSpPr txBox="1">
                <a:spLocks noRot="1" noChangeAspect="1" noMove="1" noResize="1" noEditPoints="1" noAdjustHandles="1" noChangeArrowheads="1" noChangeShapeType="1" noTextEdit="1"/>
              </p:cNvSpPr>
              <p:nvPr/>
            </p:nvSpPr>
            <p:spPr>
              <a:xfrm>
                <a:off x="656897" y="1536700"/>
                <a:ext cx="1878341" cy="523219"/>
              </a:xfrm>
              <a:prstGeom prst="rect">
                <a:avLst/>
              </a:prstGeom>
              <a:blipFill rotWithShape="1">
                <a:blip r:embed="rId16"/>
                <a:stretch>
                  <a:fillRect l="-16" r="17" b="117"/>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7089" name="Object 17"/>
              <p:cNvSpPr txBox="1"/>
              <p:nvPr/>
            </p:nvSpPr>
            <p:spPr>
              <a:xfrm>
                <a:off x="739884" y="2242671"/>
                <a:ext cx="1565275" cy="485775"/>
              </a:xfrm>
              <a:prstGeom prst="rect">
                <a:avLst/>
              </a:prstGeom>
              <a:noFill/>
              <a:ln w="38100">
                <a:noFill/>
                <a:miter/>
              </a:ln>
            </p:spPr>
            <p:txBody>
              <a:bodyPr>
                <a:normAutofit fontScale="85000" lnSpcReduction="10000"/>
              </a:bodyPr>
              <a:lstStyle/>
              <a:p>
                <a14:m>
                  <m:oMathPara xmlns:m="http://schemas.openxmlformats.org/officeDocument/2006/math">
                    <m:oMathParaPr>
                      <m:jc m:val="left"/>
                    </m:oMathParaPr>
                    <m:oMath xmlns:m="http://schemas.openxmlformats.org/officeDocument/2006/math">
                      <m:r>
                        <a:rPr lang="en-US" altLang="zh-CN" b="1" i="1" smtClean="0">
                          <a:solidFill>
                            <a:srgbClr val="000000"/>
                          </a:solidFill>
                          <a:latin typeface="Cambria Math" panose="02040503050406030204" pitchFamily="18" charset="0"/>
                        </a:rPr>
                        <m:t>𝑭</m:t>
                      </m:r>
                      <m:r>
                        <a:rPr lang="en-US" altLang="zh-CN" b="1" i="1" baseline="-25000" smtClean="0">
                          <a:solidFill>
                            <a:srgbClr val="000000"/>
                          </a:solidFill>
                          <a:latin typeface="Cambria Math" panose="02040503050406030204" pitchFamily="18" charset="0"/>
                        </a:rPr>
                        <m:t>𝟐</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𝒋</m:t>
                      </m:r>
                      <m:r>
                        <a:rPr lang="zh-CN" altLang="en-US" b="1" i="1">
                          <a:solidFill>
                            <a:srgbClr val="000000"/>
                          </a:solidFill>
                          <a:latin typeface="Cambria Math" panose="02040503050406030204" pitchFamily="18" charset="0"/>
                        </a:rPr>
                        <m:t>𝝎</m:t>
                      </m:r>
                      <m:r>
                        <a:rPr lang="zh-CN" altLang="en-US" b="1" i="1">
                          <a:solidFill>
                            <a:srgbClr val="000000"/>
                          </a:solidFill>
                          <a:latin typeface="Cambria Math" panose="02040503050406030204" pitchFamily="18" charset="0"/>
                        </a:rPr>
                        <m:t>)=</m:t>
                      </m:r>
                    </m:oMath>
                  </m:oMathPara>
                </a14:m>
                <a:endParaRPr lang="zh-CN" altLang="en-US" b="1" dirty="0"/>
              </a:p>
            </p:txBody>
          </p:sp>
        </mc:Choice>
        <mc:Fallback>
          <p:sp>
            <p:nvSpPr>
              <p:cNvPr id="387089" name="Object 17"/>
              <p:cNvSpPr txBox="1">
                <a:spLocks noRot="1" noChangeAspect="1" noMove="1" noResize="1" noEditPoints="1" noAdjustHandles="1" noChangeArrowheads="1" noChangeShapeType="1" noTextEdit="1"/>
              </p:cNvSpPr>
              <p:nvPr/>
            </p:nvSpPr>
            <p:spPr>
              <a:xfrm>
                <a:off x="739884" y="2242671"/>
                <a:ext cx="1565275" cy="485775"/>
              </a:xfrm>
              <a:prstGeom prst="rect">
                <a:avLst/>
              </a:prstGeom>
              <a:blipFill rotWithShape="1">
                <a:blip r:embed="rId17"/>
                <a:stretch>
                  <a:fillRect l="-7" t="-100" r="7" b="100"/>
                </a:stretch>
              </a:blipFill>
              <a:ln w="38100">
                <a:noFill/>
                <a:miter/>
              </a:ln>
            </p:spPr>
            <p:txBody>
              <a:bodyPr/>
              <a:lstStyle/>
              <a:p>
                <a:r>
                  <a:rPr lang="zh-CN" altLang="en-US">
                    <a:noFill/>
                  </a:rPr>
                  <a:t> </a:t>
                </a:r>
              </a:p>
            </p:txBody>
          </p:sp>
        </mc:Fallback>
      </mc:AlternateContent>
      <p:graphicFrame>
        <p:nvGraphicFramePr>
          <p:cNvPr id="387090" name="Object 18"/>
          <p:cNvGraphicFramePr>
            <a:graphicFrameLocks noChangeAspect="1"/>
          </p:cNvGraphicFramePr>
          <p:nvPr/>
        </p:nvGraphicFramePr>
        <p:xfrm>
          <a:off x="2298700" y="3036888"/>
          <a:ext cx="4151313" cy="741362"/>
        </p:xfrm>
        <a:graphic>
          <a:graphicData uri="http://schemas.openxmlformats.org/presentationml/2006/ole">
            <mc:AlternateContent xmlns:mc="http://schemas.openxmlformats.org/markup-compatibility/2006">
              <mc:Choice xmlns:v="urn:schemas-microsoft-com:vml" Requires="v">
                <p:oleObj spid="_x0000_s240075" name="" r:id="rId18" imgW="2349500" imgH="419100" progId="Equation.3">
                  <p:embed/>
                </p:oleObj>
              </mc:Choice>
              <mc:Fallback>
                <p:oleObj name="" r:id="rId18" imgW="2349500" imgH="419100" progId="Equation.3">
                  <p:embed/>
                  <p:pic>
                    <p:nvPicPr>
                      <p:cNvPr id="0" name="Object 18"/>
                      <p:cNvPicPr/>
                      <p:nvPr/>
                    </p:nvPicPr>
                    <p:blipFill>
                      <a:blip r:embed="rId19"/>
                      <a:stretch>
                        <a:fillRect/>
                      </a:stretch>
                    </p:blipFill>
                    <p:spPr>
                      <a:xfrm>
                        <a:off x="2298700" y="3036888"/>
                        <a:ext cx="4151313" cy="741362"/>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387091" name="Object 19"/>
              <p:cNvSpPr txBox="1"/>
              <p:nvPr/>
            </p:nvSpPr>
            <p:spPr>
              <a:xfrm>
                <a:off x="838200" y="4147183"/>
                <a:ext cx="1357313" cy="485775"/>
              </a:xfrm>
              <a:prstGeom prst="rect">
                <a:avLst/>
              </a:prstGeom>
              <a:noFill/>
              <a:ln w="38100">
                <a:noFill/>
                <a:miter/>
              </a:ln>
            </p:spPr>
            <p:txBody>
              <a:bodyPr>
                <a:normAutofit fontScale="85000" lnSpcReduction="10000"/>
              </a:bodyPr>
              <a:lstStyle/>
              <a:p>
                <a:r>
                  <a:rPr lang="en-US" altLang="zh-CN" dirty="0">
                    <a:solidFill>
                      <a:srgbClr val="000000"/>
                    </a:solidFill>
                  </a:rPr>
                  <a:t>F</a:t>
                </a:r>
                <a:r>
                  <a:rPr lang="en-US" altLang="zh-CN" baseline="-25000" dirty="0">
                    <a:solidFill>
                      <a:srgbClr val="000000"/>
                    </a:solidFill>
                  </a:rPr>
                  <a:t>1</a:t>
                </a:r>
                <a14:m>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oMath>
                </a14:m>
                <a:endParaRPr lang="zh-CN" altLang="en-US" dirty="0"/>
              </a:p>
            </p:txBody>
          </p:sp>
        </mc:Choice>
        <mc:Fallback>
          <p:sp>
            <p:nvSpPr>
              <p:cNvPr id="387091" name="Object 19"/>
              <p:cNvSpPr txBox="1">
                <a:spLocks noRot="1" noChangeAspect="1" noMove="1" noResize="1" noEditPoints="1" noAdjustHandles="1" noChangeArrowheads="1" noChangeShapeType="1" noTextEdit="1"/>
              </p:cNvSpPr>
              <p:nvPr/>
            </p:nvSpPr>
            <p:spPr>
              <a:xfrm>
                <a:off x="838200" y="4147183"/>
                <a:ext cx="1357313" cy="485775"/>
              </a:xfrm>
              <a:prstGeom prst="rect">
                <a:avLst/>
              </a:prstGeom>
              <a:blipFill rotWithShape="1">
                <a:blip r:embed="rId20"/>
                <a:stretch>
                  <a:fillRect t="-130" r="23" b="130"/>
                </a:stretch>
              </a:blipFill>
              <a:ln w="38100">
                <a:noFill/>
                <a:miter/>
              </a:ln>
            </p:spPr>
            <p:txBody>
              <a:bodyPr/>
              <a:lstStyle/>
              <a:p>
                <a:r>
                  <a:rPr lang="zh-CN" altLang="en-US">
                    <a:noFill/>
                  </a:rPr>
                  <a:t> </a:t>
                </a:r>
              </a:p>
            </p:txBody>
          </p:sp>
        </mc:Fallback>
      </mc:AlternateContent>
      <p:graphicFrame>
        <p:nvGraphicFramePr>
          <p:cNvPr id="387092" name="Object 20"/>
          <p:cNvGraphicFramePr>
            <a:graphicFrameLocks noChangeAspect="1"/>
          </p:cNvGraphicFramePr>
          <p:nvPr/>
        </p:nvGraphicFramePr>
        <p:xfrm>
          <a:off x="2195513" y="4916488"/>
          <a:ext cx="3333750" cy="838200"/>
        </p:xfrm>
        <a:graphic>
          <a:graphicData uri="http://schemas.openxmlformats.org/presentationml/2006/ole">
            <mc:AlternateContent xmlns:mc="http://schemas.openxmlformats.org/markup-compatibility/2006">
              <mc:Choice xmlns:v="urn:schemas-microsoft-com:vml" Requires="v">
                <p:oleObj spid="_x0000_s240076" name="" r:id="rId21" imgW="1850390" imgH="337185" progId="Equation.3">
                  <p:embed/>
                </p:oleObj>
              </mc:Choice>
              <mc:Fallback>
                <p:oleObj name="" r:id="rId21" imgW="1850390" imgH="337185" progId="Equation.3">
                  <p:embed/>
                  <p:pic>
                    <p:nvPicPr>
                      <p:cNvPr id="0" name="Object 20"/>
                      <p:cNvPicPr/>
                      <p:nvPr/>
                    </p:nvPicPr>
                    <p:blipFill>
                      <a:blip r:embed="rId22">
                        <a:clrChange>
                          <a:clrFrom>
                            <a:srgbClr val="000000"/>
                          </a:clrFrom>
                          <a:clrTo>
                            <a:srgbClr val="000000">
                              <a:alpha val="0"/>
                            </a:srgbClr>
                          </a:clrTo>
                        </a:clrChange>
                      </a:blip>
                      <a:stretch>
                        <a:fillRect/>
                      </a:stretch>
                    </p:blipFill>
                    <p:spPr>
                      <a:xfrm>
                        <a:off x="2195513" y="4916488"/>
                        <a:ext cx="3333750" cy="838200"/>
                      </a:xfrm>
                      <a:prstGeom prst="rect">
                        <a:avLst/>
                      </a:prstGeom>
                      <a:no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6" name="Object 18"/>
              <p:cNvSpPr txBox="1"/>
              <p:nvPr/>
            </p:nvSpPr>
            <p:spPr>
              <a:xfrm>
                <a:off x="565067" y="700019"/>
                <a:ext cx="2064516" cy="410507"/>
              </a:xfrm>
              <a:prstGeom prst="rect">
                <a:avLst/>
              </a:prstGeom>
              <a:noFill/>
              <a:ln w="38100">
                <a:noFill/>
                <a:miter/>
              </a:ln>
            </p:spPr>
            <p:txBody>
              <a:bodyPr>
                <a:normAutofit fontScale="85000" lnSpcReduction="20000"/>
              </a:bodyPr>
              <a:lstStyle/>
              <a:p>
                <a14:m>
                  <m:oMath xmlns:m="http://schemas.openxmlformats.org/officeDocument/2006/math">
                    <m:r>
                      <a:rPr lang="en-US" altLang="zh-CN" b="1" i="1">
                        <a:solidFill>
                          <a:srgbClr val="000000"/>
                        </a:solidFill>
                        <a:latin typeface="Cambria Math" panose="02040503050406030204" pitchFamily="18" charset="0"/>
                      </a:rPr>
                      <m:t>𝒇</m:t>
                    </m:r>
                    <m:r>
                      <a:rPr lang="en-US" altLang="zh-CN" b="1" i="1" baseline="-25000">
                        <a:solidFill>
                          <a:srgbClr val="000000"/>
                        </a:solidFill>
                        <a:latin typeface="Cambria Math" panose="02040503050406030204" pitchFamily="18" charset="0"/>
                      </a:rPr>
                      <m:t>𝟏</m:t>
                    </m:r>
                    <m:d>
                      <m:dPr>
                        <m:ctrlPr>
                          <a:rPr lang="en-US" altLang="zh-CN" b="1" i="1">
                            <a:solidFill>
                              <a:srgbClr val="000000"/>
                            </a:solidFill>
                            <a:latin typeface="Cambria Math" panose="02040503050406030204" pitchFamily="18" charset="0"/>
                          </a:rPr>
                        </m:ctrlPr>
                      </m:dPr>
                      <m:e>
                        <m:r>
                          <a:rPr lang="en-US" altLang="zh-CN" b="1" i="1">
                            <a:solidFill>
                              <a:srgbClr val="000000"/>
                            </a:solidFill>
                            <a:latin typeface="Cambria Math" panose="02040503050406030204" pitchFamily="18" charset="0"/>
                          </a:rPr>
                          <m:t>𝒕</m:t>
                        </m:r>
                      </m:e>
                    </m:d>
                    <m:r>
                      <a:rPr lang="en-US" altLang="zh-CN"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𝒇</m:t>
                    </m:r>
                    <m:r>
                      <a:rPr lang="zh-CN" altLang="en-US" b="1" i="1">
                        <a:solidFill>
                          <a:srgbClr val="000000"/>
                        </a:solidFill>
                        <a:latin typeface="Cambria Math" panose="02040503050406030204" pitchFamily="18" charset="0"/>
                      </a:rPr>
                      <m:t>’(</m:t>
                    </m:r>
                    <m:r>
                      <a:rPr lang="zh-CN" altLang="en-US" b="1" i="1">
                        <a:solidFill>
                          <a:srgbClr val="000000"/>
                        </a:solidFill>
                        <a:latin typeface="Cambria Math" panose="02040503050406030204" pitchFamily="18" charset="0"/>
                      </a:rPr>
                      <m:t>𝒕</m:t>
                    </m:r>
                  </m:oMath>
                </a14:m>
                <a:r>
                  <a:rPr lang="zh-CN" altLang="en-US" b="1" dirty="0"/>
                  <a:t>）</a:t>
                </a:r>
                <a:endParaRPr lang="zh-CN" altLang="en-US" b="1" dirty="0"/>
              </a:p>
            </p:txBody>
          </p:sp>
        </mc:Choice>
        <mc:Fallback>
          <p:sp>
            <p:nvSpPr>
              <p:cNvPr id="6" name="Object 18"/>
              <p:cNvSpPr txBox="1">
                <a:spLocks noRot="1" noChangeAspect="1" noMove="1" noResize="1" noEditPoints="1" noAdjustHandles="1" noChangeArrowheads="1" noChangeShapeType="1" noTextEdit="1"/>
              </p:cNvSpPr>
              <p:nvPr/>
            </p:nvSpPr>
            <p:spPr>
              <a:xfrm>
                <a:off x="565067" y="700019"/>
                <a:ext cx="2064516" cy="410507"/>
              </a:xfrm>
              <a:prstGeom prst="rect">
                <a:avLst/>
              </a:prstGeom>
              <a:blipFill rotWithShape="1">
                <a:blip r:embed="rId23"/>
                <a:stretch>
                  <a:fillRect l="-27" t="-61" r="2" b="133"/>
                </a:stretch>
              </a:blipFill>
              <a:ln w="38100">
                <a:noFill/>
                <a:miter/>
              </a:ln>
            </p:spPr>
            <p:txBody>
              <a:bodyPr/>
              <a:lstStyle/>
              <a:p>
                <a:r>
                  <a:rPr lang="zh-CN" altLang="en-US">
                    <a:noFill/>
                  </a:rPr>
                  <a:t> </a:t>
                </a:r>
              </a:p>
            </p:txBody>
          </p:sp>
        </mc:Fallback>
      </mc:AlternateContent>
      <p:cxnSp>
        <p:nvCxnSpPr>
          <p:cNvPr id="2" name="直接连接符 1"/>
          <p:cNvCxnSpPr/>
          <p:nvPr/>
        </p:nvCxnSpPr>
        <p:spPr>
          <a:xfrm>
            <a:off x="802728" y="1341438"/>
            <a:ext cx="5586413"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827088" y="3036888"/>
            <a:ext cx="5588000"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806450" y="4806950"/>
            <a:ext cx="5588000" cy="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Object 19"/>
              <p:cNvSpPr txBox="1"/>
              <p:nvPr/>
            </p:nvSpPr>
            <p:spPr>
              <a:xfrm>
                <a:off x="918616" y="3584658"/>
                <a:ext cx="1948629" cy="485775"/>
              </a:xfrm>
              <a:prstGeom prst="rect">
                <a:avLst/>
              </a:prstGeom>
              <a:noFill/>
              <a:ln w="38100">
                <a:noFill/>
                <a:miter/>
              </a:ln>
            </p:spPr>
            <p:txBody>
              <a:bodyPr>
                <a:normAutofit fontScale="92500" lnSpcReduction="10000"/>
              </a:bodyPr>
              <a:lstStyle/>
              <a:p>
                <a:r>
                  <a:rPr lang="en-US" altLang="zh-CN" dirty="0">
                    <a:solidFill>
                      <a:srgbClr val="000000"/>
                    </a:solidFill>
                  </a:rPr>
                  <a:t>F</a:t>
                </a:r>
                <a:r>
                  <a:rPr lang="en-US" altLang="zh-CN" baseline="-25000" dirty="0">
                    <a:solidFill>
                      <a:srgbClr val="000000"/>
                    </a:solidFill>
                  </a:rPr>
                  <a:t>2</a:t>
                </a:r>
                <a14:m>
                  <m:oMath xmlns:m="http://schemas.openxmlformats.org/officeDocument/2006/math">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0</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0</m:t>
                    </m:r>
                  </m:oMath>
                </a14:m>
                <a:endParaRPr lang="zh-CN" altLang="en-US" dirty="0"/>
              </a:p>
            </p:txBody>
          </p:sp>
        </mc:Choice>
        <mc:Fallback>
          <p:sp>
            <p:nvSpPr>
              <p:cNvPr id="32" name="Object 19"/>
              <p:cNvSpPr txBox="1">
                <a:spLocks noRot="1" noChangeAspect="1" noMove="1" noResize="1" noEditPoints="1" noAdjustHandles="1" noChangeArrowheads="1" noChangeShapeType="1" noTextEdit="1"/>
              </p:cNvSpPr>
              <p:nvPr/>
            </p:nvSpPr>
            <p:spPr>
              <a:xfrm>
                <a:off x="918616" y="3584658"/>
                <a:ext cx="1948629" cy="485775"/>
              </a:xfrm>
              <a:prstGeom prst="rect">
                <a:avLst/>
              </a:prstGeom>
              <a:blipFill rotWithShape="1">
                <a:blip r:embed="rId24"/>
                <a:stretch>
                  <a:fillRect l="-21" t="-17" r="11" b="17"/>
                </a:stretch>
              </a:blipFill>
              <a:ln w="38100">
                <a:noFill/>
                <a:miter/>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矩形 15"/>
              <p:cNvSpPr/>
              <p:nvPr/>
            </p:nvSpPr>
            <p:spPr>
              <a:xfrm>
                <a:off x="2231942" y="501240"/>
                <a:ext cx="4930858" cy="67050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000" b="1" i="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𝟏</m:t>
                          </m:r>
                        </m:num>
                        <m:den>
                          <m:r>
                            <a:rPr lang="zh-CN" altLang="en-US" sz="2000" b="1" i="1">
                              <a:solidFill>
                                <a:srgbClr val="000000"/>
                              </a:solidFill>
                              <a:latin typeface="Cambria Math" panose="02040503050406030204" pitchFamily="18" charset="0"/>
                            </a:rPr>
                            <m:t>𝝉</m:t>
                          </m:r>
                        </m:den>
                      </m:f>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𝜺</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𝝉</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𝜺</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r>
                        <a:rPr lang="zh-CN" altLang="en-US" sz="2000" b="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𝟏</m:t>
                          </m:r>
                        </m:num>
                        <m:den>
                          <m:r>
                            <a:rPr lang="zh-CN" altLang="en-US" sz="2000" b="1" i="1">
                              <a:solidFill>
                                <a:srgbClr val="000000"/>
                              </a:solidFill>
                              <a:latin typeface="Cambria Math" panose="02040503050406030204" pitchFamily="18" charset="0"/>
                            </a:rPr>
                            <m:t>𝝉</m:t>
                          </m:r>
                        </m:den>
                      </m:f>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𝜺</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𝜺</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𝝉</m:t>
                      </m:r>
                      <m:r>
                        <a:rPr lang="zh-CN" altLang="en-US" sz="2000" b="1" i="1">
                          <a:solidFill>
                            <a:srgbClr val="000000"/>
                          </a:solidFill>
                          <a:latin typeface="Cambria Math" panose="02040503050406030204" pitchFamily="18" charset="0"/>
                        </a:rPr>
                        <m:t>)]</m:t>
                      </m:r>
                    </m:oMath>
                  </m:oMathPara>
                </a14:m>
                <a:endParaRPr lang="zh-CN" altLang="en-US" sz="2000" dirty="0"/>
              </a:p>
            </p:txBody>
          </p:sp>
        </mc:Choice>
        <mc:Fallback>
          <p:sp>
            <p:nvSpPr>
              <p:cNvPr id="16" name="矩形 15"/>
              <p:cNvSpPr>
                <a:spLocks noRot="1" noChangeAspect="1" noMove="1" noResize="1" noEditPoints="1" noAdjustHandles="1" noChangeArrowheads="1" noChangeShapeType="1" noTextEdit="1"/>
              </p:cNvSpPr>
              <p:nvPr/>
            </p:nvSpPr>
            <p:spPr>
              <a:xfrm>
                <a:off x="2231942" y="501240"/>
                <a:ext cx="4930858" cy="670505"/>
              </a:xfrm>
              <a:prstGeom prst="rect">
                <a:avLst/>
              </a:prstGeom>
              <a:blipFill rotWithShape="1">
                <a:blip r:embed="rId25"/>
                <a:stretch>
                  <a:fillRect l="-11" t="-34" b="25"/>
                </a:stretch>
              </a:blipFill>
            </p:spPr>
            <p:txBody>
              <a:bodyPr/>
              <a:lstStyle/>
              <a:p>
                <a:r>
                  <a:rPr lang="zh-CN" altLang="en-US">
                    <a:noFill/>
                  </a:rPr>
                  <a:t> </a:t>
                </a:r>
              </a:p>
            </p:txBody>
          </p:sp>
        </mc:Fallback>
      </mc:AlternateContent>
    </p:spTree>
    <p:custDataLst>
      <p:tags r:id="rId26"/>
    </p:custDataLst>
  </p:cSld>
  <p:clrMapOvr>
    <a:masterClrMapping/>
  </p:clrMapOvr>
  <p:transition spd="med" advTm="450420">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87080"/>
                                        </p:tgtEl>
                                        <p:attrNameLst>
                                          <p:attrName>style.visibility</p:attrName>
                                        </p:attrNameLst>
                                      </p:cBhvr>
                                      <p:to>
                                        <p:strVal val="visible"/>
                                      </p:to>
                                    </p:set>
                                    <p:anim calcmode="lin" valueType="num">
                                      <p:cBhvr>
                                        <p:cTn id="7" dur="1000" fill="hold"/>
                                        <p:tgtEl>
                                          <p:spTgt spid="387080"/>
                                        </p:tgtEl>
                                        <p:attrNameLst>
                                          <p:attrName>ppt_w</p:attrName>
                                        </p:attrNameLst>
                                      </p:cBhvr>
                                      <p:tavLst>
                                        <p:tav tm="0">
                                          <p:val>
                                            <p:strVal val="#ppt_w*0.70"/>
                                          </p:val>
                                        </p:tav>
                                        <p:tav tm="100000">
                                          <p:val>
                                            <p:strVal val="#ppt_w"/>
                                          </p:val>
                                        </p:tav>
                                      </p:tavLst>
                                    </p:anim>
                                    <p:anim calcmode="lin" valueType="num">
                                      <p:cBhvr>
                                        <p:cTn id="8" dur="1000" fill="hold"/>
                                        <p:tgtEl>
                                          <p:spTgt spid="387080"/>
                                        </p:tgtEl>
                                        <p:attrNameLst>
                                          <p:attrName>ppt_h</p:attrName>
                                        </p:attrNameLst>
                                      </p:cBhvr>
                                      <p:tavLst>
                                        <p:tav tm="0">
                                          <p:val>
                                            <p:strVal val="#ppt_h"/>
                                          </p:val>
                                        </p:tav>
                                        <p:tav tm="100000">
                                          <p:val>
                                            <p:strVal val="#ppt_h"/>
                                          </p:val>
                                        </p:tav>
                                      </p:tavLst>
                                    </p:anim>
                                    <p:animEffect transition="in" filter="fade">
                                      <p:cBhvr>
                                        <p:cTn id="9" dur="1000"/>
                                        <p:tgtEl>
                                          <p:spTgt spid="38708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87081"/>
                                        </p:tgtEl>
                                        <p:attrNameLst>
                                          <p:attrName>style.visibility</p:attrName>
                                        </p:attrNameLst>
                                      </p:cBhvr>
                                      <p:to>
                                        <p:strVal val="visible"/>
                                      </p:to>
                                    </p:set>
                                    <p:anim calcmode="lin" valueType="num">
                                      <p:cBhvr>
                                        <p:cTn id="21" dur="1000" fill="hold"/>
                                        <p:tgtEl>
                                          <p:spTgt spid="387081"/>
                                        </p:tgtEl>
                                        <p:attrNameLst>
                                          <p:attrName>ppt_w</p:attrName>
                                        </p:attrNameLst>
                                      </p:cBhvr>
                                      <p:tavLst>
                                        <p:tav tm="0">
                                          <p:val>
                                            <p:strVal val="#ppt_w*0.70"/>
                                          </p:val>
                                        </p:tav>
                                        <p:tav tm="100000">
                                          <p:val>
                                            <p:strVal val="#ppt_w"/>
                                          </p:val>
                                        </p:tav>
                                      </p:tavLst>
                                    </p:anim>
                                    <p:anim calcmode="lin" valueType="num">
                                      <p:cBhvr>
                                        <p:cTn id="22" dur="1000" fill="hold"/>
                                        <p:tgtEl>
                                          <p:spTgt spid="387081"/>
                                        </p:tgtEl>
                                        <p:attrNameLst>
                                          <p:attrName>ppt_h</p:attrName>
                                        </p:attrNameLst>
                                      </p:cBhvr>
                                      <p:tavLst>
                                        <p:tav tm="0">
                                          <p:val>
                                            <p:strVal val="#ppt_h"/>
                                          </p:val>
                                        </p:tav>
                                        <p:tav tm="100000">
                                          <p:val>
                                            <p:strVal val="#ppt_h"/>
                                          </p:val>
                                        </p:tav>
                                      </p:tavLst>
                                    </p:anim>
                                    <p:animEffect transition="in" filter="fade">
                                      <p:cBhvr>
                                        <p:cTn id="23" dur="1000"/>
                                        <p:tgtEl>
                                          <p:spTgt spid="38708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387088"/>
                                        </p:tgtEl>
                                        <p:attrNameLst>
                                          <p:attrName>style.visibility</p:attrName>
                                        </p:attrNameLst>
                                      </p:cBhvr>
                                      <p:to>
                                        <p:strVal val="visible"/>
                                      </p:to>
                                    </p:set>
                                    <p:animEffect transition="in" filter="barn(inVertical)">
                                      <p:cBhvr>
                                        <p:cTn id="28" dur="500"/>
                                        <p:tgtEl>
                                          <p:spTgt spid="387088"/>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387076"/>
                                        </p:tgtEl>
                                        <p:attrNameLst>
                                          <p:attrName>style.visibility</p:attrName>
                                        </p:attrNameLst>
                                      </p:cBhvr>
                                      <p:to>
                                        <p:strVal val="visible"/>
                                      </p:to>
                                    </p:set>
                                    <p:anim calcmode="lin" valueType="num">
                                      <p:cBhvr>
                                        <p:cTn id="33" dur="1000" fill="hold"/>
                                        <p:tgtEl>
                                          <p:spTgt spid="387076"/>
                                        </p:tgtEl>
                                        <p:attrNameLst>
                                          <p:attrName>ppt_w</p:attrName>
                                        </p:attrNameLst>
                                      </p:cBhvr>
                                      <p:tavLst>
                                        <p:tav tm="0">
                                          <p:val>
                                            <p:strVal val="#ppt_w*0.70"/>
                                          </p:val>
                                        </p:tav>
                                        <p:tav tm="100000">
                                          <p:val>
                                            <p:strVal val="#ppt_w"/>
                                          </p:val>
                                        </p:tav>
                                      </p:tavLst>
                                    </p:anim>
                                    <p:anim calcmode="lin" valueType="num">
                                      <p:cBhvr>
                                        <p:cTn id="34" dur="1000" fill="hold"/>
                                        <p:tgtEl>
                                          <p:spTgt spid="387076"/>
                                        </p:tgtEl>
                                        <p:attrNameLst>
                                          <p:attrName>ppt_h</p:attrName>
                                        </p:attrNameLst>
                                      </p:cBhvr>
                                      <p:tavLst>
                                        <p:tav tm="0">
                                          <p:val>
                                            <p:strVal val="#ppt_h"/>
                                          </p:val>
                                        </p:tav>
                                        <p:tav tm="100000">
                                          <p:val>
                                            <p:strVal val="#ppt_h"/>
                                          </p:val>
                                        </p:tav>
                                      </p:tavLst>
                                    </p:anim>
                                    <p:animEffect transition="in" filter="fade">
                                      <p:cBhvr>
                                        <p:cTn id="35" dur="1000"/>
                                        <p:tgtEl>
                                          <p:spTgt spid="387076"/>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87089"/>
                                        </p:tgtEl>
                                        <p:attrNameLst>
                                          <p:attrName>style.visibility</p:attrName>
                                        </p:attrNameLst>
                                      </p:cBhvr>
                                      <p:to>
                                        <p:strVal val="visible"/>
                                      </p:to>
                                    </p:set>
                                    <p:animEffect transition="in" filter="fade">
                                      <p:cBhvr>
                                        <p:cTn id="40" dur="1000"/>
                                        <p:tgtEl>
                                          <p:spTgt spid="387089"/>
                                        </p:tgtEl>
                                      </p:cBhvr>
                                    </p:animEffect>
                                    <p:anim calcmode="lin" valueType="num">
                                      <p:cBhvr>
                                        <p:cTn id="41" dur="1000" fill="hold"/>
                                        <p:tgtEl>
                                          <p:spTgt spid="387089"/>
                                        </p:tgtEl>
                                        <p:attrNameLst>
                                          <p:attrName>ppt_x</p:attrName>
                                        </p:attrNameLst>
                                      </p:cBhvr>
                                      <p:tavLst>
                                        <p:tav tm="0">
                                          <p:val>
                                            <p:strVal val="#ppt_x"/>
                                          </p:val>
                                        </p:tav>
                                        <p:tav tm="100000">
                                          <p:val>
                                            <p:strVal val="#ppt_x"/>
                                          </p:val>
                                        </p:tav>
                                      </p:tavLst>
                                    </p:anim>
                                    <p:anim calcmode="lin" valueType="num">
                                      <p:cBhvr>
                                        <p:cTn id="42" dur="1000" fill="hold"/>
                                        <p:tgtEl>
                                          <p:spTgt spid="38708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387082"/>
                                        </p:tgtEl>
                                        <p:attrNameLst>
                                          <p:attrName>style.visibility</p:attrName>
                                        </p:attrNameLst>
                                      </p:cBhvr>
                                      <p:to>
                                        <p:strVal val="visible"/>
                                      </p:to>
                                    </p:set>
                                    <p:anim calcmode="lin" valueType="num">
                                      <p:cBhvr>
                                        <p:cTn id="47" dur="1000" fill="hold"/>
                                        <p:tgtEl>
                                          <p:spTgt spid="387082"/>
                                        </p:tgtEl>
                                        <p:attrNameLst>
                                          <p:attrName>ppt_w</p:attrName>
                                        </p:attrNameLst>
                                      </p:cBhvr>
                                      <p:tavLst>
                                        <p:tav tm="0">
                                          <p:val>
                                            <p:strVal val="#ppt_w*0.70"/>
                                          </p:val>
                                        </p:tav>
                                        <p:tav tm="100000">
                                          <p:val>
                                            <p:strVal val="#ppt_w"/>
                                          </p:val>
                                        </p:tav>
                                      </p:tavLst>
                                    </p:anim>
                                    <p:anim calcmode="lin" valueType="num">
                                      <p:cBhvr>
                                        <p:cTn id="48" dur="1000" fill="hold"/>
                                        <p:tgtEl>
                                          <p:spTgt spid="387082"/>
                                        </p:tgtEl>
                                        <p:attrNameLst>
                                          <p:attrName>ppt_h</p:attrName>
                                        </p:attrNameLst>
                                      </p:cBhvr>
                                      <p:tavLst>
                                        <p:tav tm="0">
                                          <p:val>
                                            <p:strVal val="#ppt_h"/>
                                          </p:val>
                                        </p:tav>
                                        <p:tav tm="100000">
                                          <p:val>
                                            <p:strVal val="#ppt_h"/>
                                          </p:val>
                                        </p:tav>
                                      </p:tavLst>
                                    </p:anim>
                                    <p:animEffect transition="in" filter="fade">
                                      <p:cBhvr>
                                        <p:cTn id="49" dur="1000"/>
                                        <p:tgtEl>
                                          <p:spTgt spid="387082"/>
                                        </p:tgtEl>
                                      </p:cBhvr>
                                    </p:animEffect>
                                  </p:childTnLst>
                                </p:cTn>
                              </p:par>
                            </p:childTnLst>
                          </p:cTn>
                        </p:par>
                        <p:par>
                          <p:cTn id="50" fill="hold">
                            <p:stCondLst>
                              <p:cond delay="1000"/>
                            </p:stCondLst>
                            <p:childTnLst>
                              <p:par>
                                <p:cTn id="51" presetID="55" presetClass="entr" presetSubtype="0" fill="hold" grpId="0" nodeType="afterEffect">
                                  <p:stCondLst>
                                    <p:cond delay="0"/>
                                  </p:stCondLst>
                                  <p:childTnLst>
                                    <p:set>
                                      <p:cBhvr>
                                        <p:cTn id="52" dur="1" fill="hold">
                                          <p:stCondLst>
                                            <p:cond delay="0"/>
                                          </p:stCondLst>
                                        </p:cTn>
                                        <p:tgtEl>
                                          <p:spTgt spid="387085"/>
                                        </p:tgtEl>
                                        <p:attrNameLst>
                                          <p:attrName>style.visibility</p:attrName>
                                        </p:attrNameLst>
                                      </p:cBhvr>
                                      <p:to>
                                        <p:strVal val="visible"/>
                                      </p:to>
                                    </p:set>
                                    <p:anim calcmode="lin" valueType="num">
                                      <p:cBhvr>
                                        <p:cTn id="53" dur="1000" fill="hold"/>
                                        <p:tgtEl>
                                          <p:spTgt spid="387085"/>
                                        </p:tgtEl>
                                        <p:attrNameLst>
                                          <p:attrName>ppt_w</p:attrName>
                                        </p:attrNameLst>
                                      </p:cBhvr>
                                      <p:tavLst>
                                        <p:tav tm="0">
                                          <p:val>
                                            <p:strVal val="#ppt_w*0.70"/>
                                          </p:val>
                                        </p:tav>
                                        <p:tav tm="100000">
                                          <p:val>
                                            <p:strVal val="#ppt_w"/>
                                          </p:val>
                                        </p:tav>
                                      </p:tavLst>
                                    </p:anim>
                                    <p:anim calcmode="lin" valueType="num">
                                      <p:cBhvr>
                                        <p:cTn id="54" dur="1000" fill="hold"/>
                                        <p:tgtEl>
                                          <p:spTgt spid="387085"/>
                                        </p:tgtEl>
                                        <p:attrNameLst>
                                          <p:attrName>ppt_h</p:attrName>
                                        </p:attrNameLst>
                                      </p:cBhvr>
                                      <p:tavLst>
                                        <p:tav tm="0">
                                          <p:val>
                                            <p:strVal val="#ppt_h"/>
                                          </p:val>
                                        </p:tav>
                                        <p:tav tm="100000">
                                          <p:val>
                                            <p:strVal val="#ppt_h"/>
                                          </p:val>
                                        </p:tav>
                                      </p:tavLst>
                                    </p:anim>
                                    <p:animEffect transition="in" filter="fade">
                                      <p:cBhvr>
                                        <p:cTn id="55" dur="1000"/>
                                        <p:tgtEl>
                                          <p:spTgt spid="387085"/>
                                        </p:tgtEl>
                                      </p:cBhvr>
                                    </p:animEffect>
                                  </p:childTnLst>
                                </p:cTn>
                              </p:par>
                            </p:childTnLst>
                          </p:cTn>
                        </p:par>
                        <p:par>
                          <p:cTn id="56" fill="hold">
                            <p:stCondLst>
                              <p:cond delay="2000"/>
                            </p:stCondLst>
                            <p:childTnLst>
                              <p:par>
                                <p:cTn id="57" presetID="55" presetClass="entr" presetSubtype="0" fill="hold" nodeType="afterEffect">
                                  <p:stCondLst>
                                    <p:cond delay="0"/>
                                  </p:stCondLst>
                                  <p:childTnLst>
                                    <p:set>
                                      <p:cBhvr>
                                        <p:cTn id="58" dur="1" fill="hold">
                                          <p:stCondLst>
                                            <p:cond delay="0"/>
                                          </p:stCondLst>
                                        </p:cTn>
                                        <p:tgtEl>
                                          <p:spTgt spid="387090"/>
                                        </p:tgtEl>
                                        <p:attrNameLst>
                                          <p:attrName>style.visibility</p:attrName>
                                        </p:attrNameLst>
                                      </p:cBhvr>
                                      <p:to>
                                        <p:strVal val="visible"/>
                                      </p:to>
                                    </p:set>
                                    <p:anim calcmode="lin" valueType="num">
                                      <p:cBhvr>
                                        <p:cTn id="59" dur="1000" fill="hold"/>
                                        <p:tgtEl>
                                          <p:spTgt spid="387090"/>
                                        </p:tgtEl>
                                        <p:attrNameLst>
                                          <p:attrName>ppt_w</p:attrName>
                                        </p:attrNameLst>
                                      </p:cBhvr>
                                      <p:tavLst>
                                        <p:tav tm="0">
                                          <p:val>
                                            <p:strVal val="#ppt_w*0.70"/>
                                          </p:val>
                                        </p:tav>
                                        <p:tav tm="100000">
                                          <p:val>
                                            <p:strVal val="#ppt_w"/>
                                          </p:val>
                                        </p:tav>
                                      </p:tavLst>
                                    </p:anim>
                                    <p:anim calcmode="lin" valueType="num">
                                      <p:cBhvr>
                                        <p:cTn id="60" dur="1000" fill="hold"/>
                                        <p:tgtEl>
                                          <p:spTgt spid="387090"/>
                                        </p:tgtEl>
                                        <p:attrNameLst>
                                          <p:attrName>ppt_h</p:attrName>
                                        </p:attrNameLst>
                                      </p:cBhvr>
                                      <p:tavLst>
                                        <p:tav tm="0">
                                          <p:val>
                                            <p:strVal val="#ppt_h"/>
                                          </p:val>
                                        </p:tav>
                                        <p:tav tm="100000">
                                          <p:val>
                                            <p:strVal val="#ppt_h"/>
                                          </p:val>
                                        </p:tav>
                                      </p:tavLst>
                                    </p:anim>
                                    <p:animEffect transition="in" filter="fade">
                                      <p:cBhvr>
                                        <p:cTn id="61" dur="1000"/>
                                        <p:tgtEl>
                                          <p:spTgt spid="387090"/>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1000"/>
                                        <p:tgtEl>
                                          <p:spTgt spid="32"/>
                                        </p:tgtEl>
                                      </p:cBhvr>
                                    </p:animEffect>
                                    <p:anim calcmode="lin" valueType="num">
                                      <p:cBhvr>
                                        <p:cTn id="67" dur="1000" fill="hold"/>
                                        <p:tgtEl>
                                          <p:spTgt spid="32"/>
                                        </p:tgtEl>
                                        <p:attrNameLst>
                                          <p:attrName>ppt_x</p:attrName>
                                        </p:attrNameLst>
                                      </p:cBhvr>
                                      <p:tavLst>
                                        <p:tav tm="0">
                                          <p:val>
                                            <p:strVal val="#ppt_x"/>
                                          </p:val>
                                        </p:tav>
                                        <p:tav tm="100000">
                                          <p:val>
                                            <p:strVal val="#ppt_x"/>
                                          </p:val>
                                        </p:tav>
                                      </p:tavLst>
                                    </p:anim>
                                    <p:anim calcmode="lin" valueType="num">
                                      <p:cBhvr>
                                        <p:cTn id="68"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87091"/>
                                        </p:tgtEl>
                                        <p:attrNameLst>
                                          <p:attrName>style.visibility</p:attrName>
                                        </p:attrNameLst>
                                      </p:cBhvr>
                                      <p:to>
                                        <p:strVal val="visible"/>
                                      </p:to>
                                    </p:set>
                                    <p:anim calcmode="lin" valueType="num">
                                      <p:cBhvr additive="base">
                                        <p:cTn id="73" dur="500" fill="hold"/>
                                        <p:tgtEl>
                                          <p:spTgt spid="387091"/>
                                        </p:tgtEl>
                                        <p:attrNameLst>
                                          <p:attrName>ppt_x</p:attrName>
                                        </p:attrNameLst>
                                      </p:cBhvr>
                                      <p:tavLst>
                                        <p:tav tm="0">
                                          <p:val>
                                            <p:strVal val="#ppt_x"/>
                                          </p:val>
                                        </p:tav>
                                        <p:tav tm="100000">
                                          <p:val>
                                            <p:strVal val="#ppt_x"/>
                                          </p:val>
                                        </p:tav>
                                      </p:tavLst>
                                    </p:anim>
                                    <p:anim calcmode="lin" valueType="num">
                                      <p:cBhvr additive="base">
                                        <p:cTn id="74" dur="500" fill="hold"/>
                                        <p:tgtEl>
                                          <p:spTgt spid="38709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87083"/>
                                        </p:tgtEl>
                                        <p:attrNameLst>
                                          <p:attrName>style.visibility</p:attrName>
                                        </p:attrNameLst>
                                      </p:cBhvr>
                                      <p:to>
                                        <p:strVal val="visible"/>
                                      </p:to>
                                    </p:set>
                                    <p:anim calcmode="lin" valueType="num">
                                      <p:cBhvr additive="base">
                                        <p:cTn id="79" dur="500" fill="hold"/>
                                        <p:tgtEl>
                                          <p:spTgt spid="387083"/>
                                        </p:tgtEl>
                                        <p:attrNameLst>
                                          <p:attrName>ppt_x</p:attrName>
                                        </p:attrNameLst>
                                      </p:cBhvr>
                                      <p:tavLst>
                                        <p:tav tm="0">
                                          <p:val>
                                            <p:strVal val="#ppt_x"/>
                                          </p:val>
                                        </p:tav>
                                        <p:tav tm="100000">
                                          <p:val>
                                            <p:strVal val="#ppt_x"/>
                                          </p:val>
                                        </p:tav>
                                      </p:tavLst>
                                    </p:anim>
                                    <p:anim calcmode="lin" valueType="num">
                                      <p:cBhvr additive="base">
                                        <p:cTn id="80" dur="500" fill="hold"/>
                                        <p:tgtEl>
                                          <p:spTgt spid="387083"/>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55" presetClass="entr" presetSubtype="0" fill="hold" nodeType="clickEffect">
                                  <p:stCondLst>
                                    <p:cond delay="0"/>
                                  </p:stCondLst>
                                  <p:childTnLst>
                                    <p:set>
                                      <p:cBhvr>
                                        <p:cTn id="84" dur="1" fill="hold">
                                          <p:stCondLst>
                                            <p:cond delay="0"/>
                                          </p:stCondLst>
                                        </p:cTn>
                                        <p:tgtEl>
                                          <p:spTgt spid="387084"/>
                                        </p:tgtEl>
                                        <p:attrNameLst>
                                          <p:attrName>style.visibility</p:attrName>
                                        </p:attrNameLst>
                                      </p:cBhvr>
                                      <p:to>
                                        <p:strVal val="visible"/>
                                      </p:to>
                                    </p:set>
                                    <p:anim calcmode="lin" valueType="num">
                                      <p:cBhvr>
                                        <p:cTn id="85" dur="1000" fill="hold"/>
                                        <p:tgtEl>
                                          <p:spTgt spid="387084"/>
                                        </p:tgtEl>
                                        <p:attrNameLst>
                                          <p:attrName>ppt_w</p:attrName>
                                        </p:attrNameLst>
                                      </p:cBhvr>
                                      <p:tavLst>
                                        <p:tav tm="0">
                                          <p:val>
                                            <p:strVal val="#ppt_w*0.70"/>
                                          </p:val>
                                        </p:tav>
                                        <p:tav tm="100000">
                                          <p:val>
                                            <p:strVal val="#ppt_w"/>
                                          </p:val>
                                        </p:tav>
                                      </p:tavLst>
                                    </p:anim>
                                    <p:anim calcmode="lin" valueType="num">
                                      <p:cBhvr>
                                        <p:cTn id="86" dur="1000" fill="hold"/>
                                        <p:tgtEl>
                                          <p:spTgt spid="387084"/>
                                        </p:tgtEl>
                                        <p:attrNameLst>
                                          <p:attrName>ppt_h</p:attrName>
                                        </p:attrNameLst>
                                      </p:cBhvr>
                                      <p:tavLst>
                                        <p:tav tm="0">
                                          <p:val>
                                            <p:strVal val="#ppt_h"/>
                                          </p:val>
                                        </p:tav>
                                        <p:tav tm="100000">
                                          <p:val>
                                            <p:strVal val="#ppt_h"/>
                                          </p:val>
                                        </p:tav>
                                      </p:tavLst>
                                    </p:anim>
                                    <p:animEffect transition="in" filter="fade">
                                      <p:cBhvr>
                                        <p:cTn id="87" dur="1000"/>
                                        <p:tgtEl>
                                          <p:spTgt spid="387084"/>
                                        </p:tgtEl>
                                      </p:cBhvr>
                                    </p:animEffect>
                                  </p:childTnLst>
                                </p:cTn>
                              </p:par>
                            </p:childTnLst>
                          </p:cTn>
                        </p:par>
                        <p:par>
                          <p:cTn id="88" fill="hold">
                            <p:stCondLst>
                              <p:cond delay="1000"/>
                            </p:stCondLst>
                            <p:childTnLst>
                              <p:par>
                                <p:cTn id="89" presetID="55" presetClass="entr" presetSubtype="0" fill="hold" nodeType="afterEffect">
                                  <p:stCondLst>
                                    <p:cond delay="0"/>
                                  </p:stCondLst>
                                  <p:childTnLst>
                                    <p:set>
                                      <p:cBhvr>
                                        <p:cTn id="90" dur="1" fill="hold">
                                          <p:stCondLst>
                                            <p:cond delay="0"/>
                                          </p:stCondLst>
                                        </p:cTn>
                                        <p:tgtEl>
                                          <p:spTgt spid="387092"/>
                                        </p:tgtEl>
                                        <p:attrNameLst>
                                          <p:attrName>style.visibility</p:attrName>
                                        </p:attrNameLst>
                                      </p:cBhvr>
                                      <p:to>
                                        <p:strVal val="visible"/>
                                      </p:to>
                                    </p:set>
                                    <p:anim calcmode="lin" valueType="num">
                                      <p:cBhvr>
                                        <p:cTn id="91" dur="1000" fill="hold"/>
                                        <p:tgtEl>
                                          <p:spTgt spid="387092"/>
                                        </p:tgtEl>
                                        <p:attrNameLst>
                                          <p:attrName>ppt_w</p:attrName>
                                        </p:attrNameLst>
                                      </p:cBhvr>
                                      <p:tavLst>
                                        <p:tav tm="0">
                                          <p:val>
                                            <p:strVal val="#ppt_w*0.70"/>
                                          </p:val>
                                        </p:tav>
                                        <p:tav tm="100000">
                                          <p:val>
                                            <p:strVal val="#ppt_w"/>
                                          </p:val>
                                        </p:tav>
                                      </p:tavLst>
                                    </p:anim>
                                    <p:anim calcmode="lin" valueType="num">
                                      <p:cBhvr>
                                        <p:cTn id="92" dur="1000" fill="hold"/>
                                        <p:tgtEl>
                                          <p:spTgt spid="387092"/>
                                        </p:tgtEl>
                                        <p:attrNameLst>
                                          <p:attrName>ppt_h</p:attrName>
                                        </p:attrNameLst>
                                      </p:cBhvr>
                                      <p:tavLst>
                                        <p:tav tm="0">
                                          <p:val>
                                            <p:strVal val="#ppt_h"/>
                                          </p:val>
                                        </p:tav>
                                        <p:tav tm="100000">
                                          <p:val>
                                            <p:strVal val="#ppt_h"/>
                                          </p:val>
                                        </p:tav>
                                      </p:tavLst>
                                    </p:anim>
                                    <p:animEffect transition="in" filter="fade">
                                      <p:cBhvr>
                                        <p:cTn id="93" dur="1000"/>
                                        <p:tgtEl>
                                          <p:spTgt spid="387092"/>
                                        </p:tgtEl>
                                      </p:cBhvr>
                                    </p:animEffect>
                                  </p:childTnLst>
                                </p:cTn>
                              </p:par>
                            </p:childTnLst>
                          </p:cTn>
                        </p:par>
                      </p:childTnLst>
                    </p:cTn>
                  </p:par>
                  <p:par>
                    <p:cTn id="94" fill="hold">
                      <p:stCondLst>
                        <p:cond delay="indefinite"/>
                      </p:stCondLst>
                      <p:childTnLst>
                        <p:par>
                          <p:cTn id="95" fill="hold">
                            <p:stCondLst>
                              <p:cond delay="0"/>
                            </p:stCondLst>
                            <p:childTnLst>
                              <p:par>
                                <p:cTn id="96" presetID="55" presetClass="entr" presetSubtype="0" fill="hold" nodeType="clickEffect">
                                  <p:stCondLst>
                                    <p:cond delay="0"/>
                                  </p:stCondLst>
                                  <p:childTnLst>
                                    <p:set>
                                      <p:cBhvr>
                                        <p:cTn id="97" dur="1" fill="hold">
                                          <p:stCondLst>
                                            <p:cond delay="0"/>
                                          </p:stCondLst>
                                        </p:cTn>
                                        <p:tgtEl>
                                          <p:spTgt spid="387077"/>
                                        </p:tgtEl>
                                        <p:attrNameLst>
                                          <p:attrName>style.visibility</p:attrName>
                                        </p:attrNameLst>
                                      </p:cBhvr>
                                      <p:to>
                                        <p:strVal val="visible"/>
                                      </p:to>
                                    </p:set>
                                    <p:anim calcmode="lin" valueType="num">
                                      <p:cBhvr>
                                        <p:cTn id="98" dur="1000" fill="hold"/>
                                        <p:tgtEl>
                                          <p:spTgt spid="387077"/>
                                        </p:tgtEl>
                                        <p:attrNameLst>
                                          <p:attrName>ppt_w</p:attrName>
                                        </p:attrNameLst>
                                      </p:cBhvr>
                                      <p:tavLst>
                                        <p:tav tm="0">
                                          <p:val>
                                            <p:strVal val="#ppt_w*0.70"/>
                                          </p:val>
                                        </p:tav>
                                        <p:tav tm="100000">
                                          <p:val>
                                            <p:strVal val="#ppt_w"/>
                                          </p:val>
                                        </p:tav>
                                      </p:tavLst>
                                    </p:anim>
                                    <p:anim calcmode="lin" valueType="num">
                                      <p:cBhvr>
                                        <p:cTn id="99" dur="1000" fill="hold"/>
                                        <p:tgtEl>
                                          <p:spTgt spid="387077"/>
                                        </p:tgtEl>
                                        <p:attrNameLst>
                                          <p:attrName>ppt_h</p:attrName>
                                        </p:attrNameLst>
                                      </p:cBhvr>
                                      <p:tavLst>
                                        <p:tav tm="0">
                                          <p:val>
                                            <p:strVal val="#ppt_h"/>
                                          </p:val>
                                        </p:tav>
                                        <p:tav tm="100000">
                                          <p:val>
                                            <p:strVal val="#ppt_h"/>
                                          </p:val>
                                        </p:tav>
                                      </p:tavLst>
                                    </p:anim>
                                    <p:animEffect transition="in" filter="fade">
                                      <p:cBhvr>
                                        <p:cTn id="100" dur="1000"/>
                                        <p:tgtEl>
                                          <p:spTgt spid="387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83" grpId="0" animBg="1"/>
      <p:bldP spid="387085" grpId="0"/>
      <p:bldP spid="387088" grpId="0"/>
      <p:bldP spid="387089" grpId="0"/>
      <p:bldP spid="387091" grpId="0"/>
      <p:bldP spid="32" grpId="0"/>
      <p:bldP spid="16"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p:txBody>
          <a:bodyPr/>
          <a:lstStyle/>
          <a:p>
            <a:pPr>
              <a:defRPr/>
            </a:pPr>
            <a:fld id="{8A9D6217-07EA-4706-A87D-5597CA21A64F}" type="datetime1">
              <a:rPr lang="zh-CN" altLang="en-US"/>
            </a:fld>
            <a:endParaRPr lang="zh-CN" altLang="en-US"/>
          </a:p>
        </p:txBody>
      </p:sp>
      <p:sp>
        <p:nvSpPr>
          <p:cNvPr id="157699" name="Rectangle 2"/>
          <p:cNvSpPr>
            <a:spLocks noGrp="1" noChangeArrowheads="1"/>
          </p:cNvSpPr>
          <p:nvPr>
            <p:ph type="body" sz="half" idx="4294967295"/>
          </p:nvPr>
        </p:nvSpPr>
        <p:spPr>
          <a:xfrm>
            <a:off x="827088" y="836613"/>
            <a:ext cx="5184775" cy="719137"/>
          </a:xfrm>
        </p:spPr>
        <p:txBody>
          <a:bodyPr/>
          <a:lstStyle/>
          <a:p>
            <a:pPr marL="609600" indent="-609600" latinLnBrk="1">
              <a:lnSpc>
                <a:spcPct val="120000"/>
              </a:lnSpc>
              <a:buClr>
                <a:schemeClr val="tx1"/>
              </a:buClr>
              <a:buFontTx/>
              <a:buAutoNum type="arabicPeriod" startAt="9"/>
            </a:pPr>
            <a:r>
              <a:rPr lang="zh-CN" altLang="en-US" sz="2200" b="1"/>
              <a:t>频域的微分与积分特性</a:t>
            </a:r>
            <a:endParaRPr lang="zh-CN" altLang="en-US" sz="2200" b="1"/>
          </a:p>
          <a:p>
            <a:pPr marL="609600" indent="-609600" latinLnBrk="1">
              <a:lnSpc>
                <a:spcPct val="120000"/>
              </a:lnSpc>
              <a:buClr>
                <a:schemeClr val="tx1"/>
              </a:buClr>
              <a:buFont typeface="Wingdings" panose="05000000000000000000" pitchFamily="2" charset="2"/>
              <a:buNone/>
            </a:pPr>
            <a:endParaRPr lang="zh-CN" altLang="en-US" sz="2200" b="1"/>
          </a:p>
          <a:p>
            <a:pPr marL="609600" indent="-609600" latinLnBrk="1">
              <a:lnSpc>
                <a:spcPct val="120000"/>
              </a:lnSpc>
              <a:buClr>
                <a:schemeClr val="tx1"/>
              </a:buClr>
            </a:pPr>
            <a:endParaRPr lang="zh-CN" altLang="en-US" sz="2200" b="1"/>
          </a:p>
          <a:p>
            <a:pPr marL="609600" indent="-609600">
              <a:lnSpc>
                <a:spcPct val="120000"/>
              </a:lnSpc>
              <a:buFont typeface="Wingdings" panose="05000000000000000000" pitchFamily="2" charset="2"/>
              <a:buNone/>
            </a:pPr>
            <a:r>
              <a:rPr lang="zh-CN" altLang="en-US" sz="2000" b="1"/>
              <a:t>           </a:t>
            </a:r>
            <a:endParaRPr lang="zh-CN" altLang="en-US" sz="2000" b="1"/>
          </a:p>
        </p:txBody>
      </p:sp>
      <p:graphicFrame>
        <p:nvGraphicFramePr>
          <p:cNvPr id="157700" name="Object 3"/>
          <p:cNvGraphicFramePr>
            <a:graphicFrameLocks noGrp="1" noChangeAspect="1"/>
          </p:cNvGraphicFramePr>
          <p:nvPr>
            <p:ph sz="quarter" idx="4294967295"/>
          </p:nvPr>
        </p:nvGraphicFramePr>
        <p:xfrm>
          <a:off x="2195513" y="1484313"/>
          <a:ext cx="4248150" cy="2314575"/>
        </p:xfrm>
        <a:graphic>
          <a:graphicData uri="http://schemas.openxmlformats.org/presentationml/2006/ole">
            <mc:AlternateContent xmlns:mc="http://schemas.openxmlformats.org/markup-compatibility/2006">
              <mc:Choice xmlns:v="urn:schemas-microsoft-com:vml" Requires="v">
                <p:oleObj spid="_x0000_s158164" name="公式" r:id="rId1" imgW="1981200" imgH="1079500" progId="Equation.3">
                  <p:embed/>
                </p:oleObj>
              </mc:Choice>
              <mc:Fallback>
                <p:oleObj name="公式" r:id="rId1" imgW="1981200" imgH="10795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1484313"/>
                        <a:ext cx="4248150" cy="231457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157701" name="Rectangle 4"/>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57702" name="Rectangle 5"/>
          <p:cNvSpPr>
            <a:spLocks noChangeArrowheads="1"/>
          </p:cNvSpPr>
          <p:nvPr/>
        </p:nvSpPr>
        <p:spPr bwMode="auto">
          <a:xfrm>
            <a:off x="2590800" y="2528888"/>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sp>
        <p:nvSpPr>
          <p:cNvPr id="295942" name="Text Box 6"/>
          <p:cNvSpPr txBox="1">
            <a:spLocks noChangeArrowheads="1"/>
          </p:cNvSpPr>
          <p:nvPr/>
        </p:nvSpPr>
        <p:spPr bwMode="auto">
          <a:xfrm>
            <a:off x="760413" y="4092028"/>
            <a:ext cx="828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dirty="0">
                <a:solidFill>
                  <a:srgbClr val="FF0000"/>
                </a:solidFill>
                <a:latin typeface="Times New Roman" panose="02020603050405020304" pitchFamily="18" charset="0"/>
                <a:ea typeface="宋体" panose="02010600030101010101" pitchFamily="2" charset="-122"/>
              </a:rPr>
              <a:t>例：</a:t>
            </a:r>
            <a:endParaRPr kumimoji="1" lang="zh-CN" altLang="en-US" sz="2400" b="1" dirty="0">
              <a:solidFill>
                <a:srgbClr val="FF0000"/>
              </a:solidFill>
              <a:latin typeface="Tahoma" panose="020B0604030504040204" pitchFamily="34" charset="0"/>
              <a:ea typeface="宋体" panose="02010600030101010101" pitchFamily="2" charset="-122"/>
            </a:endParaRPr>
          </a:p>
        </p:txBody>
      </p:sp>
      <p:graphicFrame>
        <p:nvGraphicFramePr>
          <p:cNvPr id="295943" name="Object 7"/>
          <p:cNvGraphicFramePr>
            <a:graphicFrameLocks noChangeAspect="1"/>
          </p:cNvGraphicFramePr>
          <p:nvPr/>
        </p:nvGraphicFramePr>
        <p:xfrm>
          <a:off x="1763713" y="4076700"/>
          <a:ext cx="3506787" cy="492125"/>
        </p:xfrm>
        <a:graphic>
          <a:graphicData uri="http://schemas.openxmlformats.org/presentationml/2006/ole">
            <mc:AlternateContent xmlns:mc="http://schemas.openxmlformats.org/markup-compatibility/2006">
              <mc:Choice xmlns:v="urn:schemas-microsoft-com:vml" Requires="v">
                <p:oleObj spid="_x0000_s158165" name="公式" r:id="rId3" imgW="1943100" imgH="266700" progId="Equation.3">
                  <p:embed/>
                </p:oleObj>
              </mc:Choice>
              <mc:Fallback>
                <p:oleObj name="公式" r:id="rId3" imgW="1943100" imgH="2667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4076700"/>
                        <a:ext cx="3506787"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5944" name="Text Box 8"/>
          <p:cNvSpPr txBox="1">
            <a:spLocks noChangeArrowheads="1"/>
          </p:cNvSpPr>
          <p:nvPr/>
        </p:nvSpPr>
        <p:spPr bwMode="auto">
          <a:xfrm>
            <a:off x="760412" y="4642452"/>
            <a:ext cx="828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dirty="0">
                <a:solidFill>
                  <a:srgbClr val="FF0000"/>
                </a:solidFill>
                <a:latin typeface="Tahoma" panose="020B0604030504040204" pitchFamily="34" charset="0"/>
                <a:ea typeface="宋体" panose="02010600030101010101" pitchFamily="2" charset="-122"/>
              </a:rPr>
              <a:t>解：</a:t>
            </a:r>
            <a:endParaRPr kumimoji="1" lang="zh-CN" altLang="en-US" sz="2400" b="1" dirty="0">
              <a:solidFill>
                <a:srgbClr val="FF0000"/>
              </a:solidFill>
              <a:latin typeface="Tahoma" panose="020B0604030504040204" pitchFamily="34" charset="0"/>
              <a:ea typeface="宋体" panose="02010600030101010101" pitchFamily="2" charset="-122"/>
            </a:endParaRPr>
          </a:p>
        </p:txBody>
      </p:sp>
      <p:graphicFrame>
        <p:nvGraphicFramePr>
          <p:cNvPr id="295945" name="Object 9"/>
          <p:cNvGraphicFramePr>
            <a:graphicFrameLocks noChangeAspect="1"/>
          </p:cNvGraphicFramePr>
          <p:nvPr/>
        </p:nvGraphicFramePr>
        <p:xfrm>
          <a:off x="1763713" y="4797425"/>
          <a:ext cx="968375" cy="419100"/>
        </p:xfrm>
        <a:graphic>
          <a:graphicData uri="http://schemas.openxmlformats.org/presentationml/2006/ole">
            <mc:AlternateContent xmlns:mc="http://schemas.openxmlformats.org/markup-compatibility/2006">
              <mc:Choice xmlns:v="urn:schemas-microsoft-com:vml" Requires="v">
                <p:oleObj spid="_x0000_s158166" name="公式" r:id="rId5" imgW="469900" imgH="203200" progId="Equation.3">
                  <p:embed/>
                </p:oleObj>
              </mc:Choice>
              <mc:Fallback>
                <p:oleObj name="公式" r:id="rId5" imgW="469900" imgH="203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4797425"/>
                        <a:ext cx="968375"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6" name="Object 10"/>
          <p:cNvGraphicFramePr>
            <a:graphicFrameLocks noChangeAspect="1"/>
          </p:cNvGraphicFramePr>
          <p:nvPr/>
        </p:nvGraphicFramePr>
        <p:xfrm>
          <a:off x="4787900" y="4797425"/>
          <a:ext cx="1366838" cy="431800"/>
        </p:xfrm>
        <a:graphic>
          <a:graphicData uri="http://schemas.openxmlformats.org/presentationml/2006/ole">
            <mc:AlternateContent xmlns:mc="http://schemas.openxmlformats.org/markup-compatibility/2006">
              <mc:Choice xmlns:v="urn:schemas-microsoft-com:vml" Requires="v">
                <p:oleObj spid="_x0000_s158167" name="公式" r:id="rId7" imgW="698500" imgH="203200" progId="Equation.3">
                  <p:embed/>
                </p:oleObj>
              </mc:Choice>
              <mc:Fallback>
                <p:oleObj name="公式" r:id="rId7" imgW="698500" imgH="203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900" y="4797425"/>
                        <a:ext cx="136683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5947" name="Object 11"/>
          <p:cNvGraphicFramePr>
            <a:graphicFrameLocks noChangeAspect="1"/>
          </p:cNvGraphicFramePr>
          <p:nvPr/>
        </p:nvGraphicFramePr>
        <p:xfrm>
          <a:off x="1939132" y="5673725"/>
          <a:ext cx="3532187" cy="955675"/>
        </p:xfrm>
        <a:graphic>
          <a:graphicData uri="http://schemas.openxmlformats.org/presentationml/2006/ole">
            <mc:AlternateContent xmlns:mc="http://schemas.openxmlformats.org/markup-compatibility/2006">
              <mc:Choice xmlns:v="urn:schemas-microsoft-com:vml" Requires="v">
                <p:oleObj spid="_x0000_s158168" name="公式" r:id="rId9" imgW="1371600" imgH="393700" progId="Equation.3">
                  <p:embed/>
                </p:oleObj>
              </mc:Choice>
              <mc:Fallback>
                <p:oleObj name="公式" r:id="rId9" imgW="1371600" imgH="3937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39132" y="5673725"/>
                        <a:ext cx="3532187" cy="95567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
        <p:nvSpPr>
          <p:cNvPr id="295948" name="Rectangle 12"/>
          <p:cNvSpPr>
            <a:spLocks noGrp="1" noChangeArrowheads="1"/>
          </p:cNvSpPr>
          <p:nvPr>
            <p:ph type="title" idx="4294967295"/>
          </p:nvPr>
        </p:nvSpPr>
        <p:spPr>
          <a:xfrm>
            <a:off x="827088" y="115888"/>
            <a:ext cx="5521325" cy="608012"/>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graphicFrame>
        <p:nvGraphicFramePr>
          <p:cNvPr id="295949" name="Object 13"/>
          <p:cNvGraphicFramePr>
            <a:graphicFrameLocks noChangeAspect="1"/>
          </p:cNvGraphicFramePr>
          <p:nvPr/>
        </p:nvGraphicFramePr>
        <p:xfrm>
          <a:off x="2771775" y="4581525"/>
          <a:ext cx="1571625" cy="863600"/>
        </p:xfrm>
        <a:graphic>
          <a:graphicData uri="http://schemas.openxmlformats.org/presentationml/2006/ole">
            <mc:AlternateContent xmlns:mc="http://schemas.openxmlformats.org/markup-compatibility/2006">
              <mc:Choice xmlns:v="urn:schemas-microsoft-com:vml" Requires="v">
                <p:oleObj spid="_x0000_s158169" name="公式" r:id="rId11" imgW="761365" imgH="419100" progId="Equation.3">
                  <p:embed/>
                </p:oleObj>
              </mc:Choice>
              <mc:Fallback>
                <p:oleObj name="公式" r:id="rId11" imgW="761365" imgH="4191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71775" y="4581525"/>
                        <a:ext cx="1571625" cy="863600"/>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95950" name="Object 14"/>
          <p:cNvGraphicFramePr>
            <a:graphicFrameLocks noChangeAspect="1"/>
          </p:cNvGraphicFramePr>
          <p:nvPr/>
        </p:nvGraphicFramePr>
        <p:xfrm>
          <a:off x="6300788" y="4508500"/>
          <a:ext cx="1871662" cy="914400"/>
        </p:xfrm>
        <a:graphic>
          <a:graphicData uri="http://schemas.openxmlformats.org/presentationml/2006/ole">
            <mc:AlternateContent xmlns:mc="http://schemas.openxmlformats.org/markup-compatibility/2006">
              <mc:Choice xmlns:v="urn:schemas-microsoft-com:vml" Requires="v">
                <p:oleObj spid="_x0000_s158170" name="公式" r:id="rId13" imgW="862965" imgH="419100" progId="Equation.3">
                  <p:embed/>
                </p:oleObj>
              </mc:Choice>
              <mc:Fallback>
                <p:oleObj name="公式" r:id="rId13" imgW="862965" imgH="4191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00788" y="4508500"/>
                        <a:ext cx="1871662" cy="914400"/>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268133"/>
    </mc:Choice>
    <mc:Fallback>
      <p:transition spd="slow" advTm="2681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5942"/>
                                        </p:tgtEl>
                                        <p:attrNameLst>
                                          <p:attrName>style.visibility</p:attrName>
                                        </p:attrNameLst>
                                      </p:cBhvr>
                                      <p:to>
                                        <p:strVal val="visible"/>
                                      </p:to>
                                    </p:set>
                                    <p:anim calcmode="lin" valueType="num">
                                      <p:cBhvr additive="base">
                                        <p:cTn id="7" dur="500" fill="hold"/>
                                        <p:tgtEl>
                                          <p:spTgt spid="295942"/>
                                        </p:tgtEl>
                                        <p:attrNameLst>
                                          <p:attrName>ppt_x</p:attrName>
                                        </p:attrNameLst>
                                      </p:cBhvr>
                                      <p:tavLst>
                                        <p:tav tm="0">
                                          <p:val>
                                            <p:strVal val="0-#ppt_w/2"/>
                                          </p:val>
                                        </p:tav>
                                        <p:tav tm="100000">
                                          <p:val>
                                            <p:strVal val="#ppt_x"/>
                                          </p:val>
                                        </p:tav>
                                      </p:tavLst>
                                    </p:anim>
                                    <p:anim calcmode="lin" valueType="num">
                                      <p:cBhvr additive="base">
                                        <p:cTn id="8" dur="500" fill="hold"/>
                                        <p:tgtEl>
                                          <p:spTgt spid="29594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295943"/>
                                        </p:tgtEl>
                                        <p:attrNameLst>
                                          <p:attrName>style.visibility</p:attrName>
                                        </p:attrNameLst>
                                      </p:cBhvr>
                                      <p:to>
                                        <p:strVal val="visible"/>
                                      </p:to>
                                    </p:set>
                                    <p:animEffect transition="in" filter="blinds(horizontal)">
                                      <p:cBhvr>
                                        <p:cTn id="12" dur="500"/>
                                        <p:tgtEl>
                                          <p:spTgt spid="295943"/>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95944"/>
                                        </p:tgtEl>
                                        <p:attrNameLst>
                                          <p:attrName>style.visibility</p:attrName>
                                        </p:attrNameLst>
                                      </p:cBhvr>
                                      <p:to>
                                        <p:strVal val="visible"/>
                                      </p:to>
                                    </p:set>
                                    <p:animEffect transition="in" filter="wipe(left)">
                                      <p:cBhvr>
                                        <p:cTn id="16" dur="500"/>
                                        <p:tgtEl>
                                          <p:spTgt spid="295944"/>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295945"/>
                                        </p:tgtEl>
                                        <p:attrNameLst>
                                          <p:attrName>style.visibility</p:attrName>
                                        </p:attrNameLst>
                                      </p:cBhvr>
                                      <p:to>
                                        <p:strVal val="visible"/>
                                      </p:to>
                                    </p:set>
                                    <p:animEffect transition="in" filter="wipe(left)">
                                      <p:cBhvr>
                                        <p:cTn id="20" dur="500"/>
                                        <p:tgtEl>
                                          <p:spTgt spid="29594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95949"/>
                                        </p:tgtEl>
                                        <p:attrNameLst>
                                          <p:attrName>style.visibility</p:attrName>
                                        </p:attrNameLst>
                                      </p:cBhvr>
                                      <p:to>
                                        <p:strVal val="visible"/>
                                      </p:to>
                                    </p:set>
                                    <p:animEffect transition="in" filter="wipe(left)">
                                      <p:cBhvr>
                                        <p:cTn id="25" dur="500"/>
                                        <p:tgtEl>
                                          <p:spTgt spid="295949"/>
                                        </p:tgtEl>
                                      </p:cBhvr>
                                    </p:animEffect>
                                  </p:childTnLst>
                                </p:cTn>
                              </p:par>
                            </p:childTnLst>
                          </p:cTn>
                        </p:par>
                        <p:par>
                          <p:cTn id="26" fill="hold">
                            <p:stCondLst>
                              <p:cond delay="500"/>
                            </p:stCondLst>
                            <p:childTnLst>
                              <p:par>
                                <p:cTn id="27" presetID="5" presetClass="entr" presetSubtype="10" fill="hold" nodeType="afterEffect">
                                  <p:stCondLst>
                                    <p:cond delay="0"/>
                                  </p:stCondLst>
                                  <p:childTnLst>
                                    <p:set>
                                      <p:cBhvr>
                                        <p:cTn id="28" dur="1" fill="hold">
                                          <p:stCondLst>
                                            <p:cond delay="0"/>
                                          </p:stCondLst>
                                        </p:cTn>
                                        <p:tgtEl>
                                          <p:spTgt spid="295946"/>
                                        </p:tgtEl>
                                        <p:attrNameLst>
                                          <p:attrName>style.visibility</p:attrName>
                                        </p:attrNameLst>
                                      </p:cBhvr>
                                      <p:to>
                                        <p:strVal val="visible"/>
                                      </p:to>
                                    </p:set>
                                    <p:animEffect transition="in" filter="checkerboard(across)">
                                      <p:cBhvr>
                                        <p:cTn id="29" dur="500"/>
                                        <p:tgtEl>
                                          <p:spTgt spid="295946"/>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295950"/>
                                        </p:tgtEl>
                                        <p:attrNameLst>
                                          <p:attrName>style.visibility</p:attrName>
                                        </p:attrNameLst>
                                      </p:cBhvr>
                                      <p:to>
                                        <p:strVal val="visible"/>
                                      </p:to>
                                    </p:set>
                                    <p:animEffect transition="in" filter="checkerboard(across)">
                                      <p:cBhvr>
                                        <p:cTn id="34" dur="500"/>
                                        <p:tgtEl>
                                          <p:spTgt spid="29595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95947"/>
                                        </p:tgtEl>
                                        <p:attrNameLst>
                                          <p:attrName>style.visibility</p:attrName>
                                        </p:attrNameLst>
                                      </p:cBhvr>
                                      <p:to>
                                        <p:strVal val="visible"/>
                                      </p:to>
                                    </p:set>
                                    <p:animEffect transition="in" filter="dissolve">
                                      <p:cBhvr>
                                        <p:cTn id="39" dur="500"/>
                                        <p:tgtEl>
                                          <p:spTgt spid="2959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2" grpId="0" autoUpdateAnimBg="0"/>
      <p:bldP spid="29594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EE4EAB27-7FDD-4739-9810-F18CDEB65C0D}" type="datetime1">
              <a:rPr lang="zh-CN" altLang="en-US"/>
            </a:fld>
            <a:endParaRPr lang="zh-CN" altLang="en-US"/>
          </a:p>
        </p:txBody>
      </p:sp>
      <p:graphicFrame>
        <p:nvGraphicFramePr>
          <p:cNvPr id="158723" name="Object 2"/>
          <p:cNvGraphicFramePr>
            <a:graphicFrameLocks noGrp="1" noChangeAspect="1"/>
          </p:cNvGraphicFramePr>
          <p:nvPr>
            <p:ph sz="half" idx="4294967295"/>
          </p:nvPr>
        </p:nvGraphicFramePr>
        <p:xfrm>
          <a:off x="827088" y="476250"/>
          <a:ext cx="6408737" cy="466725"/>
        </p:xfrm>
        <a:graphic>
          <a:graphicData uri="http://schemas.openxmlformats.org/presentationml/2006/ole">
            <mc:AlternateContent xmlns:mc="http://schemas.openxmlformats.org/markup-compatibility/2006">
              <mc:Choice xmlns:v="urn:schemas-microsoft-com:vml" Requires="v">
                <p:oleObj spid="_x0000_s159239" name="公式" r:id="rId1" imgW="2946400" imgH="215900" progId="Equation.3">
                  <p:embed/>
                </p:oleObj>
              </mc:Choice>
              <mc:Fallback>
                <p:oleObj name="公式" r:id="rId1" imgW="2946400" imgH="2159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476250"/>
                        <a:ext cx="6408737" cy="466725"/>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11" name="Object 3"/>
          <p:cNvGraphicFramePr>
            <a:graphicFrameLocks noChangeAspect="1"/>
          </p:cNvGraphicFramePr>
          <p:nvPr/>
        </p:nvGraphicFramePr>
        <p:xfrm>
          <a:off x="5292725" y="1196975"/>
          <a:ext cx="1409700" cy="850900"/>
        </p:xfrm>
        <a:graphic>
          <a:graphicData uri="http://schemas.openxmlformats.org/presentationml/2006/ole">
            <mc:AlternateContent xmlns:mc="http://schemas.openxmlformats.org/markup-compatibility/2006">
              <mc:Choice xmlns:v="urn:schemas-microsoft-com:vml" Requires="v">
                <p:oleObj spid="_x0000_s159240" name="公式" r:id="rId3" imgW="647700" imgH="393700" progId="Equation.3">
                  <p:embed/>
                </p:oleObj>
              </mc:Choice>
              <mc:Fallback>
                <p:oleObj name="公式" r:id="rId3" imgW="6477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1196975"/>
                        <a:ext cx="1409700" cy="850900"/>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99012" name="Object 4"/>
          <p:cNvGraphicFramePr>
            <a:graphicFrameLocks noChangeAspect="1"/>
          </p:cNvGraphicFramePr>
          <p:nvPr/>
        </p:nvGraphicFramePr>
        <p:xfrm>
          <a:off x="971550" y="1412875"/>
          <a:ext cx="4116388" cy="466725"/>
        </p:xfrm>
        <a:graphic>
          <a:graphicData uri="http://schemas.openxmlformats.org/presentationml/2006/ole">
            <mc:AlternateContent xmlns:mc="http://schemas.openxmlformats.org/markup-compatibility/2006">
              <mc:Choice xmlns:v="urn:schemas-microsoft-com:vml" Requires="v">
                <p:oleObj spid="_x0000_s159241" name="公式" r:id="rId5" imgW="1892300" imgH="215900" progId="Equation.3">
                  <p:embed/>
                </p:oleObj>
              </mc:Choice>
              <mc:Fallback>
                <p:oleObj name="公式" r:id="rId5" imgW="1892300" imgH="2159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1412875"/>
                        <a:ext cx="4116388" cy="466725"/>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13" name="Object 5"/>
          <p:cNvGraphicFramePr>
            <a:graphicFrameLocks noChangeAspect="1"/>
          </p:cNvGraphicFramePr>
          <p:nvPr/>
        </p:nvGraphicFramePr>
        <p:xfrm>
          <a:off x="1619250" y="2565400"/>
          <a:ext cx="1463675" cy="439738"/>
        </p:xfrm>
        <a:graphic>
          <a:graphicData uri="http://schemas.openxmlformats.org/presentationml/2006/ole">
            <mc:AlternateContent xmlns:mc="http://schemas.openxmlformats.org/markup-compatibility/2006">
              <mc:Choice xmlns:v="urn:schemas-microsoft-com:vml" Requires="v">
                <p:oleObj spid="_x0000_s159242" name="公式" r:id="rId7" imgW="673100" imgH="203200" progId="Equation.3">
                  <p:embed/>
                </p:oleObj>
              </mc:Choice>
              <mc:Fallback>
                <p:oleObj name="公式" r:id="rId7" imgW="673100" imgH="203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9250" y="2565400"/>
                        <a:ext cx="1463675" cy="439738"/>
                      </a:xfrm>
                      <a:prstGeom prst="rect">
                        <a:avLst/>
                      </a:prstGeom>
                      <a:solidFill>
                        <a:schemeClr val="bg1"/>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9014" name="Object 6"/>
          <p:cNvGraphicFramePr>
            <a:graphicFrameLocks noChangeAspect="1"/>
          </p:cNvGraphicFramePr>
          <p:nvPr/>
        </p:nvGraphicFramePr>
        <p:xfrm>
          <a:off x="3348038" y="2349500"/>
          <a:ext cx="2154237" cy="1016000"/>
        </p:xfrm>
        <a:graphic>
          <a:graphicData uri="http://schemas.openxmlformats.org/presentationml/2006/ole">
            <mc:AlternateContent xmlns:mc="http://schemas.openxmlformats.org/markup-compatibility/2006">
              <mc:Choice xmlns:v="urn:schemas-microsoft-com:vml" Requires="v">
                <p:oleObj spid="_x0000_s159243" name="公式" r:id="rId9" imgW="989965" imgH="469900" progId="Equation.3">
                  <p:embed/>
                </p:oleObj>
              </mc:Choice>
              <mc:Fallback>
                <p:oleObj name="公式" r:id="rId9" imgW="989965" imgH="4699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8038" y="2349500"/>
                        <a:ext cx="2154237" cy="1016000"/>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99015" name="Object 7"/>
          <p:cNvGraphicFramePr>
            <a:graphicFrameLocks noChangeAspect="1"/>
          </p:cNvGraphicFramePr>
          <p:nvPr/>
        </p:nvGraphicFramePr>
        <p:xfrm>
          <a:off x="5940425" y="2636838"/>
          <a:ext cx="1933575" cy="495300"/>
        </p:xfrm>
        <a:graphic>
          <a:graphicData uri="http://schemas.openxmlformats.org/presentationml/2006/ole">
            <mc:AlternateContent xmlns:mc="http://schemas.openxmlformats.org/markup-compatibility/2006">
              <mc:Choice xmlns:v="urn:schemas-microsoft-com:vml" Requires="v">
                <p:oleObj spid="_x0000_s159244" name="公式" r:id="rId11" imgW="889000" imgH="228600" progId="Equation.3">
                  <p:embed/>
                </p:oleObj>
              </mc:Choice>
              <mc:Fallback>
                <p:oleObj name="公式" r:id="rId11" imgW="889000" imgH="2286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0425" y="2636838"/>
                        <a:ext cx="1933575" cy="495300"/>
                      </a:xfrm>
                      <a:prstGeom prst="rect">
                        <a:avLst/>
                      </a:prstGeom>
                      <a:solidFill>
                        <a:schemeClr val="bg1"/>
                      </a:solidFill>
                      <a:ln w="9525">
                        <a:solidFill>
                          <a:srgbClr val="FF3300"/>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99016" name="Object 8"/>
          <p:cNvGraphicFramePr>
            <a:graphicFrameLocks noChangeAspect="1"/>
          </p:cNvGraphicFramePr>
          <p:nvPr/>
        </p:nvGraphicFramePr>
        <p:xfrm>
          <a:off x="3203575" y="4005263"/>
          <a:ext cx="2430463" cy="850900"/>
        </p:xfrm>
        <a:graphic>
          <a:graphicData uri="http://schemas.openxmlformats.org/presentationml/2006/ole">
            <mc:AlternateContent xmlns:mc="http://schemas.openxmlformats.org/markup-compatibility/2006">
              <mc:Choice xmlns:v="urn:schemas-microsoft-com:vml" Requires="v">
                <p:oleObj spid="_x0000_s159245" name="公式" r:id="rId13" imgW="1116965" imgH="393700" progId="Equation.3">
                  <p:embed/>
                </p:oleObj>
              </mc:Choice>
              <mc:Fallback>
                <p:oleObj name="公式" r:id="rId13" imgW="1116965" imgH="3937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03575" y="4005263"/>
                        <a:ext cx="2430463" cy="850900"/>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299017" name="Object 9"/>
          <p:cNvGraphicFramePr>
            <a:graphicFrameLocks noChangeAspect="1"/>
          </p:cNvGraphicFramePr>
          <p:nvPr/>
        </p:nvGraphicFramePr>
        <p:xfrm>
          <a:off x="3132138" y="5445125"/>
          <a:ext cx="2459037" cy="904875"/>
        </p:xfrm>
        <a:graphic>
          <a:graphicData uri="http://schemas.openxmlformats.org/presentationml/2006/ole">
            <mc:AlternateContent xmlns:mc="http://schemas.openxmlformats.org/markup-compatibility/2006">
              <mc:Choice xmlns:v="urn:schemas-microsoft-com:vml" Requires="v">
                <p:oleObj spid="_x0000_s159246" name="公式" r:id="rId15" imgW="1130300" imgH="419100" progId="Equation.3">
                  <p:embed/>
                </p:oleObj>
              </mc:Choice>
              <mc:Fallback>
                <p:oleObj name="公式" r:id="rId15" imgW="1130300" imgH="4191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32138" y="5445125"/>
                        <a:ext cx="2459037" cy="904875"/>
                      </a:xfrm>
                      <a:prstGeom prst="rect">
                        <a:avLst/>
                      </a:prstGeom>
                      <a:solidFill>
                        <a:schemeClr val="bg1"/>
                      </a:solidFill>
                      <a:ln w="9525">
                        <a:solidFill>
                          <a:schemeClr val="folHlink"/>
                        </a:solidFill>
                        <a:miter lim="800000"/>
                        <a:headEnd/>
                        <a:tailEnd/>
                      </a:ln>
                      <a:effectLst>
                        <a:outerShdw dist="35921" dir="2700000" algn="ctr" rotWithShape="0">
                          <a:srgbClr val="808080"/>
                        </a:outerShdw>
                      </a:effectLst>
                    </p:spPr>
                  </p:pic>
                </p:oleObj>
              </mc:Fallback>
            </mc:AlternateContent>
          </a:graphicData>
        </a:graphic>
      </p:graphicFrame>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214134"/>
    </mc:Choice>
    <mc:Fallback>
      <p:transition spd="slow" advTm="2141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99012"/>
                                        </p:tgtEl>
                                        <p:attrNameLst>
                                          <p:attrName>style.visibility</p:attrName>
                                        </p:attrNameLst>
                                      </p:cBhvr>
                                      <p:to>
                                        <p:strVal val="visible"/>
                                      </p:to>
                                    </p:set>
                                    <p:anim calcmode="lin" valueType="num">
                                      <p:cBhvr>
                                        <p:cTn id="7" dur="1000" fill="hold"/>
                                        <p:tgtEl>
                                          <p:spTgt spid="299012"/>
                                        </p:tgtEl>
                                        <p:attrNameLst>
                                          <p:attrName>ppt_w</p:attrName>
                                        </p:attrNameLst>
                                      </p:cBhvr>
                                      <p:tavLst>
                                        <p:tav tm="0">
                                          <p:val>
                                            <p:strVal val="#ppt_w*0.70"/>
                                          </p:val>
                                        </p:tav>
                                        <p:tav tm="100000">
                                          <p:val>
                                            <p:strVal val="#ppt_w"/>
                                          </p:val>
                                        </p:tav>
                                      </p:tavLst>
                                    </p:anim>
                                    <p:anim calcmode="lin" valueType="num">
                                      <p:cBhvr>
                                        <p:cTn id="8" dur="1000" fill="hold"/>
                                        <p:tgtEl>
                                          <p:spTgt spid="299012"/>
                                        </p:tgtEl>
                                        <p:attrNameLst>
                                          <p:attrName>ppt_h</p:attrName>
                                        </p:attrNameLst>
                                      </p:cBhvr>
                                      <p:tavLst>
                                        <p:tav tm="0">
                                          <p:val>
                                            <p:strVal val="#ppt_h"/>
                                          </p:val>
                                        </p:tav>
                                        <p:tav tm="100000">
                                          <p:val>
                                            <p:strVal val="#ppt_h"/>
                                          </p:val>
                                        </p:tav>
                                      </p:tavLst>
                                    </p:anim>
                                    <p:animEffect transition="in" filter="fade">
                                      <p:cBhvr>
                                        <p:cTn id="9" dur="1000"/>
                                        <p:tgtEl>
                                          <p:spTgt spid="29901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99011"/>
                                        </p:tgtEl>
                                        <p:attrNameLst>
                                          <p:attrName>style.visibility</p:attrName>
                                        </p:attrNameLst>
                                      </p:cBhvr>
                                      <p:to>
                                        <p:strVal val="visible"/>
                                      </p:to>
                                    </p:set>
                                    <p:anim calcmode="lin" valueType="num">
                                      <p:cBhvr>
                                        <p:cTn id="14" dur="1000" fill="hold"/>
                                        <p:tgtEl>
                                          <p:spTgt spid="299011"/>
                                        </p:tgtEl>
                                        <p:attrNameLst>
                                          <p:attrName>ppt_w</p:attrName>
                                        </p:attrNameLst>
                                      </p:cBhvr>
                                      <p:tavLst>
                                        <p:tav tm="0">
                                          <p:val>
                                            <p:strVal val="#ppt_w*0.70"/>
                                          </p:val>
                                        </p:tav>
                                        <p:tav tm="100000">
                                          <p:val>
                                            <p:strVal val="#ppt_w"/>
                                          </p:val>
                                        </p:tav>
                                      </p:tavLst>
                                    </p:anim>
                                    <p:anim calcmode="lin" valueType="num">
                                      <p:cBhvr>
                                        <p:cTn id="15" dur="1000" fill="hold"/>
                                        <p:tgtEl>
                                          <p:spTgt spid="299011"/>
                                        </p:tgtEl>
                                        <p:attrNameLst>
                                          <p:attrName>ppt_h</p:attrName>
                                        </p:attrNameLst>
                                      </p:cBhvr>
                                      <p:tavLst>
                                        <p:tav tm="0">
                                          <p:val>
                                            <p:strVal val="#ppt_h"/>
                                          </p:val>
                                        </p:tav>
                                        <p:tav tm="100000">
                                          <p:val>
                                            <p:strVal val="#ppt_h"/>
                                          </p:val>
                                        </p:tav>
                                      </p:tavLst>
                                    </p:anim>
                                    <p:animEffect transition="in" filter="fade">
                                      <p:cBhvr>
                                        <p:cTn id="16" dur="1000"/>
                                        <p:tgtEl>
                                          <p:spTgt spid="299011"/>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299013"/>
                                        </p:tgtEl>
                                        <p:attrNameLst>
                                          <p:attrName>style.visibility</p:attrName>
                                        </p:attrNameLst>
                                      </p:cBhvr>
                                      <p:to>
                                        <p:strVal val="visible"/>
                                      </p:to>
                                    </p:set>
                                    <p:anim calcmode="lin" valueType="num">
                                      <p:cBhvr>
                                        <p:cTn id="20" dur="1000" fill="hold"/>
                                        <p:tgtEl>
                                          <p:spTgt spid="299013"/>
                                        </p:tgtEl>
                                        <p:attrNameLst>
                                          <p:attrName>ppt_w</p:attrName>
                                        </p:attrNameLst>
                                      </p:cBhvr>
                                      <p:tavLst>
                                        <p:tav tm="0">
                                          <p:val>
                                            <p:strVal val="#ppt_w*0.70"/>
                                          </p:val>
                                        </p:tav>
                                        <p:tav tm="100000">
                                          <p:val>
                                            <p:strVal val="#ppt_w"/>
                                          </p:val>
                                        </p:tav>
                                      </p:tavLst>
                                    </p:anim>
                                    <p:anim calcmode="lin" valueType="num">
                                      <p:cBhvr>
                                        <p:cTn id="21" dur="1000" fill="hold"/>
                                        <p:tgtEl>
                                          <p:spTgt spid="299013"/>
                                        </p:tgtEl>
                                        <p:attrNameLst>
                                          <p:attrName>ppt_h</p:attrName>
                                        </p:attrNameLst>
                                      </p:cBhvr>
                                      <p:tavLst>
                                        <p:tav tm="0">
                                          <p:val>
                                            <p:strVal val="#ppt_h"/>
                                          </p:val>
                                        </p:tav>
                                        <p:tav tm="100000">
                                          <p:val>
                                            <p:strVal val="#ppt_h"/>
                                          </p:val>
                                        </p:tav>
                                      </p:tavLst>
                                    </p:anim>
                                    <p:animEffect transition="in" filter="fade">
                                      <p:cBhvr>
                                        <p:cTn id="22" dur="1000"/>
                                        <p:tgtEl>
                                          <p:spTgt spid="299013"/>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299014"/>
                                        </p:tgtEl>
                                        <p:attrNameLst>
                                          <p:attrName>style.visibility</p:attrName>
                                        </p:attrNameLst>
                                      </p:cBhvr>
                                      <p:to>
                                        <p:strVal val="visible"/>
                                      </p:to>
                                    </p:set>
                                    <p:anim calcmode="lin" valueType="num">
                                      <p:cBhvr>
                                        <p:cTn id="27" dur="1000" fill="hold"/>
                                        <p:tgtEl>
                                          <p:spTgt spid="299014"/>
                                        </p:tgtEl>
                                        <p:attrNameLst>
                                          <p:attrName>ppt_w</p:attrName>
                                        </p:attrNameLst>
                                      </p:cBhvr>
                                      <p:tavLst>
                                        <p:tav tm="0">
                                          <p:val>
                                            <p:strVal val="#ppt_w*0.70"/>
                                          </p:val>
                                        </p:tav>
                                        <p:tav tm="100000">
                                          <p:val>
                                            <p:strVal val="#ppt_w"/>
                                          </p:val>
                                        </p:tav>
                                      </p:tavLst>
                                    </p:anim>
                                    <p:anim calcmode="lin" valueType="num">
                                      <p:cBhvr>
                                        <p:cTn id="28" dur="1000" fill="hold"/>
                                        <p:tgtEl>
                                          <p:spTgt spid="299014"/>
                                        </p:tgtEl>
                                        <p:attrNameLst>
                                          <p:attrName>ppt_h</p:attrName>
                                        </p:attrNameLst>
                                      </p:cBhvr>
                                      <p:tavLst>
                                        <p:tav tm="0">
                                          <p:val>
                                            <p:strVal val="#ppt_h"/>
                                          </p:val>
                                        </p:tav>
                                        <p:tav tm="100000">
                                          <p:val>
                                            <p:strVal val="#ppt_h"/>
                                          </p:val>
                                        </p:tav>
                                      </p:tavLst>
                                    </p:anim>
                                    <p:animEffect transition="in" filter="fade">
                                      <p:cBhvr>
                                        <p:cTn id="29" dur="1000"/>
                                        <p:tgtEl>
                                          <p:spTgt spid="299014"/>
                                        </p:tgtEl>
                                      </p:cBhvr>
                                    </p:animEffect>
                                  </p:childTnLst>
                                </p:cTn>
                              </p:par>
                            </p:childTnLst>
                          </p:cTn>
                        </p:par>
                        <p:par>
                          <p:cTn id="30" fill="hold">
                            <p:stCondLst>
                              <p:cond delay="1000"/>
                            </p:stCondLst>
                            <p:childTnLst>
                              <p:par>
                                <p:cTn id="31" presetID="55" presetClass="entr" presetSubtype="0" fill="hold" nodeType="afterEffect">
                                  <p:stCondLst>
                                    <p:cond delay="0"/>
                                  </p:stCondLst>
                                  <p:childTnLst>
                                    <p:set>
                                      <p:cBhvr>
                                        <p:cTn id="32" dur="1" fill="hold">
                                          <p:stCondLst>
                                            <p:cond delay="0"/>
                                          </p:stCondLst>
                                        </p:cTn>
                                        <p:tgtEl>
                                          <p:spTgt spid="299015"/>
                                        </p:tgtEl>
                                        <p:attrNameLst>
                                          <p:attrName>style.visibility</p:attrName>
                                        </p:attrNameLst>
                                      </p:cBhvr>
                                      <p:to>
                                        <p:strVal val="visible"/>
                                      </p:to>
                                    </p:set>
                                    <p:anim calcmode="lin" valueType="num">
                                      <p:cBhvr>
                                        <p:cTn id="33" dur="1000" fill="hold"/>
                                        <p:tgtEl>
                                          <p:spTgt spid="299015"/>
                                        </p:tgtEl>
                                        <p:attrNameLst>
                                          <p:attrName>ppt_w</p:attrName>
                                        </p:attrNameLst>
                                      </p:cBhvr>
                                      <p:tavLst>
                                        <p:tav tm="0">
                                          <p:val>
                                            <p:strVal val="#ppt_w*0.70"/>
                                          </p:val>
                                        </p:tav>
                                        <p:tav tm="100000">
                                          <p:val>
                                            <p:strVal val="#ppt_w"/>
                                          </p:val>
                                        </p:tav>
                                      </p:tavLst>
                                    </p:anim>
                                    <p:anim calcmode="lin" valueType="num">
                                      <p:cBhvr>
                                        <p:cTn id="34" dur="1000" fill="hold"/>
                                        <p:tgtEl>
                                          <p:spTgt spid="299015"/>
                                        </p:tgtEl>
                                        <p:attrNameLst>
                                          <p:attrName>ppt_h</p:attrName>
                                        </p:attrNameLst>
                                      </p:cBhvr>
                                      <p:tavLst>
                                        <p:tav tm="0">
                                          <p:val>
                                            <p:strVal val="#ppt_h"/>
                                          </p:val>
                                        </p:tav>
                                        <p:tav tm="100000">
                                          <p:val>
                                            <p:strVal val="#ppt_h"/>
                                          </p:val>
                                        </p:tav>
                                      </p:tavLst>
                                    </p:anim>
                                    <p:animEffect transition="in" filter="fade">
                                      <p:cBhvr>
                                        <p:cTn id="35" dur="1000"/>
                                        <p:tgtEl>
                                          <p:spTgt spid="299015"/>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299016"/>
                                        </p:tgtEl>
                                        <p:attrNameLst>
                                          <p:attrName>style.visibility</p:attrName>
                                        </p:attrNameLst>
                                      </p:cBhvr>
                                      <p:to>
                                        <p:strVal val="visible"/>
                                      </p:to>
                                    </p:set>
                                    <p:anim calcmode="lin" valueType="num">
                                      <p:cBhvr>
                                        <p:cTn id="40" dur="1000" fill="hold"/>
                                        <p:tgtEl>
                                          <p:spTgt spid="299016"/>
                                        </p:tgtEl>
                                        <p:attrNameLst>
                                          <p:attrName>ppt_w</p:attrName>
                                        </p:attrNameLst>
                                      </p:cBhvr>
                                      <p:tavLst>
                                        <p:tav tm="0">
                                          <p:val>
                                            <p:strVal val="#ppt_w*0.70"/>
                                          </p:val>
                                        </p:tav>
                                        <p:tav tm="100000">
                                          <p:val>
                                            <p:strVal val="#ppt_w"/>
                                          </p:val>
                                        </p:tav>
                                      </p:tavLst>
                                    </p:anim>
                                    <p:anim calcmode="lin" valueType="num">
                                      <p:cBhvr>
                                        <p:cTn id="41" dur="1000" fill="hold"/>
                                        <p:tgtEl>
                                          <p:spTgt spid="299016"/>
                                        </p:tgtEl>
                                        <p:attrNameLst>
                                          <p:attrName>ppt_h</p:attrName>
                                        </p:attrNameLst>
                                      </p:cBhvr>
                                      <p:tavLst>
                                        <p:tav tm="0">
                                          <p:val>
                                            <p:strVal val="#ppt_h"/>
                                          </p:val>
                                        </p:tav>
                                        <p:tav tm="100000">
                                          <p:val>
                                            <p:strVal val="#ppt_h"/>
                                          </p:val>
                                        </p:tav>
                                      </p:tavLst>
                                    </p:anim>
                                    <p:animEffect transition="in" filter="fade">
                                      <p:cBhvr>
                                        <p:cTn id="42" dur="1000"/>
                                        <p:tgtEl>
                                          <p:spTgt spid="299016"/>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299017"/>
                                        </p:tgtEl>
                                        <p:attrNameLst>
                                          <p:attrName>style.visibility</p:attrName>
                                        </p:attrNameLst>
                                      </p:cBhvr>
                                      <p:to>
                                        <p:strVal val="visible"/>
                                      </p:to>
                                    </p:set>
                                    <p:anim calcmode="lin" valueType="num">
                                      <p:cBhvr>
                                        <p:cTn id="47" dur="1000" fill="hold"/>
                                        <p:tgtEl>
                                          <p:spTgt spid="299017"/>
                                        </p:tgtEl>
                                        <p:attrNameLst>
                                          <p:attrName>ppt_w</p:attrName>
                                        </p:attrNameLst>
                                      </p:cBhvr>
                                      <p:tavLst>
                                        <p:tav tm="0">
                                          <p:val>
                                            <p:strVal val="#ppt_w*0.70"/>
                                          </p:val>
                                        </p:tav>
                                        <p:tav tm="100000">
                                          <p:val>
                                            <p:strVal val="#ppt_w"/>
                                          </p:val>
                                        </p:tav>
                                      </p:tavLst>
                                    </p:anim>
                                    <p:anim calcmode="lin" valueType="num">
                                      <p:cBhvr>
                                        <p:cTn id="48" dur="1000" fill="hold"/>
                                        <p:tgtEl>
                                          <p:spTgt spid="299017"/>
                                        </p:tgtEl>
                                        <p:attrNameLst>
                                          <p:attrName>ppt_h</p:attrName>
                                        </p:attrNameLst>
                                      </p:cBhvr>
                                      <p:tavLst>
                                        <p:tav tm="0">
                                          <p:val>
                                            <p:strVal val="#ppt_h"/>
                                          </p:val>
                                        </p:tav>
                                        <p:tav tm="100000">
                                          <p:val>
                                            <p:strVal val="#ppt_h"/>
                                          </p:val>
                                        </p:tav>
                                      </p:tavLst>
                                    </p:anim>
                                    <p:animEffect transition="in" filter="fade">
                                      <p:cBhvr>
                                        <p:cTn id="49" dur="1000"/>
                                        <p:tgtEl>
                                          <p:spTgt spid="299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日期占位符 3"/>
          <p:cNvSpPr txBox="1">
            <a:spLocks noGrp="1"/>
          </p:cNvSpPr>
          <p:nvPr/>
        </p:nvSpPr>
        <p:spPr bwMode="auto">
          <a:xfrm>
            <a:off x="477838" y="6538913"/>
            <a:ext cx="1139825" cy="319087"/>
          </a:xfrm>
          <a:prstGeom prst="rect">
            <a:avLst/>
          </a:prstGeom>
          <a:noFill/>
          <a:ln>
            <a:miter lim="800000"/>
          </a:ln>
        </p:spPr>
        <p:txBody>
          <a:bodyPr/>
          <a:lstStyle/>
          <a:p>
            <a:pPr eaLnBrk="1" hangingPunct="1">
              <a:defRPr/>
            </a:pPr>
            <a:fld id="{0BDA6516-78B2-4B0C-A37A-BC8AD55E2DDB}" type="datetime1">
              <a:rPr lang="zh-CN" altLang="en-US" sz="1200" b="1">
                <a:latin typeface="+mn-lt"/>
                <a:ea typeface="+mj-ea"/>
              </a:rPr>
            </a:fld>
            <a:endParaRPr lang="zh-CN" altLang="en-US" sz="1200" b="1">
              <a:latin typeface="+mn-lt"/>
              <a:ea typeface="+mj-ea"/>
            </a:endParaRPr>
          </a:p>
        </p:txBody>
      </p:sp>
      <p:sp>
        <p:nvSpPr>
          <p:cNvPr id="296962" name="Rectangle 2"/>
          <p:cNvSpPr>
            <a:spLocks noChangeArrowheads="1"/>
          </p:cNvSpPr>
          <p:nvPr/>
        </p:nvSpPr>
        <p:spPr bwMode="auto">
          <a:xfrm>
            <a:off x="1331913" y="981075"/>
            <a:ext cx="12192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线性性质</a:t>
            </a:r>
            <a:endParaRPr kumimoji="1" lang="zh-CN" altLang="en-US" sz="2000" b="1">
              <a:solidFill>
                <a:schemeClr val="tx2"/>
              </a:solidFill>
              <a:latin typeface="Tahoma" panose="020B0604030504040204" pitchFamily="34" charset="0"/>
            </a:endParaRPr>
          </a:p>
        </p:txBody>
      </p:sp>
      <p:graphicFrame>
        <p:nvGraphicFramePr>
          <p:cNvPr id="172036" name="Object 3"/>
          <p:cNvGraphicFramePr>
            <a:graphicFrameLocks noChangeAspect="1"/>
          </p:cNvGraphicFramePr>
          <p:nvPr/>
        </p:nvGraphicFramePr>
        <p:xfrm>
          <a:off x="5105400" y="284163"/>
          <a:ext cx="1676400" cy="441325"/>
        </p:xfrm>
        <a:graphic>
          <a:graphicData uri="http://schemas.openxmlformats.org/presentationml/2006/ole">
            <mc:AlternateContent xmlns:mc="http://schemas.openxmlformats.org/markup-compatibility/2006">
              <mc:Choice xmlns:v="urn:schemas-microsoft-com:vml" Requires="v">
                <p:oleObj spid="_x0000_s287805" name="Equation" r:id="rId1" imgW="1257300" imgH="241300" progId="Equation.3">
                  <p:embed/>
                </p:oleObj>
              </mc:Choice>
              <mc:Fallback>
                <p:oleObj name="Equation" r:id="rId1" imgW="1257300" imgH="241300" progId="Equation.3">
                  <p:embed/>
                  <p:pic>
                    <p:nvPicPr>
                      <p:cNvPr id="0" name="图片 2826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84163"/>
                        <a:ext cx="167640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2037" name="Object 4"/>
          <p:cNvGraphicFramePr>
            <a:graphicFrameLocks noChangeAspect="1"/>
          </p:cNvGraphicFramePr>
          <p:nvPr/>
        </p:nvGraphicFramePr>
        <p:xfrm>
          <a:off x="7162800" y="284163"/>
          <a:ext cx="1752600" cy="441325"/>
        </p:xfrm>
        <a:graphic>
          <a:graphicData uri="http://schemas.openxmlformats.org/presentationml/2006/ole">
            <mc:AlternateContent xmlns:mc="http://schemas.openxmlformats.org/markup-compatibility/2006">
              <mc:Choice xmlns:v="urn:schemas-microsoft-com:vml" Requires="v">
                <p:oleObj spid="_x0000_s287806" name="Equation" r:id="rId3" imgW="1282700" imgH="241300" progId="Equation.3">
                  <p:embed/>
                </p:oleObj>
              </mc:Choice>
              <mc:Fallback>
                <p:oleObj name="Equation" r:id="rId3" imgW="1282700" imgH="241300" progId="Equation.3">
                  <p:embed/>
                  <p:pic>
                    <p:nvPicPr>
                      <p:cNvPr id="0" name="图片 2826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84163"/>
                        <a:ext cx="175260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2038" name="Object 5"/>
          <p:cNvGraphicFramePr>
            <a:graphicFrameLocks noChangeAspect="1"/>
          </p:cNvGraphicFramePr>
          <p:nvPr/>
        </p:nvGraphicFramePr>
        <p:xfrm>
          <a:off x="3132138" y="1052513"/>
          <a:ext cx="2406650" cy="441325"/>
        </p:xfrm>
        <a:graphic>
          <a:graphicData uri="http://schemas.openxmlformats.org/presentationml/2006/ole">
            <mc:AlternateContent xmlns:mc="http://schemas.openxmlformats.org/markup-compatibility/2006">
              <mc:Choice xmlns:v="urn:schemas-microsoft-com:vml" Requires="v">
                <p:oleObj spid="_x0000_s287807" name="公式" r:id="rId5" imgW="1320800" imgH="241300" progId="Equation.3">
                  <p:embed/>
                </p:oleObj>
              </mc:Choice>
              <mc:Fallback>
                <p:oleObj name="公式" r:id="rId5" imgW="1320800" imgH="241300" progId="Equation.3">
                  <p:embed/>
                  <p:pic>
                    <p:nvPicPr>
                      <p:cNvPr id="0" name="图片 2826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1052513"/>
                        <a:ext cx="240665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6966" name="Rectangle 6"/>
          <p:cNvSpPr>
            <a:spLocks noChangeArrowheads="1"/>
          </p:cNvSpPr>
          <p:nvPr/>
        </p:nvSpPr>
        <p:spPr bwMode="auto">
          <a:xfrm>
            <a:off x="611188" y="260350"/>
            <a:ext cx="4465637" cy="381000"/>
          </a:xfrm>
          <a:prstGeom prst="rect">
            <a:avLst/>
          </a:prstGeom>
          <a:noFill/>
          <a:ln w="9525">
            <a:noFill/>
            <a:miter lim="800000"/>
          </a:ln>
          <a:effectLst/>
        </p:spPr>
        <p:txBody>
          <a:bodyPr anchor="b"/>
          <a:lstStyle/>
          <a:p>
            <a:pPr eaLnBrk="1" hangingPunct="1">
              <a:defRPr/>
            </a:pPr>
            <a:r>
              <a:rPr kumimoji="1" lang="zh-CN" altLang="en-US" sz="2400" b="1">
                <a:solidFill>
                  <a:srgbClr val="FF0000"/>
                </a:solidFill>
                <a:latin typeface="宋体" panose="02010600030101010101" pitchFamily="2" charset="-122"/>
              </a:rPr>
              <a:t>回顾 </a:t>
            </a:r>
            <a:r>
              <a:rPr kumimoji="1" lang="zh-CN" altLang="en-US" sz="2400" b="1">
                <a:solidFill>
                  <a:srgbClr val="800000"/>
                </a:solidFill>
                <a:latin typeface="宋体" panose="02010600030101010101" pitchFamily="2" charset="-122"/>
              </a:rPr>
              <a:t> </a:t>
            </a:r>
            <a:r>
              <a:rPr kumimoji="1" lang="zh-CN" altLang="en-US" sz="2400" b="1">
                <a:solidFill>
                  <a:srgbClr val="05050B"/>
                </a:solidFill>
                <a:latin typeface="宋体" panose="02010600030101010101" pitchFamily="2" charset="-122"/>
              </a:rPr>
              <a:t>傅立叶变换</a:t>
            </a:r>
            <a:r>
              <a:rPr kumimoji="1" lang="zh-CN" altLang="en-US" sz="2400" b="1">
                <a:solidFill>
                  <a:srgbClr val="05050B"/>
                </a:solidFill>
                <a:effectLst>
                  <a:outerShdw blurRad="38100" dist="38100" dir="2700000" algn="tl">
                    <a:srgbClr val="C0C0C0"/>
                  </a:outerShdw>
                </a:effectLst>
                <a:latin typeface="Times New Roman" panose="02020603050405020304" pitchFamily="18" charset="0"/>
              </a:rPr>
              <a:t>的基本性质</a:t>
            </a:r>
            <a:endParaRPr kumimoji="1" lang="zh-CN" altLang="en-US" sz="2400" b="1">
              <a:solidFill>
                <a:srgbClr val="05050B"/>
              </a:solidFill>
              <a:effectLst>
                <a:outerShdw blurRad="38100" dist="38100" dir="2700000" algn="tl">
                  <a:srgbClr val="C0C0C0"/>
                </a:outerShdw>
              </a:effectLst>
              <a:latin typeface="Times New Roman" panose="02020603050405020304" pitchFamily="18" charset="0"/>
            </a:endParaRPr>
          </a:p>
        </p:txBody>
      </p:sp>
      <p:graphicFrame>
        <p:nvGraphicFramePr>
          <p:cNvPr id="172040" name="Object 7"/>
          <p:cNvGraphicFramePr>
            <a:graphicFrameLocks noChangeAspect="1"/>
          </p:cNvGraphicFramePr>
          <p:nvPr/>
        </p:nvGraphicFramePr>
        <p:xfrm>
          <a:off x="3044825" y="4972050"/>
          <a:ext cx="1657350" cy="661988"/>
        </p:xfrm>
        <a:graphic>
          <a:graphicData uri="http://schemas.openxmlformats.org/presentationml/2006/ole">
            <mc:AlternateContent xmlns:mc="http://schemas.openxmlformats.org/markup-compatibility/2006">
              <mc:Choice xmlns:v="urn:schemas-microsoft-com:vml" Requires="v">
                <p:oleObj spid="_x0000_s287808" name="公式" r:id="rId7" imgW="723900" imgH="215900" progId="Equation.3">
                  <p:embed/>
                </p:oleObj>
              </mc:Choice>
              <mc:Fallback>
                <p:oleObj name="公式" r:id="rId7" imgW="723900" imgH="215900" progId="Equation.3">
                  <p:embed/>
                  <p:pic>
                    <p:nvPicPr>
                      <p:cNvPr id="0" name="图片 2826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4825" y="4972050"/>
                        <a:ext cx="1657350" cy="66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6968" name="Rectangle 8"/>
          <p:cNvSpPr>
            <a:spLocks noChangeArrowheads="1"/>
          </p:cNvSpPr>
          <p:nvPr/>
        </p:nvSpPr>
        <p:spPr bwMode="auto">
          <a:xfrm>
            <a:off x="1314450" y="4972050"/>
            <a:ext cx="10668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折叠性</a:t>
            </a:r>
            <a:endParaRPr kumimoji="1" lang="zh-CN" altLang="en-US" sz="2000" b="1">
              <a:solidFill>
                <a:schemeClr val="tx2"/>
              </a:solidFill>
              <a:latin typeface="Times New Roman" panose="02020603050405020304" pitchFamily="18" charset="0"/>
            </a:endParaRPr>
          </a:p>
        </p:txBody>
      </p:sp>
      <p:sp>
        <p:nvSpPr>
          <p:cNvPr id="296969" name="Rectangle 9"/>
          <p:cNvSpPr>
            <a:spLocks noChangeArrowheads="1"/>
          </p:cNvSpPr>
          <p:nvPr/>
        </p:nvSpPr>
        <p:spPr bwMode="auto">
          <a:xfrm>
            <a:off x="1209675" y="3687763"/>
            <a:ext cx="16764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时频展缩性</a:t>
            </a:r>
            <a:endParaRPr kumimoji="1" lang="zh-CN" altLang="en-US" sz="2000" b="1">
              <a:solidFill>
                <a:schemeClr val="tx2"/>
              </a:solidFill>
              <a:latin typeface="Times New Roman" panose="02020603050405020304" pitchFamily="18" charset="0"/>
            </a:endParaRPr>
          </a:p>
        </p:txBody>
      </p:sp>
      <p:graphicFrame>
        <p:nvGraphicFramePr>
          <p:cNvPr id="296970" name="Object 10"/>
          <p:cNvGraphicFramePr>
            <a:graphicFrameLocks noChangeAspect="1"/>
          </p:cNvGraphicFramePr>
          <p:nvPr/>
        </p:nvGraphicFramePr>
        <p:xfrm>
          <a:off x="4938713" y="3500438"/>
          <a:ext cx="1676400" cy="968375"/>
        </p:xfrm>
        <a:graphic>
          <a:graphicData uri="http://schemas.openxmlformats.org/presentationml/2006/ole">
            <mc:AlternateContent xmlns:mc="http://schemas.openxmlformats.org/markup-compatibility/2006">
              <mc:Choice xmlns:v="urn:schemas-microsoft-com:vml" Requires="v">
                <p:oleObj spid="_x0000_s287809" name="公式" r:id="rId9" imgW="660400" imgH="444500" progId="Equation.3">
                  <p:embed/>
                </p:oleObj>
              </mc:Choice>
              <mc:Fallback>
                <p:oleObj name="公式" r:id="rId9" imgW="660400" imgH="444500" progId="Equation.3">
                  <p:embed/>
                  <p:pic>
                    <p:nvPicPr>
                      <p:cNvPr id="0" name="图片 2826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38713" y="3500438"/>
                        <a:ext cx="1676400" cy="968375"/>
                      </a:xfrm>
                      <a:prstGeom prst="rect">
                        <a:avLst/>
                      </a:prstGeom>
                      <a:solidFill>
                        <a:schemeClr val="bg1"/>
                      </a:solidFill>
                      <a:ln w="9525">
                        <a:solidFill>
                          <a:schemeClr val="accent2"/>
                        </a:solidFill>
                        <a:miter lim="800000"/>
                        <a:headEnd/>
                        <a:tailEnd/>
                      </a:ln>
                      <a:effectLst>
                        <a:outerShdw dist="35921" dir="2700000" algn="ctr" rotWithShape="0">
                          <a:srgbClr val="808080"/>
                        </a:outerShdw>
                      </a:effectLst>
                    </p:spPr>
                  </p:pic>
                </p:oleObj>
              </mc:Fallback>
            </mc:AlternateContent>
          </a:graphicData>
        </a:graphic>
      </p:graphicFrame>
      <p:sp>
        <p:nvSpPr>
          <p:cNvPr id="296971" name="Rectangle 11"/>
          <p:cNvSpPr>
            <a:spLocks noChangeArrowheads="1"/>
          </p:cNvSpPr>
          <p:nvPr/>
        </p:nvSpPr>
        <p:spPr bwMode="auto">
          <a:xfrm>
            <a:off x="1223963" y="2336800"/>
            <a:ext cx="990600" cy="3810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时移性</a:t>
            </a:r>
            <a:endParaRPr kumimoji="1" lang="zh-CN" altLang="en-US" sz="2000" b="1">
              <a:solidFill>
                <a:schemeClr val="tx2"/>
              </a:solidFill>
              <a:latin typeface="Times New Roman" panose="02020603050405020304" pitchFamily="18" charset="0"/>
            </a:endParaRPr>
          </a:p>
        </p:txBody>
      </p:sp>
      <p:graphicFrame>
        <p:nvGraphicFramePr>
          <p:cNvPr id="172045" name="Object 12"/>
          <p:cNvGraphicFramePr>
            <a:graphicFrameLocks noChangeAspect="1"/>
          </p:cNvGraphicFramePr>
          <p:nvPr/>
        </p:nvGraphicFramePr>
        <p:xfrm>
          <a:off x="3132138" y="2205038"/>
          <a:ext cx="2490787" cy="574675"/>
        </p:xfrm>
        <a:graphic>
          <a:graphicData uri="http://schemas.openxmlformats.org/presentationml/2006/ole">
            <mc:AlternateContent xmlns:mc="http://schemas.openxmlformats.org/markup-compatibility/2006">
              <mc:Choice xmlns:v="urn:schemas-microsoft-com:vml" Requires="v">
                <p:oleObj spid="_x0000_s287810" name="公式" r:id="rId11" imgW="914400" imgH="254000" progId="Equation.3">
                  <p:embed/>
                </p:oleObj>
              </mc:Choice>
              <mc:Fallback>
                <p:oleObj name="公式" r:id="rId11" imgW="914400" imgH="254000" progId="Equation.3">
                  <p:embed/>
                  <p:pic>
                    <p:nvPicPr>
                      <p:cNvPr id="0" name="图片 2826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32138" y="2205038"/>
                        <a:ext cx="2490787"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6973" name="Object 13"/>
          <p:cNvGraphicFramePr>
            <a:graphicFrameLocks noChangeAspect="1"/>
          </p:cNvGraphicFramePr>
          <p:nvPr/>
        </p:nvGraphicFramePr>
        <p:xfrm>
          <a:off x="5724525" y="1052513"/>
          <a:ext cx="2792413" cy="441325"/>
        </p:xfrm>
        <a:graphic>
          <a:graphicData uri="http://schemas.openxmlformats.org/presentationml/2006/ole">
            <mc:AlternateContent xmlns:mc="http://schemas.openxmlformats.org/markup-compatibility/2006">
              <mc:Choice xmlns:v="urn:schemas-microsoft-com:vml" Requires="v">
                <p:oleObj spid="_x0000_s287811" name="公式" r:id="rId13" imgW="1536700" imgH="241300" progId="Equation.3">
                  <p:embed/>
                </p:oleObj>
              </mc:Choice>
              <mc:Fallback>
                <p:oleObj name="公式" r:id="rId13" imgW="1536700" imgH="241300" progId="Equation.3">
                  <p:embed/>
                  <p:pic>
                    <p:nvPicPr>
                      <p:cNvPr id="0" name="图片 28265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24525" y="1052513"/>
                        <a:ext cx="2792413" cy="4413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96974" name="Object 14"/>
          <p:cNvGraphicFramePr>
            <a:graphicFrameLocks noChangeAspect="1"/>
          </p:cNvGraphicFramePr>
          <p:nvPr/>
        </p:nvGraphicFramePr>
        <p:xfrm>
          <a:off x="5795963" y="2205038"/>
          <a:ext cx="2620962" cy="574675"/>
        </p:xfrm>
        <a:graphic>
          <a:graphicData uri="http://schemas.openxmlformats.org/presentationml/2006/ole">
            <mc:AlternateContent xmlns:mc="http://schemas.openxmlformats.org/markup-compatibility/2006">
              <mc:Choice xmlns:v="urn:schemas-microsoft-com:vml" Requires="v">
                <p:oleObj spid="_x0000_s287812" name="公式" r:id="rId15" imgW="965200" imgH="254000" progId="Equation.3">
                  <p:embed/>
                </p:oleObj>
              </mc:Choice>
              <mc:Fallback>
                <p:oleObj name="公式" r:id="rId15" imgW="965200" imgH="254000" progId="Equation.3">
                  <p:embed/>
                  <p:pic>
                    <p:nvPicPr>
                      <p:cNvPr id="0" name="图片 28265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95963" y="2205038"/>
                        <a:ext cx="2620962" cy="57467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172048" name="Object 15"/>
          <p:cNvGraphicFramePr>
            <a:graphicFrameLocks noChangeAspect="1"/>
          </p:cNvGraphicFramePr>
          <p:nvPr/>
        </p:nvGraphicFramePr>
        <p:xfrm>
          <a:off x="3151188" y="3702050"/>
          <a:ext cx="1450975" cy="442913"/>
        </p:xfrm>
        <a:graphic>
          <a:graphicData uri="http://schemas.openxmlformats.org/presentationml/2006/ole">
            <mc:AlternateContent xmlns:mc="http://schemas.openxmlformats.org/markup-compatibility/2006">
              <mc:Choice xmlns:v="urn:schemas-microsoft-com:vml" Requires="v">
                <p:oleObj spid="_x0000_s287813" name="公式" r:id="rId17" imgW="571500" imgH="203200" progId="Equation.3">
                  <p:embed/>
                </p:oleObj>
              </mc:Choice>
              <mc:Fallback>
                <p:oleObj name="公式" r:id="rId17" imgW="571500" imgH="203200" progId="Equation.3">
                  <p:embed/>
                  <p:pic>
                    <p:nvPicPr>
                      <p:cNvPr id="0" name="图片 2826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51188" y="3702050"/>
                        <a:ext cx="1450975"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76" name="Object 16"/>
          <p:cNvGraphicFramePr>
            <a:graphicFrameLocks noChangeAspect="1"/>
          </p:cNvGraphicFramePr>
          <p:nvPr/>
        </p:nvGraphicFramePr>
        <p:xfrm>
          <a:off x="5122863" y="4941888"/>
          <a:ext cx="1657350" cy="708025"/>
        </p:xfrm>
        <a:graphic>
          <a:graphicData uri="http://schemas.openxmlformats.org/presentationml/2006/ole">
            <mc:AlternateContent xmlns:mc="http://schemas.openxmlformats.org/markup-compatibility/2006">
              <mc:Choice xmlns:v="urn:schemas-microsoft-com:vml" Requires="v">
                <p:oleObj spid="_x0000_s287814" name="公式" r:id="rId19" imgW="673100" imgH="215900" progId="Equation.3">
                  <p:embed/>
                </p:oleObj>
              </mc:Choice>
              <mc:Fallback>
                <p:oleObj name="公式" r:id="rId19" imgW="673100" imgH="215900" progId="Equation.3">
                  <p:embed/>
                  <p:pic>
                    <p:nvPicPr>
                      <p:cNvPr id="0" name="图片 2826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22863" y="4941888"/>
                        <a:ext cx="1657350" cy="70802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21"/>
    </p:custDataLst>
  </p:cSld>
  <p:clrMapOvr>
    <a:masterClrMapping/>
  </p:clrMapOvr>
  <mc:AlternateContent xmlns:mc="http://schemas.openxmlformats.org/markup-compatibility/2006">
    <mc:Choice xmlns:p14="http://schemas.microsoft.com/office/powerpoint/2010/main" Requires="p14">
      <p:transition spd="slow" p14:dur="2000" advTm="63959"/>
    </mc:Choice>
    <mc:Fallback>
      <p:transition spd="slow" advTm="639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96973"/>
                                        </p:tgtEl>
                                        <p:attrNameLst>
                                          <p:attrName>style.visibility</p:attrName>
                                        </p:attrNameLst>
                                      </p:cBhvr>
                                      <p:to>
                                        <p:strVal val="visible"/>
                                      </p:to>
                                    </p:set>
                                    <p:anim calcmode="lin" valueType="num">
                                      <p:cBhvr>
                                        <p:cTn id="7" dur="1000" fill="hold"/>
                                        <p:tgtEl>
                                          <p:spTgt spid="296973"/>
                                        </p:tgtEl>
                                        <p:attrNameLst>
                                          <p:attrName>ppt_w</p:attrName>
                                        </p:attrNameLst>
                                      </p:cBhvr>
                                      <p:tavLst>
                                        <p:tav tm="0">
                                          <p:val>
                                            <p:strVal val="#ppt_w*0.70"/>
                                          </p:val>
                                        </p:tav>
                                        <p:tav tm="100000">
                                          <p:val>
                                            <p:strVal val="#ppt_w"/>
                                          </p:val>
                                        </p:tav>
                                      </p:tavLst>
                                    </p:anim>
                                    <p:anim calcmode="lin" valueType="num">
                                      <p:cBhvr>
                                        <p:cTn id="8" dur="1000" fill="hold"/>
                                        <p:tgtEl>
                                          <p:spTgt spid="296973"/>
                                        </p:tgtEl>
                                        <p:attrNameLst>
                                          <p:attrName>ppt_h</p:attrName>
                                        </p:attrNameLst>
                                      </p:cBhvr>
                                      <p:tavLst>
                                        <p:tav tm="0">
                                          <p:val>
                                            <p:strVal val="#ppt_h"/>
                                          </p:val>
                                        </p:tav>
                                        <p:tav tm="100000">
                                          <p:val>
                                            <p:strVal val="#ppt_h"/>
                                          </p:val>
                                        </p:tav>
                                      </p:tavLst>
                                    </p:anim>
                                    <p:animEffect transition="in" filter="fade">
                                      <p:cBhvr>
                                        <p:cTn id="9" dur="1000"/>
                                        <p:tgtEl>
                                          <p:spTgt spid="29697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96974"/>
                                        </p:tgtEl>
                                        <p:attrNameLst>
                                          <p:attrName>style.visibility</p:attrName>
                                        </p:attrNameLst>
                                      </p:cBhvr>
                                      <p:to>
                                        <p:strVal val="visible"/>
                                      </p:to>
                                    </p:set>
                                    <p:anim calcmode="lin" valueType="num">
                                      <p:cBhvr>
                                        <p:cTn id="14" dur="1000" fill="hold"/>
                                        <p:tgtEl>
                                          <p:spTgt spid="296974"/>
                                        </p:tgtEl>
                                        <p:attrNameLst>
                                          <p:attrName>ppt_w</p:attrName>
                                        </p:attrNameLst>
                                      </p:cBhvr>
                                      <p:tavLst>
                                        <p:tav tm="0">
                                          <p:val>
                                            <p:strVal val="#ppt_w*0.70"/>
                                          </p:val>
                                        </p:tav>
                                        <p:tav tm="100000">
                                          <p:val>
                                            <p:strVal val="#ppt_w"/>
                                          </p:val>
                                        </p:tav>
                                      </p:tavLst>
                                    </p:anim>
                                    <p:anim calcmode="lin" valueType="num">
                                      <p:cBhvr>
                                        <p:cTn id="15" dur="1000" fill="hold"/>
                                        <p:tgtEl>
                                          <p:spTgt spid="296974"/>
                                        </p:tgtEl>
                                        <p:attrNameLst>
                                          <p:attrName>ppt_h</p:attrName>
                                        </p:attrNameLst>
                                      </p:cBhvr>
                                      <p:tavLst>
                                        <p:tav tm="0">
                                          <p:val>
                                            <p:strVal val="#ppt_h"/>
                                          </p:val>
                                        </p:tav>
                                        <p:tav tm="100000">
                                          <p:val>
                                            <p:strVal val="#ppt_h"/>
                                          </p:val>
                                        </p:tav>
                                      </p:tavLst>
                                    </p:anim>
                                    <p:animEffect transition="in" filter="fade">
                                      <p:cBhvr>
                                        <p:cTn id="16" dur="1000"/>
                                        <p:tgtEl>
                                          <p:spTgt spid="29697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96970"/>
                                        </p:tgtEl>
                                        <p:attrNameLst>
                                          <p:attrName>style.visibility</p:attrName>
                                        </p:attrNameLst>
                                      </p:cBhvr>
                                      <p:to>
                                        <p:strVal val="visible"/>
                                      </p:to>
                                    </p:set>
                                    <p:anim calcmode="lin" valueType="num">
                                      <p:cBhvr>
                                        <p:cTn id="21" dur="1000" fill="hold"/>
                                        <p:tgtEl>
                                          <p:spTgt spid="296970"/>
                                        </p:tgtEl>
                                        <p:attrNameLst>
                                          <p:attrName>ppt_w</p:attrName>
                                        </p:attrNameLst>
                                      </p:cBhvr>
                                      <p:tavLst>
                                        <p:tav tm="0">
                                          <p:val>
                                            <p:strVal val="#ppt_w*0.70"/>
                                          </p:val>
                                        </p:tav>
                                        <p:tav tm="100000">
                                          <p:val>
                                            <p:strVal val="#ppt_w"/>
                                          </p:val>
                                        </p:tav>
                                      </p:tavLst>
                                    </p:anim>
                                    <p:anim calcmode="lin" valueType="num">
                                      <p:cBhvr>
                                        <p:cTn id="22" dur="1000" fill="hold"/>
                                        <p:tgtEl>
                                          <p:spTgt spid="296970"/>
                                        </p:tgtEl>
                                        <p:attrNameLst>
                                          <p:attrName>ppt_h</p:attrName>
                                        </p:attrNameLst>
                                      </p:cBhvr>
                                      <p:tavLst>
                                        <p:tav tm="0">
                                          <p:val>
                                            <p:strVal val="#ppt_h"/>
                                          </p:val>
                                        </p:tav>
                                        <p:tav tm="100000">
                                          <p:val>
                                            <p:strVal val="#ppt_h"/>
                                          </p:val>
                                        </p:tav>
                                      </p:tavLst>
                                    </p:anim>
                                    <p:animEffect transition="in" filter="fade">
                                      <p:cBhvr>
                                        <p:cTn id="23" dur="1000"/>
                                        <p:tgtEl>
                                          <p:spTgt spid="296970"/>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96976"/>
                                        </p:tgtEl>
                                        <p:attrNameLst>
                                          <p:attrName>style.visibility</p:attrName>
                                        </p:attrNameLst>
                                      </p:cBhvr>
                                      <p:to>
                                        <p:strVal val="visible"/>
                                      </p:to>
                                    </p:set>
                                    <p:anim calcmode="lin" valueType="num">
                                      <p:cBhvr>
                                        <p:cTn id="28" dur="1000" fill="hold"/>
                                        <p:tgtEl>
                                          <p:spTgt spid="296976"/>
                                        </p:tgtEl>
                                        <p:attrNameLst>
                                          <p:attrName>ppt_w</p:attrName>
                                        </p:attrNameLst>
                                      </p:cBhvr>
                                      <p:tavLst>
                                        <p:tav tm="0">
                                          <p:val>
                                            <p:strVal val="#ppt_w*0.70"/>
                                          </p:val>
                                        </p:tav>
                                        <p:tav tm="100000">
                                          <p:val>
                                            <p:strVal val="#ppt_w"/>
                                          </p:val>
                                        </p:tav>
                                      </p:tavLst>
                                    </p:anim>
                                    <p:anim calcmode="lin" valueType="num">
                                      <p:cBhvr>
                                        <p:cTn id="29" dur="1000" fill="hold"/>
                                        <p:tgtEl>
                                          <p:spTgt spid="296976"/>
                                        </p:tgtEl>
                                        <p:attrNameLst>
                                          <p:attrName>ppt_h</p:attrName>
                                        </p:attrNameLst>
                                      </p:cBhvr>
                                      <p:tavLst>
                                        <p:tav tm="0">
                                          <p:val>
                                            <p:strVal val="#ppt_h"/>
                                          </p:val>
                                        </p:tav>
                                        <p:tav tm="100000">
                                          <p:val>
                                            <p:strVal val="#ppt_h"/>
                                          </p:val>
                                        </p:tav>
                                      </p:tavLst>
                                    </p:anim>
                                    <p:animEffect transition="in" filter="fade">
                                      <p:cBhvr>
                                        <p:cTn id="30" dur="1000"/>
                                        <p:tgtEl>
                                          <p:spTgt spid="296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日期占位符 3"/>
          <p:cNvSpPr txBox="1">
            <a:spLocks noGrp="1"/>
          </p:cNvSpPr>
          <p:nvPr/>
        </p:nvSpPr>
        <p:spPr bwMode="auto">
          <a:xfrm>
            <a:off x="477838" y="6538913"/>
            <a:ext cx="1139825" cy="319087"/>
          </a:xfrm>
          <a:prstGeom prst="rect">
            <a:avLst/>
          </a:prstGeom>
          <a:noFill/>
          <a:ln>
            <a:miter lim="800000"/>
          </a:ln>
        </p:spPr>
        <p:txBody>
          <a:bodyPr/>
          <a:lstStyle/>
          <a:p>
            <a:pPr eaLnBrk="1" hangingPunct="1">
              <a:defRPr/>
            </a:pPr>
            <a:fld id="{E77CBF28-8E98-4E40-A441-8FDBF00AED35}" type="datetime1">
              <a:rPr lang="zh-CN" altLang="en-US" sz="1200" b="1">
                <a:latin typeface="+mn-lt"/>
                <a:ea typeface="+mj-ea"/>
              </a:rPr>
            </a:fld>
            <a:endParaRPr lang="zh-CN" altLang="en-US" sz="1200" b="1">
              <a:latin typeface="+mn-lt"/>
              <a:ea typeface="+mj-ea"/>
            </a:endParaRPr>
          </a:p>
        </p:txBody>
      </p:sp>
      <p:graphicFrame>
        <p:nvGraphicFramePr>
          <p:cNvPr id="173059" name="Object 2"/>
          <p:cNvGraphicFramePr>
            <a:graphicFrameLocks noChangeAspect="1"/>
          </p:cNvGraphicFramePr>
          <p:nvPr/>
        </p:nvGraphicFramePr>
        <p:xfrm>
          <a:off x="5105400" y="284163"/>
          <a:ext cx="1676400" cy="441325"/>
        </p:xfrm>
        <a:graphic>
          <a:graphicData uri="http://schemas.openxmlformats.org/presentationml/2006/ole">
            <mc:AlternateContent xmlns:mc="http://schemas.openxmlformats.org/markup-compatibility/2006">
              <mc:Choice xmlns:v="urn:schemas-microsoft-com:vml" Requires="v">
                <p:oleObj spid="_x0000_s288853" name="Equation" r:id="rId1" imgW="1257300" imgH="241300" progId="Equation.3">
                  <p:embed/>
                </p:oleObj>
              </mc:Choice>
              <mc:Fallback>
                <p:oleObj name="Equation" r:id="rId1" imgW="1257300" imgH="241300" progId="Equation.3">
                  <p:embed/>
                  <p:pic>
                    <p:nvPicPr>
                      <p:cNvPr id="0" name="图片 2836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84163"/>
                        <a:ext cx="167640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060" name="Object 3"/>
          <p:cNvGraphicFramePr>
            <a:graphicFrameLocks noChangeAspect="1"/>
          </p:cNvGraphicFramePr>
          <p:nvPr/>
        </p:nvGraphicFramePr>
        <p:xfrm>
          <a:off x="7162800" y="284163"/>
          <a:ext cx="1752600" cy="441325"/>
        </p:xfrm>
        <a:graphic>
          <a:graphicData uri="http://schemas.openxmlformats.org/presentationml/2006/ole">
            <mc:AlternateContent xmlns:mc="http://schemas.openxmlformats.org/markup-compatibility/2006">
              <mc:Choice xmlns:v="urn:schemas-microsoft-com:vml" Requires="v">
                <p:oleObj spid="_x0000_s288854" name="Equation" r:id="rId3" imgW="1282700" imgH="241300" progId="Equation.3">
                  <p:embed/>
                </p:oleObj>
              </mc:Choice>
              <mc:Fallback>
                <p:oleObj name="Equation" r:id="rId3" imgW="1282700" imgH="241300" progId="Equation.3">
                  <p:embed/>
                  <p:pic>
                    <p:nvPicPr>
                      <p:cNvPr id="0" name="图片 2836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84163"/>
                        <a:ext cx="175260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988" name="Rectangle 4"/>
          <p:cNvSpPr>
            <a:spLocks noChangeArrowheads="1"/>
          </p:cNvSpPr>
          <p:nvPr/>
        </p:nvSpPr>
        <p:spPr bwMode="auto">
          <a:xfrm>
            <a:off x="611188" y="260350"/>
            <a:ext cx="4465637" cy="381000"/>
          </a:xfrm>
          <a:prstGeom prst="rect">
            <a:avLst/>
          </a:prstGeom>
          <a:noFill/>
          <a:ln w="9525">
            <a:noFill/>
            <a:miter lim="800000"/>
          </a:ln>
          <a:effectLst/>
        </p:spPr>
        <p:txBody>
          <a:bodyPr anchor="b"/>
          <a:lstStyle/>
          <a:p>
            <a:pPr eaLnBrk="1" hangingPunct="1">
              <a:defRPr/>
            </a:pPr>
            <a:r>
              <a:rPr kumimoji="1" lang="zh-CN" altLang="en-US" sz="2400" b="1">
                <a:solidFill>
                  <a:srgbClr val="FF0000"/>
                </a:solidFill>
                <a:latin typeface="宋体" panose="02010600030101010101" pitchFamily="2" charset="-122"/>
              </a:rPr>
              <a:t>回顾 </a:t>
            </a:r>
            <a:r>
              <a:rPr kumimoji="1" lang="zh-CN" altLang="en-US" sz="2400" b="1">
                <a:solidFill>
                  <a:srgbClr val="800000"/>
                </a:solidFill>
                <a:latin typeface="宋体" panose="02010600030101010101" pitchFamily="2" charset="-122"/>
              </a:rPr>
              <a:t> </a:t>
            </a:r>
            <a:r>
              <a:rPr kumimoji="1" lang="zh-CN" altLang="en-US" sz="2400" b="1">
                <a:solidFill>
                  <a:srgbClr val="05050B"/>
                </a:solidFill>
                <a:latin typeface="宋体" panose="02010600030101010101" pitchFamily="2" charset="-122"/>
              </a:rPr>
              <a:t>傅立叶变换</a:t>
            </a:r>
            <a:r>
              <a:rPr kumimoji="1" lang="zh-CN" altLang="en-US" sz="2400" b="1">
                <a:solidFill>
                  <a:srgbClr val="05050B"/>
                </a:solidFill>
                <a:effectLst>
                  <a:outerShdw blurRad="38100" dist="38100" dir="2700000" algn="tl">
                    <a:srgbClr val="C0C0C0"/>
                  </a:outerShdw>
                </a:effectLst>
                <a:latin typeface="Times New Roman" panose="02020603050405020304" pitchFamily="18" charset="0"/>
              </a:rPr>
              <a:t>的基本性质</a:t>
            </a:r>
            <a:endParaRPr kumimoji="1" lang="zh-CN" altLang="en-US" sz="2400" b="1">
              <a:solidFill>
                <a:srgbClr val="05050B"/>
              </a:solidFill>
              <a:effectLst>
                <a:outerShdw blurRad="38100" dist="38100" dir="2700000" algn="tl">
                  <a:srgbClr val="C0C0C0"/>
                </a:outerShdw>
              </a:effectLst>
              <a:latin typeface="Times New Roman" panose="02020603050405020304" pitchFamily="18" charset="0"/>
            </a:endParaRPr>
          </a:p>
        </p:txBody>
      </p:sp>
      <p:sp>
        <p:nvSpPr>
          <p:cNvPr id="297989" name="Rectangle 5"/>
          <p:cNvSpPr>
            <a:spLocks noChangeArrowheads="1"/>
          </p:cNvSpPr>
          <p:nvPr/>
        </p:nvSpPr>
        <p:spPr bwMode="auto">
          <a:xfrm>
            <a:off x="1331913" y="1844675"/>
            <a:ext cx="10668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对称性</a:t>
            </a:r>
            <a:endParaRPr kumimoji="1" lang="zh-CN" altLang="en-US" sz="2000" b="1">
              <a:solidFill>
                <a:schemeClr val="tx2"/>
              </a:solidFill>
              <a:latin typeface="Tahoma" panose="020B0604030504040204" pitchFamily="34" charset="0"/>
            </a:endParaRPr>
          </a:p>
        </p:txBody>
      </p:sp>
      <p:graphicFrame>
        <p:nvGraphicFramePr>
          <p:cNvPr id="297990" name="Object 6"/>
          <p:cNvGraphicFramePr>
            <a:graphicFrameLocks noChangeAspect="1"/>
          </p:cNvGraphicFramePr>
          <p:nvPr/>
        </p:nvGraphicFramePr>
        <p:xfrm>
          <a:off x="5651500" y="1916113"/>
          <a:ext cx="1503363" cy="566737"/>
        </p:xfrm>
        <a:graphic>
          <a:graphicData uri="http://schemas.openxmlformats.org/presentationml/2006/ole">
            <mc:AlternateContent xmlns:mc="http://schemas.openxmlformats.org/markup-compatibility/2006">
              <mc:Choice xmlns:v="urn:schemas-microsoft-com:vml" Requires="v">
                <p:oleObj spid="_x0000_s288855" name="公式" r:id="rId5" imgW="762000" imgH="266700" progId="Equation.3">
                  <p:embed/>
                </p:oleObj>
              </mc:Choice>
              <mc:Fallback>
                <p:oleObj name="公式" r:id="rId5" imgW="762000" imgH="266700" progId="Equation.3">
                  <p:embed/>
                  <p:pic>
                    <p:nvPicPr>
                      <p:cNvPr id="0" name="图片 2836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1500" y="1916113"/>
                        <a:ext cx="1503363" cy="566737"/>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297991" name="Rectangle 7"/>
          <p:cNvSpPr>
            <a:spLocks noChangeArrowheads="1"/>
          </p:cNvSpPr>
          <p:nvPr/>
        </p:nvSpPr>
        <p:spPr bwMode="auto">
          <a:xfrm>
            <a:off x="1331913" y="908050"/>
            <a:ext cx="9906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频移性</a:t>
            </a:r>
            <a:endParaRPr kumimoji="1" lang="zh-CN" altLang="en-US" sz="2000" b="1">
              <a:solidFill>
                <a:schemeClr val="tx2"/>
              </a:solidFill>
              <a:latin typeface="Tahoma" panose="020B0604030504040204" pitchFamily="34" charset="0"/>
            </a:endParaRPr>
          </a:p>
        </p:txBody>
      </p:sp>
      <p:graphicFrame>
        <p:nvGraphicFramePr>
          <p:cNvPr id="173065" name="Object 8"/>
          <p:cNvGraphicFramePr>
            <a:graphicFrameLocks noChangeAspect="1"/>
          </p:cNvGraphicFramePr>
          <p:nvPr/>
        </p:nvGraphicFramePr>
        <p:xfrm>
          <a:off x="3203575" y="908050"/>
          <a:ext cx="1944688" cy="522288"/>
        </p:xfrm>
        <a:graphic>
          <a:graphicData uri="http://schemas.openxmlformats.org/presentationml/2006/ole">
            <mc:AlternateContent xmlns:mc="http://schemas.openxmlformats.org/markup-compatibility/2006">
              <mc:Choice xmlns:v="urn:schemas-microsoft-com:vml" Requires="v">
                <p:oleObj spid="_x0000_s288856" name="公式" r:id="rId7" imgW="1028700" imgH="254000" progId="Equation.3">
                  <p:embed/>
                </p:oleObj>
              </mc:Choice>
              <mc:Fallback>
                <p:oleObj name="公式" r:id="rId7" imgW="1028700" imgH="254000" progId="Equation.3">
                  <p:embed/>
                  <p:pic>
                    <p:nvPicPr>
                      <p:cNvPr id="0" name="图片 2836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575" y="908050"/>
                        <a:ext cx="1944688"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993" name="Rectangle 9"/>
          <p:cNvSpPr>
            <a:spLocks noChangeArrowheads="1"/>
          </p:cNvSpPr>
          <p:nvPr/>
        </p:nvSpPr>
        <p:spPr bwMode="auto">
          <a:xfrm>
            <a:off x="1042988" y="2781300"/>
            <a:ext cx="16002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时域</a:t>
            </a: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微分性</a:t>
            </a:r>
            <a:endParaRPr kumimoji="1" lang="zh-CN" altLang="en-US" sz="2000" b="1">
              <a:solidFill>
                <a:srgbClr val="FF0000"/>
              </a:solidFill>
              <a:effectLst>
                <a:outerShdw blurRad="38100" dist="38100" dir="2700000" algn="tl">
                  <a:srgbClr val="C0C0C0"/>
                </a:outerShdw>
              </a:effectLst>
              <a:latin typeface="Times New Roman" panose="02020603050405020304" pitchFamily="18" charset="0"/>
            </a:endParaRPr>
          </a:p>
        </p:txBody>
      </p:sp>
      <p:graphicFrame>
        <p:nvGraphicFramePr>
          <p:cNvPr id="297994" name="Object 10"/>
          <p:cNvGraphicFramePr>
            <a:graphicFrameLocks noChangeAspect="1"/>
          </p:cNvGraphicFramePr>
          <p:nvPr/>
        </p:nvGraphicFramePr>
        <p:xfrm>
          <a:off x="5724525" y="2924175"/>
          <a:ext cx="1517650" cy="446088"/>
        </p:xfrm>
        <a:graphic>
          <a:graphicData uri="http://schemas.openxmlformats.org/presentationml/2006/ole">
            <mc:AlternateContent xmlns:mc="http://schemas.openxmlformats.org/markup-compatibility/2006">
              <mc:Choice xmlns:v="urn:schemas-microsoft-com:vml" Requires="v">
                <p:oleObj spid="_x0000_s288857" name="公式" r:id="rId9" imgW="774700" imgH="215900" progId="Equation.3">
                  <p:embed/>
                </p:oleObj>
              </mc:Choice>
              <mc:Fallback>
                <p:oleObj name="公式" r:id="rId9" imgW="774700" imgH="215900" progId="Equation.3">
                  <p:embed/>
                  <p:pic>
                    <p:nvPicPr>
                      <p:cNvPr id="0" name="图片 28368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525" y="2924175"/>
                        <a:ext cx="1517650" cy="446088"/>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297995" name="Rectangle 11"/>
          <p:cNvSpPr>
            <a:spLocks noChangeArrowheads="1"/>
          </p:cNvSpPr>
          <p:nvPr/>
        </p:nvSpPr>
        <p:spPr bwMode="auto">
          <a:xfrm>
            <a:off x="1042988" y="3860800"/>
            <a:ext cx="15240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频域微分性</a:t>
            </a:r>
            <a:endParaRPr kumimoji="1" lang="zh-CN" altLang="en-US" sz="2000" b="1">
              <a:solidFill>
                <a:srgbClr val="FF0000"/>
              </a:solidFill>
              <a:effectLst>
                <a:outerShdw blurRad="38100" dist="38100" dir="2700000" algn="tl">
                  <a:srgbClr val="C0C0C0"/>
                </a:outerShdw>
              </a:effectLst>
              <a:latin typeface="Times New Roman" panose="02020603050405020304" pitchFamily="18" charset="0"/>
            </a:endParaRPr>
          </a:p>
        </p:txBody>
      </p:sp>
      <p:graphicFrame>
        <p:nvGraphicFramePr>
          <p:cNvPr id="173069" name="Object 12"/>
          <p:cNvGraphicFramePr>
            <a:graphicFrameLocks noChangeAspect="1"/>
          </p:cNvGraphicFramePr>
          <p:nvPr/>
        </p:nvGraphicFramePr>
        <p:xfrm>
          <a:off x="3276600" y="3932238"/>
          <a:ext cx="1800225" cy="465137"/>
        </p:xfrm>
        <a:graphic>
          <a:graphicData uri="http://schemas.openxmlformats.org/presentationml/2006/ole">
            <mc:AlternateContent xmlns:mc="http://schemas.openxmlformats.org/markup-compatibility/2006">
              <mc:Choice xmlns:v="urn:schemas-microsoft-com:vml" Requires="v">
                <p:oleObj spid="_x0000_s288858" name="公式" r:id="rId11" imgW="1028700" imgH="215900" progId="Equation.3">
                  <p:embed/>
                </p:oleObj>
              </mc:Choice>
              <mc:Fallback>
                <p:oleObj name="公式" r:id="rId11" imgW="1028700" imgH="215900" progId="Equation.3">
                  <p:embed/>
                  <p:pic>
                    <p:nvPicPr>
                      <p:cNvPr id="0" name="图片 28368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6600" y="3932238"/>
                        <a:ext cx="180022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997" name="Object 13"/>
          <p:cNvGraphicFramePr>
            <a:graphicFrameLocks noChangeAspect="1"/>
          </p:cNvGraphicFramePr>
          <p:nvPr/>
        </p:nvGraphicFramePr>
        <p:xfrm>
          <a:off x="5580063" y="908050"/>
          <a:ext cx="2160587" cy="561975"/>
        </p:xfrm>
        <a:graphic>
          <a:graphicData uri="http://schemas.openxmlformats.org/presentationml/2006/ole">
            <mc:AlternateContent xmlns:mc="http://schemas.openxmlformats.org/markup-compatibility/2006">
              <mc:Choice xmlns:v="urn:schemas-microsoft-com:vml" Requires="v">
                <p:oleObj spid="_x0000_s288859" name="公式" r:id="rId13" imgW="1066800" imgH="254000" progId="Equation.3">
                  <p:embed/>
                </p:oleObj>
              </mc:Choice>
              <mc:Fallback>
                <p:oleObj name="公式" r:id="rId13" imgW="1066800" imgH="254000" progId="Equation.3">
                  <p:embed/>
                  <p:pic>
                    <p:nvPicPr>
                      <p:cNvPr id="0" name="图片 28368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80063" y="908050"/>
                        <a:ext cx="2160587" cy="56197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173071" name="Object 14"/>
          <p:cNvGraphicFramePr>
            <a:graphicFrameLocks noChangeAspect="1"/>
          </p:cNvGraphicFramePr>
          <p:nvPr/>
        </p:nvGraphicFramePr>
        <p:xfrm>
          <a:off x="3635375" y="1916113"/>
          <a:ext cx="1408113" cy="477837"/>
        </p:xfrm>
        <a:graphic>
          <a:graphicData uri="http://schemas.openxmlformats.org/presentationml/2006/ole">
            <mc:AlternateContent xmlns:mc="http://schemas.openxmlformats.org/markup-compatibility/2006">
              <mc:Choice xmlns:v="urn:schemas-microsoft-com:vml" Requires="v">
                <p:oleObj spid="_x0000_s288860" name="公式" r:id="rId15" imgW="711200" imgH="215900" progId="Equation.3">
                  <p:embed/>
                </p:oleObj>
              </mc:Choice>
              <mc:Fallback>
                <p:oleObj name="公式" r:id="rId15" imgW="711200" imgH="215900" progId="Equation.3">
                  <p:embed/>
                  <p:pic>
                    <p:nvPicPr>
                      <p:cNvPr id="0" name="图片 28368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35375" y="1916113"/>
                        <a:ext cx="140811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3072" name="Object 15"/>
          <p:cNvGraphicFramePr>
            <a:graphicFrameLocks noChangeAspect="1"/>
          </p:cNvGraphicFramePr>
          <p:nvPr/>
        </p:nvGraphicFramePr>
        <p:xfrm>
          <a:off x="3563938" y="2708275"/>
          <a:ext cx="1362075" cy="863600"/>
        </p:xfrm>
        <a:graphic>
          <a:graphicData uri="http://schemas.openxmlformats.org/presentationml/2006/ole">
            <mc:AlternateContent xmlns:mc="http://schemas.openxmlformats.org/markup-compatibility/2006">
              <mc:Choice xmlns:v="urn:schemas-microsoft-com:vml" Requires="v">
                <p:oleObj spid="_x0000_s288861" name="公式" r:id="rId17" imgW="698500" imgH="469900" progId="Equation.3">
                  <p:embed/>
                </p:oleObj>
              </mc:Choice>
              <mc:Fallback>
                <p:oleObj name="公式" r:id="rId17" imgW="698500" imgH="469900" progId="Equation.3">
                  <p:embed/>
                  <p:pic>
                    <p:nvPicPr>
                      <p:cNvPr id="0" name="图片 28368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63938" y="2708275"/>
                        <a:ext cx="136207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8000" name="Object 16"/>
          <p:cNvGraphicFramePr>
            <a:graphicFrameLocks noChangeAspect="1"/>
          </p:cNvGraphicFramePr>
          <p:nvPr/>
        </p:nvGraphicFramePr>
        <p:xfrm>
          <a:off x="5795963" y="3716338"/>
          <a:ext cx="1209675" cy="903287"/>
        </p:xfrm>
        <a:graphic>
          <a:graphicData uri="http://schemas.openxmlformats.org/presentationml/2006/ole">
            <mc:AlternateContent xmlns:mc="http://schemas.openxmlformats.org/markup-compatibility/2006">
              <mc:Choice xmlns:v="urn:schemas-microsoft-com:vml" Requires="v">
                <p:oleObj spid="_x0000_s288862" name="公式" r:id="rId19" imgW="673100" imgH="469900" progId="Equation.3">
                  <p:embed/>
                </p:oleObj>
              </mc:Choice>
              <mc:Fallback>
                <p:oleObj name="公式" r:id="rId19" imgW="673100" imgH="469900" progId="Equation.3">
                  <p:embed/>
                  <p:pic>
                    <p:nvPicPr>
                      <p:cNvPr id="0" name="图片 28368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95963" y="3716338"/>
                        <a:ext cx="1209675" cy="903287"/>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298001" name="Rectangle 17"/>
          <p:cNvSpPr>
            <a:spLocks noChangeArrowheads="1"/>
          </p:cNvSpPr>
          <p:nvPr/>
        </p:nvSpPr>
        <p:spPr bwMode="auto">
          <a:xfrm>
            <a:off x="900113" y="5084763"/>
            <a:ext cx="1524000" cy="3048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时域积分性</a:t>
            </a:r>
            <a:endParaRPr kumimoji="1" lang="zh-CN" altLang="en-US" sz="2000" b="1">
              <a:solidFill>
                <a:schemeClr val="tx2"/>
              </a:solidFill>
              <a:latin typeface="Tahoma" panose="020B0604030504040204" pitchFamily="34" charset="0"/>
            </a:endParaRPr>
          </a:p>
        </p:txBody>
      </p:sp>
      <p:graphicFrame>
        <p:nvGraphicFramePr>
          <p:cNvPr id="173075" name="Object 18"/>
          <p:cNvGraphicFramePr>
            <a:graphicFrameLocks noChangeAspect="1"/>
          </p:cNvGraphicFramePr>
          <p:nvPr/>
        </p:nvGraphicFramePr>
        <p:xfrm>
          <a:off x="3406775" y="4941888"/>
          <a:ext cx="1754188" cy="684212"/>
        </p:xfrm>
        <a:graphic>
          <a:graphicData uri="http://schemas.openxmlformats.org/presentationml/2006/ole">
            <mc:AlternateContent xmlns:mc="http://schemas.openxmlformats.org/markup-compatibility/2006">
              <mc:Choice xmlns:v="urn:schemas-microsoft-com:vml" Requires="v">
                <p:oleObj spid="_x0000_s288863" name="公式" r:id="rId21" imgW="1117600" imgH="393700" progId="Equation.3">
                  <p:embed/>
                </p:oleObj>
              </mc:Choice>
              <mc:Fallback>
                <p:oleObj name="公式" r:id="rId21" imgW="1117600" imgH="393700" progId="Equation.3">
                  <p:embed/>
                  <p:pic>
                    <p:nvPicPr>
                      <p:cNvPr id="0" name="图片 28368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06775" y="4941888"/>
                        <a:ext cx="1754188"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8003" name="Rectangle 19"/>
          <p:cNvSpPr>
            <a:spLocks noChangeArrowheads="1"/>
          </p:cNvSpPr>
          <p:nvPr/>
        </p:nvSpPr>
        <p:spPr bwMode="auto">
          <a:xfrm>
            <a:off x="900113" y="6021388"/>
            <a:ext cx="1582737"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频域积分性</a:t>
            </a:r>
            <a:endParaRPr kumimoji="1" lang="zh-CN" altLang="en-US" sz="2000" b="1">
              <a:solidFill>
                <a:srgbClr val="FF0000"/>
              </a:solidFill>
              <a:effectLst>
                <a:outerShdw blurRad="38100" dist="38100" dir="2700000" algn="tl">
                  <a:srgbClr val="C0C0C0"/>
                </a:outerShdw>
              </a:effectLst>
              <a:latin typeface="Times New Roman" panose="02020603050405020304" pitchFamily="18" charset="0"/>
            </a:endParaRPr>
          </a:p>
        </p:txBody>
      </p:sp>
      <p:graphicFrame>
        <p:nvGraphicFramePr>
          <p:cNvPr id="173077" name="Object 20"/>
          <p:cNvGraphicFramePr>
            <a:graphicFrameLocks noChangeAspect="1"/>
          </p:cNvGraphicFramePr>
          <p:nvPr/>
        </p:nvGraphicFramePr>
        <p:xfrm>
          <a:off x="3203575" y="5949950"/>
          <a:ext cx="2225675" cy="674688"/>
        </p:xfrm>
        <a:graphic>
          <a:graphicData uri="http://schemas.openxmlformats.org/presentationml/2006/ole">
            <mc:AlternateContent xmlns:mc="http://schemas.openxmlformats.org/markup-compatibility/2006">
              <mc:Choice xmlns:v="urn:schemas-microsoft-com:vml" Requires="v">
                <p:oleObj spid="_x0000_s288864" name="公式" r:id="rId23" imgW="1663700" imgH="508000" progId="Equation.3">
                  <p:embed/>
                </p:oleObj>
              </mc:Choice>
              <mc:Fallback>
                <p:oleObj name="公式" r:id="rId23" imgW="1663700" imgH="508000" progId="Equation.3">
                  <p:embed/>
                  <p:pic>
                    <p:nvPicPr>
                      <p:cNvPr id="0" name="图片 28368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03575" y="5949950"/>
                        <a:ext cx="2225675"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8005" name="Object 21"/>
          <p:cNvGraphicFramePr>
            <a:graphicFrameLocks noChangeAspect="1"/>
          </p:cNvGraphicFramePr>
          <p:nvPr/>
        </p:nvGraphicFramePr>
        <p:xfrm>
          <a:off x="5651500" y="4868863"/>
          <a:ext cx="2376488" cy="804862"/>
        </p:xfrm>
        <a:graphic>
          <a:graphicData uri="http://schemas.openxmlformats.org/presentationml/2006/ole">
            <mc:AlternateContent xmlns:mc="http://schemas.openxmlformats.org/markup-compatibility/2006">
              <mc:Choice xmlns:v="urn:schemas-microsoft-com:vml" Requires="v">
                <p:oleObj spid="_x0000_s288865" name="公式" r:id="rId25" imgW="1663700" imgH="508000" progId="Equation.3">
                  <p:embed/>
                </p:oleObj>
              </mc:Choice>
              <mc:Fallback>
                <p:oleObj name="公式" r:id="rId25" imgW="1663700" imgH="508000" progId="Equation.3">
                  <p:embed/>
                  <p:pic>
                    <p:nvPicPr>
                      <p:cNvPr id="0" name="图片 28368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651500" y="4868863"/>
                        <a:ext cx="2376488" cy="804862"/>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298006" name="Object 22"/>
          <p:cNvGraphicFramePr>
            <a:graphicFrameLocks noChangeAspect="1"/>
          </p:cNvGraphicFramePr>
          <p:nvPr/>
        </p:nvGraphicFramePr>
        <p:xfrm>
          <a:off x="5651500" y="5876925"/>
          <a:ext cx="1800225" cy="735013"/>
        </p:xfrm>
        <a:graphic>
          <a:graphicData uri="http://schemas.openxmlformats.org/presentationml/2006/ole">
            <mc:AlternateContent xmlns:mc="http://schemas.openxmlformats.org/markup-compatibility/2006">
              <mc:Choice xmlns:v="urn:schemas-microsoft-com:vml" Requires="v">
                <p:oleObj spid="_x0000_s288866" name="公式" r:id="rId27" imgW="952500" imgH="393700" progId="Equation.3">
                  <p:embed/>
                </p:oleObj>
              </mc:Choice>
              <mc:Fallback>
                <p:oleObj name="公式" r:id="rId27" imgW="952500" imgH="393700" progId="Equation.3">
                  <p:embed/>
                  <p:pic>
                    <p:nvPicPr>
                      <p:cNvPr id="0" name="图片 28369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651500" y="5876925"/>
                        <a:ext cx="1800225" cy="735013"/>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29"/>
    </p:custDataLst>
  </p:cSld>
  <p:clrMapOvr>
    <a:masterClrMapping/>
  </p:clrMapOvr>
  <mc:AlternateContent xmlns:mc="http://schemas.openxmlformats.org/markup-compatibility/2006">
    <mc:Choice xmlns:p14="http://schemas.microsoft.com/office/powerpoint/2010/main" Requires="p14">
      <p:transition spd="slow" p14:dur="2000" advTm="103354"/>
    </mc:Choice>
    <mc:Fallback>
      <p:transition spd="slow" advTm="1033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97997"/>
                                        </p:tgtEl>
                                        <p:attrNameLst>
                                          <p:attrName>style.visibility</p:attrName>
                                        </p:attrNameLst>
                                      </p:cBhvr>
                                      <p:to>
                                        <p:strVal val="visible"/>
                                      </p:to>
                                    </p:set>
                                    <p:anim calcmode="lin" valueType="num">
                                      <p:cBhvr>
                                        <p:cTn id="7" dur="1000" fill="hold"/>
                                        <p:tgtEl>
                                          <p:spTgt spid="297997"/>
                                        </p:tgtEl>
                                        <p:attrNameLst>
                                          <p:attrName>ppt_w</p:attrName>
                                        </p:attrNameLst>
                                      </p:cBhvr>
                                      <p:tavLst>
                                        <p:tav tm="0">
                                          <p:val>
                                            <p:strVal val="#ppt_w*0.70"/>
                                          </p:val>
                                        </p:tav>
                                        <p:tav tm="100000">
                                          <p:val>
                                            <p:strVal val="#ppt_w"/>
                                          </p:val>
                                        </p:tav>
                                      </p:tavLst>
                                    </p:anim>
                                    <p:anim calcmode="lin" valueType="num">
                                      <p:cBhvr>
                                        <p:cTn id="8" dur="1000" fill="hold"/>
                                        <p:tgtEl>
                                          <p:spTgt spid="297997"/>
                                        </p:tgtEl>
                                        <p:attrNameLst>
                                          <p:attrName>ppt_h</p:attrName>
                                        </p:attrNameLst>
                                      </p:cBhvr>
                                      <p:tavLst>
                                        <p:tav tm="0">
                                          <p:val>
                                            <p:strVal val="#ppt_h"/>
                                          </p:val>
                                        </p:tav>
                                        <p:tav tm="100000">
                                          <p:val>
                                            <p:strVal val="#ppt_h"/>
                                          </p:val>
                                        </p:tav>
                                      </p:tavLst>
                                    </p:anim>
                                    <p:animEffect transition="in" filter="fade">
                                      <p:cBhvr>
                                        <p:cTn id="9" dur="1000"/>
                                        <p:tgtEl>
                                          <p:spTgt spid="29799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97990"/>
                                        </p:tgtEl>
                                        <p:attrNameLst>
                                          <p:attrName>style.visibility</p:attrName>
                                        </p:attrNameLst>
                                      </p:cBhvr>
                                      <p:to>
                                        <p:strVal val="visible"/>
                                      </p:to>
                                    </p:set>
                                    <p:anim calcmode="lin" valueType="num">
                                      <p:cBhvr>
                                        <p:cTn id="14" dur="1000" fill="hold"/>
                                        <p:tgtEl>
                                          <p:spTgt spid="297990"/>
                                        </p:tgtEl>
                                        <p:attrNameLst>
                                          <p:attrName>ppt_w</p:attrName>
                                        </p:attrNameLst>
                                      </p:cBhvr>
                                      <p:tavLst>
                                        <p:tav tm="0">
                                          <p:val>
                                            <p:strVal val="#ppt_w*0.70"/>
                                          </p:val>
                                        </p:tav>
                                        <p:tav tm="100000">
                                          <p:val>
                                            <p:strVal val="#ppt_w"/>
                                          </p:val>
                                        </p:tav>
                                      </p:tavLst>
                                    </p:anim>
                                    <p:anim calcmode="lin" valueType="num">
                                      <p:cBhvr>
                                        <p:cTn id="15" dur="1000" fill="hold"/>
                                        <p:tgtEl>
                                          <p:spTgt spid="297990"/>
                                        </p:tgtEl>
                                        <p:attrNameLst>
                                          <p:attrName>ppt_h</p:attrName>
                                        </p:attrNameLst>
                                      </p:cBhvr>
                                      <p:tavLst>
                                        <p:tav tm="0">
                                          <p:val>
                                            <p:strVal val="#ppt_h"/>
                                          </p:val>
                                        </p:tav>
                                        <p:tav tm="100000">
                                          <p:val>
                                            <p:strVal val="#ppt_h"/>
                                          </p:val>
                                        </p:tav>
                                      </p:tavLst>
                                    </p:anim>
                                    <p:animEffect transition="in" filter="fade">
                                      <p:cBhvr>
                                        <p:cTn id="16" dur="1000"/>
                                        <p:tgtEl>
                                          <p:spTgt spid="29799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97994"/>
                                        </p:tgtEl>
                                        <p:attrNameLst>
                                          <p:attrName>style.visibility</p:attrName>
                                        </p:attrNameLst>
                                      </p:cBhvr>
                                      <p:to>
                                        <p:strVal val="visible"/>
                                      </p:to>
                                    </p:set>
                                    <p:anim calcmode="lin" valueType="num">
                                      <p:cBhvr>
                                        <p:cTn id="21" dur="1000" fill="hold"/>
                                        <p:tgtEl>
                                          <p:spTgt spid="297994"/>
                                        </p:tgtEl>
                                        <p:attrNameLst>
                                          <p:attrName>ppt_w</p:attrName>
                                        </p:attrNameLst>
                                      </p:cBhvr>
                                      <p:tavLst>
                                        <p:tav tm="0">
                                          <p:val>
                                            <p:strVal val="#ppt_w*0.70"/>
                                          </p:val>
                                        </p:tav>
                                        <p:tav tm="100000">
                                          <p:val>
                                            <p:strVal val="#ppt_w"/>
                                          </p:val>
                                        </p:tav>
                                      </p:tavLst>
                                    </p:anim>
                                    <p:anim calcmode="lin" valueType="num">
                                      <p:cBhvr>
                                        <p:cTn id="22" dur="1000" fill="hold"/>
                                        <p:tgtEl>
                                          <p:spTgt spid="297994"/>
                                        </p:tgtEl>
                                        <p:attrNameLst>
                                          <p:attrName>ppt_h</p:attrName>
                                        </p:attrNameLst>
                                      </p:cBhvr>
                                      <p:tavLst>
                                        <p:tav tm="0">
                                          <p:val>
                                            <p:strVal val="#ppt_h"/>
                                          </p:val>
                                        </p:tav>
                                        <p:tav tm="100000">
                                          <p:val>
                                            <p:strVal val="#ppt_h"/>
                                          </p:val>
                                        </p:tav>
                                      </p:tavLst>
                                    </p:anim>
                                    <p:animEffect transition="in" filter="fade">
                                      <p:cBhvr>
                                        <p:cTn id="23" dur="1000"/>
                                        <p:tgtEl>
                                          <p:spTgt spid="297994"/>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98000"/>
                                        </p:tgtEl>
                                        <p:attrNameLst>
                                          <p:attrName>style.visibility</p:attrName>
                                        </p:attrNameLst>
                                      </p:cBhvr>
                                      <p:to>
                                        <p:strVal val="visible"/>
                                      </p:to>
                                    </p:set>
                                    <p:anim calcmode="lin" valueType="num">
                                      <p:cBhvr>
                                        <p:cTn id="28" dur="1000" fill="hold"/>
                                        <p:tgtEl>
                                          <p:spTgt spid="298000"/>
                                        </p:tgtEl>
                                        <p:attrNameLst>
                                          <p:attrName>ppt_w</p:attrName>
                                        </p:attrNameLst>
                                      </p:cBhvr>
                                      <p:tavLst>
                                        <p:tav tm="0">
                                          <p:val>
                                            <p:strVal val="#ppt_w*0.70"/>
                                          </p:val>
                                        </p:tav>
                                        <p:tav tm="100000">
                                          <p:val>
                                            <p:strVal val="#ppt_w"/>
                                          </p:val>
                                        </p:tav>
                                      </p:tavLst>
                                    </p:anim>
                                    <p:anim calcmode="lin" valueType="num">
                                      <p:cBhvr>
                                        <p:cTn id="29" dur="1000" fill="hold"/>
                                        <p:tgtEl>
                                          <p:spTgt spid="298000"/>
                                        </p:tgtEl>
                                        <p:attrNameLst>
                                          <p:attrName>ppt_h</p:attrName>
                                        </p:attrNameLst>
                                      </p:cBhvr>
                                      <p:tavLst>
                                        <p:tav tm="0">
                                          <p:val>
                                            <p:strVal val="#ppt_h"/>
                                          </p:val>
                                        </p:tav>
                                        <p:tav tm="100000">
                                          <p:val>
                                            <p:strVal val="#ppt_h"/>
                                          </p:val>
                                        </p:tav>
                                      </p:tavLst>
                                    </p:anim>
                                    <p:animEffect transition="in" filter="fade">
                                      <p:cBhvr>
                                        <p:cTn id="30" dur="1000"/>
                                        <p:tgtEl>
                                          <p:spTgt spid="298000"/>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6" fill="hold" nodeType="clickEffect">
                                  <p:stCondLst>
                                    <p:cond delay="0"/>
                                  </p:stCondLst>
                                  <p:childTnLst>
                                    <p:set>
                                      <p:cBhvr>
                                        <p:cTn id="34" dur="1" fill="hold">
                                          <p:stCondLst>
                                            <p:cond delay="0"/>
                                          </p:stCondLst>
                                        </p:cTn>
                                        <p:tgtEl>
                                          <p:spTgt spid="298005"/>
                                        </p:tgtEl>
                                        <p:attrNameLst>
                                          <p:attrName>style.visibility</p:attrName>
                                        </p:attrNameLst>
                                      </p:cBhvr>
                                      <p:to>
                                        <p:strVal val="visible"/>
                                      </p:to>
                                    </p:set>
                                    <p:animEffect transition="in" filter="barn(inHorizontal)">
                                      <p:cBhvr>
                                        <p:cTn id="35" dur="500"/>
                                        <p:tgtEl>
                                          <p:spTgt spid="298005"/>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nodeType="clickEffect">
                                  <p:stCondLst>
                                    <p:cond delay="0"/>
                                  </p:stCondLst>
                                  <p:childTnLst>
                                    <p:set>
                                      <p:cBhvr>
                                        <p:cTn id="39" dur="1" fill="hold">
                                          <p:stCondLst>
                                            <p:cond delay="0"/>
                                          </p:stCondLst>
                                        </p:cTn>
                                        <p:tgtEl>
                                          <p:spTgt spid="298006"/>
                                        </p:tgtEl>
                                        <p:attrNameLst>
                                          <p:attrName>style.visibility</p:attrName>
                                        </p:attrNameLst>
                                      </p:cBhvr>
                                      <p:to>
                                        <p:strVal val="visible"/>
                                      </p:to>
                                    </p:set>
                                    <p:anim calcmode="lin" valueType="num">
                                      <p:cBhvr additive="base">
                                        <p:cTn id="40" dur="500" fill="hold"/>
                                        <p:tgtEl>
                                          <p:spTgt spid="298006"/>
                                        </p:tgtEl>
                                        <p:attrNameLst>
                                          <p:attrName>ppt_x</p:attrName>
                                        </p:attrNameLst>
                                      </p:cBhvr>
                                      <p:tavLst>
                                        <p:tav tm="0">
                                          <p:val>
                                            <p:strVal val="1+#ppt_w/2"/>
                                          </p:val>
                                        </p:tav>
                                        <p:tav tm="100000">
                                          <p:val>
                                            <p:strVal val="#ppt_x"/>
                                          </p:val>
                                        </p:tav>
                                      </p:tavLst>
                                    </p:anim>
                                    <p:anim calcmode="lin" valueType="num">
                                      <p:cBhvr additive="base">
                                        <p:cTn id="41" dur="500" fill="hold"/>
                                        <p:tgtEl>
                                          <p:spTgt spid="2980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14DB3A82-D0CB-4C87-8B9F-8C623A626E6A}" type="datetime1">
              <a:rPr lang="zh-CN" altLang="en-US"/>
            </a:fld>
            <a:endParaRPr lang="zh-CN" altLang="en-US"/>
          </a:p>
        </p:txBody>
      </p:sp>
      <p:sp>
        <p:nvSpPr>
          <p:cNvPr id="159747" name="Rectangle 2"/>
          <p:cNvSpPr>
            <a:spLocks noGrp="1" noChangeArrowheads="1"/>
          </p:cNvSpPr>
          <p:nvPr>
            <p:ph type="title" sz="quarter" idx="4294967295"/>
          </p:nvPr>
        </p:nvSpPr>
        <p:spPr>
          <a:xfrm>
            <a:off x="900113" y="0"/>
            <a:ext cx="2590800" cy="679450"/>
          </a:xfrm>
        </p:spPr>
        <p:txBody>
          <a:bodyPr/>
          <a:lstStyle/>
          <a:p>
            <a:r>
              <a:rPr lang="en-US" altLang="zh-CN" sz="2100" b="1">
                <a:solidFill>
                  <a:srgbClr val="FF3300"/>
                </a:solidFill>
              </a:rPr>
              <a:t>10</a:t>
            </a:r>
            <a:r>
              <a:rPr lang="zh-CN" altLang="en-US" sz="2100" b="1">
                <a:solidFill>
                  <a:srgbClr val="FF3300"/>
                </a:solidFill>
              </a:rPr>
              <a:t>、卷积特性</a:t>
            </a:r>
            <a:endParaRPr lang="zh-CN" altLang="en-US" sz="2100" b="1">
              <a:solidFill>
                <a:srgbClr val="FF3300"/>
              </a:solidFill>
            </a:endParaRPr>
          </a:p>
        </p:txBody>
      </p:sp>
      <p:graphicFrame>
        <p:nvGraphicFramePr>
          <p:cNvPr id="300035" name="Object 3"/>
          <p:cNvGraphicFramePr>
            <a:graphicFrameLocks noGrp="1" noChangeAspect="1"/>
          </p:cNvGraphicFramePr>
          <p:nvPr>
            <p:ph sz="quarter" idx="4294967295"/>
          </p:nvPr>
        </p:nvGraphicFramePr>
        <p:xfrm>
          <a:off x="1589088" y="1600731"/>
          <a:ext cx="5688013" cy="1112838"/>
        </p:xfrm>
        <a:graphic>
          <a:graphicData uri="http://schemas.openxmlformats.org/presentationml/2006/ole">
            <mc:AlternateContent xmlns:mc="http://schemas.openxmlformats.org/markup-compatibility/2006">
              <mc:Choice xmlns:v="urn:schemas-microsoft-com:vml" Requires="v">
                <p:oleObj spid="_x0000_s159879" name="公式" r:id="rId1" imgW="2336800" imgH="457200" progId="Equation.3">
                  <p:embed/>
                </p:oleObj>
              </mc:Choice>
              <mc:Fallback>
                <p:oleObj name="公式" r:id="rId1" imgW="2336800" imgH="4572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088" y="1600731"/>
                        <a:ext cx="5688013" cy="1112838"/>
                      </a:xfrm>
                      <a:prstGeom prst="rect">
                        <a:avLst/>
                      </a:prstGeom>
                      <a:solidFill>
                        <a:schemeClr val="bg1"/>
                      </a:solidFill>
                      <a:ln w="9525">
                        <a:solidFill>
                          <a:srgbClr val="FF3300"/>
                        </a:solidFill>
                        <a:miter lim="800000"/>
                        <a:headEnd/>
                        <a:tailEnd/>
                      </a:ln>
                      <a:effectLst>
                        <a:outerShdw dist="35921" dir="2700000" algn="ctr" rotWithShape="0">
                          <a:schemeClr val="bg2"/>
                        </a:outerShdw>
                      </a:effectLst>
                    </p:spPr>
                  </p:pic>
                </p:oleObj>
              </mc:Fallback>
            </mc:AlternateContent>
          </a:graphicData>
        </a:graphic>
      </p:graphicFrame>
      <p:sp>
        <p:nvSpPr>
          <p:cNvPr id="159749" name="Rectangle 4"/>
          <p:cNvSpPr>
            <a:spLocks noChangeArrowheads="1"/>
          </p:cNvSpPr>
          <p:nvPr/>
        </p:nvSpPr>
        <p:spPr bwMode="auto">
          <a:xfrm>
            <a:off x="971550" y="836613"/>
            <a:ext cx="6553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 typeface="Wingdings" panose="05000000000000000000" pitchFamily="2" charset="2"/>
              <a:buChar char="ü"/>
            </a:pPr>
            <a:r>
              <a:rPr lang="zh-CN" altLang="en-US" sz="2400" b="1" dirty="0">
                <a:latin typeface="Arial" panose="020B0604020202020204" pitchFamily="34" charset="0"/>
                <a:ea typeface="ˎ̥"/>
                <a:cs typeface="ˎ̥"/>
              </a:rPr>
              <a:t>时域卷积：时域卷积，频域乘积</a:t>
            </a:r>
            <a:endParaRPr lang="zh-CN" altLang="en-US" sz="2400" b="1" dirty="0">
              <a:latin typeface="宋体" panose="02010600030101010101" pitchFamily="2" charset="-122"/>
              <a:ea typeface="宋体" panose="02010600030101010101" pitchFamily="2" charset="-122"/>
            </a:endParaRPr>
          </a:p>
          <a:p>
            <a:pPr eaLnBrk="1" hangingPunct="1">
              <a:spcBef>
                <a:spcPct val="0"/>
              </a:spcBef>
              <a:buClrTx/>
              <a:buFont typeface="Wingdings" panose="05000000000000000000" pitchFamily="2" charset="2"/>
              <a:buChar char="ü"/>
            </a:pPr>
            <a:endParaRPr lang="zh-CN" altLang="en-US" sz="2400" b="1" dirty="0">
              <a:latin typeface="宋体" panose="02010600030101010101" pitchFamily="2" charset="-122"/>
              <a:ea typeface="宋体" panose="02010600030101010101" pitchFamily="2" charset="-122"/>
            </a:endParaRPr>
          </a:p>
        </p:txBody>
      </p:sp>
      <p:graphicFrame>
        <p:nvGraphicFramePr>
          <p:cNvPr id="300037" name="Object 5"/>
          <p:cNvGraphicFramePr>
            <a:graphicFrameLocks noGrp="1" noChangeAspect="1"/>
          </p:cNvGraphicFramePr>
          <p:nvPr>
            <p:ph sz="quarter" idx="4294967295"/>
          </p:nvPr>
        </p:nvGraphicFramePr>
        <p:xfrm>
          <a:off x="1692275" y="4437063"/>
          <a:ext cx="5761038" cy="1531937"/>
        </p:xfrm>
        <a:graphic>
          <a:graphicData uri="http://schemas.openxmlformats.org/presentationml/2006/ole">
            <mc:AlternateContent xmlns:mc="http://schemas.openxmlformats.org/markup-compatibility/2006">
              <mc:Choice xmlns:v="urn:schemas-microsoft-com:vml" Requires="v">
                <p:oleObj spid="_x0000_s159880" name="公式" r:id="rId3" imgW="2387600" imgH="635000" progId="Equation.3">
                  <p:embed/>
                </p:oleObj>
              </mc:Choice>
              <mc:Fallback>
                <p:oleObj name="公式" r:id="rId3" imgW="2387600" imgH="6350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4437063"/>
                        <a:ext cx="5761038" cy="1531937"/>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4" name="矩形 3"/>
          <p:cNvSpPr/>
          <p:nvPr/>
        </p:nvSpPr>
        <p:spPr>
          <a:xfrm>
            <a:off x="1055633" y="3313706"/>
            <a:ext cx="7505043" cy="523220"/>
          </a:xfrm>
          <a:prstGeom prst="rect">
            <a:avLst/>
          </a:prstGeom>
        </p:spPr>
        <p:txBody>
          <a:bodyPr wrap="square">
            <a:spAutoFit/>
          </a:bodyPr>
          <a:lstStyle/>
          <a:p>
            <a:pPr eaLnBrk="1" hangingPunct="1">
              <a:buFont typeface="Wingdings" panose="05000000000000000000" pitchFamily="2" charset="2"/>
              <a:buChar char="ü"/>
            </a:pPr>
            <a:r>
              <a:rPr lang="zh-CN" altLang="en-US" b="1" dirty="0">
                <a:latin typeface="+mn-ea"/>
                <a:ea typeface="+mn-ea"/>
              </a:rPr>
              <a:t>频域卷积：时域乘积的</a:t>
            </a:r>
            <a:r>
              <a:rPr lang="en-US" altLang="zh-CN" b="1" dirty="0">
                <a:latin typeface="+mn-ea"/>
                <a:ea typeface="+mn-ea"/>
              </a:rPr>
              <a:t>2</a:t>
            </a:r>
            <a:r>
              <a:rPr lang="en-US" altLang="zh-CN" b="1" dirty="0">
                <a:latin typeface="+mn-ea"/>
                <a:ea typeface="+mn-ea"/>
                <a:sym typeface="Symbol" panose="05050102010706020507" pitchFamily="18" charset="2"/>
              </a:rPr>
              <a:t></a:t>
            </a:r>
            <a:r>
              <a:rPr lang="zh-CN" altLang="en-US" b="1" dirty="0">
                <a:latin typeface="+mn-ea"/>
                <a:ea typeface="+mn-ea"/>
              </a:rPr>
              <a:t>倍，频域卷积</a:t>
            </a:r>
            <a:endParaRPr lang="zh-CN" altLang="en-US" sz="3200" b="1"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87896"/>
    </mc:Choice>
    <mc:Fallback>
      <p:transition spd="slow" advTm="878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00035"/>
                                        </p:tgtEl>
                                        <p:attrNameLst>
                                          <p:attrName>style.visibility</p:attrName>
                                        </p:attrNameLst>
                                      </p:cBhvr>
                                      <p:to>
                                        <p:strVal val="visible"/>
                                      </p:to>
                                    </p:set>
                                    <p:anim calcmode="lin" valueType="num">
                                      <p:cBhvr>
                                        <p:cTn id="7" dur="500" fill="hold"/>
                                        <p:tgtEl>
                                          <p:spTgt spid="300035"/>
                                        </p:tgtEl>
                                        <p:attrNameLst>
                                          <p:attrName>ppt_w</p:attrName>
                                        </p:attrNameLst>
                                      </p:cBhvr>
                                      <p:tavLst>
                                        <p:tav tm="0">
                                          <p:val>
                                            <p:fltVal val="0"/>
                                          </p:val>
                                        </p:tav>
                                        <p:tav tm="100000">
                                          <p:val>
                                            <p:strVal val="#ppt_w"/>
                                          </p:val>
                                        </p:tav>
                                      </p:tavLst>
                                    </p:anim>
                                    <p:anim calcmode="lin" valueType="num">
                                      <p:cBhvr>
                                        <p:cTn id="8" dur="500" fill="hold"/>
                                        <p:tgtEl>
                                          <p:spTgt spid="300035"/>
                                        </p:tgtEl>
                                        <p:attrNameLst>
                                          <p:attrName>ppt_h</p:attrName>
                                        </p:attrNameLst>
                                      </p:cBhvr>
                                      <p:tavLst>
                                        <p:tav tm="0">
                                          <p:val>
                                            <p:fltVal val="0"/>
                                          </p:val>
                                        </p:tav>
                                        <p:tav tm="100000">
                                          <p:val>
                                            <p:strVal val="#ppt_h"/>
                                          </p:val>
                                        </p:tav>
                                      </p:tavLst>
                                    </p:anim>
                                    <p:animEffect transition="in" filter="fade">
                                      <p:cBhvr>
                                        <p:cTn id="9" dur="500"/>
                                        <p:tgtEl>
                                          <p:spTgt spid="30003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300037"/>
                                        </p:tgtEl>
                                        <p:attrNameLst>
                                          <p:attrName>style.visibility</p:attrName>
                                        </p:attrNameLst>
                                      </p:cBhvr>
                                      <p:to>
                                        <p:strVal val="visible"/>
                                      </p:to>
                                    </p:set>
                                    <p:anim calcmode="lin" valueType="num">
                                      <p:cBhvr>
                                        <p:cTn id="20" dur="1000" fill="hold"/>
                                        <p:tgtEl>
                                          <p:spTgt spid="300037"/>
                                        </p:tgtEl>
                                        <p:attrNameLst>
                                          <p:attrName>ppt_w</p:attrName>
                                        </p:attrNameLst>
                                      </p:cBhvr>
                                      <p:tavLst>
                                        <p:tav tm="0">
                                          <p:val>
                                            <p:strVal val="#ppt_w*0.70"/>
                                          </p:val>
                                        </p:tav>
                                        <p:tav tm="100000">
                                          <p:val>
                                            <p:strVal val="#ppt_w"/>
                                          </p:val>
                                        </p:tav>
                                      </p:tavLst>
                                    </p:anim>
                                    <p:anim calcmode="lin" valueType="num">
                                      <p:cBhvr>
                                        <p:cTn id="21" dur="1000" fill="hold"/>
                                        <p:tgtEl>
                                          <p:spTgt spid="300037"/>
                                        </p:tgtEl>
                                        <p:attrNameLst>
                                          <p:attrName>ppt_h</p:attrName>
                                        </p:attrNameLst>
                                      </p:cBhvr>
                                      <p:tavLst>
                                        <p:tav tm="0">
                                          <p:val>
                                            <p:strVal val="#ppt_h"/>
                                          </p:val>
                                        </p:tav>
                                        <p:tav tm="100000">
                                          <p:val>
                                            <p:strVal val="#ppt_h"/>
                                          </p:val>
                                        </p:tav>
                                      </p:tavLst>
                                    </p:anim>
                                    <p:animEffect transition="in" filter="fade">
                                      <p:cBhvr>
                                        <p:cTn id="22" dur="1000"/>
                                        <p:tgtEl>
                                          <p:spTgt spid="300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245A5211-7514-4CBA-9B94-37F0969D308A}" type="datetime1">
              <a:rPr lang="zh-CN" altLang="en-US"/>
            </a:fld>
            <a:endParaRPr lang="zh-CN" altLang="en-US"/>
          </a:p>
        </p:txBody>
      </p:sp>
      <p:sp>
        <p:nvSpPr>
          <p:cNvPr id="116739" name="Rectangle 2"/>
          <p:cNvSpPr>
            <a:spLocks noGrp="1" noChangeArrowheads="1"/>
          </p:cNvSpPr>
          <p:nvPr>
            <p:ph type="title" idx="4294967295"/>
          </p:nvPr>
        </p:nvSpPr>
        <p:spPr>
          <a:xfrm>
            <a:off x="684213" y="115888"/>
            <a:ext cx="5438775" cy="536575"/>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
        <p:nvSpPr>
          <p:cNvPr id="160772" name="Rectangle 3"/>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a:latin typeface="Arial" panose="020B0604020202020204" pitchFamily="34" charset="0"/>
                <a:ea typeface="宋体" panose="02010600030101010101" pitchFamily="2" charset="-122"/>
              </a:rPr>
              <a:t>   </a:t>
            </a:r>
            <a:endParaRPr lang="zh-CN" altLang="en-US" sz="1800">
              <a:latin typeface="Arial" panose="020B0604020202020204" pitchFamily="34" charset="0"/>
              <a:ea typeface="宋体" panose="02010600030101010101" pitchFamily="2" charset="-122"/>
            </a:endParaRPr>
          </a:p>
        </p:txBody>
      </p:sp>
      <p:sp>
        <p:nvSpPr>
          <p:cNvPr id="160773" name="Rectangle 4"/>
          <p:cNvSpPr>
            <a:spLocks noChangeArrowheads="1"/>
          </p:cNvSpPr>
          <p:nvPr/>
        </p:nvSpPr>
        <p:spPr bwMode="auto">
          <a:xfrm>
            <a:off x="2590800" y="2528888"/>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a:latin typeface="Arial" panose="020B0604020202020204" pitchFamily="34" charset="0"/>
                <a:ea typeface="宋体" panose="02010600030101010101" pitchFamily="2" charset="-122"/>
                <a:cs typeface="Times New Roman" panose="02020603050405020304" pitchFamily="18" charset="0"/>
              </a:rPr>
              <a:t>         </a:t>
            </a:r>
            <a:r>
              <a:rPr lang="zh-CN" altLang="en-US" sz="160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a:latin typeface="Arial" panose="020B0604020202020204" pitchFamily="34" charset="0"/>
              <a:ea typeface="宋体" panose="02010600030101010101" pitchFamily="2" charset="-122"/>
              <a:cs typeface="Times New Roman" panose="02020603050405020304" pitchFamily="18" charset="0"/>
            </a:endParaRPr>
          </a:p>
        </p:txBody>
      </p:sp>
      <p:sp>
        <p:nvSpPr>
          <p:cNvPr id="160774" name="Rectangle 5"/>
          <p:cNvSpPr>
            <a:spLocks noChangeArrowheads="1"/>
          </p:cNvSpPr>
          <p:nvPr/>
        </p:nvSpPr>
        <p:spPr bwMode="auto">
          <a:xfrm>
            <a:off x="2590800" y="3332163"/>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a:latin typeface="Arial" panose="020B0604020202020204" pitchFamily="34" charset="0"/>
                <a:ea typeface="宋体" panose="02010600030101010101" pitchFamily="2" charset="-122"/>
                <a:cs typeface="Times New Roman" panose="02020603050405020304" pitchFamily="18" charset="0"/>
              </a:rPr>
              <a:t>         </a:t>
            </a:r>
            <a:r>
              <a:rPr lang="zh-CN" altLang="en-US" sz="160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a:latin typeface="Arial" panose="020B0604020202020204" pitchFamily="34" charset="0"/>
              <a:ea typeface="宋体"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60775" name="Object 6"/>
              <p:cNvSpPr txBox="1">
                <a:spLocks noGrp="1"/>
              </p:cNvSpPr>
              <p:nvPr>
                <p:ph sz="quarter" idx="4294967295"/>
              </p:nvPr>
            </p:nvSpPr>
            <p:spPr bwMode="auto">
              <a:xfrm>
                <a:off x="897539" y="1535117"/>
                <a:ext cx="4135820" cy="844539"/>
              </a:xfrm>
              <a:prstGeom prst="rect">
                <a:avLst/>
              </a:prstGeom>
              <a:solidFill>
                <a:schemeClr val="bg1"/>
              </a:solidFill>
              <a:ln w="9525">
                <a:solidFill>
                  <a:srgbClr val="FF3300"/>
                </a:solidFill>
                <a:miter lim="800000"/>
              </a:ln>
              <a:effectLst>
                <a:outerShdw dist="35921" dir="2700000" algn="ctr" rotWithShape="0">
                  <a:srgbClr val="808080"/>
                </a:outerShdw>
              </a:effectLst>
            </p:spPr>
            <p:txBody>
              <a:bodyPr>
                <a:normAutofit fontScale="70000" lnSpcReduction="20000"/>
              </a:bodyPr>
              <a:lstStyle/>
              <a:p>
                <a:pPr>
                  <a:buNone/>
                </a:pPr>
                <a14:m>
                  <m:oMathPara xmlns:m="http://schemas.openxmlformats.org/officeDocument/2006/math">
                    <m:oMathParaPr>
                      <m:jc m:val="left"/>
                    </m:oMathParaPr>
                    <m:oMath xmlns:m="http://schemas.openxmlformats.org/officeDocument/2006/math">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d>
                            <m:dPr>
                              <m:begChr m:val="["/>
                              <m:endChr m:val="]"/>
                              <m:ctrlPr>
                                <a:rPr lang="zh-CN" altLang="en-US" i="1" smtClean="0">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e>
                          </m: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𝑑𝑡</m:t>
                          </m:r>
                        </m:e>
                      </m:nary>
                    </m:oMath>
                  </m:oMathPara>
                </a14:m>
                <a:br>
                  <a:rPr lang="zh-CN" altLang="en-US" i="1" dirty="0">
                    <a:solidFill>
                      <a:srgbClr val="000000"/>
                    </a:solidFill>
                    <a:latin typeface="Cambria Math" panose="02040503050406030204" pitchFamily="18" charset="0"/>
                  </a:rPr>
                </a:br>
                <a:endParaRPr lang="zh-CN" altLang="en-US" dirty="0"/>
              </a:p>
            </p:txBody>
          </p:sp>
        </mc:Choice>
        <mc:Fallback>
          <p:sp>
            <p:nvSpPr>
              <p:cNvPr id="160775" name="Object 6"/>
              <p:cNvSpPr txBox="1">
                <a:spLocks noRot="1" noChangeAspect="1" noMove="1" noResize="1" noEditPoints="1" noAdjustHandles="1" noChangeArrowheads="1" noChangeShapeType="1" noTextEdit="1"/>
              </p:cNvSpPr>
              <p:nvPr>
                <p:ph sz="quarter" idx="4294967295"/>
              </p:nvPr>
            </p:nvSpPr>
            <p:spPr bwMode="auto">
              <a:xfrm>
                <a:off x="897539" y="1535117"/>
                <a:ext cx="4135820" cy="844539"/>
              </a:xfrm>
              <a:prstGeom prst="rect">
                <a:avLst/>
              </a:prstGeom>
              <a:blipFill rotWithShape="1">
                <a:blip r:embed="rId1"/>
                <a:stretch>
                  <a:fillRect l="-130" t="-1843" r="-729" b="-3497"/>
                </a:stretch>
              </a:blipFill>
              <a:ln w="9525">
                <a:solidFill>
                  <a:srgbClr val="FF3300"/>
                </a:solidFill>
                <a:miter lim="800000"/>
              </a:ln>
              <a:effectLst>
                <a:outerShdw dist="35921" dir="2700000" algn="ctr" rotWithShape="0">
                  <a:srgbClr val="808080"/>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1697420" y="2528888"/>
                <a:ext cx="6369269" cy="3983013"/>
              </a:xfrm>
              <a:prstGeom prst="rect">
                <a:avLst/>
              </a:prstGeom>
            </p:spPr>
            <p:txBody>
              <a:bodyPr wrap="square">
                <a:spAutoFit/>
              </a:bodyPr>
              <a:lstStyle/>
              <a:p>
                <a:r>
                  <a:rPr lang="zh-CN" altLang="en-US" i="1" dirty="0">
                    <a:solidFill>
                      <a:srgbClr val="000000"/>
                    </a:solidFill>
                    <a:latin typeface="Cambria Math" panose="02040503050406030204" pitchFamily="18" charset="0"/>
                  </a:rPr>
                  <a:t> </a:t>
                </a:r>
                <a14:m>
                  <m:oMath xmlns:m="http://schemas.openxmlformats.org/officeDocument/2006/math">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d>
                          <m:dPr>
                            <m:begChr m:val="["/>
                            <m:endChr m:val="]"/>
                            <m:ctrlPr>
                              <a:rPr lang="zh-CN" altLang="en-US" i="1">
                                <a:solidFill>
                                  <a:srgbClr val="000000"/>
                                </a:solidFill>
                                <a:latin typeface="Cambria Math" panose="02040503050406030204" pitchFamily="18" charset="0"/>
                              </a:rPr>
                            </m:ctrlPr>
                          </m:dPr>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e>
                        </m: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𝑑𝑡</m:t>
                        </m:r>
                      </m:e>
                    </m:nary>
                  </m:oMath>
                </a14:m>
                <a:endParaRPr lang="en-US" altLang="zh-CN" i="1" dirty="0">
                  <a:solidFill>
                    <a:srgbClr val="000000"/>
                  </a:solidFill>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sup>
                                  </m:sSup>
                                  <m:r>
                                    <a:rPr lang="zh-CN" altLang="en-US" i="1">
                                      <a:solidFill>
                                        <a:srgbClr val="000000"/>
                                      </a:solidFill>
                                      <a:latin typeface="Cambria Math" panose="02040503050406030204" pitchFamily="18" charset="0"/>
                                    </a:rPr>
                                    <m:t>𝑑𝑡</m:t>
                                  </m:r>
                                </m:e>
                              </m:nary>
                            </m:e>
                          </m:d>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𝜔𝜏</m:t>
                              </m:r>
                            </m:sup>
                          </m:sSup>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𝜏</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𝜔𝜏</m:t>
                              </m:r>
                            </m:sup>
                          </m:sSup>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𝜏</m:t>
                          </m:r>
                        </m:e>
                      </m:nary>
                    </m:oMath>
                    <m:oMath xmlns:m="http://schemas.openxmlformats.org/officeDocument/2006/math">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4" name="矩形 3"/>
              <p:cNvSpPr>
                <a:spLocks noRot="1" noChangeAspect="1" noMove="1" noResize="1" noEditPoints="1" noAdjustHandles="1" noChangeArrowheads="1" noChangeShapeType="1" noTextEdit="1"/>
              </p:cNvSpPr>
              <p:nvPr/>
            </p:nvSpPr>
            <p:spPr>
              <a:xfrm>
                <a:off x="1697420" y="2528888"/>
                <a:ext cx="6369269" cy="3983013"/>
              </a:xfrm>
              <a:prstGeom prst="rect">
                <a:avLst/>
              </a:prstGeom>
              <a:blipFill rotWithShape="1">
                <a:blip r:embed="rId2"/>
                <a:stretch>
                  <a:fillRect l="-1" t="-8" r="4"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697420" y="819120"/>
                <a:ext cx="2156430" cy="453137"/>
              </a:xfrm>
              <a:prstGeom prst="rect">
                <a:avLst/>
              </a:prstGeom>
            </p:spPr>
            <p:txBody>
              <a:bodyPr wrap="square">
                <a:spAutoFit/>
              </a:bodyPr>
              <a:lstStyle/>
              <a:p>
                <a14:m>
                  <m:oMath xmlns:m="http://schemas.openxmlformats.org/officeDocument/2006/math">
                    <m:d>
                      <m:dPr>
                        <m:begChr m:val="["/>
                        <m:endChr m:val="]"/>
                        <m:ctrlPr>
                          <a:rPr lang="zh-CN" altLang="en-US" sz="2400" i="1">
                            <a:solidFill>
                              <a:srgbClr val="000000"/>
                            </a:solidFill>
                            <a:latin typeface="Cambria Math" panose="02040503050406030204" pitchFamily="18" charset="0"/>
                          </a:rPr>
                        </m:ctrlPr>
                      </m:dP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𝑓</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𝑓</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e>
                    </m:d>
                  </m:oMath>
                </a14:m>
                <a:r>
                  <a:rPr lang="en-US" altLang="zh-CN" sz="2000" dirty="0"/>
                  <a:t>=</a:t>
                </a:r>
                <a:endParaRPr lang="zh-CN" altLang="en-US" sz="2000" dirty="0"/>
              </a:p>
            </p:txBody>
          </p:sp>
        </mc:Choice>
        <mc:Fallback>
          <p:sp>
            <p:nvSpPr>
              <p:cNvPr id="5" name="矩形 4"/>
              <p:cNvSpPr>
                <a:spLocks noRot="1" noChangeAspect="1" noMove="1" noResize="1" noEditPoints="1" noAdjustHandles="1" noChangeArrowheads="1" noChangeShapeType="1" noTextEdit="1"/>
              </p:cNvSpPr>
              <p:nvPr/>
            </p:nvSpPr>
            <p:spPr>
              <a:xfrm>
                <a:off x="1697420" y="819120"/>
                <a:ext cx="2156430" cy="453137"/>
              </a:xfrm>
              <a:prstGeom prst="rect">
                <a:avLst/>
              </a:prstGeom>
              <a:blipFill rotWithShape="1">
                <a:blip r:embed="rId3"/>
                <a:stretch>
                  <a:fillRect l="-3" t="-134" r="2" b="-713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3753725" y="629459"/>
                <a:ext cx="2559268" cy="889154"/>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nary>
                        <m:naryPr>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m:t>
                          </m:r>
                        </m:sub>
                        <m:sup>
                          <m:r>
                            <a:rPr lang="zh-CN" altLang="en-US" sz="2400" i="1">
                              <a:solidFill>
                                <a:srgbClr val="000000"/>
                              </a:solidFill>
                              <a:latin typeface="Cambria Math" panose="02040503050406030204" pitchFamily="18" charset="0"/>
                            </a:rPr>
                            <m:t>∞</m:t>
                          </m:r>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𝑓</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𝜏</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𝑓</m:t>
                              </m:r>
                            </m:e>
                            <m:sub>
                              <m:r>
                                <a:rPr lang="zh-CN" altLang="en-US" sz="2400" i="1">
                                  <a:solidFill>
                                    <a:srgbClr val="000000"/>
                                  </a:solidFill>
                                  <a:latin typeface="Cambria Math" panose="02040503050406030204" pitchFamily="18" charset="0"/>
                                </a:rPr>
                                <m:t>2</m:t>
                              </m:r>
                            </m:sub>
                          </m:sSub>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𝜏</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𝑑</m:t>
                          </m:r>
                          <m:r>
                            <a:rPr lang="zh-CN" altLang="en-US" sz="2400" i="1">
                              <a:solidFill>
                                <a:srgbClr val="000000"/>
                              </a:solidFill>
                              <a:latin typeface="Cambria Math" panose="02040503050406030204" pitchFamily="18" charset="0"/>
                            </a:rPr>
                            <m:t>𝜏</m:t>
                          </m:r>
                        </m:e>
                      </m:nary>
                    </m:oMath>
                  </m:oMathPara>
                </a14:m>
                <a:endParaRPr lang="zh-CN" altLang="en-US" sz="2400" dirty="0"/>
              </a:p>
            </p:txBody>
          </p:sp>
        </mc:Choice>
        <mc:Fallback>
          <p:sp>
            <p:nvSpPr>
              <p:cNvPr id="6" name="矩形 5"/>
              <p:cNvSpPr>
                <a:spLocks noRot="1" noChangeAspect="1" noMove="1" noResize="1" noEditPoints="1" noAdjustHandles="1" noChangeArrowheads="1" noChangeShapeType="1" noTextEdit="1"/>
              </p:cNvSpPr>
              <p:nvPr/>
            </p:nvSpPr>
            <p:spPr>
              <a:xfrm>
                <a:off x="3753725" y="629459"/>
                <a:ext cx="2559268" cy="889154"/>
              </a:xfrm>
              <a:prstGeom prst="rect">
                <a:avLst/>
              </a:prstGeom>
              <a:blipFill rotWithShape="1">
                <a:blip r:embed="rId4"/>
                <a:stretch>
                  <a:fillRect l="-9" t="-20" r="-12735"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339740" y="757565"/>
                <a:ext cx="1441420"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证明：</m:t>
                      </m:r>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339740" y="757565"/>
                <a:ext cx="1441420" cy="523220"/>
              </a:xfrm>
              <a:prstGeom prst="rect">
                <a:avLst/>
              </a:prstGeom>
              <a:blipFill rotWithShape="1">
                <a:blip r:embed="rId5"/>
                <a:stretch>
                  <a:fillRect l="-1" t="-2" r="43" b="119"/>
                </a:stretch>
              </a:blipFill>
            </p:spPr>
            <p:txBody>
              <a:bodyPr/>
              <a:lstStyle/>
              <a:p>
                <a:r>
                  <a:rPr lang="zh-CN" altLang="en-US">
                    <a:noFill/>
                  </a:rPr>
                  <a:t> </a:t>
                </a:r>
              </a:p>
            </p:txBody>
          </p:sp>
        </mc:Fallback>
      </mc:AlternateContent>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138990"/>
    </mc:Choice>
    <mc:Fallback>
      <p:transition spd="slow" advTm="138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60775">
                                            <p:txEl>
                                              <p:pRg st="0" end="0"/>
                                            </p:txEl>
                                          </p:spTgt>
                                        </p:tgtEl>
                                        <p:attrNameLst>
                                          <p:attrName>style.visibility</p:attrName>
                                        </p:attrNameLst>
                                      </p:cBhvr>
                                      <p:to>
                                        <p:strVal val="visible"/>
                                      </p:to>
                                    </p:set>
                                    <p:anim calcmode="lin" valueType="num">
                                      <p:cBhvr additive="base">
                                        <p:cTn id="7" dur="500" fill="hold"/>
                                        <p:tgtEl>
                                          <p:spTgt spid="1607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7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EFC023C5-E499-4700-8E14-1044602ED6CA}" type="datetime1">
              <a:rPr lang="zh-CN" altLang="en-US"/>
            </a:fld>
            <a:endParaRPr lang="zh-CN" altLang="en-US"/>
          </a:p>
        </p:txBody>
      </p:sp>
      <p:sp>
        <p:nvSpPr>
          <p:cNvPr id="302082" name="Text Box 2"/>
          <p:cNvSpPr txBox="1">
            <a:spLocks noChangeArrowheads="1"/>
          </p:cNvSpPr>
          <p:nvPr/>
        </p:nvSpPr>
        <p:spPr bwMode="auto">
          <a:xfrm>
            <a:off x="656514" y="392907"/>
            <a:ext cx="172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dirty="0">
                <a:latin typeface="Tahoma" panose="020B0604030504040204" pitchFamily="34" charset="0"/>
                <a:ea typeface="宋体" panose="02010600030101010101" pitchFamily="2" charset="-122"/>
              </a:rPr>
              <a:t>证：</a:t>
            </a:r>
            <a:endParaRPr kumimoji="1" lang="zh-CN" altLang="en-US" sz="2400" b="1" dirty="0">
              <a:latin typeface="Tahoma" panose="020B060403050404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302083" name="Object 3"/>
              <p:cNvSpPr txBox="1"/>
              <p:nvPr/>
            </p:nvSpPr>
            <p:spPr bwMode="auto">
              <a:xfrm>
                <a:off x="1371599" y="498557"/>
                <a:ext cx="7488621" cy="636560"/>
              </a:xfrm>
              <a:prstGeom prst="rect">
                <a:avLst/>
              </a:prstGeom>
              <a:noFill/>
              <a:ln>
                <a:noFill/>
              </a:ln>
              <a:effectLst/>
            </p:spPr>
            <p:txBody>
              <a:bodyPr>
                <a:normAutofit fontScale="85000" lnSpcReduction="10000"/>
              </a:bodyPr>
              <a:lstStyle/>
              <a:p>
                <a14:m>
                  <m:oMath xmlns:m="http://schemas.openxmlformats.org/officeDocument/2006/math">
                    <m:f>
                      <m:fPr>
                        <m:ctrlPr>
                          <a:rPr lang="zh-CN" altLang="en-US" i="1" smtClean="0">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a:rPr lang="zh-CN" altLang="en-US" i="0">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F</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F</m:t>
                        </m:r>
                      </m:e>
                      <m:sub>
                        <m:r>
                          <a:rPr lang="zh-CN" altLang="en-US" i="0">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oMath>
                </a14:m>
                <a:r>
                  <a:rPr lang="zh-CN" altLang="en-US" dirty="0">
                    <a:solidFill>
                      <a:srgbClr val="000000"/>
                    </a:solidFill>
                  </a:rPr>
                  <a:t> </a:t>
                </a:r>
                <a14:m>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a:solidFill>
                              <a:srgbClr val="000000"/>
                            </a:solidFill>
                            <a:latin typeface="Cambria Math" panose="02040503050406030204" pitchFamily="18" charset="0"/>
                          </a:rPr>
                          <m:t>1</m:t>
                        </m:r>
                      </m:num>
                      <m:den>
                        <m:r>
                          <a:rPr lang="zh-CN" altLang="en-US">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r>
                      <a:rPr lang="en-US" altLang="zh-CN" b="0" i="1" smtClean="0">
                        <a:solidFill>
                          <a:srgbClr val="000000"/>
                        </a:solidFill>
                        <a:latin typeface="Cambria Math" panose="02040503050406030204" pitchFamily="18" charset="0"/>
                      </a:rPr>
                      <m:t> </m:t>
                    </m:r>
                    <m:f>
                      <m:fPr>
                        <m:ctrlPr>
                          <a:rPr lang="zh-CN" altLang="en-US" i="1">
                            <a:solidFill>
                              <a:srgbClr val="000000"/>
                            </a:solidFill>
                            <a:latin typeface="Cambria Math" panose="02040503050406030204" pitchFamily="18" charset="0"/>
                          </a:rPr>
                        </m:ctrlPr>
                      </m:fPr>
                      <m:num>
                        <m:r>
                          <a:rPr lang="zh-CN" altLang="en-US">
                            <a:solidFill>
                              <a:srgbClr val="000000"/>
                            </a:solidFill>
                            <a:latin typeface="Cambria Math" panose="02040503050406030204" pitchFamily="18" charset="0"/>
                          </a:rPr>
                          <m:t>1</m:t>
                        </m:r>
                      </m:num>
                      <m:den>
                        <m:r>
                          <a:rPr lang="zh-CN" altLang="en-US">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en-US" altLang="zh-CN" i="1" smtClean="0">
                            <a:solidFill>
                              <a:schemeClr val="tx1"/>
                            </a:solidFill>
                            <a:latin typeface="Cambria Math" panose="02040503050406030204" pitchFamily="18" charset="0"/>
                          </a:rPr>
                          <m:t> </m:t>
                        </m:r>
                        <m:r>
                          <a:rPr lang="zh-CN" altLang="en-US" i="1">
                            <a:solidFill>
                              <a:schemeClr val="tx1"/>
                            </a:solidFill>
                            <a:latin typeface="Cambria Math" panose="02040503050406030204" pitchFamily="18" charset="0"/>
                          </a:rPr>
                          <m:t>[</m:t>
                        </m:r>
                        <m:sSub>
                          <m:sSubPr>
                            <m:ctrlPr>
                              <a:rPr lang="zh-CN" altLang="en-US" i="1" smtClean="0">
                                <a:solidFill>
                                  <a:srgbClr val="0000FF"/>
                                </a:solidFill>
                                <a:latin typeface="Cambria Math" panose="02040503050406030204" pitchFamily="18" charset="0"/>
                              </a:rPr>
                            </m:ctrlPr>
                          </m:sSubPr>
                          <m:e>
                            <m:r>
                              <m:rPr>
                                <m:sty m:val="p"/>
                              </m:rPr>
                              <a:rPr lang="zh-CN" altLang="en-US">
                                <a:solidFill>
                                  <a:srgbClr val="0000FF"/>
                                </a:solidFill>
                                <a:latin typeface="Cambria Math" panose="02040503050406030204" pitchFamily="18" charset="0"/>
                              </a:rPr>
                              <m:t>F</m:t>
                            </m:r>
                          </m:e>
                          <m:sub>
                            <m:r>
                              <a:rPr lang="zh-CN" altLang="en-US">
                                <a:solidFill>
                                  <a:srgbClr val="0000FF"/>
                                </a:solidFill>
                                <a:latin typeface="Cambria Math" panose="02040503050406030204" pitchFamily="18" charset="0"/>
                              </a:rPr>
                              <m:t>1</m:t>
                            </m:r>
                          </m:sub>
                        </m:sSub>
                        <m:d>
                          <m:dPr>
                            <m:ctrlPr>
                              <a:rPr lang="zh-CN" altLang="en-US" i="1">
                                <a:solidFill>
                                  <a:srgbClr val="0000FF"/>
                                </a:solidFill>
                                <a:latin typeface="Cambria Math" panose="02040503050406030204" pitchFamily="18" charset="0"/>
                              </a:rPr>
                            </m:ctrlPr>
                          </m:dPr>
                          <m:e>
                            <m:r>
                              <m:rPr>
                                <m:sty m:val="p"/>
                              </m:rPr>
                              <a:rPr lang="zh-CN" altLang="en-US">
                                <a:solidFill>
                                  <a:srgbClr val="0000FF"/>
                                </a:solidFill>
                                <a:latin typeface="Cambria Math" panose="02040503050406030204" pitchFamily="18" charset="0"/>
                              </a:rPr>
                              <m:t>j</m:t>
                            </m:r>
                            <m:r>
                              <a:rPr lang="zh-CN" altLang="en-US" i="1">
                                <a:solidFill>
                                  <a:srgbClr val="0000FF"/>
                                </a:solidFill>
                                <a:latin typeface="Cambria Math" panose="02040503050406030204" pitchFamily="18" charset="0"/>
                              </a:rPr>
                              <m:t>𝜔</m:t>
                            </m:r>
                          </m:e>
                        </m:d>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m:rPr>
                                <m:sty m:val="p"/>
                              </m:rPr>
                              <a:rPr lang="zh-CN" altLang="en-US">
                                <a:solidFill>
                                  <a:srgbClr val="0000FF"/>
                                </a:solidFill>
                                <a:latin typeface="Cambria Math" panose="02040503050406030204" pitchFamily="18" charset="0"/>
                              </a:rPr>
                              <m:t>F</m:t>
                            </m:r>
                          </m:e>
                          <m:sub>
                            <m:r>
                              <a:rPr lang="zh-CN" altLang="en-US">
                                <a:solidFill>
                                  <a:srgbClr val="0000FF"/>
                                </a:solidFill>
                                <a:latin typeface="Cambria Math" panose="02040503050406030204" pitchFamily="18" charset="0"/>
                              </a:rPr>
                              <m:t>2</m:t>
                            </m:r>
                          </m:sub>
                        </m:sSub>
                        <m:d>
                          <m:dPr>
                            <m:ctrlPr>
                              <a:rPr lang="zh-CN" altLang="en-US" i="1">
                                <a:solidFill>
                                  <a:srgbClr val="0000FF"/>
                                </a:solidFill>
                                <a:latin typeface="Cambria Math" panose="02040503050406030204" pitchFamily="18" charset="0"/>
                              </a:rPr>
                            </m:ctrlPr>
                          </m:dPr>
                          <m:e>
                            <m:r>
                              <m:rPr>
                                <m:sty m:val="p"/>
                              </m:rPr>
                              <a:rPr lang="zh-CN" altLang="en-US">
                                <a:solidFill>
                                  <a:srgbClr val="0000FF"/>
                                </a:solidFill>
                                <a:latin typeface="Cambria Math" panose="02040503050406030204" pitchFamily="18" charset="0"/>
                              </a:rPr>
                              <m:t>j</m:t>
                            </m:r>
                            <m:r>
                              <a:rPr lang="zh-CN" altLang="en-US" i="1">
                                <a:solidFill>
                                  <a:srgbClr val="0000FF"/>
                                </a:solidFill>
                                <a:latin typeface="Cambria Math" panose="02040503050406030204" pitchFamily="18" charset="0"/>
                              </a:rPr>
                              <m:t>𝜔</m:t>
                            </m:r>
                          </m:e>
                        </m:d>
                        <m:r>
                          <a:rPr lang="en-US" altLang="zh-CN" b="0" i="1" smtClean="0">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a:solidFill>
                                  <a:srgbClr val="000000"/>
                                </a:solidFill>
                                <a:latin typeface="Cambria Math" panose="02040503050406030204" pitchFamily="18" charset="0"/>
                              </a:rPr>
                              <m:t>e</m:t>
                            </m:r>
                          </m:e>
                          <m:sup>
                            <m:r>
                              <m:rPr>
                                <m:sty m:val="p"/>
                              </m:rPr>
                              <a:rPr lang="zh-CN" altLang="en-US">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r>
                              <m:rPr>
                                <m:sty m:val="p"/>
                              </m:rPr>
                              <a:rPr lang="zh-CN" altLang="en-US">
                                <a:solidFill>
                                  <a:srgbClr val="000000"/>
                                </a:solidFill>
                                <a:latin typeface="Cambria Math" panose="02040503050406030204" pitchFamily="18" charset="0"/>
                              </a:rPr>
                              <m:t>t</m:t>
                            </m:r>
                          </m:sup>
                        </m:sSup>
                        <m:r>
                          <m:rPr>
                            <m:sty m:val="p"/>
                          </m:rPr>
                          <a:rPr lang="zh-CN" altLang="en-US">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𝜔</m:t>
                        </m:r>
                      </m:e>
                    </m:nary>
                  </m:oMath>
                </a14:m>
                <a:endParaRPr lang="zh-CN" altLang="en-US" dirty="0"/>
              </a:p>
            </p:txBody>
          </p:sp>
        </mc:Choice>
        <mc:Fallback>
          <p:sp>
            <p:nvSpPr>
              <p:cNvPr id="302083" name="Object 3"/>
              <p:cNvSpPr txBox="1">
                <a:spLocks noRot="1" noChangeAspect="1" noMove="1" noResize="1" noEditPoints="1" noAdjustHandles="1" noChangeArrowheads="1" noChangeShapeType="1" noTextEdit="1"/>
              </p:cNvSpPr>
              <p:nvPr/>
            </p:nvSpPr>
            <p:spPr bwMode="auto">
              <a:xfrm>
                <a:off x="1371599" y="498557"/>
                <a:ext cx="7488621" cy="636560"/>
              </a:xfrm>
              <a:prstGeom prst="rect">
                <a:avLst/>
              </a:prstGeom>
              <a:blipFill rotWithShape="1">
                <a:blip r:embed="rId1"/>
                <a:stretch>
                  <a:fillRect l="-8" t="-13" r="1" b="5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2084" name="Object 4"/>
              <p:cNvSpPr txBox="1"/>
              <p:nvPr/>
            </p:nvSpPr>
            <p:spPr bwMode="auto">
              <a:xfrm>
                <a:off x="1589088" y="1713871"/>
                <a:ext cx="7281863" cy="691000"/>
              </a:xfrm>
              <a:prstGeom prst="rect">
                <a:avLst/>
              </a:prstGeom>
              <a:noFill/>
              <a:ln>
                <a:noFill/>
              </a:ln>
              <a:effectLst/>
            </p:spPr>
            <p:txBody>
              <a:bodyPr>
                <a:normAutofit fontScale="92500" lnSpcReduction="10000"/>
              </a:bodyPr>
              <a:lstStyle/>
              <a:p>
                <a:r>
                  <a:rPr lang="en-US" altLang="zh-CN" dirty="0">
                    <a:solidFill>
                      <a:srgbClr val="000000"/>
                    </a:solidFill>
                  </a:rPr>
                  <a:t>=</a:t>
                </a:r>
                <a14:m>
                  <m:oMath xmlns:m="http://schemas.openxmlformats.org/officeDocument/2006/math">
                    <m:f>
                      <m:fPr>
                        <m:ctrlPr>
                          <a:rPr lang="zh-CN" altLang="en-US" i="1" smtClean="0">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0">
                                <a:solidFill>
                                  <a:srgbClr val="000000"/>
                                </a:solidFill>
                                <a:latin typeface="Cambria Math" panose="02040503050406030204" pitchFamily="18" charset="0"/>
                              </a:rPr>
                              <m:t>2</m:t>
                            </m:r>
                          </m:sup>
                        </m:sSup>
                      </m:den>
                    </m:f>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r>
                          <a:rPr lang="en-US" altLang="zh-CN" b="0" i="1" smtClean="0">
                            <a:solidFill>
                              <a:srgbClr val="000000"/>
                            </a:solidFill>
                            <a:latin typeface="Cambria Math" panose="02040503050406030204" pitchFamily="18" charset="0"/>
                          </a:rPr>
                          <m:t> </m:t>
                        </m:r>
                        <m:r>
                          <a:rPr lang="zh-CN" altLang="en-US" i="1" smtClean="0">
                            <a:solidFill>
                              <a:srgbClr val="0000FF"/>
                            </a:solidFill>
                            <a:latin typeface="Cambria Math" panose="02040503050406030204" pitchFamily="18" charset="0"/>
                          </a:rPr>
                          <m:t>[</m:t>
                        </m:r>
                      </m:e>
                    </m:nary>
                    <m:nary>
                      <m:naryPr>
                        <m:limLoc m:val="undOvr"/>
                        <m:ctrlPr>
                          <a:rPr lang="zh-CN" altLang="en-US" i="1" smtClean="0">
                            <a:solidFill>
                              <a:srgbClr val="0000FF"/>
                            </a:solidFill>
                            <a:latin typeface="Cambria Math" panose="02040503050406030204" pitchFamily="18" charset="0"/>
                          </a:rPr>
                        </m:ctrlPr>
                      </m:naryPr>
                      <m:sub>
                        <m:r>
                          <a:rPr lang="zh-CN" altLang="en-US" i="1">
                            <a:solidFill>
                              <a:srgbClr val="0000FF"/>
                            </a:solidFill>
                            <a:latin typeface="Cambria Math" panose="02040503050406030204" pitchFamily="18" charset="0"/>
                          </a:rPr>
                          <m:t>−∞</m:t>
                        </m:r>
                      </m:sub>
                      <m:sup>
                        <m:r>
                          <a:rPr lang="zh-CN" altLang="en-US" i="1">
                            <a:solidFill>
                              <a:srgbClr val="0000FF"/>
                            </a:solidFill>
                            <a:latin typeface="Cambria Math" panose="02040503050406030204" pitchFamily="18" charset="0"/>
                          </a:rPr>
                          <m:t>∞</m:t>
                        </m:r>
                      </m:sup>
                      <m:e>
                        <m:sSub>
                          <m:sSubPr>
                            <m:ctrlPr>
                              <a:rPr lang="zh-CN" altLang="en-US" i="1">
                                <a:solidFill>
                                  <a:srgbClr val="0000FF"/>
                                </a:solidFill>
                                <a:latin typeface="Cambria Math" panose="02040503050406030204" pitchFamily="18" charset="0"/>
                              </a:rPr>
                            </m:ctrlPr>
                          </m:sSubPr>
                          <m:e>
                            <m:r>
                              <m:rPr>
                                <m:sty m:val="p"/>
                              </m:rPr>
                              <a:rPr lang="zh-CN" altLang="en-US" i="0">
                                <a:solidFill>
                                  <a:srgbClr val="0000FF"/>
                                </a:solidFill>
                                <a:latin typeface="Cambria Math" panose="02040503050406030204" pitchFamily="18" charset="0"/>
                              </a:rPr>
                              <m:t>F</m:t>
                            </m:r>
                          </m:e>
                          <m:sub>
                            <m:r>
                              <a:rPr lang="zh-CN" altLang="en-US" i="0">
                                <a:solidFill>
                                  <a:srgbClr val="0000FF"/>
                                </a:solidFill>
                                <a:latin typeface="Cambria Math" panose="02040503050406030204" pitchFamily="18" charset="0"/>
                              </a:rPr>
                              <m:t>1</m:t>
                            </m:r>
                          </m:sub>
                        </m:sSub>
                        <m:r>
                          <a:rPr lang="zh-CN" altLang="en-US" i="1">
                            <a:solidFill>
                              <a:srgbClr val="0000FF"/>
                            </a:solidFill>
                            <a:latin typeface="Cambria Math" panose="02040503050406030204" pitchFamily="18" charset="0"/>
                          </a:rPr>
                          <m:t>(</m:t>
                        </m:r>
                        <m:r>
                          <m:rPr>
                            <m:nor/>
                          </m:rPr>
                          <a:rPr lang="zh-CN" altLang="en-US" i="0">
                            <a:solidFill>
                              <a:srgbClr val="0000FF"/>
                            </a:solidFill>
                            <a:latin typeface="Cambria Math" panose="02040503050406030204" pitchFamily="18" charset="0"/>
                          </a:rPr>
                          <m:t>jx</m:t>
                        </m:r>
                        <m:r>
                          <a:rPr lang="zh-CN" altLang="en-US" i="1">
                            <a:solidFill>
                              <a:srgbClr val="0000FF"/>
                            </a:solidFill>
                            <a:latin typeface="Cambria Math" panose="02040503050406030204" pitchFamily="18" charset="0"/>
                          </a:rPr>
                          <m:t>)</m:t>
                        </m:r>
                        <m:sSub>
                          <m:sSubPr>
                            <m:ctrlPr>
                              <a:rPr lang="zh-CN" altLang="en-US" i="1">
                                <a:solidFill>
                                  <a:srgbClr val="0000FF"/>
                                </a:solidFill>
                                <a:latin typeface="Cambria Math" panose="02040503050406030204" pitchFamily="18" charset="0"/>
                              </a:rPr>
                            </m:ctrlPr>
                          </m:sSubPr>
                          <m:e>
                            <m:r>
                              <m:rPr>
                                <m:sty m:val="p"/>
                              </m:rPr>
                              <a:rPr lang="zh-CN" altLang="en-US" i="0">
                                <a:solidFill>
                                  <a:srgbClr val="0000FF"/>
                                </a:solidFill>
                                <a:latin typeface="Cambria Math" panose="02040503050406030204" pitchFamily="18" charset="0"/>
                              </a:rPr>
                              <m:t>F</m:t>
                            </m:r>
                          </m:e>
                          <m:sub>
                            <m:r>
                              <a:rPr lang="zh-CN" altLang="en-US" i="0">
                                <a:solidFill>
                                  <a:srgbClr val="0000FF"/>
                                </a:solidFill>
                                <a:latin typeface="Cambria Math" panose="02040503050406030204" pitchFamily="18" charset="0"/>
                              </a:rPr>
                              <m:t>2</m:t>
                            </m:r>
                          </m:sub>
                        </m:sSub>
                        <m:r>
                          <a:rPr lang="en-US" altLang="zh-CN" b="0" i="1" smtClean="0">
                            <a:solidFill>
                              <a:srgbClr val="0000FF"/>
                            </a:solidFill>
                            <a:latin typeface="Cambria Math" panose="02040503050406030204" pitchFamily="18" charset="0"/>
                          </a:rPr>
                          <m:t>(</m:t>
                        </m:r>
                        <m:r>
                          <m:rPr>
                            <m:sty m:val="p"/>
                          </m:rPr>
                          <a:rPr lang="zh-CN" altLang="en-US" i="0">
                            <a:solidFill>
                              <a:srgbClr val="0000FF"/>
                            </a:solidFill>
                            <a:latin typeface="Cambria Math" panose="02040503050406030204" pitchFamily="18" charset="0"/>
                          </a:rPr>
                          <m:t>j</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𝜔</m:t>
                        </m:r>
                        <m:r>
                          <m:rPr>
                            <m:nor/>
                          </m:rPr>
                          <a:rPr lang="zh-CN" altLang="en-US" i="0">
                            <a:solidFill>
                              <a:srgbClr val="0000FF"/>
                            </a:solidFill>
                            <a:latin typeface="Cambria Math" panose="02040503050406030204" pitchFamily="18" charset="0"/>
                          </a:rPr>
                          <m:t>−</m:t>
                        </m:r>
                        <m:r>
                          <m:rPr>
                            <m:nor/>
                          </m:rPr>
                          <a:rPr lang="zh-CN" altLang="en-US" i="0">
                            <a:solidFill>
                              <a:srgbClr val="0000FF"/>
                            </a:solidFill>
                            <a:latin typeface="Cambria Math" panose="02040503050406030204" pitchFamily="18" charset="0"/>
                          </a:rPr>
                          <m:t>x</m:t>
                        </m:r>
                        <m:r>
                          <a:rPr lang="zh-CN" altLang="en-US" i="1">
                            <a:solidFill>
                              <a:srgbClr val="0000FF"/>
                            </a:solidFill>
                            <a:latin typeface="Cambria Math" panose="02040503050406030204" pitchFamily="18" charset="0"/>
                          </a:rPr>
                          <m:t>)</m:t>
                        </m:r>
                        <m:r>
                          <m:rPr>
                            <m:nor/>
                          </m:rPr>
                          <a:rPr lang="en-US" altLang="zh-CN" b="0" i="0" smtClean="0">
                            <a:solidFill>
                              <a:srgbClr val="0000FF"/>
                            </a:solidFill>
                            <a:latin typeface="Cambria Math" panose="02040503050406030204" pitchFamily="18" charset="0"/>
                          </a:rPr>
                          <m:t>)</m:t>
                        </m:r>
                        <m:r>
                          <m:rPr>
                            <m:nor/>
                          </m:rPr>
                          <a:rPr lang="zh-CN" altLang="en-US" i="0">
                            <a:solidFill>
                              <a:srgbClr val="0000FF"/>
                            </a:solidFill>
                            <a:latin typeface="Cambria Math" panose="02040503050406030204" pitchFamily="18" charset="0"/>
                          </a:rPr>
                          <m:t>dx</m:t>
                        </m:r>
                        <m:r>
                          <a:rPr lang="zh-CN" altLang="en-US" i="1">
                            <a:solidFill>
                              <a:srgbClr val="0000FF"/>
                            </a:solidFill>
                            <a:latin typeface="Cambria Math" panose="02040503050406030204" pitchFamily="18" charset="0"/>
                          </a:rPr>
                          <m:t>]</m:t>
                        </m:r>
                      </m:e>
                    </m:nary>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e</m:t>
                        </m:r>
                      </m:e>
                      <m:sup>
                        <m:r>
                          <m:rPr>
                            <m:sty m:val="p"/>
                          </m:rPr>
                          <a:rPr lang="zh-CN" altLang="en-US" i="0">
                            <a:solidFill>
                              <a:srgbClr val="000000"/>
                            </a:solidFill>
                            <a:latin typeface="Cambria Math" panose="02040503050406030204" pitchFamily="18" charset="0"/>
                          </a:rPr>
                          <m:t>j</m:t>
                        </m:r>
                        <m:r>
                          <a:rPr lang="zh-CN" altLang="en-US" i="1">
                            <a:solidFill>
                              <a:srgbClr val="000000"/>
                            </a:solidFill>
                            <a:latin typeface="Cambria Math" panose="02040503050406030204" pitchFamily="18" charset="0"/>
                          </a:rPr>
                          <m:t>𝜔</m:t>
                        </m:r>
                        <m:r>
                          <m:rPr>
                            <m:sty m:val="p"/>
                          </m:rPr>
                          <a:rPr lang="zh-CN" altLang="en-US" i="0">
                            <a:solidFill>
                              <a:srgbClr val="000000"/>
                            </a:solidFill>
                            <a:latin typeface="Cambria Math" panose="02040503050406030204" pitchFamily="18" charset="0"/>
                          </a:rPr>
                          <m:t>t</m:t>
                        </m:r>
                      </m:sup>
                    </m:sSup>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𝜔</m:t>
                    </m:r>
                  </m:oMath>
                </a14:m>
                <a:endParaRPr lang="zh-CN" altLang="en-US" dirty="0"/>
              </a:p>
            </p:txBody>
          </p:sp>
        </mc:Choice>
        <mc:Fallback>
          <p:sp>
            <p:nvSpPr>
              <p:cNvPr id="302084" name="Object 4"/>
              <p:cNvSpPr txBox="1">
                <a:spLocks noRot="1" noChangeAspect="1" noMove="1" noResize="1" noEditPoints="1" noAdjustHandles="1" noChangeArrowheads="1" noChangeShapeType="1" noTextEdit="1"/>
              </p:cNvSpPr>
              <p:nvPr/>
            </p:nvSpPr>
            <p:spPr bwMode="auto">
              <a:xfrm>
                <a:off x="1589088" y="1713871"/>
                <a:ext cx="7281863" cy="691000"/>
              </a:xfrm>
              <a:prstGeom prst="rect">
                <a:avLst/>
              </a:prstGeom>
              <a:blipFill rotWithShape="1">
                <a:blip r:embed="rId2"/>
                <a:stretch>
                  <a:fillRect l="-4" t="-1" b="1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2085" name="Object 5"/>
              <p:cNvSpPr txBox="1"/>
              <p:nvPr/>
            </p:nvSpPr>
            <p:spPr bwMode="auto">
              <a:xfrm>
                <a:off x="1520907" y="2481262"/>
                <a:ext cx="7200900" cy="1150938"/>
              </a:xfrm>
              <a:prstGeom prst="rect">
                <a:avLst/>
              </a:prstGeom>
              <a:noFill/>
              <a:ln>
                <a:noFill/>
              </a:ln>
              <a:effectLst/>
            </p:spPr>
            <p:txBody>
              <a:bodyPr>
                <a:normAutofit fontScale="77500" lnSpcReduction="20000"/>
              </a:bodyPr>
              <a:lstStyle/>
              <a:p>
                <a14:m>
                  <m:oMathPara xmlns:m="http://schemas.openxmlformats.org/officeDocument/2006/math">
                    <m:oMathParaPr>
                      <m:jc m:val="left"/>
                    </m:oMathParaPr>
                    <m:oMath xmlns:m="http://schemas.openxmlformats.org/officeDocument/2006/math">
                      <m:r>
                        <a:rPr lang="en-US" altLang="zh-CN"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0">
                                  <a:solidFill>
                                    <a:srgbClr val="000000"/>
                                  </a:solidFill>
                                  <a:latin typeface="Cambria Math" panose="02040503050406030204" pitchFamily="18" charset="0"/>
                                </a:rPr>
                                <m:t>2</m:t>
                              </m:r>
                            </m:sup>
                          </m:sSup>
                        </m:den>
                      </m:f>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F</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jx</m:t>
                          </m:r>
                          <m:r>
                            <a:rPr lang="zh-CN" altLang="en-US" i="1">
                              <a:solidFill>
                                <a:srgbClr val="000000"/>
                              </a:solidFill>
                              <a:latin typeface="Cambria Math" panose="02040503050406030204" pitchFamily="18" charset="0"/>
                            </a:rPr>
                            <m:t>)</m:t>
                          </m:r>
                        </m:e>
                      </m:nary>
                      <m:r>
                        <a:rPr lang="en-US" altLang="zh-CN" b="0" i="1" smtClean="0">
                          <a:solidFill>
                            <a:srgbClr val="FF3300"/>
                          </a:solidFill>
                          <a:latin typeface="Cambria Math" panose="02040503050406030204" pitchFamily="18" charset="0"/>
                        </a:rPr>
                        <m:t>[</m:t>
                      </m:r>
                      <m:nary>
                        <m:naryPr>
                          <m:limLoc m:val="undOvr"/>
                          <m:ctrlPr>
                            <a:rPr lang="zh-CN" altLang="en-US" i="1">
                              <a:solidFill>
                                <a:srgbClr val="FF3300"/>
                              </a:solidFill>
                              <a:latin typeface="Cambria Math" panose="02040503050406030204" pitchFamily="18" charset="0"/>
                            </a:rPr>
                          </m:ctrlPr>
                        </m:naryPr>
                        <m:sub>
                          <m:r>
                            <a:rPr lang="zh-CN" altLang="en-US" i="1">
                              <a:solidFill>
                                <a:srgbClr val="FF3300"/>
                              </a:solidFill>
                              <a:latin typeface="Cambria Math" panose="02040503050406030204" pitchFamily="18" charset="0"/>
                            </a:rPr>
                            <m:t>−∞</m:t>
                          </m:r>
                        </m:sub>
                        <m:sup>
                          <m:r>
                            <a:rPr lang="zh-CN" altLang="en-US" i="1">
                              <a:solidFill>
                                <a:srgbClr val="FF3300"/>
                              </a:solidFill>
                              <a:latin typeface="Cambria Math" panose="02040503050406030204" pitchFamily="18" charset="0"/>
                            </a:rPr>
                            <m:t>∞</m:t>
                          </m:r>
                        </m:sup>
                        <m:e>
                          <m:sSub>
                            <m:sSubPr>
                              <m:ctrlPr>
                                <a:rPr lang="zh-CN" altLang="en-US" i="1">
                                  <a:solidFill>
                                    <a:srgbClr val="FF3300"/>
                                  </a:solidFill>
                                  <a:latin typeface="Cambria Math" panose="02040503050406030204" pitchFamily="18" charset="0"/>
                                </a:rPr>
                              </m:ctrlPr>
                            </m:sSubPr>
                            <m:e>
                              <m:r>
                                <m:rPr>
                                  <m:sty m:val="p"/>
                                </m:rPr>
                                <a:rPr lang="zh-CN" altLang="en-US" i="0">
                                  <a:solidFill>
                                    <a:srgbClr val="FF3300"/>
                                  </a:solidFill>
                                  <a:latin typeface="Cambria Math" panose="02040503050406030204" pitchFamily="18" charset="0"/>
                                </a:rPr>
                                <m:t>F</m:t>
                              </m:r>
                            </m:e>
                            <m:sub>
                              <m:r>
                                <a:rPr lang="zh-CN" altLang="en-US" i="0">
                                  <a:solidFill>
                                    <a:srgbClr val="FF3300"/>
                                  </a:solidFill>
                                  <a:latin typeface="Cambria Math" panose="02040503050406030204" pitchFamily="18" charset="0"/>
                                </a:rPr>
                                <m:t>2</m:t>
                              </m:r>
                            </m:sub>
                          </m:sSub>
                          <m:d>
                            <m:dPr>
                              <m:begChr m:val="["/>
                              <m:endChr m:val="]"/>
                              <m:ctrlPr>
                                <a:rPr lang="zh-CN" altLang="en-US" i="1">
                                  <a:solidFill>
                                    <a:srgbClr val="FF3300"/>
                                  </a:solidFill>
                                  <a:latin typeface="Cambria Math" panose="02040503050406030204" pitchFamily="18" charset="0"/>
                                </a:rPr>
                              </m:ctrlPr>
                            </m:dPr>
                            <m:e>
                              <m:r>
                                <m:rPr>
                                  <m:sty m:val="p"/>
                                </m:rPr>
                                <a:rPr lang="zh-CN" altLang="en-US" i="0">
                                  <a:solidFill>
                                    <a:srgbClr val="FF3300"/>
                                  </a:solidFill>
                                  <a:latin typeface="Cambria Math" panose="02040503050406030204" pitchFamily="18" charset="0"/>
                                </a:rPr>
                                <m:t>j</m:t>
                              </m:r>
                              <m:d>
                                <m:dPr>
                                  <m:ctrlPr>
                                    <a:rPr lang="zh-CN" altLang="en-US" i="1">
                                      <a:solidFill>
                                        <a:srgbClr val="FF3300"/>
                                      </a:solidFill>
                                      <a:latin typeface="Cambria Math" panose="02040503050406030204" pitchFamily="18" charset="0"/>
                                    </a:rPr>
                                  </m:ctrlPr>
                                </m:dPr>
                                <m:e>
                                  <m:r>
                                    <a:rPr lang="zh-CN" altLang="en-US" i="1">
                                      <a:solidFill>
                                        <a:srgbClr val="FF3300"/>
                                      </a:solidFill>
                                      <a:latin typeface="Cambria Math" panose="02040503050406030204" pitchFamily="18" charset="0"/>
                                    </a:rPr>
                                    <m:t>𝜔</m:t>
                                  </m:r>
                                  <m:r>
                                    <m:rPr>
                                      <m:nor/>
                                    </m:rPr>
                                    <a:rPr lang="zh-CN" altLang="en-US" i="0">
                                      <a:solidFill>
                                        <a:srgbClr val="FF3300"/>
                                      </a:solidFill>
                                      <a:latin typeface="Cambria Math" panose="02040503050406030204" pitchFamily="18" charset="0"/>
                                    </a:rPr>
                                    <m:t>−</m:t>
                                  </m:r>
                                  <m:r>
                                    <m:rPr>
                                      <m:nor/>
                                    </m:rPr>
                                    <a:rPr lang="zh-CN" altLang="en-US" i="0">
                                      <a:solidFill>
                                        <a:srgbClr val="FF3300"/>
                                      </a:solidFill>
                                      <a:latin typeface="Cambria Math" panose="02040503050406030204" pitchFamily="18" charset="0"/>
                                    </a:rPr>
                                    <m:t>x</m:t>
                                  </m:r>
                                </m:e>
                              </m:d>
                            </m:e>
                          </m:d>
                        </m:e>
                      </m:nary>
                      <m:sSup>
                        <m:sSupPr>
                          <m:ctrlPr>
                            <a:rPr lang="zh-CN" altLang="en-US" i="1">
                              <a:solidFill>
                                <a:srgbClr val="FF3300"/>
                              </a:solidFill>
                              <a:latin typeface="Cambria Math" panose="02040503050406030204" pitchFamily="18" charset="0"/>
                            </a:rPr>
                          </m:ctrlPr>
                        </m:sSupPr>
                        <m:e>
                          <m:r>
                            <m:rPr>
                              <m:sty m:val="p"/>
                            </m:rPr>
                            <a:rPr lang="zh-CN" altLang="en-US" i="0">
                              <a:solidFill>
                                <a:srgbClr val="FF3300"/>
                              </a:solidFill>
                              <a:latin typeface="Cambria Math" panose="02040503050406030204" pitchFamily="18" charset="0"/>
                            </a:rPr>
                            <m:t>e</m:t>
                          </m:r>
                        </m:e>
                        <m:sup>
                          <m:r>
                            <m:rPr>
                              <m:sty m:val="p"/>
                            </m:rPr>
                            <a:rPr lang="zh-CN" altLang="en-US" i="0">
                              <a:solidFill>
                                <a:srgbClr val="FF3300"/>
                              </a:solidFill>
                              <a:latin typeface="Cambria Math" panose="02040503050406030204" pitchFamily="18" charset="0"/>
                            </a:rPr>
                            <m:t>j</m:t>
                          </m:r>
                          <m:r>
                            <a:rPr lang="zh-CN" altLang="en-US" i="1">
                              <a:solidFill>
                                <a:srgbClr val="FF3300"/>
                              </a:solidFill>
                              <a:latin typeface="Cambria Math" panose="02040503050406030204" pitchFamily="18" charset="0"/>
                            </a:rPr>
                            <m:t>𝜔</m:t>
                          </m:r>
                          <m:r>
                            <m:rPr>
                              <m:sty m:val="p"/>
                            </m:rPr>
                            <a:rPr lang="zh-CN" altLang="en-US" i="0">
                              <a:solidFill>
                                <a:srgbClr val="FF3300"/>
                              </a:solidFill>
                              <a:latin typeface="Cambria Math" panose="02040503050406030204" pitchFamily="18" charset="0"/>
                            </a:rPr>
                            <m:t>t</m:t>
                          </m:r>
                        </m:sup>
                      </m:sSup>
                      <m:r>
                        <m:rPr>
                          <m:sty m:val="p"/>
                        </m:rPr>
                        <a:rPr lang="zh-CN" altLang="en-US" i="0">
                          <a:solidFill>
                            <a:srgbClr val="FF3300"/>
                          </a:solidFill>
                          <a:latin typeface="Cambria Math" panose="02040503050406030204" pitchFamily="18" charset="0"/>
                        </a:rPr>
                        <m:t>d</m:t>
                      </m:r>
                      <m:r>
                        <a:rPr lang="zh-CN" altLang="en-US" i="1">
                          <a:solidFill>
                            <a:srgbClr val="FF3300"/>
                          </a:solidFill>
                          <a:latin typeface="Cambria Math" panose="02040503050406030204" pitchFamily="18" charset="0"/>
                        </a:rPr>
                        <m:t>𝜔</m:t>
                      </m:r>
                      <m:r>
                        <a:rPr lang="en-US" altLang="zh-CN" b="0" i="1" smtClean="0">
                          <a:solidFill>
                            <a:srgbClr val="FF3300"/>
                          </a:solidFill>
                          <a:latin typeface="Cambria Math" panose="02040503050406030204" pitchFamily="18" charset="0"/>
                        </a:rPr>
                        <m:t>]</m:t>
                      </m:r>
                      <m:r>
                        <m:rPr>
                          <m:nor/>
                        </m:rPr>
                        <a:rPr lang="zh-CN" altLang="en-US" i="0">
                          <a:solidFill>
                            <a:srgbClr val="000000"/>
                          </a:solidFill>
                          <a:latin typeface="Cambria Math" panose="02040503050406030204" pitchFamily="18" charset="0"/>
                        </a:rPr>
                        <m:t>dx</m:t>
                      </m:r>
                    </m:oMath>
                  </m:oMathPara>
                </a14:m>
                <a:endParaRPr lang="zh-CN" altLang="en-US" dirty="0"/>
              </a:p>
            </p:txBody>
          </p:sp>
        </mc:Choice>
        <mc:Fallback>
          <p:sp>
            <p:nvSpPr>
              <p:cNvPr id="302085" name="Object 5"/>
              <p:cNvSpPr txBox="1">
                <a:spLocks noRot="1" noChangeAspect="1" noMove="1" noResize="1" noEditPoints="1" noAdjustHandles="1" noChangeArrowheads="1" noChangeShapeType="1" noTextEdit="1"/>
              </p:cNvSpPr>
              <p:nvPr/>
            </p:nvSpPr>
            <p:spPr bwMode="auto">
              <a:xfrm>
                <a:off x="1520907" y="2481262"/>
                <a:ext cx="7200900" cy="1150938"/>
              </a:xfrm>
              <a:prstGeom prst="rect">
                <a:avLst/>
              </a:prstGeom>
              <a:blipFill rotWithShape="1">
                <a:blip r:embed="rId3"/>
                <a:stretch>
                  <a:fillRect l="-1" t="-4000" r="1"/>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2086" name="Object 6"/>
              <p:cNvSpPr txBox="1"/>
              <p:nvPr/>
            </p:nvSpPr>
            <p:spPr bwMode="auto">
              <a:xfrm>
                <a:off x="1463675" y="4421662"/>
                <a:ext cx="4105275" cy="1152525"/>
              </a:xfrm>
              <a:prstGeom prst="rect">
                <a:avLst/>
              </a:prstGeom>
              <a:noFill/>
              <a:ln>
                <a:noFill/>
              </a:ln>
              <a:effectLst/>
            </p:spPr>
            <p:txBody>
              <a:bodyPr>
                <a:normAutofit fontScale="77500" lnSpcReduction="20000"/>
              </a:bodyPr>
              <a:lstStyle/>
              <a:p>
                <a14:m>
                  <m:oMathPara xmlns:m="http://schemas.openxmlformats.org/officeDocument/2006/math">
                    <m:oMathParaPr>
                      <m:jc m:val="left"/>
                    </m:oMathParaPr>
                    <m:oMath xmlns:m="http://schemas.openxmlformats.org/officeDocument/2006/math">
                      <m:r>
                        <a:rPr lang="en-US" altLang="zh-CN"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a:rPr lang="zh-CN" altLang="en-US" i="0">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F</m:t>
                              </m:r>
                            </m:e>
                            <m:sub>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jx</m:t>
                          </m:r>
                          <m:r>
                            <a:rPr lang="zh-CN" altLang="en-US" i="1">
                              <a:solidFill>
                                <a:srgbClr val="000000"/>
                              </a:solidFill>
                              <a:latin typeface="Cambria Math" panose="02040503050406030204" pitchFamily="18" charset="0"/>
                            </a:rPr>
                            <m:t>)</m:t>
                          </m:r>
                        </m:e>
                      </m:nary>
                      <m:sSub>
                        <m:sSubPr>
                          <m:ctrlPr>
                            <a:rPr lang="zh-CN" altLang="en-US" i="1" smtClean="0">
                              <a:solidFill>
                                <a:srgbClr val="0000FF"/>
                              </a:solidFill>
                              <a:latin typeface="Cambria Math" panose="02040503050406030204" pitchFamily="18" charset="0"/>
                            </a:rPr>
                          </m:ctrlPr>
                        </m:sSubPr>
                        <m:e>
                          <m:r>
                            <m:rPr>
                              <m:sty m:val="p"/>
                            </m:rPr>
                            <a:rPr lang="zh-CN" altLang="en-US" i="0">
                              <a:solidFill>
                                <a:srgbClr val="0000FF"/>
                              </a:solidFill>
                              <a:latin typeface="Cambria Math" panose="02040503050406030204" pitchFamily="18" charset="0"/>
                            </a:rPr>
                            <m:t>f</m:t>
                          </m:r>
                        </m:e>
                        <m:sub>
                          <m:r>
                            <a:rPr lang="zh-CN" altLang="en-US" i="0">
                              <a:solidFill>
                                <a:srgbClr val="0000FF"/>
                              </a:solidFill>
                              <a:latin typeface="Cambria Math" panose="02040503050406030204" pitchFamily="18" charset="0"/>
                            </a:rPr>
                            <m:t>2</m:t>
                          </m:r>
                        </m:sub>
                      </m:sSub>
                      <m:r>
                        <a:rPr lang="zh-CN" altLang="en-US" i="1">
                          <a:solidFill>
                            <a:srgbClr val="0000FF"/>
                          </a:solidFill>
                          <a:latin typeface="Cambria Math" panose="02040503050406030204" pitchFamily="18" charset="0"/>
                        </a:rPr>
                        <m:t>(</m:t>
                      </m:r>
                      <m:r>
                        <m:rPr>
                          <m:sty m:val="p"/>
                        </m:rPr>
                        <a:rPr lang="zh-CN" altLang="en-US" i="0">
                          <a:solidFill>
                            <a:srgbClr val="0000FF"/>
                          </a:solidFill>
                          <a:latin typeface="Cambria Math" panose="02040503050406030204" pitchFamily="18" charset="0"/>
                        </a:rPr>
                        <m:t>t</m:t>
                      </m:r>
                      <m:r>
                        <a:rPr lang="zh-CN" altLang="en-US" i="1">
                          <a:solidFill>
                            <a:srgbClr val="0000FF"/>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e</m:t>
                          </m:r>
                        </m:e>
                        <m:sup>
                          <m:r>
                            <m:rPr>
                              <m:nor/>
                            </m:rPr>
                            <a:rPr lang="zh-CN" altLang="en-US" i="0">
                              <a:solidFill>
                                <a:srgbClr val="000000"/>
                              </a:solidFill>
                              <a:latin typeface="Cambria Math" panose="02040503050406030204" pitchFamily="18" charset="0"/>
                            </a:rPr>
                            <m:t>jxt</m:t>
                          </m:r>
                        </m:sup>
                      </m:sSup>
                      <m:r>
                        <m:rPr>
                          <m:nor/>
                        </m:rPr>
                        <a:rPr lang="zh-CN" altLang="en-US" i="0">
                          <a:solidFill>
                            <a:srgbClr val="000000"/>
                          </a:solidFill>
                          <a:latin typeface="Cambria Math" panose="02040503050406030204" pitchFamily="18" charset="0"/>
                        </a:rPr>
                        <m:t>dx</m:t>
                      </m:r>
                    </m:oMath>
                  </m:oMathPara>
                </a14:m>
                <a:endParaRPr lang="zh-CN" altLang="en-US" dirty="0"/>
              </a:p>
            </p:txBody>
          </p:sp>
        </mc:Choice>
        <mc:Fallback>
          <p:sp>
            <p:nvSpPr>
              <p:cNvPr id="302086" name="Object 6"/>
              <p:cNvSpPr txBox="1">
                <a:spLocks noRot="1" noChangeAspect="1" noMove="1" noResize="1" noEditPoints="1" noAdjustHandles="1" noChangeArrowheads="1" noChangeShapeType="1" noTextEdit="1"/>
              </p:cNvSpPr>
              <p:nvPr/>
            </p:nvSpPr>
            <p:spPr bwMode="auto">
              <a:xfrm>
                <a:off x="1463675" y="4421662"/>
                <a:ext cx="4105275" cy="1152525"/>
              </a:xfrm>
              <a:prstGeom prst="rect">
                <a:avLst/>
              </a:prstGeom>
              <a:blipFill rotWithShape="1">
                <a:blip r:embed="rId4"/>
                <a:stretch>
                  <a:fillRect t="-3981" b="14"/>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2087" name="Object 7"/>
              <p:cNvSpPr txBox="1"/>
              <p:nvPr/>
            </p:nvSpPr>
            <p:spPr bwMode="auto">
              <a:xfrm>
                <a:off x="1520907" y="5289871"/>
                <a:ext cx="4228253" cy="1087438"/>
              </a:xfrm>
              <a:prstGeom prst="rect">
                <a:avLst/>
              </a:prstGeom>
              <a:noFill/>
              <a:ln>
                <a:noFill/>
              </a:ln>
              <a:effectLst/>
            </p:spPr>
            <p:txBody>
              <a:bodyPr>
                <a:normAutofit/>
              </a:bodyPr>
              <a:lstStyle/>
              <a:p>
                <a14:m>
                  <m:oMath xmlns:m="http://schemas.openxmlformats.org/officeDocument/2006/math">
                    <m:sSub>
                      <m:sSubPr>
                        <m:ctrlPr>
                          <a:rPr lang="zh-CN" altLang="en-US" sz="2400" i="1" smtClean="0">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f</m:t>
                        </m:r>
                      </m:e>
                      <m:sub>
                        <m:r>
                          <a:rPr lang="zh-CN" altLang="en-US" sz="2400" i="0">
                            <a:solidFill>
                              <a:srgbClr val="000000"/>
                            </a:solidFill>
                            <a:latin typeface="Cambria Math" panose="02040503050406030204" pitchFamily="18" charset="0"/>
                          </a:rPr>
                          <m:t>2</m:t>
                        </m:r>
                      </m:sub>
                    </m:sSub>
                    <m:d>
                      <m:dPr>
                        <m:ctrlPr>
                          <a:rPr lang="zh-CN" altLang="en-US" sz="2400" i="1">
                            <a:solidFill>
                              <a:srgbClr val="000000"/>
                            </a:solidFill>
                            <a:latin typeface="Cambria Math" panose="02040503050406030204" pitchFamily="18" charset="0"/>
                          </a:rPr>
                        </m:ctrlPr>
                      </m:dPr>
                      <m:e>
                        <m:r>
                          <m:rPr>
                            <m:sty m:val="p"/>
                          </m:rPr>
                          <a:rPr lang="zh-CN" altLang="en-US" sz="2400" i="0">
                            <a:solidFill>
                              <a:srgbClr val="000000"/>
                            </a:solidFill>
                            <a:latin typeface="Cambria Math" panose="02040503050406030204" pitchFamily="18" charset="0"/>
                          </a:rPr>
                          <m:t>t</m:t>
                        </m:r>
                      </m:e>
                    </m:d>
                    <m:r>
                      <a:rPr lang="en-US" altLang="zh-CN" sz="2400" b="0" i="1" smtClean="0">
                        <a:solidFill>
                          <a:srgbClr val="000000"/>
                        </a:solidFill>
                        <a:latin typeface="Cambria Math" panose="02040503050406030204" pitchFamily="18" charset="0"/>
                      </a:rPr>
                      <m:t>[</m:t>
                    </m:r>
                    <m:f>
                      <m:fPr>
                        <m:ctrlPr>
                          <a:rPr lang="zh-CN" altLang="en-US" sz="2400" i="1" smtClean="0">
                            <a:solidFill>
                              <a:srgbClr val="FF3300"/>
                            </a:solidFill>
                            <a:latin typeface="Cambria Math" panose="02040503050406030204" pitchFamily="18" charset="0"/>
                          </a:rPr>
                        </m:ctrlPr>
                      </m:fPr>
                      <m:num>
                        <m:r>
                          <a:rPr lang="zh-CN" altLang="en-US" sz="2400" i="0">
                            <a:solidFill>
                              <a:srgbClr val="FF3300"/>
                            </a:solidFill>
                            <a:latin typeface="Cambria Math" panose="02040503050406030204" pitchFamily="18" charset="0"/>
                          </a:rPr>
                          <m:t>1</m:t>
                        </m:r>
                      </m:num>
                      <m:den>
                        <m:r>
                          <a:rPr lang="zh-CN" altLang="en-US" sz="2400" i="0">
                            <a:solidFill>
                              <a:srgbClr val="FF3300"/>
                            </a:solidFill>
                            <a:latin typeface="Cambria Math" panose="02040503050406030204" pitchFamily="18" charset="0"/>
                          </a:rPr>
                          <m:t>2</m:t>
                        </m:r>
                        <m:r>
                          <a:rPr lang="zh-CN" altLang="en-US" sz="2400" i="1">
                            <a:solidFill>
                              <a:srgbClr val="FF3300"/>
                            </a:solidFill>
                            <a:latin typeface="Cambria Math" panose="02040503050406030204" pitchFamily="18" charset="0"/>
                          </a:rPr>
                          <m:t>𝜋</m:t>
                        </m:r>
                      </m:den>
                    </m:f>
                    <m:nary>
                      <m:naryPr>
                        <m:limLoc m:val="undOvr"/>
                        <m:ctrlPr>
                          <a:rPr lang="zh-CN" altLang="en-US" sz="2400" i="1">
                            <a:solidFill>
                              <a:srgbClr val="FF3300"/>
                            </a:solidFill>
                            <a:latin typeface="Cambria Math" panose="02040503050406030204" pitchFamily="18" charset="0"/>
                          </a:rPr>
                        </m:ctrlPr>
                      </m:naryPr>
                      <m:sub>
                        <m:r>
                          <a:rPr lang="zh-CN" altLang="en-US" sz="2400" i="1">
                            <a:solidFill>
                              <a:srgbClr val="FF3300"/>
                            </a:solidFill>
                            <a:latin typeface="Cambria Math" panose="02040503050406030204" pitchFamily="18" charset="0"/>
                          </a:rPr>
                          <m:t>−∞</m:t>
                        </m:r>
                      </m:sub>
                      <m:sup>
                        <m:r>
                          <a:rPr lang="zh-CN" altLang="en-US" sz="2400" i="1">
                            <a:solidFill>
                              <a:srgbClr val="FF3300"/>
                            </a:solidFill>
                            <a:latin typeface="Cambria Math" panose="02040503050406030204" pitchFamily="18" charset="0"/>
                          </a:rPr>
                          <m:t>∞</m:t>
                        </m:r>
                      </m:sup>
                      <m:e>
                        <m:sSub>
                          <m:sSubPr>
                            <m:ctrlPr>
                              <a:rPr lang="zh-CN" altLang="en-US" sz="2400" i="1">
                                <a:solidFill>
                                  <a:srgbClr val="FF3300"/>
                                </a:solidFill>
                                <a:latin typeface="Cambria Math" panose="02040503050406030204" pitchFamily="18" charset="0"/>
                              </a:rPr>
                            </m:ctrlPr>
                          </m:sSubPr>
                          <m:e>
                            <m:r>
                              <m:rPr>
                                <m:sty m:val="p"/>
                              </m:rPr>
                              <a:rPr lang="zh-CN" altLang="en-US" sz="2400" i="0">
                                <a:solidFill>
                                  <a:srgbClr val="FF3300"/>
                                </a:solidFill>
                                <a:latin typeface="Cambria Math" panose="02040503050406030204" pitchFamily="18" charset="0"/>
                              </a:rPr>
                              <m:t>F</m:t>
                            </m:r>
                          </m:e>
                          <m:sub>
                            <m:r>
                              <a:rPr lang="zh-CN" altLang="en-US" sz="2400" i="0">
                                <a:solidFill>
                                  <a:srgbClr val="FF3300"/>
                                </a:solidFill>
                                <a:latin typeface="Cambria Math" panose="02040503050406030204" pitchFamily="18" charset="0"/>
                              </a:rPr>
                              <m:t>1</m:t>
                            </m:r>
                          </m:sub>
                        </m:sSub>
                        <m:r>
                          <a:rPr lang="zh-CN" altLang="en-US" sz="2400" i="1">
                            <a:solidFill>
                              <a:srgbClr val="FF3300"/>
                            </a:solidFill>
                            <a:latin typeface="Cambria Math" panose="02040503050406030204" pitchFamily="18" charset="0"/>
                          </a:rPr>
                          <m:t>(</m:t>
                        </m:r>
                        <m:r>
                          <m:rPr>
                            <m:nor/>
                          </m:rPr>
                          <a:rPr lang="zh-CN" altLang="en-US" sz="2400" i="0">
                            <a:solidFill>
                              <a:srgbClr val="FF3300"/>
                            </a:solidFill>
                            <a:latin typeface="Cambria Math" panose="02040503050406030204" pitchFamily="18" charset="0"/>
                          </a:rPr>
                          <m:t>jx</m:t>
                        </m:r>
                        <m:r>
                          <a:rPr lang="zh-CN" altLang="en-US" sz="2400" i="1">
                            <a:solidFill>
                              <a:srgbClr val="FF3300"/>
                            </a:solidFill>
                            <a:latin typeface="Cambria Math" panose="02040503050406030204" pitchFamily="18" charset="0"/>
                          </a:rPr>
                          <m:t>)</m:t>
                        </m:r>
                      </m:e>
                    </m:nary>
                    <m:sSup>
                      <m:sSupPr>
                        <m:ctrlPr>
                          <a:rPr lang="zh-CN" altLang="en-US" sz="2400" i="1">
                            <a:solidFill>
                              <a:srgbClr val="FF3300"/>
                            </a:solidFill>
                            <a:latin typeface="Cambria Math" panose="02040503050406030204" pitchFamily="18" charset="0"/>
                          </a:rPr>
                        </m:ctrlPr>
                      </m:sSupPr>
                      <m:e>
                        <m:r>
                          <m:rPr>
                            <m:sty m:val="p"/>
                          </m:rPr>
                          <a:rPr lang="zh-CN" altLang="en-US" sz="2400" i="0">
                            <a:solidFill>
                              <a:srgbClr val="FF3300"/>
                            </a:solidFill>
                            <a:latin typeface="Cambria Math" panose="02040503050406030204" pitchFamily="18" charset="0"/>
                          </a:rPr>
                          <m:t>e</m:t>
                        </m:r>
                      </m:e>
                      <m:sup>
                        <m:r>
                          <m:rPr>
                            <m:nor/>
                          </m:rPr>
                          <a:rPr lang="zh-CN" altLang="en-US" sz="2400" i="0">
                            <a:solidFill>
                              <a:srgbClr val="FF3300"/>
                            </a:solidFill>
                            <a:latin typeface="Cambria Math" panose="02040503050406030204" pitchFamily="18" charset="0"/>
                          </a:rPr>
                          <m:t>jxt</m:t>
                        </m:r>
                      </m:sup>
                    </m:sSup>
                    <m:r>
                      <m:rPr>
                        <m:nor/>
                      </m:rPr>
                      <a:rPr lang="zh-CN" altLang="en-US" sz="2400" i="0">
                        <a:solidFill>
                          <a:srgbClr val="FF3300"/>
                        </a:solidFill>
                        <a:latin typeface="Cambria Math" panose="02040503050406030204" pitchFamily="18" charset="0"/>
                      </a:rPr>
                      <m:t>d</m:t>
                    </m:r>
                    <m:r>
                      <m:rPr>
                        <m:nor/>
                      </m:rPr>
                      <a:rPr lang="en-US" altLang="zh-CN" sz="2400" b="0" i="0" smtClean="0">
                        <a:solidFill>
                          <a:srgbClr val="FF3300"/>
                        </a:solidFill>
                        <a:latin typeface="Cambria Math" panose="02040503050406030204" pitchFamily="18" charset="0"/>
                      </a:rPr>
                      <m:t>x</m:t>
                    </m:r>
                  </m:oMath>
                </a14:m>
                <a:r>
                  <a:rPr lang="en-US" altLang="zh-CN" dirty="0"/>
                  <a:t>]</a:t>
                </a:r>
                <a:endParaRPr lang="zh-CN" altLang="en-US" dirty="0"/>
              </a:p>
            </p:txBody>
          </p:sp>
        </mc:Choice>
        <mc:Fallback>
          <p:sp>
            <p:nvSpPr>
              <p:cNvPr id="302087" name="Object 7"/>
              <p:cNvSpPr txBox="1">
                <a:spLocks noRot="1" noChangeAspect="1" noMove="1" noResize="1" noEditPoints="1" noAdjustHandles="1" noChangeArrowheads="1" noChangeShapeType="1" noTextEdit="1"/>
              </p:cNvSpPr>
              <p:nvPr/>
            </p:nvSpPr>
            <p:spPr bwMode="auto">
              <a:xfrm>
                <a:off x="1520907" y="5289871"/>
                <a:ext cx="4228253" cy="1087438"/>
              </a:xfrm>
              <a:prstGeom prst="rect">
                <a:avLst/>
              </a:prstGeom>
              <a:blipFill rotWithShape="1">
                <a:blip r:embed="rId5"/>
                <a:stretch>
                  <a:fillRect l="-2" t="-30" r="12"/>
                </a:stretch>
              </a:blipFill>
              <a:ln>
                <a:noFill/>
              </a:ln>
              <a:effectLst/>
            </p:spPr>
            <p:txBody>
              <a:bodyPr/>
              <a:lstStyle/>
              <a:p>
                <a:r>
                  <a:rPr lang="zh-CN" altLang="en-US">
                    <a:noFill/>
                  </a:rPr>
                  <a:t> </a:t>
                </a:r>
              </a:p>
            </p:txBody>
          </p:sp>
        </mc:Fallback>
      </mc:AlternateContent>
      <p:graphicFrame>
        <p:nvGraphicFramePr>
          <p:cNvPr id="302088" name="Object 8"/>
          <p:cNvGraphicFramePr>
            <a:graphicFrameLocks noChangeAspect="1"/>
          </p:cNvGraphicFramePr>
          <p:nvPr/>
        </p:nvGraphicFramePr>
        <p:xfrm>
          <a:off x="1463675" y="6122988"/>
          <a:ext cx="3514560" cy="682625"/>
        </p:xfrm>
        <a:graphic>
          <a:graphicData uri="http://schemas.openxmlformats.org/presentationml/2006/ole">
            <mc:AlternateContent xmlns:mc="http://schemas.openxmlformats.org/markup-compatibility/2006">
              <mc:Choice xmlns:v="urn:schemas-microsoft-com:vml" Requires="v">
                <p:oleObj spid="_x0000_s161981" name="公式" r:id="rId6" imgW="901700" imgH="241300" progId="Equation.3">
                  <p:embed/>
                </p:oleObj>
              </mc:Choice>
              <mc:Fallback>
                <p:oleObj name="公式" r:id="rId6" imgW="901700" imgH="2413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63675" y="6122988"/>
                        <a:ext cx="3514560" cy="682625"/>
                      </a:xfrm>
                      <a:prstGeom prst="rect">
                        <a:avLst/>
                      </a:prstGeom>
                      <a:solidFill>
                        <a:srgbClr val="33CC33"/>
                      </a:solid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302089" name="Object 9"/>
              <p:cNvSpPr txBox="1"/>
              <p:nvPr/>
            </p:nvSpPr>
            <p:spPr bwMode="auto">
              <a:xfrm>
                <a:off x="1520907" y="3560380"/>
                <a:ext cx="7129107" cy="1150938"/>
              </a:xfrm>
              <a:prstGeom prst="rect">
                <a:avLst/>
              </a:prstGeom>
              <a:noFill/>
              <a:ln>
                <a:noFill/>
              </a:ln>
              <a:effectLst/>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en-US" altLang="zh-CN" i="1" smtClean="0">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0">
                              <a:solidFill>
                                <a:srgbClr val="000000"/>
                              </a:solidFill>
                              <a:latin typeface="Cambria Math" panose="02040503050406030204" pitchFamily="18" charset="0"/>
                            </a:rPr>
                            <m:t>1</m:t>
                          </m:r>
                        </m:num>
                        <m:den>
                          <m:r>
                            <a:rPr lang="zh-CN" altLang="en-US" i="0" smtClean="0">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den>
                      </m:f>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F</m:t>
                              </m:r>
                            </m:e>
                            <m:sub>
                              <m:r>
                                <a:rPr lang="zh-CN" altLang="en-US" i="0">
                                  <a:solidFill>
                                    <a:srgbClr val="000000"/>
                                  </a:solidFill>
                                  <a:latin typeface="Cambria Math" panose="02040503050406030204" pitchFamily="18" charset="0"/>
                                </a:rPr>
                                <m:t>1</m:t>
                              </m:r>
                            </m:sub>
                          </m:sSub>
                          <m:d>
                            <m:dPr>
                              <m:ctrlPr>
                                <a:rPr lang="zh-CN" altLang="en-US" i="1">
                                  <a:solidFill>
                                    <a:srgbClr val="000000"/>
                                  </a:solidFill>
                                  <a:latin typeface="Cambria Math" panose="02040503050406030204" pitchFamily="18" charset="0"/>
                                </a:rPr>
                              </m:ctrlPr>
                            </m:dPr>
                            <m:e>
                              <m:r>
                                <m:rPr>
                                  <m:nor/>
                                </m:rPr>
                                <a:rPr lang="zh-CN" altLang="en-US" i="0">
                                  <a:solidFill>
                                    <a:srgbClr val="000000"/>
                                  </a:solidFill>
                                  <a:latin typeface="Cambria Math" panose="02040503050406030204" pitchFamily="18" charset="0"/>
                                </a:rPr>
                                <m:t>jx</m:t>
                              </m:r>
                            </m:e>
                          </m:d>
                        </m:e>
                      </m:nary>
                      <m:r>
                        <a:rPr lang="en-US" altLang="zh-CN" b="0" i="1" smtClean="0">
                          <a:solidFill>
                            <a:srgbClr val="000000"/>
                          </a:solidFill>
                          <a:latin typeface="Cambria Math" panose="02040503050406030204" pitchFamily="18" charset="0"/>
                        </a:rPr>
                        <m:t>[</m:t>
                      </m:r>
                      <m:f>
                        <m:fPr>
                          <m:ctrlPr>
                            <a:rPr lang="zh-CN" altLang="en-US" i="1" smtClean="0">
                              <a:solidFill>
                                <a:srgbClr val="0000FF"/>
                              </a:solidFill>
                              <a:latin typeface="Cambria Math" panose="02040503050406030204" pitchFamily="18" charset="0"/>
                            </a:rPr>
                          </m:ctrlPr>
                        </m:fPr>
                        <m:num>
                          <m:r>
                            <a:rPr lang="zh-CN" altLang="en-US">
                              <a:solidFill>
                                <a:srgbClr val="0000FF"/>
                              </a:solidFill>
                              <a:latin typeface="Cambria Math" panose="02040503050406030204" pitchFamily="18" charset="0"/>
                            </a:rPr>
                            <m:t>1</m:t>
                          </m:r>
                        </m:num>
                        <m:den>
                          <m:r>
                            <a:rPr lang="zh-CN" altLang="en-US">
                              <a:solidFill>
                                <a:srgbClr val="0000FF"/>
                              </a:solidFill>
                              <a:latin typeface="Cambria Math" panose="02040503050406030204" pitchFamily="18" charset="0"/>
                            </a:rPr>
                            <m:t>2</m:t>
                          </m:r>
                          <m:r>
                            <a:rPr lang="zh-CN" altLang="en-US" i="1">
                              <a:solidFill>
                                <a:srgbClr val="0000FF"/>
                              </a:solidFill>
                              <a:latin typeface="Cambria Math" panose="02040503050406030204" pitchFamily="18" charset="0"/>
                            </a:rPr>
                            <m:t>𝜋</m:t>
                          </m:r>
                        </m:den>
                      </m:f>
                      <m:nary>
                        <m:naryPr>
                          <m:limLoc m:val="undOvr"/>
                          <m:ctrlPr>
                            <a:rPr lang="zh-CN" altLang="en-US" i="1" smtClean="0">
                              <a:solidFill>
                                <a:srgbClr val="0000FF"/>
                              </a:solidFill>
                              <a:latin typeface="Cambria Math" panose="02040503050406030204" pitchFamily="18" charset="0"/>
                            </a:rPr>
                          </m:ctrlPr>
                        </m:naryPr>
                        <m:sub>
                          <m:r>
                            <a:rPr lang="zh-CN" altLang="en-US" i="1">
                              <a:solidFill>
                                <a:srgbClr val="0000FF"/>
                              </a:solidFill>
                              <a:latin typeface="Cambria Math" panose="02040503050406030204" pitchFamily="18" charset="0"/>
                            </a:rPr>
                            <m:t>−∞</m:t>
                          </m:r>
                        </m:sub>
                        <m:sup>
                          <m:r>
                            <a:rPr lang="zh-CN" altLang="en-US" i="1">
                              <a:solidFill>
                                <a:srgbClr val="0000FF"/>
                              </a:solidFill>
                              <a:latin typeface="Cambria Math" panose="02040503050406030204" pitchFamily="18" charset="0"/>
                            </a:rPr>
                            <m:t>∞</m:t>
                          </m:r>
                        </m:sup>
                        <m:e>
                          <m:sSub>
                            <m:sSubPr>
                              <m:ctrlPr>
                                <a:rPr lang="zh-CN" altLang="en-US" i="1">
                                  <a:solidFill>
                                    <a:srgbClr val="0000FF"/>
                                  </a:solidFill>
                                  <a:latin typeface="Cambria Math" panose="02040503050406030204" pitchFamily="18" charset="0"/>
                                </a:rPr>
                              </m:ctrlPr>
                            </m:sSubPr>
                            <m:e>
                              <m:r>
                                <m:rPr>
                                  <m:sty m:val="p"/>
                                </m:rPr>
                                <a:rPr lang="zh-CN" altLang="en-US" i="0">
                                  <a:solidFill>
                                    <a:srgbClr val="0000FF"/>
                                  </a:solidFill>
                                  <a:latin typeface="Cambria Math" panose="02040503050406030204" pitchFamily="18" charset="0"/>
                                </a:rPr>
                                <m:t>F</m:t>
                              </m:r>
                            </m:e>
                            <m:sub>
                              <m:r>
                                <a:rPr lang="zh-CN" altLang="en-US" i="0">
                                  <a:solidFill>
                                    <a:srgbClr val="0000FF"/>
                                  </a:solidFill>
                                  <a:latin typeface="Cambria Math" panose="02040503050406030204" pitchFamily="18" charset="0"/>
                                </a:rPr>
                                <m:t>2</m:t>
                              </m:r>
                            </m:sub>
                          </m:sSub>
                          <m:d>
                            <m:dPr>
                              <m:begChr m:val="["/>
                              <m:endChr m:val="]"/>
                              <m:ctrlPr>
                                <a:rPr lang="zh-CN" altLang="en-US" i="1">
                                  <a:solidFill>
                                    <a:srgbClr val="0000FF"/>
                                  </a:solidFill>
                                  <a:latin typeface="Cambria Math" panose="02040503050406030204" pitchFamily="18" charset="0"/>
                                </a:rPr>
                              </m:ctrlPr>
                            </m:dPr>
                            <m:e>
                              <m:r>
                                <m:rPr>
                                  <m:sty m:val="p"/>
                                </m:rPr>
                                <a:rPr lang="zh-CN" altLang="en-US" i="0">
                                  <a:solidFill>
                                    <a:srgbClr val="0000FF"/>
                                  </a:solidFill>
                                  <a:latin typeface="Cambria Math" panose="02040503050406030204" pitchFamily="18" charset="0"/>
                                </a:rPr>
                                <m:t>j</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𝜔</m:t>
                                  </m:r>
                                  <m:r>
                                    <m:rPr>
                                      <m:nor/>
                                    </m:rPr>
                                    <a:rPr lang="zh-CN" altLang="en-US" i="0">
                                      <a:solidFill>
                                        <a:srgbClr val="0000FF"/>
                                      </a:solidFill>
                                      <a:latin typeface="Cambria Math" panose="02040503050406030204" pitchFamily="18" charset="0"/>
                                    </a:rPr>
                                    <m:t>−</m:t>
                                  </m:r>
                                  <m:r>
                                    <m:rPr>
                                      <m:nor/>
                                    </m:rPr>
                                    <a:rPr lang="zh-CN" altLang="en-US" i="0">
                                      <a:solidFill>
                                        <a:srgbClr val="0000FF"/>
                                      </a:solidFill>
                                      <a:latin typeface="Cambria Math" panose="02040503050406030204" pitchFamily="18" charset="0"/>
                                    </a:rPr>
                                    <m:t>x</m:t>
                                  </m:r>
                                </m:e>
                              </m:d>
                            </m:e>
                          </m:d>
                        </m:e>
                      </m:nary>
                      <m:sSup>
                        <m:sSupPr>
                          <m:ctrlPr>
                            <a:rPr lang="zh-CN" altLang="en-US" i="1">
                              <a:solidFill>
                                <a:srgbClr val="0000FF"/>
                              </a:solidFill>
                              <a:latin typeface="Cambria Math" panose="02040503050406030204" pitchFamily="18" charset="0"/>
                            </a:rPr>
                          </m:ctrlPr>
                        </m:sSupPr>
                        <m:e>
                          <m:r>
                            <m:rPr>
                              <m:sty m:val="p"/>
                            </m:rPr>
                            <a:rPr lang="zh-CN" altLang="en-US" i="0">
                              <a:solidFill>
                                <a:srgbClr val="0000FF"/>
                              </a:solidFill>
                              <a:latin typeface="Cambria Math" panose="02040503050406030204" pitchFamily="18" charset="0"/>
                            </a:rPr>
                            <m:t>e</m:t>
                          </m:r>
                        </m:e>
                        <m:sup>
                          <m:r>
                            <m:rPr>
                              <m:sty m:val="p"/>
                            </m:rPr>
                            <a:rPr lang="zh-CN" altLang="en-US" i="0">
                              <a:solidFill>
                                <a:srgbClr val="0000FF"/>
                              </a:solidFill>
                              <a:latin typeface="Cambria Math" panose="02040503050406030204" pitchFamily="18" charset="0"/>
                            </a:rPr>
                            <m:t>j</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𝜔</m:t>
                              </m:r>
                              <m:r>
                                <a:rPr lang="zh-CN" altLang="en-US" i="1">
                                  <a:solidFill>
                                    <a:srgbClr val="0000FF"/>
                                  </a:solidFill>
                                  <a:latin typeface="Cambria Math" panose="02040503050406030204" pitchFamily="18" charset="0"/>
                                </a:rPr>
                                <m:t>−</m:t>
                              </m:r>
                              <m:r>
                                <m:rPr>
                                  <m:sty m:val="p"/>
                                </m:rPr>
                                <a:rPr lang="zh-CN" altLang="en-US" i="0">
                                  <a:solidFill>
                                    <a:srgbClr val="0000FF"/>
                                  </a:solidFill>
                                  <a:latin typeface="Cambria Math" panose="02040503050406030204" pitchFamily="18" charset="0"/>
                                </a:rPr>
                                <m:t>x</m:t>
                              </m:r>
                            </m:e>
                          </m:d>
                          <m:r>
                            <m:rPr>
                              <m:sty m:val="p"/>
                            </m:rPr>
                            <a:rPr lang="zh-CN" altLang="en-US" i="0">
                              <a:solidFill>
                                <a:srgbClr val="0000FF"/>
                              </a:solidFill>
                              <a:latin typeface="Cambria Math" panose="02040503050406030204" pitchFamily="18" charset="0"/>
                            </a:rPr>
                            <m:t>t</m:t>
                          </m:r>
                        </m:sup>
                      </m:sSup>
                      <m:r>
                        <m:rPr>
                          <m:sty m:val="p"/>
                        </m:rPr>
                        <a:rPr lang="zh-CN" altLang="en-US" i="0">
                          <a:solidFill>
                            <a:srgbClr val="0000FF"/>
                          </a:solidFill>
                          <a:latin typeface="Cambria Math" panose="02040503050406030204" pitchFamily="18" charset="0"/>
                        </a:rPr>
                        <m:t>d</m:t>
                      </m:r>
                      <m:d>
                        <m:dPr>
                          <m:ctrlPr>
                            <a:rPr lang="zh-CN" altLang="en-US" i="1">
                              <a:solidFill>
                                <a:srgbClr val="0000FF"/>
                              </a:solidFill>
                              <a:latin typeface="Cambria Math" panose="02040503050406030204" pitchFamily="18" charset="0"/>
                            </a:rPr>
                          </m:ctrlPr>
                        </m:dPr>
                        <m:e>
                          <m:r>
                            <a:rPr lang="zh-CN" altLang="en-US" i="1">
                              <a:solidFill>
                                <a:srgbClr val="0000FF"/>
                              </a:solidFill>
                              <a:latin typeface="Cambria Math" panose="02040503050406030204" pitchFamily="18" charset="0"/>
                            </a:rPr>
                            <m:t>𝜔</m:t>
                          </m:r>
                          <m:r>
                            <a:rPr lang="zh-CN" altLang="en-US" i="1">
                              <a:solidFill>
                                <a:srgbClr val="0000FF"/>
                              </a:solidFill>
                              <a:latin typeface="Cambria Math" panose="02040503050406030204" pitchFamily="18" charset="0"/>
                            </a:rPr>
                            <m:t>−</m:t>
                          </m:r>
                          <m:r>
                            <m:rPr>
                              <m:sty m:val="p"/>
                            </m:rPr>
                            <a:rPr lang="zh-CN" altLang="en-US" i="0">
                              <a:solidFill>
                                <a:srgbClr val="0000FF"/>
                              </a:solidFill>
                              <a:latin typeface="Cambria Math" panose="02040503050406030204" pitchFamily="18" charset="0"/>
                            </a:rPr>
                            <m:t>x</m:t>
                          </m:r>
                        </m:e>
                      </m:d>
                      <m:r>
                        <a:rPr lang="en-US" altLang="zh-CN" b="0" i="1" smtClean="0">
                          <a:solidFill>
                            <a:srgbClr val="0000FF"/>
                          </a:solidFill>
                          <a:latin typeface="Cambria Math" panose="02040503050406030204" pitchFamily="18" charset="0"/>
                        </a:rPr>
                        <m:t>  </m:t>
                      </m:r>
                      <m:r>
                        <a:rPr lang="en-US" altLang="zh-CN" b="0" i="1" smtClean="0">
                          <a:solidFill>
                            <a:srgbClr val="000000"/>
                          </a:solidFill>
                          <a:latin typeface="Cambria Math" panose="02040503050406030204" pitchFamily="18" charset="0"/>
                        </a:rPr>
                        <m:t>] </m:t>
                      </m:r>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e</m:t>
                          </m:r>
                        </m:e>
                        <m:sup>
                          <m:r>
                            <m:rPr>
                              <m:nor/>
                            </m:rPr>
                            <a:rPr lang="zh-CN" altLang="en-US" i="0">
                              <a:solidFill>
                                <a:srgbClr val="000000"/>
                              </a:solidFill>
                              <a:latin typeface="Cambria Math" panose="02040503050406030204" pitchFamily="18" charset="0"/>
                            </a:rPr>
                            <m:t>jxt</m:t>
                          </m:r>
                        </m:sup>
                      </m:sSup>
                      <m:r>
                        <m:rPr>
                          <m:nor/>
                        </m:rPr>
                        <a:rPr lang="zh-CN" altLang="en-US" i="0">
                          <a:solidFill>
                            <a:srgbClr val="000000"/>
                          </a:solidFill>
                          <a:latin typeface="Cambria Math" panose="02040503050406030204" pitchFamily="18" charset="0"/>
                        </a:rPr>
                        <m:t>dx</m:t>
                      </m:r>
                    </m:oMath>
                  </m:oMathPara>
                </a14:m>
                <a:endParaRPr lang="zh-CN" altLang="en-US" dirty="0"/>
              </a:p>
            </p:txBody>
          </p:sp>
        </mc:Choice>
        <mc:Fallback>
          <p:sp>
            <p:nvSpPr>
              <p:cNvPr id="302089" name="Object 9"/>
              <p:cNvSpPr txBox="1">
                <a:spLocks noRot="1" noChangeAspect="1" noMove="1" noResize="1" noEditPoints="1" noAdjustHandles="1" noChangeArrowheads="1" noChangeShapeType="1" noTextEdit="1"/>
              </p:cNvSpPr>
              <p:nvPr/>
            </p:nvSpPr>
            <p:spPr bwMode="auto">
              <a:xfrm>
                <a:off x="1520907" y="3560380"/>
                <a:ext cx="7129107" cy="1150938"/>
              </a:xfrm>
              <a:prstGeom prst="rect">
                <a:avLst/>
              </a:prstGeom>
              <a:blipFill rotWithShape="1">
                <a:blip r:embed="rId8"/>
                <a:stretch>
                  <a:fillRect l="-1" t="-3250" r="1" b="22"/>
                </a:stretch>
              </a:blipFill>
              <a:ln>
                <a:noFill/>
              </a:ln>
              <a:effectLst/>
            </p:spPr>
            <p:txBody>
              <a:bodyPr/>
              <a:lstStyle/>
              <a:p>
                <a:r>
                  <a:rPr lang="zh-CN" altLang="en-US">
                    <a:noFill/>
                  </a:rPr>
                  <a:t> </a:t>
                </a:r>
              </a:p>
            </p:txBody>
          </p:sp>
        </mc:Fallback>
      </mc:AlternateContent>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254422"/>
    </mc:Choice>
    <mc:Fallback>
      <p:transition spd="slow" advTm="2544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02082"/>
                                        </p:tgtEl>
                                        <p:attrNameLst>
                                          <p:attrName>style.visibility</p:attrName>
                                        </p:attrNameLst>
                                      </p:cBhvr>
                                      <p:to>
                                        <p:strVal val="visible"/>
                                      </p:to>
                                    </p:set>
                                    <p:animEffect transition="in" filter="dissolve">
                                      <p:cBhvr>
                                        <p:cTn id="7" dur="500"/>
                                        <p:tgtEl>
                                          <p:spTgt spid="30208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02084"/>
                                        </p:tgtEl>
                                        <p:attrNameLst>
                                          <p:attrName>style.visibility</p:attrName>
                                        </p:attrNameLst>
                                      </p:cBhvr>
                                      <p:to>
                                        <p:strVal val="visible"/>
                                      </p:to>
                                    </p:set>
                                    <p:animEffect transition="in" filter="fade">
                                      <p:cBhvr>
                                        <p:cTn id="12" dur="1000"/>
                                        <p:tgtEl>
                                          <p:spTgt spid="302084"/>
                                        </p:tgtEl>
                                      </p:cBhvr>
                                    </p:animEffect>
                                    <p:anim calcmode="lin" valueType="num">
                                      <p:cBhvr>
                                        <p:cTn id="13" dur="1000" fill="hold"/>
                                        <p:tgtEl>
                                          <p:spTgt spid="302084"/>
                                        </p:tgtEl>
                                        <p:attrNameLst>
                                          <p:attrName>ppt_x</p:attrName>
                                        </p:attrNameLst>
                                      </p:cBhvr>
                                      <p:tavLst>
                                        <p:tav tm="0">
                                          <p:val>
                                            <p:strVal val="#ppt_x"/>
                                          </p:val>
                                        </p:tav>
                                        <p:tav tm="100000">
                                          <p:val>
                                            <p:strVal val="#ppt_x"/>
                                          </p:val>
                                        </p:tav>
                                      </p:tavLst>
                                    </p:anim>
                                    <p:anim calcmode="lin" valueType="num">
                                      <p:cBhvr>
                                        <p:cTn id="14" dur="1000" fill="hold"/>
                                        <p:tgtEl>
                                          <p:spTgt spid="30208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2085"/>
                                        </p:tgtEl>
                                        <p:attrNameLst>
                                          <p:attrName>style.visibility</p:attrName>
                                        </p:attrNameLst>
                                      </p:cBhvr>
                                      <p:to>
                                        <p:strVal val="visible"/>
                                      </p:to>
                                    </p:set>
                                    <p:anim calcmode="lin" valueType="num">
                                      <p:cBhvr additive="base">
                                        <p:cTn id="19" dur="500" fill="hold"/>
                                        <p:tgtEl>
                                          <p:spTgt spid="302085"/>
                                        </p:tgtEl>
                                        <p:attrNameLst>
                                          <p:attrName>ppt_x</p:attrName>
                                        </p:attrNameLst>
                                      </p:cBhvr>
                                      <p:tavLst>
                                        <p:tav tm="0">
                                          <p:val>
                                            <p:strVal val="#ppt_x"/>
                                          </p:val>
                                        </p:tav>
                                        <p:tav tm="100000">
                                          <p:val>
                                            <p:strVal val="#ppt_x"/>
                                          </p:val>
                                        </p:tav>
                                      </p:tavLst>
                                    </p:anim>
                                    <p:anim calcmode="lin" valueType="num">
                                      <p:cBhvr additive="base">
                                        <p:cTn id="20" dur="500" fill="hold"/>
                                        <p:tgtEl>
                                          <p:spTgt spid="30208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2089"/>
                                        </p:tgtEl>
                                        <p:attrNameLst>
                                          <p:attrName>style.visibility</p:attrName>
                                        </p:attrNameLst>
                                      </p:cBhvr>
                                      <p:to>
                                        <p:strVal val="visible"/>
                                      </p:to>
                                    </p:set>
                                    <p:anim calcmode="lin" valueType="num">
                                      <p:cBhvr additive="base">
                                        <p:cTn id="25" dur="500" fill="hold"/>
                                        <p:tgtEl>
                                          <p:spTgt spid="302089"/>
                                        </p:tgtEl>
                                        <p:attrNameLst>
                                          <p:attrName>ppt_x</p:attrName>
                                        </p:attrNameLst>
                                      </p:cBhvr>
                                      <p:tavLst>
                                        <p:tav tm="0">
                                          <p:val>
                                            <p:strVal val="#ppt_x"/>
                                          </p:val>
                                        </p:tav>
                                        <p:tav tm="100000">
                                          <p:val>
                                            <p:strVal val="#ppt_x"/>
                                          </p:val>
                                        </p:tav>
                                      </p:tavLst>
                                    </p:anim>
                                    <p:anim calcmode="lin" valueType="num">
                                      <p:cBhvr additive="base">
                                        <p:cTn id="26" dur="500" fill="hold"/>
                                        <p:tgtEl>
                                          <p:spTgt spid="30208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2086"/>
                                        </p:tgtEl>
                                        <p:attrNameLst>
                                          <p:attrName>style.visibility</p:attrName>
                                        </p:attrNameLst>
                                      </p:cBhvr>
                                      <p:to>
                                        <p:strVal val="visible"/>
                                      </p:to>
                                    </p:set>
                                    <p:anim calcmode="lin" valueType="num">
                                      <p:cBhvr additive="base">
                                        <p:cTn id="31" dur="500" fill="hold"/>
                                        <p:tgtEl>
                                          <p:spTgt spid="302086"/>
                                        </p:tgtEl>
                                        <p:attrNameLst>
                                          <p:attrName>ppt_x</p:attrName>
                                        </p:attrNameLst>
                                      </p:cBhvr>
                                      <p:tavLst>
                                        <p:tav tm="0">
                                          <p:val>
                                            <p:strVal val="#ppt_x"/>
                                          </p:val>
                                        </p:tav>
                                        <p:tav tm="100000">
                                          <p:val>
                                            <p:strVal val="#ppt_x"/>
                                          </p:val>
                                        </p:tav>
                                      </p:tavLst>
                                    </p:anim>
                                    <p:anim calcmode="lin" valueType="num">
                                      <p:cBhvr additive="base">
                                        <p:cTn id="32" dur="500" fill="hold"/>
                                        <p:tgtEl>
                                          <p:spTgt spid="30208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2087"/>
                                        </p:tgtEl>
                                        <p:attrNameLst>
                                          <p:attrName>style.visibility</p:attrName>
                                        </p:attrNameLst>
                                      </p:cBhvr>
                                      <p:to>
                                        <p:strVal val="visible"/>
                                      </p:to>
                                    </p:set>
                                    <p:anim calcmode="lin" valueType="num">
                                      <p:cBhvr additive="base">
                                        <p:cTn id="37" dur="500" fill="hold"/>
                                        <p:tgtEl>
                                          <p:spTgt spid="302087"/>
                                        </p:tgtEl>
                                        <p:attrNameLst>
                                          <p:attrName>ppt_x</p:attrName>
                                        </p:attrNameLst>
                                      </p:cBhvr>
                                      <p:tavLst>
                                        <p:tav tm="0">
                                          <p:val>
                                            <p:strVal val="#ppt_x"/>
                                          </p:val>
                                        </p:tav>
                                        <p:tav tm="100000">
                                          <p:val>
                                            <p:strVal val="#ppt_x"/>
                                          </p:val>
                                        </p:tav>
                                      </p:tavLst>
                                    </p:anim>
                                    <p:anim calcmode="lin" valueType="num">
                                      <p:cBhvr additive="base">
                                        <p:cTn id="38" dur="500" fill="hold"/>
                                        <p:tgtEl>
                                          <p:spTgt spid="30208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02088"/>
                                        </p:tgtEl>
                                        <p:attrNameLst>
                                          <p:attrName>style.visibility</p:attrName>
                                        </p:attrNameLst>
                                      </p:cBhvr>
                                      <p:to>
                                        <p:strVal val="visible"/>
                                      </p:to>
                                    </p:set>
                                    <p:animEffect transition="in" filter="wipe(left)">
                                      <p:cBhvr>
                                        <p:cTn id="43" dur="500"/>
                                        <p:tgtEl>
                                          <p:spTgt spid="302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2" grpId="0"/>
      <p:bldP spid="302084" grpId="0"/>
      <p:bldP spid="302085" grpId="0"/>
      <p:bldP spid="302086" grpId="0"/>
      <p:bldP spid="302087" grpId="0"/>
      <p:bldP spid="302089"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554F2AF0-5C1C-402A-89CD-FFED595E92CE}" type="datetime1">
              <a:rPr lang="zh-CN" altLang="en-US"/>
            </a:fld>
            <a:endParaRPr lang="zh-CN" altLang="en-US"/>
          </a:p>
        </p:txBody>
      </p:sp>
      <p:graphicFrame>
        <p:nvGraphicFramePr>
          <p:cNvPr id="303106" name="Object 2"/>
          <p:cNvGraphicFramePr>
            <a:graphicFrameLocks noGrp="1" noChangeAspect="1"/>
          </p:cNvGraphicFramePr>
          <p:nvPr>
            <p:ph sz="quarter" idx="4294967295"/>
          </p:nvPr>
        </p:nvGraphicFramePr>
        <p:xfrm>
          <a:off x="665163" y="4581525"/>
          <a:ext cx="8299450" cy="471488"/>
        </p:xfrm>
        <a:graphic>
          <a:graphicData uri="http://schemas.openxmlformats.org/presentationml/2006/ole">
            <mc:AlternateContent xmlns:mc="http://schemas.openxmlformats.org/markup-compatibility/2006">
              <mc:Choice xmlns:v="urn:schemas-microsoft-com:vml" Requires="v">
                <p:oleObj spid="_x0000_s163117" name="公式" r:id="rId1" imgW="3606800" imgH="215900" progId="Equation.3">
                  <p:embed/>
                </p:oleObj>
              </mc:Choice>
              <mc:Fallback>
                <p:oleObj name="公式" r:id="rId1" imgW="3606800" imgH="2159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163" y="4581525"/>
                        <a:ext cx="8299450" cy="471488"/>
                      </a:xfrm>
                      <a:prstGeom prst="rect">
                        <a:avLst/>
                      </a:prstGeom>
                      <a:solidFill>
                        <a:schemeClr val="bg1"/>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03107" name="Object 3"/>
              <p:cNvSpPr txBox="1"/>
              <p:nvPr/>
            </p:nvSpPr>
            <p:spPr bwMode="auto">
              <a:xfrm>
                <a:off x="827088" y="5445125"/>
                <a:ext cx="8137525" cy="1131888"/>
              </a:xfrm>
              <a:prstGeom prst="rect">
                <a:avLst/>
              </a:prstGeom>
              <a:solidFill>
                <a:schemeClr val="bg1"/>
              </a:solidFill>
              <a:ln w="9525">
                <a:solidFill>
                  <a:srgbClr val="FF3300"/>
                </a:solidFill>
                <a:miter lim="800000"/>
              </a:ln>
              <a:effectLst>
                <a:outerShdw dist="35921" dir="2700000" algn="ctr" rotWithShape="0">
                  <a:schemeClr val="bg2"/>
                </a:outerShdw>
              </a:effectLst>
            </p:spPr>
            <p:txBody>
              <a:bodyPr>
                <a:normAutofit/>
              </a:bodyPr>
              <a:lstStyle/>
              <a:p>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解：</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的带宽为：</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2</m:t>
                          </m:r>
                        </m:sub>
                      </m:sSub>
                    </m:oMath>
                  </m:oMathPara>
                </a14:m>
                <a:endParaRPr lang="zh-CN" altLang="en-US" dirty="0"/>
              </a:p>
            </p:txBody>
          </p:sp>
        </mc:Choice>
        <mc:Fallback>
          <p:sp>
            <p:nvSpPr>
              <p:cNvPr id="303107" name="Object 3"/>
              <p:cNvSpPr txBox="1">
                <a:spLocks noRot="1" noChangeAspect="1" noMove="1" noResize="1" noEditPoints="1" noAdjustHandles="1" noChangeArrowheads="1" noChangeShapeType="1" noTextEdit="1"/>
              </p:cNvSpPr>
              <p:nvPr/>
            </p:nvSpPr>
            <p:spPr bwMode="auto">
              <a:xfrm>
                <a:off x="827088" y="5445125"/>
                <a:ext cx="8137525" cy="1131888"/>
              </a:xfrm>
              <a:prstGeom prst="rect">
                <a:avLst/>
              </a:prstGeom>
              <a:blipFill rotWithShape="1">
                <a:blip r:embed="rId3"/>
                <a:stretch>
                  <a:fillRect l="-59" t="-449" r="-371" b="-2665"/>
                </a:stretch>
              </a:blipFill>
              <a:ln w="9525">
                <a:solidFill>
                  <a:srgbClr val="FF3300"/>
                </a:solidFill>
                <a:miter lim="800000"/>
              </a:ln>
              <a:effectLst>
                <a:outerShdw dist="35921" dir="2700000" algn="ctr" rotWithShape="0">
                  <a:schemeClr val="bg2"/>
                </a:outerShdw>
              </a:effectLst>
            </p:spPr>
            <p:txBody>
              <a:bodyPr/>
              <a:lstStyle/>
              <a:p>
                <a:r>
                  <a:rPr lang="zh-CN" altLang="en-US">
                    <a:noFill/>
                  </a:rPr>
                  <a:t> </a:t>
                </a:r>
              </a:p>
            </p:txBody>
          </p:sp>
        </mc:Fallback>
      </mc:AlternateContent>
      <p:graphicFrame>
        <p:nvGraphicFramePr>
          <p:cNvPr id="162821" name="Object 4"/>
          <p:cNvGraphicFramePr>
            <a:graphicFrameLocks noChangeAspect="1"/>
          </p:cNvGraphicFramePr>
          <p:nvPr/>
        </p:nvGraphicFramePr>
        <p:xfrm>
          <a:off x="827088" y="188913"/>
          <a:ext cx="7380287" cy="820737"/>
        </p:xfrm>
        <a:graphic>
          <a:graphicData uri="http://schemas.openxmlformats.org/presentationml/2006/ole">
            <mc:AlternateContent xmlns:mc="http://schemas.openxmlformats.org/markup-compatibility/2006">
              <mc:Choice xmlns:v="urn:schemas-microsoft-com:vml" Requires="v">
                <p:oleObj spid="_x0000_s163118" name="公式" r:id="rId4" imgW="3810000" imgH="419100" progId="Equation.3">
                  <p:embed/>
                </p:oleObj>
              </mc:Choice>
              <mc:Fallback>
                <p:oleObj name="公式" r:id="rId4" imgW="3810000" imgH="4191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188913"/>
                        <a:ext cx="7380287" cy="820737"/>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303109" name="Object 5"/>
              <p:cNvSpPr txBox="1"/>
              <p:nvPr/>
            </p:nvSpPr>
            <p:spPr bwMode="auto">
              <a:xfrm>
                <a:off x="1660853" y="1257299"/>
                <a:ext cx="5559754" cy="970894"/>
              </a:xfrm>
              <a:prstGeom prst="rect">
                <a:avLst/>
              </a:prstGeom>
              <a:solidFill>
                <a:schemeClr val="bg1"/>
              </a:solidFill>
              <a:ln>
                <a:noFill/>
              </a:ln>
              <a:effectLst>
                <a:outerShdw dist="35921" dir="2700000" algn="ctr" rotWithShape="0">
                  <a:schemeClr val="bg2"/>
                </a:outerShdw>
              </a:effectLst>
            </p:spPr>
            <p:txBody>
              <a:bodyPr>
                <a:normAutofit fontScale="47500" lnSpcReduction="20000"/>
              </a:bodyPr>
              <a:lstStyle/>
              <a:p>
                <a14:m>
                  <m:oMathPara xmlns:m="http://schemas.openxmlformats.org/officeDocument/2006/math">
                    <m:oMathParaPr>
                      <m:jc m:val="left"/>
                    </m:oMathParaPr>
                    <m:oMath xmlns:m="http://schemas.openxmlformats.org/officeDocument/2006/math">
                      <m:nary>
                        <m:naryPr>
                          <m:ctrlPr>
                            <a:rPr lang="zh-CN" altLang="en-US" sz="4200" i="1" smtClean="0">
                              <a:solidFill>
                                <a:srgbClr val="000000"/>
                              </a:solidFill>
                              <a:latin typeface="Cambria Math" panose="02040503050406030204" pitchFamily="18" charset="0"/>
                            </a:rPr>
                          </m:ctrlPr>
                        </m:naryPr>
                        <m:sub>
                          <m:r>
                            <a:rPr lang="zh-CN" altLang="en-US" sz="4200" i="1">
                              <a:solidFill>
                                <a:srgbClr val="000000"/>
                              </a:solidFill>
                              <a:latin typeface="Cambria Math" panose="02040503050406030204" pitchFamily="18" charset="0"/>
                            </a:rPr>
                            <m:t>−∞</m:t>
                          </m:r>
                        </m:sub>
                        <m:sup>
                          <m:r>
                            <a:rPr lang="zh-CN" altLang="en-US" sz="4200" i="1">
                              <a:solidFill>
                                <a:srgbClr val="000000"/>
                              </a:solidFill>
                              <a:latin typeface="Cambria Math" panose="02040503050406030204" pitchFamily="18" charset="0"/>
                            </a:rPr>
                            <m:t>𝑡</m:t>
                          </m:r>
                        </m:sup>
                        <m:e>
                          <m:r>
                            <a:rPr lang="zh-CN" altLang="en-US" sz="4200" i="1">
                              <a:solidFill>
                                <a:srgbClr val="000000"/>
                              </a:solidFill>
                              <a:latin typeface="Cambria Math" panose="02040503050406030204" pitchFamily="18" charset="0"/>
                            </a:rPr>
                            <m:t>𝑔</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𝜏</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𝑑</m:t>
                          </m:r>
                          <m:r>
                            <a:rPr lang="zh-CN" altLang="en-US" sz="4200" i="1">
                              <a:solidFill>
                                <a:srgbClr val="000000"/>
                              </a:solidFill>
                              <a:latin typeface="Cambria Math" panose="02040503050406030204" pitchFamily="18" charset="0"/>
                            </a:rPr>
                            <m:t>𝜏</m:t>
                          </m:r>
                          <m:r>
                            <a:rPr lang="zh-CN" altLang="en-US" sz="4200" i="1">
                              <a:solidFill>
                                <a:srgbClr val="000000"/>
                              </a:solidFill>
                              <a:latin typeface="Cambria Math" panose="02040503050406030204" pitchFamily="18" charset="0"/>
                            </a:rPr>
                            <m:t>=</m:t>
                          </m:r>
                          <m:nary>
                            <m:naryPr>
                              <m:ctrlPr>
                                <a:rPr lang="zh-CN" altLang="en-US" sz="4200" i="1">
                                  <a:solidFill>
                                    <a:srgbClr val="000000"/>
                                  </a:solidFill>
                                  <a:latin typeface="Cambria Math" panose="02040503050406030204" pitchFamily="18" charset="0"/>
                                </a:rPr>
                              </m:ctrlPr>
                            </m:naryPr>
                            <m:sub>
                              <m:r>
                                <a:rPr lang="zh-CN" altLang="en-US" sz="4200" i="1">
                                  <a:solidFill>
                                    <a:srgbClr val="000000"/>
                                  </a:solidFill>
                                  <a:latin typeface="Cambria Math" panose="02040503050406030204" pitchFamily="18" charset="0"/>
                                </a:rPr>
                                <m:t>−∞</m:t>
                              </m:r>
                            </m:sub>
                            <m:sup>
                              <m:r>
                                <a:rPr lang="zh-CN" altLang="en-US" sz="4200" i="1">
                                  <a:solidFill>
                                    <a:srgbClr val="000000"/>
                                  </a:solidFill>
                                  <a:latin typeface="Cambria Math" panose="02040503050406030204" pitchFamily="18" charset="0"/>
                                </a:rPr>
                                <m:t>∞</m:t>
                              </m:r>
                            </m:sup>
                            <m:e>
                              <m:r>
                                <a:rPr lang="zh-CN" altLang="en-US" sz="4200" i="1">
                                  <a:solidFill>
                                    <a:srgbClr val="000000"/>
                                  </a:solidFill>
                                  <a:latin typeface="Cambria Math" panose="02040503050406030204" pitchFamily="18" charset="0"/>
                                </a:rPr>
                                <m:t>𝑔</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𝜏</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𝜀</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𝑡</m:t>
                              </m:r>
                              <m:r>
                                <a:rPr lang="en-US" altLang="zh-CN" sz="4200" b="0" i="1" smtClean="0">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𝜏</m:t>
                              </m:r>
                              <m:r>
                                <a:rPr lang="en-US" altLang="zh-CN" sz="4200" b="0" i="1" smtClean="0">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𝑑</m:t>
                              </m:r>
                              <m:r>
                                <a:rPr lang="zh-CN" altLang="en-US" sz="4200" i="1">
                                  <a:solidFill>
                                    <a:srgbClr val="000000"/>
                                  </a:solidFill>
                                  <a:latin typeface="Cambria Math" panose="02040503050406030204" pitchFamily="18" charset="0"/>
                                </a:rPr>
                                <m:t>𝜏</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𝑔</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𝑡</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𝜀</m:t>
                              </m:r>
                              <m:r>
                                <a:rPr lang="zh-CN" altLang="en-US" sz="4200" i="1">
                                  <a:solidFill>
                                    <a:srgbClr val="000000"/>
                                  </a:solidFill>
                                  <a:latin typeface="Cambria Math" panose="02040503050406030204" pitchFamily="18" charset="0"/>
                                </a:rPr>
                                <m:t>(</m:t>
                              </m:r>
                              <m:r>
                                <a:rPr lang="zh-CN" altLang="en-US" sz="4200" i="1">
                                  <a:solidFill>
                                    <a:srgbClr val="000000"/>
                                  </a:solidFill>
                                  <a:latin typeface="Cambria Math" panose="02040503050406030204" pitchFamily="18" charset="0"/>
                                </a:rPr>
                                <m:t>𝑡</m:t>
                              </m:r>
                              <m:r>
                                <a:rPr lang="zh-CN" altLang="en-US" sz="4200" i="1">
                                  <a:solidFill>
                                    <a:srgbClr val="000000"/>
                                  </a:solidFill>
                                  <a:latin typeface="Cambria Math" panose="02040503050406030204" pitchFamily="18" charset="0"/>
                                </a:rPr>
                                <m:t>)</m:t>
                              </m:r>
                            </m:e>
                          </m:nary>
                          <m:r>
                            <a:rPr lang="zh-CN" altLang="en-US" sz="4200" i="1">
                              <a:solidFill>
                                <a:srgbClr val="000000"/>
                              </a:solidFill>
                              <a:latin typeface="Cambria Math" panose="02040503050406030204" pitchFamily="18" charset="0"/>
                            </a:rPr>
                            <m:t>)</m:t>
                          </m:r>
                        </m:e>
                      </m:nary>
                    </m:oMath>
                  </m:oMathPara>
                </a14:m>
                <a:endParaRPr lang="zh-CN" altLang="en-US" dirty="0"/>
              </a:p>
            </p:txBody>
          </p:sp>
        </mc:Choice>
        <mc:Fallback>
          <p:sp>
            <p:nvSpPr>
              <p:cNvPr id="303109" name="Object 5"/>
              <p:cNvSpPr txBox="1">
                <a:spLocks noRot="1" noChangeAspect="1" noMove="1" noResize="1" noEditPoints="1" noAdjustHandles="1" noChangeArrowheads="1" noChangeShapeType="1" noTextEdit="1"/>
              </p:cNvSpPr>
              <p:nvPr/>
            </p:nvSpPr>
            <p:spPr bwMode="auto">
              <a:xfrm>
                <a:off x="1660853" y="1257299"/>
                <a:ext cx="5559754" cy="970894"/>
              </a:xfrm>
              <a:prstGeom prst="rect">
                <a:avLst/>
              </a:prstGeom>
              <a:blipFill rotWithShape="1">
                <a:blip r:embed="rId6"/>
                <a:stretch>
                  <a:fillRect l="-6" t="-1570" r="-456" b="-2553"/>
                </a:stretch>
              </a:blipFill>
              <a:ln>
                <a:noFill/>
              </a:ln>
              <a:effectLst>
                <a:outerShdw dist="35921" dir="2700000" algn="ctr" rotWithShape="0">
                  <a:schemeClr val="bg2"/>
                </a:outerShdw>
              </a:effectLst>
            </p:spPr>
            <p:txBody>
              <a:bodyPr/>
              <a:lstStyle/>
              <a:p>
                <a:r>
                  <a:rPr lang="zh-CN" altLang="en-US">
                    <a:noFill/>
                  </a:rPr>
                  <a:t> </a:t>
                </a:r>
              </a:p>
            </p:txBody>
          </p:sp>
        </mc:Fallback>
      </mc:AlternateContent>
      <p:graphicFrame>
        <p:nvGraphicFramePr>
          <p:cNvPr id="303110" name="Object 6"/>
          <p:cNvGraphicFramePr>
            <a:graphicFrameLocks noChangeAspect="1"/>
          </p:cNvGraphicFramePr>
          <p:nvPr/>
        </p:nvGraphicFramePr>
        <p:xfrm>
          <a:off x="3419475" y="2276475"/>
          <a:ext cx="2808288" cy="833438"/>
        </p:xfrm>
        <a:graphic>
          <a:graphicData uri="http://schemas.openxmlformats.org/presentationml/2006/ole">
            <mc:AlternateContent xmlns:mc="http://schemas.openxmlformats.org/markup-compatibility/2006">
              <mc:Choice xmlns:v="urn:schemas-microsoft-com:vml" Requires="v">
                <p:oleObj spid="_x0000_s163119" name="公式" r:id="rId7" imgW="1397000" imgH="419100" progId="Equation.3">
                  <p:embed/>
                </p:oleObj>
              </mc:Choice>
              <mc:Fallback>
                <p:oleObj name="公式" r:id="rId7" imgW="1397000" imgH="419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2276475"/>
                        <a:ext cx="2808288" cy="833438"/>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p:graphicFrame>
        <p:nvGraphicFramePr>
          <p:cNvPr id="303111" name="Object 7"/>
          <p:cNvGraphicFramePr>
            <a:graphicFrameLocks noChangeAspect="1"/>
          </p:cNvGraphicFramePr>
          <p:nvPr/>
        </p:nvGraphicFramePr>
        <p:xfrm>
          <a:off x="3419475" y="3357563"/>
          <a:ext cx="3024188" cy="889000"/>
        </p:xfrm>
        <a:graphic>
          <a:graphicData uri="http://schemas.openxmlformats.org/presentationml/2006/ole">
            <mc:AlternateContent xmlns:mc="http://schemas.openxmlformats.org/markup-compatibility/2006">
              <mc:Choice xmlns:v="urn:schemas-microsoft-com:vml" Requires="v">
                <p:oleObj spid="_x0000_s163120" name="公式" r:id="rId9" imgW="1409700" imgH="419100" progId="Equation.3">
                  <p:embed/>
                </p:oleObj>
              </mc:Choice>
              <mc:Fallback>
                <p:oleObj name="公式" r:id="rId9" imgW="1409700" imgH="4191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19475" y="3357563"/>
                        <a:ext cx="3024188" cy="88900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FF33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4" name="矩形 3"/>
              <p:cNvSpPr/>
              <p:nvPr/>
            </p:nvSpPr>
            <p:spPr>
              <a:xfrm>
                <a:off x="767411" y="1330653"/>
                <a:ext cx="817853"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解</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4" name="矩形 3"/>
              <p:cNvSpPr>
                <a:spLocks noRot="1" noChangeAspect="1" noMove="1" noResize="1" noEditPoints="1" noAdjustHandles="1" noChangeArrowheads="1" noChangeShapeType="1" noTextEdit="1"/>
              </p:cNvSpPr>
              <p:nvPr/>
            </p:nvSpPr>
            <p:spPr>
              <a:xfrm>
                <a:off x="767411" y="1330653"/>
                <a:ext cx="817853" cy="523220"/>
              </a:xfrm>
              <a:prstGeom prst="rect">
                <a:avLst/>
              </a:prstGeom>
              <a:blipFill rotWithShape="1">
                <a:blip r:embed="rId11"/>
                <a:stretch>
                  <a:fillRect l="-40" t="-63" r="37" b="59"/>
                </a:stretch>
              </a:blipFill>
            </p:spPr>
            <p:txBody>
              <a:bodyPr/>
              <a:lstStyle/>
              <a:p>
                <a:r>
                  <a:rPr lang="zh-CN" altLang="en-US">
                    <a:noFill/>
                  </a:rPr>
                  <a:t> </a:t>
                </a:r>
              </a:p>
            </p:txBody>
          </p:sp>
        </mc:Fallback>
      </mc:AlternateContent>
    </p:spTree>
    <p:custDataLst>
      <p:tags r:id="rId12"/>
    </p:custDataLst>
  </p:cSld>
  <p:clrMapOvr>
    <a:masterClrMapping/>
  </p:clrMapOvr>
  <mc:AlternateContent xmlns:mc="http://schemas.openxmlformats.org/markup-compatibility/2006">
    <mc:Choice xmlns:p14="http://schemas.microsoft.com/office/powerpoint/2010/main" Requires="p14">
      <p:transition spd="slow" p14:dur="2000" advTm="279729"/>
    </mc:Choice>
    <mc:Fallback>
      <p:transition spd="slow" advTm="27972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03110"/>
                                        </p:tgtEl>
                                        <p:attrNameLst>
                                          <p:attrName>style.visibility</p:attrName>
                                        </p:attrNameLst>
                                      </p:cBhvr>
                                      <p:to>
                                        <p:strVal val="visible"/>
                                      </p:to>
                                    </p:set>
                                    <p:anim calcmode="lin" valueType="num">
                                      <p:cBhvr>
                                        <p:cTn id="7" dur="1000" fill="hold"/>
                                        <p:tgtEl>
                                          <p:spTgt spid="303110"/>
                                        </p:tgtEl>
                                        <p:attrNameLst>
                                          <p:attrName>ppt_w</p:attrName>
                                        </p:attrNameLst>
                                      </p:cBhvr>
                                      <p:tavLst>
                                        <p:tav tm="0">
                                          <p:val>
                                            <p:strVal val="#ppt_w*0.70"/>
                                          </p:val>
                                        </p:tav>
                                        <p:tav tm="100000">
                                          <p:val>
                                            <p:strVal val="#ppt_w"/>
                                          </p:val>
                                        </p:tav>
                                      </p:tavLst>
                                    </p:anim>
                                    <p:anim calcmode="lin" valueType="num">
                                      <p:cBhvr>
                                        <p:cTn id="8" dur="1000" fill="hold"/>
                                        <p:tgtEl>
                                          <p:spTgt spid="303110"/>
                                        </p:tgtEl>
                                        <p:attrNameLst>
                                          <p:attrName>ppt_h</p:attrName>
                                        </p:attrNameLst>
                                      </p:cBhvr>
                                      <p:tavLst>
                                        <p:tav tm="0">
                                          <p:val>
                                            <p:strVal val="#ppt_h"/>
                                          </p:val>
                                        </p:tav>
                                        <p:tav tm="100000">
                                          <p:val>
                                            <p:strVal val="#ppt_h"/>
                                          </p:val>
                                        </p:tav>
                                      </p:tavLst>
                                    </p:anim>
                                    <p:animEffect transition="in" filter="fade">
                                      <p:cBhvr>
                                        <p:cTn id="9" dur="1000"/>
                                        <p:tgtEl>
                                          <p:spTgt spid="30311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03111"/>
                                        </p:tgtEl>
                                        <p:attrNameLst>
                                          <p:attrName>style.visibility</p:attrName>
                                        </p:attrNameLst>
                                      </p:cBhvr>
                                      <p:to>
                                        <p:strVal val="visible"/>
                                      </p:to>
                                    </p:set>
                                    <p:anim calcmode="lin" valueType="num">
                                      <p:cBhvr>
                                        <p:cTn id="14" dur="1000" fill="hold"/>
                                        <p:tgtEl>
                                          <p:spTgt spid="303111"/>
                                        </p:tgtEl>
                                        <p:attrNameLst>
                                          <p:attrName>ppt_w</p:attrName>
                                        </p:attrNameLst>
                                      </p:cBhvr>
                                      <p:tavLst>
                                        <p:tav tm="0">
                                          <p:val>
                                            <p:strVal val="#ppt_w*0.70"/>
                                          </p:val>
                                        </p:tav>
                                        <p:tav tm="100000">
                                          <p:val>
                                            <p:strVal val="#ppt_w"/>
                                          </p:val>
                                        </p:tav>
                                      </p:tavLst>
                                    </p:anim>
                                    <p:anim calcmode="lin" valueType="num">
                                      <p:cBhvr>
                                        <p:cTn id="15" dur="1000" fill="hold"/>
                                        <p:tgtEl>
                                          <p:spTgt spid="303111"/>
                                        </p:tgtEl>
                                        <p:attrNameLst>
                                          <p:attrName>ppt_h</p:attrName>
                                        </p:attrNameLst>
                                      </p:cBhvr>
                                      <p:tavLst>
                                        <p:tav tm="0">
                                          <p:val>
                                            <p:strVal val="#ppt_h"/>
                                          </p:val>
                                        </p:tav>
                                        <p:tav tm="100000">
                                          <p:val>
                                            <p:strVal val="#ppt_h"/>
                                          </p:val>
                                        </p:tav>
                                      </p:tavLst>
                                    </p:anim>
                                    <p:animEffect transition="in" filter="fade">
                                      <p:cBhvr>
                                        <p:cTn id="16" dur="1000"/>
                                        <p:tgtEl>
                                          <p:spTgt spid="303111"/>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03106"/>
                                        </p:tgtEl>
                                        <p:attrNameLst>
                                          <p:attrName>style.visibility</p:attrName>
                                        </p:attrNameLst>
                                      </p:cBhvr>
                                      <p:to>
                                        <p:strVal val="visible"/>
                                      </p:to>
                                    </p:set>
                                    <p:anim calcmode="lin" valueType="num">
                                      <p:cBhvr>
                                        <p:cTn id="21" dur="1000" fill="hold"/>
                                        <p:tgtEl>
                                          <p:spTgt spid="303106"/>
                                        </p:tgtEl>
                                        <p:attrNameLst>
                                          <p:attrName>ppt_w</p:attrName>
                                        </p:attrNameLst>
                                      </p:cBhvr>
                                      <p:tavLst>
                                        <p:tav tm="0">
                                          <p:val>
                                            <p:strVal val="#ppt_w*0.70"/>
                                          </p:val>
                                        </p:tav>
                                        <p:tav tm="100000">
                                          <p:val>
                                            <p:strVal val="#ppt_w"/>
                                          </p:val>
                                        </p:tav>
                                      </p:tavLst>
                                    </p:anim>
                                    <p:anim calcmode="lin" valueType="num">
                                      <p:cBhvr>
                                        <p:cTn id="22" dur="1000" fill="hold"/>
                                        <p:tgtEl>
                                          <p:spTgt spid="303106"/>
                                        </p:tgtEl>
                                        <p:attrNameLst>
                                          <p:attrName>ppt_h</p:attrName>
                                        </p:attrNameLst>
                                      </p:cBhvr>
                                      <p:tavLst>
                                        <p:tav tm="0">
                                          <p:val>
                                            <p:strVal val="#ppt_h"/>
                                          </p:val>
                                        </p:tav>
                                        <p:tav tm="100000">
                                          <p:val>
                                            <p:strVal val="#ppt_h"/>
                                          </p:val>
                                        </p:tav>
                                      </p:tavLst>
                                    </p:anim>
                                    <p:animEffect transition="in" filter="fade">
                                      <p:cBhvr>
                                        <p:cTn id="23" dur="1000"/>
                                        <p:tgtEl>
                                          <p:spTgt spid="30310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03107"/>
                                        </p:tgtEl>
                                        <p:attrNameLst>
                                          <p:attrName>style.visibility</p:attrName>
                                        </p:attrNameLst>
                                      </p:cBhvr>
                                      <p:to>
                                        <p:strVal val="visible"/>
                                      </p:to>
                                    </p:set>
                                    <p:anim calcmode="lin" valueType="num">
                                      <p:cBhvr additive="base">
                                        <p:cTn id="28" dur="500" fill="hold"/>
                                        <p:tgtEl>
                                          <p:spTgt spid="303107"/>
                                        </p:tgtEl>
                                        <p:attrNameLst>
                                          <p:attrName>ppt_x</p:attrName>
                                        </p:attrNameLst>
                                      </p:cBhvr>
                                      <p:tavLst>
                                        <p:tav tm="0">
                                          <p:val>
                                            <p:strVal val="#ppt_x"/>
                                          </p:val>
                                        </p:tav>
                                        <p:tav tm="100000">
                                          <p:val>
                                            <p:strVal val="#ppt_x"/>
                                          </p:val>
                                        </p:tav>
                                      </p:tavLst>
                                    </p:anim>
                                    <p:anim calcmode="lin" valueType="num">
                                      <p:cBhvr additive="base">
                                        <p:cTn id="29" dur="500" fill="hold"/>
                                        <p:tgtEl>
                                          <p:spTgt spid="3031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0A5623B5-6683-4DFA-AEFE-162604DD6058}" type="datetime1">
              <a:rPr lang="zh-CN" altLang="en-US"/>
            </a:fld>
            <a:endParaRPr lang="zh-CN" altLang="en-US"/>
          </a:p>
        </p:txBody>
      </p:sp>
      <p:graphicFrame>
        <p:nvGraphicFramePr>
          <p:cNvPr id="163843" name="Object 2"/>
          <p:cNvGraphicFramePr>
            <a:graphicFrameLocks noGrp="1" noChangeAspect="1"/>
          </p:cNvGraphicFramePr>
          <p:nvPr>
            <p:ph sz="quarter" idx="4294967295"/>
          </p:nvPr>
        </p:nvGraphicFramePr>
        <p:xfrm>
          <a:off x="971550" y="115888"/>
          <a:ext cx="4105275" cy="955675"/>
        </p:xfrm>
        <a:graphic>
          <a:graphicData uri="http://schemas.openxmlformats.org/presentationml/2006/ole">
            <mc:AlternateContent xmlns:mc="http://schemas.openxmlformats.org/markup-compatibility/2006">
              <mc:Choice xmlns:v="urn:schemas-microsoft-com:vml" Requires="v">
                <p:oleObj spid="_x0000_s164299" name="公式" r:id="rId1" imgW="1854200" imgH="431800" progId="Equation.3">
                  <p:embed/>
                </p:oleObj>
              </mc:Choice>
              <mc:Fallback>
                <p:oleObj name="公式" r:id="rId1" imgW="1854200" imgH="431800" progId="Equation.3">
                  <p:embed/>
                  <p:pic>
                    <p:nvPicPr>
                      <p:cNvPr id="0" name="Object 2"/>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15888"/>
                        <a:ext cx="4105275"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44" name="Rectangle 3"/>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63845" name="Rectangle 4"/>
          <p:cNvSpPr>
            <a:spLocks noChangeArrowheads="1"/>
          </p:cNvSpPr>
          <p:nvPr/>
        </p:nvSpPr>
        <p:spPr bwMode="auto">
          <a:xfrm>
            <a:off x="2590800" y="3332163"/>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graphicFrame>
        <p:nvGraphicFramePr>
          <p:cNvPr id="304133" name="Object 5"/>
          <p:cNvGraphicFramePr>
            <a:graphicFrameLocks noGrp="1" noChangeAspect="1"/>
          </p:cNvGraphicFramePr>
          <p:nvPr>
            <p:ph sz="quarter" idx="4294967295"/>
          </p:nvPr>
        </p:nvGraphicFramePr>
        <p:xfrm>
          <a:off x="1752600" y="4224338"/>
          <a:ext cx="5186363" cy="850900"/>
        </p:xfrm>
        <a:graphic>
          <a:graphicData uri="http://schemas.openxmlformats.org/presentationml/2006/ole">
            <mc:AlternateContent xmlns:mc="http://schemas.openxmlformats.org/markup-compatibility/2006">
              <mc:Choice xmlns:v="urn:schemas-microsoft-com:vml" Requires="v">
                <p:oleObj spid="_x0000_s164300" name="公式" r:id="rId3" imgW="1917700" imgH="419100" progId="Equation.3">
                  <p:embed/>
                </p:oleObj>
              </mc:Choice>
              <mc:Fallback>
                <p:oleObj name="公式" r:id="rId3" imgW="1917700" imgH="419100" progId="Equation.3">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224338"/>
                        <a:ext cx="5186363" cy="850900"/>
                      </a:xfrm>
                      <a:prstGeom prst="rect">
                        <a:avLst/>
                      </a:prstGeom>
                      <a:solidFill>
                        <a:schemeClr val="bg1"/>
                      </a:solidFill>
                      <a:ln w="9525">
                        <a:solidFill>
                          <a:schemeClr val="accent2"/>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304134" name="Object 6"/>
          <p:cNvGraphicFramePr>
            <a:graphicFrameLocks noChangeAspect="1"/>
          </p:cNvGraphicFramePr>
          <p:nvPr/>
        </p:nvGraphicFramePr>
        <p:xfrm>
          <a:off x="1979613" y="1268413"/>
          <a:ext cx="4824412" cy="879475"/>
        </p:xfrm>
        <a:graphic>
          <a:graphicData uri="http://schemas.openxmlformats.org/presentationml/2006/ole">
            <mc:AlternateContent xmlns:mc="http://schemas.openxmlformats.org/markup-compatibility/2006">
              <mc:Choice xmlns:v="urn:schemas-microsoft-com:vml" Requires="v">
                <p:oleObj spid="_x0000_s164301" name="公式" r:id="rId5" imgW="2298700" imgH="419100" progId="Equation.3">
                  <p:embed/>
                </p:oleObj>
              </mc:Choice>
              <mc:Fallback>
                <p:oleObj name="公式" r:id="rId5" imgW="2298700" imgH="4191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1268413"/>
                        <a:ext cx="4824412" cy="879475"/>
                      </a:xfrm>
                      <a:prstGeom prst="rect">
                        <a:avLst/>
                      </a:prstGeom>
                      <a:solidFill>
                        <a:schemeClr val="bg1"/>
                      </a:solidFill>
                      <a:ln w="9525">
                        <a:solidFill>
                          <a:schemeClr val="accent2"/>
                        </a:solidFill>
                        <a:miter lim="800000"/>
                        <a:headEnd/>
                        <a:tailEnd/>
                      </a:ln>
                      <a:effectLst>
                        <a:outerShdw dist="35921" dir="2700000" algn="ctr" rotWithShape="0">
                          <a:schemeClr val="bg2"/>
                        </a:outerShdw>
                      </a:effectLst>
                    </p:spPr>
                  </p:pic>
                </p:oleObj>
              </mc:Fallback>
            </mc:AlternateContent>
          </a:graphicData>
        </a:graphic>
      </p:graphicFrame>
      <p:sp>
        <p:nvSpPr>
          <p:cNvPr id="304135" name="AutoShape 7"/>
          <p:cNvSpPr>
            <a:spLocks noChangeArrowheads="1"/>
          </p:cNvSpPr>
          <p:nvPr/>
        </p:nvSpPr>
        <p:spPr bwMode="auto">
          <a:xfrm>
            <a:off x="179388" y="1916113"/>
            <a:ext cx="2016125" cy="1655762"/>
          </a:xfrm>
          <a:prstGeom prst="cloudCallout">
            <a:avLst>
              <a:gd name="adj1" fmla="val 66852"/>
              <a:gd name="adj2" fmla="val 30153"/>
            </a:avLst>
          </a:prstGeom>
          <a:solidFill>
            <a:srgbClr val="FFFF66"/>
          </a:solidFill>
          <a:ln w="9525">
            <a:solidFill>
              <a:schemeClr val="tx1"/>
            </a:solidFill>
            <a:round/>
          </a:ln>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zh-CN" altLang="en-US" sz="3200" b="1">
                <a:solidFill>
                  <a:srgbClr val="FF0000"/>
                </a:solidFill>
                <a:latin typeface="Times New Roman" panose="02020603050405020304" pitchFamily="18" charset="0"/>
                <a:ea typeface="华文行楷" panose="02010800040101010101" pitchFamily="2" charset="-122"/>
              </a:rPr>
              <a:t>卷积性质</a:t>
            </a:r>
            <a:endParaRPr lang="zh-CN" altLang="en-US" sz="3200" b="1">
              <a:solidFill>
                <a:srgbClr val="FF0000"/>
              </a:solidFill>
              <a:latin typeface="Times New Roman" panose="02020603050405020304" pitchFamily="18" charset="0"/>
              <a:ea typeface="华文行楷" panose="02010800040101010101" pitchFamily="2" charset="-122"/>
            </a:endParaRPr>
          </a:p>
        </p:txBody>
      </p:sp>
      <p:sp>
        <p:nvSpPr>
          <p:cNvPr id="304136" name="AutoShape 8"/>
          <p:cNvSpPr>
            <a:spLocks noChangeArrowheads="1"/>
          </p:cNvSpPr>
          <p:nvPr/>
        </p:nvSpPr>
        <p:spPr bwMode="auto">
          <a:xfrm>
            <a:off x="395288" y="4724400"/>
            <a:ext cx="2016125" cy="1655763"/>
          </a:xfrm>
          <a:prstGeom prst="cloudCallout">
            <a:avLst>
              <a:gd name="adj1" fmla="val 71810"/>
              <a:gd name="adj2" fmla="val -27755"/>
            </a:avLst>
          </a:prstGeom>
          <a:solidFill>
            <a:srgbClr val="FFFF66"/>
          </a:solidFill>
          <a:ln w="9525">
            <a:solidFill>
              <a:schemeClr val="tx1"/>
            </a:solidFill>
            <a:round/>
          </a:ln>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zh-CN" altLang="en-US" sz="3200" b="1">
                <a:solidFill>
                  <a:srgbClr val="FF0000"/>
                </a:solidFill>
                <a:latin typeface="Times New Roman" panose="02020603050405020304" pitchFamily="18" charset="0"/>
                <a:ea typeface="华文行楷" panose="02010800040101010101" pitchFamily="2" charset="-122"/>
              </a:rPr>
              <a:t>微分性质</a:t>
            </a:r>
            <a:endParaRPr lang="zh-CN" altLang="en-US" sz="3200" b="1">
              <a:solidFill>
                <a:srgbClr val="FF0000"/>
              </a:solidFill>
              <a:latin typeface="Times New Roman" panose="02020603050405020304" pitchFamily="18" charset="0"/>
              <a:ea typeface="华文行楷" panose="02010800040101010101" pitchFamily="2" charset="-122"/>
            </a:endParaRPr>
          </a:p>
        </p:txBody>
      </p:sp>
      <p:graphicFrame>
        <p:nvGraphicFramePr>
          <p:cNvPr id="304137" name="Object 9"/>
          <p:cNvGraphicFramePr>
            <a:graphicFrameLocks noChangeAspect="1"/>
          </p:cNvGraphicFramePr>
          <p:nvPr/>
        </p:nvGraphicFramePr>
        <p:xfrm>
          <a:off x="2555875" y="3573463"/>
          <a:ext cx="5200650" cy="531812"/>
        </p:xfrm>
        <a:graphic>
          <a:graphicData uri="http://schemas.openxmlformats.org/presentationml/2006/ole">
            <mc:AlternateContent xmlns:mc="http://schemas.openxmlformats.org/markup-compatibility/2006">
              <mc:Choice xmlns:v="urn:schemas-microsoft-com:vml" Requires="v">
                <p:oleObj spid="_x0000_s164302" name="公式" r:id="rId7" imgW="2235200" imgH="228600" progId="Equation.3">
                  <p:embed/>
                </p:oleObj>
              </mc:Choice>
              <mc:Fallback>
                <p:oleObj name="公式" r:id="rId7" imgW="223520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3573463"/>
                        <a:ext cx="5200650" cy="531812"/>
                      </a:xfrm>
                      <a:prstGeom prst="rect">
                        <a:avLst/>
                      </a:prstGeom>
                      <a:solidFill>
                        <a:schemeClr val="bg1"/>
                      </a:solidFill>
                      <a:ln w="9525">
                        <a:solidFill>
                          <a:srgbClr val="FF3300"/>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304138" name="Object 10"/>
          <p:cNvGraphicFramePr>
            <a:graphicFrameLocks noChangeAspect="1"/>
          </p:cNvGraphicFramePr>
          <p:nvPr/>
        </p:nvGraphicFramePr>
        <p:xfrm>
          <a:off x="3348038" y="2349500"/>
          <a:ext cx="2735262" cy="920750"/>
        </p:xfrm>
        <a:graphic>
          <a:graphicData uri="http://schemas.openxmlformats.org/presentationml/2006/ole">
            <mc:AlternateContent xmlns:mc="http://schemas.openxmlformats.org/markup-compatibility/2006">
              <mc:Choice xmlns:v="urn:schemas-microsoft-com:vml" Requires="v">
                <p:oleObj spid="_x0000_s164303" name="公式" r:id="rId9" imgW="1244600" imgH="419100" progId="Equation.3">
                  <p:embed/>
                </p:oleObj>
              </mc:Choice>
              <mc:Fallback>
                <p:oleObj name="公式" r:id="rId9" imgW="1244600" imgH="4191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8038" y="2349500"/>
                        <a:ext cx="2735262" cy="920750"/>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304139" name="Object 11"/>
          <p:cNvGraphicFramePr>
            <a:graphicFrameLocks noChangeAspect="1"/>
          </p:cNvGraphicFramePr>
          <p:nvPr/>
        </p:nvGraphicFramePr>
        <p:xfrm>
          <a:off x="2771775" y="5661025"/>
          <a:ext cx="3859213" cy="892175"/>
        </p:xfrm>
        <a:graphic>
          <a:graphicData uri="http://schemas.openxmlformats.org/presentationml/2006/ole">
            <mc:AlternateContent xmlns:mc="http://schemas.openxmlformats.org/markup-compatibility/2006">
              <mc:Choice xmlns:v="urn:schemas-microsoft-com:vml" Requires="v">
                <p:oleObj spid="_x0000_s164304" name="公式" r:id="rId11" imgW="1866900" imgH="431800" progId="Equation.3">
                  <p:embed/>
                </p:oleObj>
              </mc:Choice>
              <mc:Fallback>
                <p:oleObj name="公式" r:id="rId11" imgW="1866900" imgH="4318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71775" y="5661025"/>
                        <a:ext cx="3859213"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4140" name="Object 12"/>
          <p:cNvGraphicFramePr>
            <a:graphicFrameLocks noChangeAspect="1"/>
          </p:cNvGraphicFramePr>
          <p:nvPr/>
        </p:nvGraphicFramePr>
        <p:xfrm>
          <a:off x="6732588" y="5876925"/>
          <a:ext cx="1995487" cy="473075"/>
        </p:xfrm>
        <a:graphic>
          <a:graphicData uri="http://schemas.openxmlformats.org/presentationml/2006/ole">
            <mc:AlternateContent xmlns:mc="http://schemas.openxmlformats.org/markup-compatibility/2006">
              <mc:Choice xmlns:v="urn:schemas-microsoft-com:vml" Requires="v">
                <p:oleObj spid="_x0000_s164305" name="公式" r:id="rId13" imgW="965200" imgH="228600" progId="Equation.3">
                  <p:embed/>
                </p:oleObj>
              </mc:Choice>
              <mc:Fallback>
                <p:oleObj name="公式" r:id="rId13" imgW="965200" imgH="2286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32588" y="5876925"/>
                        <a:ext cx="1995487" cy="473075"/>
                      </a:xfrm>
                      <a:prstGeom prst="rect">
                        <a:avLst/>
                      </a:prstGeom>
                      <a:solidFill>
                        <a:schemeClr val="bg1"/>
                      </a:solidFill>
                      <a:ln w="9525">
                        <a:solidFill>
                          <a:srgbClr val="FF3300"/>
                        </a:solidFill>
                        <a:miter lim="800000"/>
                        <a:headEnd/>
                        <a:tailEnd/>
                      </a:ln>
                      <a:effectLst>
                        <a:outerShdw dist="35921" dir="2700000" algn="ctr" rotWithShape="0">
                          <a:schemeClr val="bg2"/>
                        </a:outerShdw>
                      </a:effectLst>
                    </p:spPr>
                  </p:pic>
                </p:oleObj>
              </mc:Fallback>
            </mc:AlternateContent>
          </a:graphicData>
        </a:graphic>
      </p:graphicFrame>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170279"/>
    </mc:Choice>
    <mc:Fallback>
      <p:transition spd="slow" advTm="17027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04134"/>
                                        </p:tgtEl>
                                        <p:attrNameLst>
                                          <p:attrName>style.visibility</p:attrName>
                                        </p:attrNameLst>
                                      </p:cBhvr>
                                      <p:to>
                                        <p:strVal val="visible"/>
                                      </p:to>
                                    </p:set>
                                    <p:anim calcmode="lin" valueType="num">
                                      <p:cBhvr>
                                        <p:cTn id="7" dur="1000" fill="hold"/>
                                        <p:tgtEl>
                                          <p:spTgt spid="304134"/>
                                        </p:tgtEl>
                                        <p:attrNameLst>
                                          <p:attrName>ppt_w</p:attrName>
                                        </p:attrNameLst>
                                      </p:cBhvr>
                                      <p:tavLst>
                                        <p:tav tm="0">
                                          <p:val>
                                            <p:strVal val="#ppt_w*0.70"/>
                                          </p:val>
                                        </p:tav>
                                        <p:tav tm="100000">
                                          <p:val>
                                            <p:strVal val="#ppt_w"/>
                                          </p:val>
                                        </p:tav>
                                      </p:tavLst>
                                    </p:anim>
                                    <p:anim calcmode="lin" valueType="num">
                                      <p:cBhvr>
                                        <p:cTn id="8" dur="1000" fill="hold"/>
                                        <p:tgtEl>
                                          <p:spTgt spid="304134"/>
                                        </p:tgtEl>
                                        <p:attrNameLst>
                                          <p:attrName>ppt_h</p:attrName>
                                        </p:attrNameLst>
                                      </p:cBhvr>
                                      <p:tavLst>
                                        <p:tav tm="0">
                                          <p:val>
                                            <p:strVal val="#ppt_h"/>
                                          </p:val>
                                        </p:tav>
                                        <p:tav tm="100000">
                                          <p:val>
                                            <p:strVal val="#ppt_h"/>
                                          </p:val>
                                        </p:tav>
                                      </p:tavLst>
                                    </p:anim>
                                    <p:animEffect transition="in" filter="fade">
                                      <p:cBhvr>
                                        <p:cTn id="9" dur="1000"/>
                                        <p:tgtEl>
                                          <p:spTgt spid="30413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04138"/>
                                        </p:tgtEl>
                                        <p:attrNameLst>
                                          <p:attrName>style.visibility</p:attrName>
                                        </p:attrNameLst>
                                      </p:cBhvr>
                                      <p:to>
                                        <p:strVal val="visible"/>
                                      </p:to>
                                    </p:set>
                                    <p:anim calcmode="lin" valueType="num">
                                      <p:cBhvr>
                                        <p:cTn id="14" dur="1000" fill="hold"/>
                                        <p:tgtEl>
                                          <p:spTgt spid="304138"/>
                                        </p:tgtEl>
                                        <p:attrNameLst>
                                          <p:attrName>ppt_w</p:attrName>
                                        </p:attrNameLst>
                                      </p:cBhvr>
                                      <p:tavLst>
                                        <p:tav tm="0">
                                          <p:val>
                                            <p:strVal val="#ppt_w*0.70"/>
                                          </p:val>
                                        </p:tav>
                                        <p:tav tm="100000">
                                          <p:val>
                                            <p:strVal val="#ppt_w"/>
                                          </p:val>
                                        </p:tav>
                                      </p:tavLst>
                                    </p:anim>
                                    <p:anim calcmode="lin" valueType="num">
                                      <p:cBhvr>
                                        <p:cTn id="15" dur="1000" fill="hold"/>
                                        <p:tgtEl>
                                          <p:spTgt spid="304138"/>
                                        </p:tgtEl>
                                        <p:attrNameLst>
                                          <p:attrName>ppt_h</p:attrName>
                                        </p:attrNameLst>
                                      </p:cBhvr>
                                      <p:tavLst>
                                        <p:tav tm="0">
                                          <p:val>
                                            <p:strVal val="#ppt_h"/>
                                          </p:val>
                                        </p:tav>
                                        <p:tav tm="100000">
                                          <p:val>
                                            <p:strVal val="#ppt_h"/>
                                          </p:val>
                                        </p:tav>
                                      </p:tavLst>
                                    </p:anim>
                                    <p:animEffect transition="in" filter="fade">
                                      <p:cBhvr>
                                        <p:cTn id="16" dur="1000"/>
                                        <p:tgtEl>
                                          <p:spTgt spid="304138"/>
                                        </p:tgtEl>
                                      </p:cBhvr>
                                    </p:animEffect>
                                  </p:childTnLst>
                                </p:cTn>
                              </p:par>
                            </p:childTnLst>
                          </p:cTn>
                        </p:par>
                        <p:par>
                          <p:cTn id="17" fill="hold">
                            <p:stCondLst>
                              <p:cond delay="1000"/>
                            </p:stCondLst>
                            <p:childTnLst>
                              <p:par>
                                <p:cTn id="18" presetID="55" presetClass="entr" presetSubtype="0" fill="hold" grpId="0" nodeType="afterEffect">
                                  <p:stCondLst>
                                    <p:cond delay="0"/>
                                  </p:stCondLst>
                                  <p:childTnLst>
                                    <p:set>
                                      <p:cBhvr>
                                        <p:cTn id="19" dur="1" fill="hold">
                                          <p:stCondLst>
                                            <p:cond delay="0"/>
                                          </p:stCondLst>
                                        </p:cTn>
                                        <p:tgtEl>
                                          <p:spTgt spid="304135"/>
                                        </p:tgtEl>
                                        <p:attrNameLst>
                                          <p:attrName>style.visibility</p:attrName>
                                        </p:attrNameLst>
                                      </p:cBhvr>
                                      <p:to>
                                        <p:strVal val="visible"/>
                                      </p:to>
                                    </p:set>
                                    <p:anim calcmode="lin" valueType="num">
                                      <p:cBhvr>
                                        <p:cTn id="20" dur="1000" fill="hold"/>
                                        <p:tgtEl>
                                          <p:spTgt spid="304135"/>
                                        </p:tgtEl>
                                        <p:attrNameLst>
                                          <p:attrName>ppt_w</p:attrName>
                                        </p:attrNameLst>
                                      </p:cBhvr>
                                      <p:tavLst>
                                        <p:tav tm="0">
                                          <p:val>
                                            <p:strVal val="#ppt_w*0.70"/>
                                          </p:val>
                                        </p:tav>
                                        <p:tav tm="100000">
                                          <p:val>
                                            <p:strVal val="#ppt_w"/>
                                          </p:val>
                                        </p:tav>
                                      </p:tavLst>
                                    </p:anim>
                                    <p:anim calcmode="lin" valueType="num">
                                      <p:cBhvr>
                                        <p:cTn id="21" dur="1000" fill="hold"/>
                                        <p:tgtEl>
                                          <p:spTgt spid="304135"/>
                                        </p:tgtEl>
                                        <p:attrNameLst>
                                          <p:attrName>ppt_h</p:attrName>
                                        </p:attrNameLst>
                                      </p:cBhvr>
                                      <p:tavLst>
                                        <p:tav tm="0">
                                          <p:val>
                                            <p:strVal val="#ppt_h"/>
                                          </p:val>
                                        </p:tav>
                                        <p:tav tm="100000">
                                          <p:val>
                                            <p:strVal val="#ppt_h"/>
                                          </p:val>
                                        </p:tav>
                                      </p:tavLst>
                                    </p:anim>
                                    <p:animEffect transition="in" filter="fade">
                                      <p:cBhvr>
                                        <p:cTn id="22" dur="1000"/>
                                        <p:tgtEl>
                                          <p:spTgt spid="304135"/>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304137"/>
                                        </p:tgtEl>
                                        <p:attrNameLst>
                                          <p:attrName>style.visibility</p:attrName>
                                        </p:attrNameLst>
                                      </p:cBhvr>
                                      <p:to>
                                        <p:strVal val="visible"/>
                                      </p:to>
                                    </p:set>
                                    <p:anim calcmode="lin" valueType="num">
                                      <p:cBhvr>
                                        <p:cTn id="27" dur="1000" fill="hold"/>
                                        <p:tgtEl>
                                          <p:spTgt spid="304137"/>
                                        </p:tgtEl>
                                        <p:attrNameLst>
                                          <p:attrName>ppt_w</p:attrName>
                                        </p:attrNameLst>
                                      </p:cBhvr>
                                      <p:tavLst>
                                        <p:tav tm="0">
                                          <p:val>
                                            <p:strVal val="#ppt_w*0.70"/>
                                          </p:val>
                                        </p:tav>
                                        <p:tav tm="100000">
                                          <p:val>
                                            <p:strVal val="#ppt_w"/>
                                          </p:val>
                                        </p:tav>
                                      </p:tavLst>
                                    </p:anim>
                                    <p:anim calcmode="lin" valueType="num">
                                      <p:cBhvr>
                                        <p:cTn id="28" dur="1000" fill="hold"/>
                                        <p:tgtEl>
                                          <p:spTgt spid="304137"/>
                                        </p:tgtEl>
                                        <p:attrNameLst>
                                          <p:attrName>ppt_h</p:attrName>
                                        </p:attrNameLst>
                                      </p:cBhvr>
                                      <p:tavLst>
                                        <p:tav tm="0">
                                          <p:val>
                                            <p:strVal val="#ppt_h"/>
                                          </p:val>
                                        </p:tav>
                                        <p:tav tm="100000">
                                          <p:val>
                                            <p:strVal val="#ppt_h"/>
                                          </p:val>
                                        </p:tav>
                                      </p:tavLst>
                                    </p:anim>
                                    <p:animEffect transition="in" filter="fade">
                                      <p:cBhvr>
                                        <p:cTn id="29" dur="1000"/>
                                        <p:tgtEl>
                                          <p:spTgt spid="304137"/>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304133"/>
                                        </p:tgtEl>
                                        <p:attrNameLst>
                                          <p:attrName>style.visibility</p:attrName>
                                        </p:attrNameLst>
                                      </p:cBhvr>
                                      <p:to>
                                        <p:strVal val="visible"/>
                                      </p:to>
                                    </p:set>
                                    <p:anim calcmode="lin" valueType="num">
                                      <p:cBhvr>
                                        <p:cTn id="34" dur="1000" fill="hold"/>
                                        <p:tgtEl>
                                          <p:spTgt spid="304133"/>
                                        </p:tgtEl>
                                        <p:attrNameLst>
                                          <p:attrName>ppt_w</p:attrName>
                                        </p:attrNameLst>
                                      </p:cBhvr>
                                      <p:tavLst>
                                        <p:tav tm="0">
                                          <p:val>
                                            <p:strVal val="#ppt_w*0.70"/>
                                          </p:val>
                                        </p:tav>
                                        <p:tav tm="100000">
                                          <p:val>
                                            <p:strVal val="#ppt_w"/>
                                          </p:val>
                                        </p:tav>
                                      </p:tavLst>
                                    </p:anim>
                                    <p:anim calcmode="lin" valueType="num">
                                      <p:cBhvr>
                                        <p:cTn id="35" dur="1000" fill="hold"/>
                                        <p:tgtEl>
                                          <p:spTgt spid="304133"/>
                                        </p:tgtEl>
                                        <p:attrNameLst>
                                          <p:attrName>ppt_h</p:attrName>
                                        </p:attrNameLst>
                                      </p:cBhvr>
                                      <p:tavLst>
                                        <p:tav tm="0">
                                          <p:val>
                                            <p:strVal val="#ppt_h"/>
                                          </p:val>
                                        </p:tav>
                                        <p:tav tm="100000">
                                          <p:val>
                                            <p:strVal val="#ppt_h"/>
                                          </p:val>
                                        </p:tav>
                                      </p:tavLst>
                                    </p:anim>
                                    <p:animEffect transition="in" filter="fade">
                                      <p:cBhvr>
                                        <p:cTn id="36" dur="1000"/>
                                        <p:tgtEl>
                                          <p:spTgt spid="304133"/>
                                        </p:tgtEl>
                                      </p:cBhvr>
                                    </p:animEffect>
                                  </p:childTnLst>
                                </p:cTn>
                              </p:par>
                            </p:childTnLst>
                          </p:cTn>
                        </p:par>
                        <p:par>
                          <p:cTn id="37" fill="hold">
                            <p:stCondLst>
                              <p:cond delay="1000"/>
                            </p:stCondLst>
                            <p:childTnLst>
                              <p:par>
                                <p:cTn id="38" presetID="55" presetClass="entr" presetSubtype="0" fill="hold" grpId="0" nodeType="afterEffect">
                                  <p:stCondLst>
                                    <p:cond delay="0"/>
                                  </p:stCondLst>
                                  <p:childTnLst>
                                    <p:set>
                                      <p:cBhvr>
                                        <p:cTn id="39" dur="1" fill="hold">
                                          <p:stCondLst>
                                            <p:cond delay="0"/>
                                          </p:stCondLst>
                                        </p:cTn>
                                        <p:tgtEl>
                                          <p:spTgt spid="304136"/>
                                        </p:tgtEl>
                                        <p:attrNameLst>
                                          <p:attrName>style.visibility</p:attrName>
                                        </p:attrNameLst>
                                      </p:cBhvr>
                                      <p:to>
                                        <p:strVal val="visible"/>
                                      </p:to>
                                    </p:set>
                                    <p:anim calcmode="lin" valueType="num">
                                      <p:cBhvr>
                                        <p:cTn id="40" dur="1000" fill="hold"/>
                                        <p:tgtEl>
                                          <p:spTgt spid="304136"/>
                                        </p:tgtEl>
                                        <p:attrNameLst>
                                          <p:attrName>ppt_w</p:attrName>
                                        </p:attrNameLst>
                                      </p:cBhvr>
                                      <p:tavLst>
                                        <p:tav tm="0">
                                          <p:val>
                                            <p:strVal val="#ppt_w*0.70"/>
                                          </p:val>
                                        </p:tav>
                                        <p:tav tm="100000">
                                          <p:val>
                                            <p:strVal val="#ppt_w"/>
                                          </p:val>
                                        </p:tav>
                                      </p:tavLst>
                                    </p:anim>
                                    <p:anim calcmode="lin" valueType="num">
                                      <p:cBhvr>
                                        <p:cTn id="41" dur="1000" fill="hold"/>
                                        <p:tgtEl>
                                          <p:spTgt spid="304136"/>
                                        </p:tgtEl>
                                        <p:attrNameLst>
                                          <p:attrName>ppt_h</p:attrName>
                                        </p:attrNameLst>
                                      </p:cBhvr>
                                      <p:tavLst>
                                        <p:tav tm="0">
                                          <p:val>
                                            <p:strVal val="#ppt_h"/>
                                          </p:val>
                                        </p:tav>
                                        <p:tav tm="100000">
                                          <p:val>
                                            <p:strVal val="#ppt_h"/>
                                          </p:val>
                                        </p:tav>
                                      </p:tavLst>
                                    </p:anim>
                                    <p:animEffect transition="in" filter="fade">
                                      <p:cBhvr>
                                        <p:cTn id="42" dur="1000"/>
                                        <p:tgtEl>
                                          <p:spTgt spid="304136"/>
                                        </p:tgtEl>
                                      </p:cBhvr>
                                    </p:animEffect>
                                  </p:childTnLst>
                                </p:cTn>
                              </p:par>
                            </p:childTnLst>
                          </p:cTn>
                        </p:par>
                        <p:par>
                          <p:cTn id="43" fill="hold">
                            <p:stCondLst>
                              <p:cond delay="2000"/>
                            </p:stCondLst>
                            <p:childTnLst>
                              <p:par>
                                <p:cTn id="44" presetID="55" presetClass="entr" presetSubtype="0" fill="hold" nodeType="afterEffect">
                                  <p:stCondLst>
                                    <p:cond delay="0"/>
                                  </p:stCondLst>
                                  <p:childTnLst>
                                    <p:set>
                                      <p:cBhvr>
                                        <p:cTn id="45" dur="1" fill="hold">
                                          <p:stCondLst>
                                            <p:cond delay="0"/>
                                          </p:stCondLst>
                                        </p:cTn>
                                        <p:tgtEl>
                                          <p:spTgt spid="304139"/>
                                        </p:tgtEl>
                                        <p:attrNameLst>
                                          <p:attrName>style.visibility</p:attrName>
                                        </p:attrNameLst>
                                      </p:cBhvr>
                                      <p:to>
                                        <p:strVal val="visible"/>
                                      </p:to>
                                    </p:set>
                                    <p:anim calcmode="lin" valueType="num">
                                      <p:cBhvr>
                                        <p:cTn id="46" dur="1000" fill="hold"/>
                                        <p:tgtEl>
                                          <p:spTgt spid="304139"/>
                                        </p:tgtEl>
                                        <p:attrNameLst>
                                          <p:attrName>ppt_w</p:attrName>
                                        </p:attrNameLst>
                                      </p:cBhvr>
                                      <p:tavLst>
                                        <p:tav tm="0">
                                          <p:val>
                                            <p:strVal val="#ppt_w*0.70"/>
                                          </p:val>
                                        </p:tav>
                                        <p:tav tm="100000">
                                          <p:val>
                                            <p:strVal val="#ppt_w"/>
                                          </p:val>
                                        </p:tav>
                                      </p:tavLst>
                                    </p:anim>
                                    <p:anim calcmode="lin" valueType="num">
                                      <p:cBhvr>
                                        <p:cTn id="47" dur="1000" fill="hold"/>
                                        <p:tgtEl>
                                          <p:spTgt spid="304139"/>
                                        </p:tgtEl>
                                        <p:attrNameLst>
                                          <p:attrName>ppt_h</p:attrName>
                                        </p:attrNameLst>
                                      </p:cBhvr>
                                      <p:tavLst>
                                        <p:tav tm="0">
                                          <p:val>
                                            <p:strVal val="#ppt_h"/>
                                          </p:val>
                                        </p:tav>
                                        <p:tav tm="100000">
                                          <p:val>
                                            <p:strVal val="#ppt_h"/>
                                          </p:val>
                                        </p:tav>
                                      </p:tavLst>
                                    </p:anim>
                                    <p:animEffect transition="in" filter="fade">
                                      <p:cBhvr>
                                        <p:cTn id="48" dur="1000"/>
                                        <p:tgtEl>
                                          <p:spTgt spid="304139"/>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nodeType="clickEffect">
                                  <p:stCondLst>
                                    <p:cond delay="0"/>
                                  </p:stCondLst>
                                  <p:childTnLst>
                                    <p:set>
                                      <p:cBhvr>
                                        <p:cTn id="52" dur="1" fill="hold">
                                          <p:stCondLst>
                                            <p:cond delay="0"/>
                                          </p:stCondLst>
                                        </p:cTn>
                                        <p:tgtEl>
                                          <p:spTgt spid="304140"/>
                                        </p:tgtEl>
                                        <p:attrNameLst>
                                          <p:attrName>style.visibility</p:attrName>
                                        </p:attrNameLst>
                                      </p:cBhvr>
                                      <p:to>
                                        <p:strVal val="visible"/>
                                      </p:to>
                                    </p:set>
                                    <p:anim calcmode="lin" valueType="num">
                                      <p:cBhvr>
                                        <p:cTn id="53" dur="1000" fill="hold"/>
                                        <p:tgtEl>
                                          <p:spTgt spid="304140"/>
                                        </p:tgtEl>
                                        <p:attrNameLst>
                                          <p:attrName>ppt_w</p:attrName>
                                        </p:attrNameLst>
                                      </p:cBhvr>
                                      <p:tavLst>
                                        <p:tav tm="0">
                                          <p:val>
                                            <p:strVal val="#ppt_w*0.70"/>
                                          </p:val>
                                        </p:tav>
                                        <p:tav tm="100000">
                                          <p:val>
                                            <p:strVal val="#ppt_w"/>
                                          </p:val>
                                        </p:tav>
                                      </p:tavLst>
                                    </p:anim>
                                    <p:anim calcmode="lin" valueType="num">
                                      <p:cBhvr>
                                        <p:cTn id="54" dur="1000" fill="hold"/>
                                        <p:tgtEl>
                                          <p:spTgt spid="304140"/>
                                        </p:tgtEl>
                                        <p:attrNameLst>
                                          <p:attrName>ppt_h</p:attrName>
                                        </p:attrNameLst>
                                      </p:cBhvr>
                                      <p:tavLst>
                                        <p:tav tm="0">
                                          <p:val>
                                            <p:strVal val="#ppt_h"/>
                                          </p:val>
                                        </p:tav>
                                        <p:tav tm="100000">
                                          <p:val>
                                            <p:strVal val="#ppt_h"/>
                                          </p:val>
                                        </p:tav>
                                      </p:tavLst>
                                    </p:anim>
                                    <p:animEffect transition="in" filter="fade">
                                      <p:cBhvr>
                                        <p:cTn id="55" dur="1000"/>
                                        <p:tgtEl>
                                          <p:spTgt spid="304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5" grpId="0" animBg="1"/>
      <p:bldP spid="304136" grpId="0" animBg="1"/>
    </p:bldLst>
  </p:timing>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7396B4ED-1190-447A-8C1B-76CE816DBD53}" type="datetime1">
              <a:rPr lang="zh-CN" altLang="en-US"/>
            </a:fld>
            <a:endParaRPr lang="zh-CN" altLang="en-US"/>
          </a:p>
        </p:txBody>
      </p:sp>
      <p:graphicFrame>
        <p:nvGraphicFramePr>
          <p:cNvPr id="164867" name="Object 2"/>
          <p:cNvGraphicFramePr>
            <a:graphicFrameLocks noChangeAspect="1"/>
          </p:cNvGraphicFramePr>
          <p:nvPr/>
        </p:nvGraphicFramePr>
        <p:xfrm>
          <a:off x="1403350" y="228600"/>
          <a:ext cx="3443288" cy="420688"/>
        </p:xfrm>
        <a:graphic>
          <a:graphicData uri="http://schemas.openxmlformats.org/presentationml/2006/ole">
            <mc:AlternateContent xmlns:mc="http://schemas.openxmlformats.org/markup-compatibility/2006">
              <mc:Choice xmlns:v="urn:schemas-microsoft-com:vml" Requires="v">
                <p:oleObj spid="_x0000_s165449" name="Equation" r:id="rId1" imgW="1993900" imgH="241300" progId="Equation.3">
                  <p:embed/>
                </p:oleObj>
              </mc:Choice>
              <mc:Fallback>
                <p:oleObj name="Equation" r:id="rId1" imgW="1993900" imgH="2413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228600"/>
                        <a:ext cx="3443288"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5155" name="Text Box 3"/>
          <p:cNvSpPr txBox="1">
            <a:spLocks noChangeArrowheads="1"/>
          </p:cNvSpPr>
          <p:nvPr/>
        </p:nvSpPr>
        <p:spPr bwMode="auto">
          <a:xfrm>
            <a:off x="684213" y="765175"/>
            <a:ext cx="93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a:solidFill>
                  <a:srgbClr val="FF0000"/>
                </a:solidFill>
                <a:latin typeface="Tahoma" panose="020B0604030504040204" pitchFamily="34" charset="0"/>
                <a:ea typeface="宋体" panose="02010600030101010101" pitchFamily="2" charset="-122"/>
              </a:rPr>
              <a:t>解：</a:t>
            </a:r>
            <a:endParaRPr kumimoji="1" lang="zh-CN" altLang="en-US" sz="2400" b="1">
              <a:solidFill>
                <a:srgbClr val="FF0000"/>
              </a:solidFill>
              <a:latin typeface="Tahoma" panose="020B0604030504040204" pitchFamily="34" charset="0"/>
              <a:ea typeface="宋体" panose="02010600030101010101" pitchFamily="2" charset="-122"/>
            </a:endParaRPr>
          </a:p>
        </p:txBody>
      </p:sp>
      <p:graphicFrame>
        <p:nvGraphicFramePr>
          <p:cNvPr id="305156" name="Object 4"/>
          <p:cNvGraphicFramePr>
            <a:graphicFrameLocks noChangeAspect="1"/>
          </p:cNvGraphicFramePr>
          <p:nvPr/>
        </p:nvGraphicFramePr>
        <p:xfrm>
          <a:off x="1692275" y="981075"/>
          <a:ext cx="2933700" cy="652463"/>
        </p:xfrm>
        <a:graphic>
          <a:graphicData uri="http://schemas.openxmlformats.org/presentationml/2006/ole">
            <mc:AlternateContent xmlns:mc="http://schemas.openxmlformats.org/markup-compatibility/2006">
              <mc:Choice xmlns:v="urn:schemas-microsoft-com:vml" Requires="v">
                <p:oleObj spid="_x0000_s165450" name="Equation" r:id="rId3" imgW="1727200" imgH="469900" progId="Equation.3">
                  <p:embed/>
                </p:oleObj>
              </mc:Choice>
              <mc:Fallback>
                <p:oleObj name="Equation" r:id="rId3" imgW="1727200" imgH="469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981075"/>
                        <a:ext cx="2933700"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5157" name="Object 5"/>
          <p:cNvGraphicFramePr>
            <a:graphicFrameLocks noChangeAspect="1"/>
          </p:cNvGraphicFramePr>
          <p:nvPr/>
        </p:nvGraphicFramePr>
        <p:xfrm>
          <a:off x="2268538" y="4652963"/>
          <a:ext cx="1782762" cy="808037"/>
        </p:xfrm>
        <a:graphic>
          <a:graphicData uri="http://schemas.openxmlformats.org/presentationml/2006/ole">
            <mc:AlternateContent xmlns:mc="http://schemas.openxmlformats.org/markup-compatibility/2006">
              <mc:Choice xmlns:v="urn:schemas-microsoft-com:vml" Requires="v">
                <p:oleObj spid="_x0000_s165451" name="Equation" r:id="rId5" imgW="965200" imgH="469900" progId="Equation.3">
                  <p:embed/>
                </p:oleObj>
              </mc:Choice>
              <mc:Fallback>
                <p:oleObj name="Equation" r:id="rId5" imgW="965200" imgH="469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4652963"/>
                        <a:ext cx="1782762" cy="808037"/>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
        <p:nvSpPr>
          <p:cNvPr id="164871" name="Rectangle 6"/>
          <p:cNvSpPr>
            <a:spLocks noGrp="1" noChangeArrowheads="1"/>
          </p:cNvSpPr>
          <p:nvPr>
            <p:ph type="title" idx="4294967295"/>
          </p:nvPr>
        </p:nvSpPr>
        <p:spPr>
          <a:xfrm>
            <a:off x="565150" y="228600"/>
            <a:ext cx="762000" cy="381000"/>
          </a:xfrm>
        </p:spPr>
        <p:txBody>
          <a:bodyPr/>
          <a:lstStyle/>
          <a:p>
            <a:r>
              <a:rPr lang="zh-CN" altLang="en-US" sz="1900" b="1">
                <a:solidFill>
                  <a:srgbClr val="FF0000"/>
                </a:solidFill>
                <a:latin typeface="Times New Roman" panose="02020603050405020304" pitchFamily="18" charset="0"/>
              </a:rPr>
              <a:t>例</a:t>
            </a:r>
            <a:r>
              <a:rPr lang="en-US" altLang="zh-CN" sz="1900" b="1">
                <a:solidFill>
                  <a:srgbClr val="FF0000"/>
                </a:solidFill>
                <a:latin typeface="Times New Roman" panose="02020603050405020304" pitchFamily="18" charset="0"/>
              </a:rPr>
              <a:t>1</a:t>
            </a:r>
            <a:endParaRPr lang="en-US" altLang="zh-CN" sz="1900" b="1"/>
          </a:p>
        </p:txBody>
      </p:sp>
      <p:graphicFrame>
        <p:nvGraphicFramePr>
          <p:cNvPr id="164872" name="Object 7"/>
          <p:cNvGraphicFramePr>
            <a:graphicFrameLocks noChangeAspect="1"/>
          </p:cNvGraphicFramePr>
          <p:nvPr/>
        </p:nvGraphicFramePr>
        <p:xfrm>
          <a:off x="6156325" y="0"/>
          <a:ext cx="2428875" cy="1552575"/>
        </p:xfrm>
        <a:graphic>
          <a:graphicData uri="http://schemas.openxmlformats.org/presentationml/2006/ole">
            <mc:AlternateContent xmlns:mc="http://schemas.openxmlformats.org/markup-compatibility/2006">
              <mc:Choice xmlns:v="urn:schemas-microsoft-com:vml" Requires="v">
                <p:oleObj spid="_x0000_s165452" name="BMP 图象" r:id="rId7" imgW="2428875" imgH="1552575" progId="Paint.Picture">
                  <p:embed/>
                </p:oleObj>
              </mc:Choice>
              <mc:Fallback>
                <p:oleObj name="BMP 图象" r:id="rId7" imgW="2428875" imgH="1552575" progId="Paint.Picture">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6325" y="0"/>
                        <a:ext cx="24288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5160" name="Object 8"/>
          <p:cNvGraphicFramePr>
            <a:graphicFrameLocks noChangeAspect="1"/>
          </p:cNvGraphicFramePr>
          <p:nvPr/>
        </p:nvGraphicFramePr>
        <p:xfrm>
          <a:off x="900113" y="3500438"/>
          <a:ext cx="1636712" cy="481012"/>
        </p:xfrm>
        <a:graphic>
          <a:graphicData uri="http://schemas.openxmlformats.org/presentationml/2006/ole">
            <mc:AlternateContent xmlns:mc="http://schemas.openxmlformats.org/markup-compatibility/2006">
              <mc:Choice xmlns:v="urn:schemas-microsoft-com:vml" Requires="v">
                <p:oleObj spid="_x0000_s165453" name="公式" r:id="rId9" imgW="711200" imgH="215900" progId="Equation.3">
                  <p:embed/>
                </p:oleObj>
              </mc:Choice>
              <mc:Fallback>
                <p:oleObj name="公式" r:id="rId9" imgW="711200" imgH="2159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3500438"/>
                        <a:ext cx="1636712"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5161" name="Object 9"/>
          <p:cNvGraphicFramePr>
            <a:graphicFrameLocks noChangeAspect="1"/>
          </p:cNvGraphicFramePr>
          <p:nvPr/>
        </p:nvGraphicFramePr>
        <p:xfrm>
          <a:off x="6300788" y="2060575"/>
          <a:ext cx="2352675" cy="1609725"/>
        </p:xfrm>
        <a:graphic>
          <a:graphicData uri="http://schemas.openxmlformats.org/presentationml/2006/ole">
            <mc:AlternateContent xmlns:mc="http://schemas.openxmlformats.org/markup-compatibility/2006">
              <mc:Choice xmlns:v="urn:schemas-microsoft-com:vml" Requires="v">
                <p:oleObj spid="_x0000_s165454" name="BMP 图象" r:id="rId11" imgW="2352675" imgH="1609725" progId="Paint.Picture">
                  <p:embed/>
                </p:oleObj>
              </mc:Choice>
              <mc:Fallback>
                <p:oleObj name="BMP 图象" r:id="rId11" imgW="2352675" imgH="1609725" progId="Paint.Picture">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00788" y="2060575"/>
                        <a:ext cx="2352675"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5162" name="Object 10"/>
          <p:cNvGraphicFramePr>
            <a:graphicFrameLocks noChangeAspect="1"/>
          </p:cNvGraphicFramePr>
          <p:nvPr/>
        </p:nvGraphicFramePr>
        <p:xfrm>
          <a:off x="2987675" y="1989138"/>
          <a:ext cx="1584325" cy="823912"/>
        </p:xfrm>
        <a:graphic>
          <a:graphicData uri="http://schemas.openxmlformats.org/presentationml/2006/ole">
            <mc:AlternateContent xmlns:mc="http://schemas.openxmlformats.org/markup-compatibility/2006">
              <mc:Choice xmlns:v="urn:schemas-microsoft-com:vml" Requires="v">
                <p:oleObj spid="_x0000_s165455" name="公式" r:id="rId13" imgW="711200" imgH="469900" progId="Equation.3">
                  <p:embed/>
                </p:oleObj>
              </mc:Choice>
              <mc:Fallback>
                <p:oleObj name="公式" r:id="rId13" imgW="711200" imgH="4699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7675" y="1989138"/>
                        <a:ext cx="1584325" cy="823912"/>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graphicFrame>
        <p:nvGraphicFramePr>
          <p:cNvPr id="305163" name="Object 11"/>
          <p:cNvGraphicFramePr>
            <a:graphicFrameLocks noChangeAspect="1"/>
          </p:cNvGraphicFramePr>
          <p:nvPr/>
        </p:nvGraphicFramePr>
        <p:xfrm>
          <a:off x="1763713" y="2205038"/>
          <a:ext cx="1203325" cy="381000"/>
        </p:xfrm>
        <a:graphic>
          <a:graphicData uri="http://schemas.openxmlformats.org/presentationml/2006/ole">
            <mc:AlternateContent xmlns:mc="http://schemas.openxmlformats.org/markup-compatibility/2006">
              <mc:Choice xmlns:v="urn:schemas-microsoft-com:vml" Requires="v">
                <p:oleObj spid="_x0000_s165456" name="公式" r:id="rId15" imgW="673100" imgH="254000" progId="Equation.3">
                  <p:embed/>
                </p:oleObj>
              </mc:Choice>
              <mc:Fallback>
                <p:oleObj name="公式" r:id="rId15" imgW="673100" imgH="2540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63713" y="2205038"/>
                        <a:ext cx="12033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5164" name="Object 12"/>
          <p:cNvGraphicFramePr>
            <a:graphicFrameLocks noChangeAspect="1"/>
          </p:cNvGraphicFramePr>
          <p:nvPr/>
        </p:nvGraphicFramePr>
        <p:xfrm>
          <a:off x="2700338" y="3357563"/>
          <a:ext cx="3095625" cy="777875"/>
        </p:xfrm>
        <a:graphic>
          <a:graphicData uri="http://schemas.openxmlformats.org/presentationml/2006/ole">
            <mc:AlternateContent xmlns:mc="http://schemas.openxmlformats.org/markup-compatibility/2006">
              <mc:Choice xmlns:v="urn:schemas-microsoft-com:vml" Requires="v">
                <p:oleObj spid="_x0000_s165457" name="公式" r:id="rId17" imgW="1676400" imgH="469900" progId="Equation.3">
                  <p:embed/>
                </p:oleObj>
              </mc:Choice>
              <mc:Fallback>
                <p:oleObj name="公式" r:id="rId17" imgW="1676400" imgH="4699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00338" y="3357563"/>
                        <a:ext cx="3095625" cy="77787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19"/>
    </p:custDataLst>
  </p:cSld>
  <p:clrMapOvr>
    <a:masterClrMapping/>
  </p:clrMapOvr>
  <mc:AlternateContent xmlns:mc="http://schemas.openxmlformats.org/markup-compatibility/2006">
    <mc:Choice xmlns:p14="http://schemas.microsoft.com/office/powerpoint/2010/main" Requires="p14">
      <p:transition spd="slow" p14:dur="2000" advTm="58631"/>
    </mc:Choice>
    <mc:Fallback>
      <p:transition spd="slow" advTm="586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05155"/>
                                        </p:tgtEl>
                                        <p:attrNameLst>
                                          <p:attrName>style.visibility</p:attrName>
                                        </p:attrNameLst>
                                      </p:cBhvr>
                                      <p:to>
                                        <p:strVal val="visible"/>
                                      </p:to>
                                    </p:set>
                                    <p:anim calcmode="lin" valueType="num">
                                      <p:cBhvr>
                                        <p:cTn id="7" dur="1000" fill="hold"/>
                                        <p:tgtEl>
                                          <p:spTgt spid="305155"/>
                                        </p:tgtEl>
                                        <p:attrNameLst>
                                          <p:attrName>ppt_w</p:attrName>
                                        </p:attrNameLst>
                                      </p:cBhvr>
                                      <p:tavLst>
                                        <p:tav tm="0">
                                          <p:val>
                                            <p:strVal val="#ppt_w*0.70"/>
                                          </p:val>
                                        </p:tav>
                                        <p:tav tm="100000">
                                          <p:val>
                                            <p:strVal val="#ppt_w"/>
                                          </p:val>
                                        </p:tav>
                                      </p:tavLst>
                                    </p:anim>
                                    <p:anim calcmode="lin" valueType="num">
                                      <p:cBhvr>
                                        <p:cTn id="8" dur="1000" fill="hold"/>
                                        <p:tgtEl>
                                          <p:spTgt spid="305155"/>
                                        </p:tgtEl>
                                        <p:attrNameLst>
                                          <p:attrName>ppt_h</p:attrName>
                                        </p:attrNameLst>
                                      </p:cBhvr>
                                      <p:tavLst>
                                        <p:tav tm="0">
                                          <p:val>
                                            <p:strVal val="#ppt_h"/>
                                          </p:val>
                                        </p:tav>
                                        <p:tav tm="100000">
                                          <p:val>
                                            <p:strVal val="#ppt_h"/>
                                          </p:val>
                                        </p:tav>
                                      </p:tavLst>
                                    </p:anim>
                                    <p:animEffect transition="in" filter="fade">
                                      <p:cBhvr>
                                        <p:cTn id="9" dur="1000"/>
                                        <p:tgtEl>
                                          <p:spTgt spid="305155"/>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305161"/>
                                        </p:tgtEl>
                                        <p:attrNameLst>
                                          <p:attrName>style.visibility</p:attrName>
                                        </p:attrNameLst>
                                      </p:cBhvr>
                                      <p:to>
                                        <p:strVal val="visible"/>
                                      </p:to>
                                    </p:set>
                                    <p:anim calcmode="lin" valueType="num">
                                      <p:cBhvr>
                                        <p:cTn id="13" dur="1000" fill="hold"/>
                                        <p:tgtEl>
                                          <p:spTgt spid="305161"/>
                                        </p:tgtEl>
                                        <p:attrNameLst>
                                          <p:attrName>ppt_w</p:attrName>
                                        </p:attrNameLst>
                                      </p:cBhvr>
                                      <p:tavLst>
                                        <p:tav tm="0">
                                          <p:val>
                                            <p:strVal val="#ppt_w*0.70"/>
                                          </p:val>
                                        </p:tav>
                                        <p:tav tm="100000">
                                          <p:val>
                                            <p:strVal val="#ppt_w"/>
                                          </p:val>
                                        </p:tav>
                                      </p:tavLst>
                                    </p:anim>
                                    <p:anim calcmode="lin" valueType="num">
                                      <p:cBhvr>
                                        <p:cTn id="14" dur="1000" fill="hold"/>
                                        <p:tgtEl>
                                          <p:spTgt spid="305161"/>
                                        </p:tgtEl>
                                        <p:attrNameLst>
                                          <p:attrName>ppt_h</p:attrName>
                                        </p:attrNameLst>
                                      </p:cBhvr>
                                      <p:tavLst>
                                        <p:tav tm="0">
                                          <p:val>
                                            <p:strVal val="#ppt_h"/>
                                          </p:val>
                                        </p:tav>
                                        <p:tav tm="100000">
                                          <p:val>
                                            <p:strVal val="#ppt_h"/>
                                          </p:val>
                                        </p:tav>
                                      </p:tavLst>
                                    </p:anim>
                                    <p:animEffect transition="in" filter="fade">
                                      <p:cBhvr>
                                        <p:cTn id="15" dur="1000"/>
                                        <p:tgtEl>
                                          <p:spTgt spid="305161"/>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305156"/>
                                        </p:tgtEl>
                                        <p:attrNameLst>
                                          <p:attrName>style.visibility</p:attrName>
                                        </p:attrNameLst>
                                      </p:cBhvr>
                                      <p:to>
                                        <p:strVal val="visible"/>
                                      </p:to>
                                    </p:set>
                                    <p:anim calcmode="lin" valueType="num">
                                      <p:cBhvr>
                                        <p:cTn id="19" dur="1000" fill="hold"/>
                                        <p:tgtEl>
                                          <p:spTgt spid="305156"/>
                                        </p:tgtEl>
                                        <p:attrNameLst>
                                          <p:attrName>ppt_w</p:attrName>
                                        </p:attrNameLst>
                                      </p:cBhvr>
                                      <p:tavLst>
                                        <p:tav tm="0">
                                          <p:val>
                                            <p:strVal val="#ppt_w*0.70"/>
                                          </p:val>
                                        </p:tav>
                                        <p:tav tm="100000">
                                          <p:val>
                                            <p:strVal val="#ppt_w"/>
                                          </p:val>
                                        </p:tav>
                                      </p:tavLst>
                                    </p:anim>
                                    <p:anim calcmode="lin" valueType="num">
                                      <p:cBhvr>
                                        <p:cTn id="20" dur="1000" fill="hold"/>
                                        <p:tgtEl>
                                          <p:spTgt spid="305156"/>
                                        </p:tgtEl>
                                        <p:attrNameLst>
                                          <p:attrName>ppt_h</p:attrName>
                                        </p:attrNameLst>
                                      </p:cBhvr>
                                      <p:tavLst>
                                        <p:tav tm="0">
                                          <p:val>
                                            <p:strVal val="#ppt_h"/>
                                          </p:val>
                                        </p:tav>
                                        <p:tav tm="100000">
                                          <p:val>
                                            <p:strVal val="#ppt_h"/>
                                          </p:val>
                                        </p:tav>
                                      </p:tavLst>
                                    </p:anim>
                                    <p:animEffect transition="in" filter="fade">
                                      <p:cBhvr>
                                        <p:cTn id="21" dur="1000"/>
                                        <p:tgtEl>
                                          <p:spTgt spid="305156"/>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305163"/>
                                        </p:tgtEl>
                                        <p:attrNameLst>
                                          <p:attrName>style.visibility</p:attrName>
                                        </p:attrNameLst>
                                      </p:cBhvr>
                                      <p:to>
                                        <p:strVal val="visible"/>
                                      </p:to>
                                    </p:set>
                                    <p:anim calcmode="lin" valueType="num">
                                      <p:cBhvr>
                                        <p:cTn id="25" dur="1000" fill="hold"/>
                                        <p:tgtEl>
                                          <p:spTgt spid="305163"/>
                                        </p:tgtEl>
                                        <p:attrNameLst>
                                          <p:attrName>ppt_w</p:attrName>
                                        </p:attrNameLst>
                                      </p:cBhvr>
                                      <p:tavLst>
                                        <p:tav tm="0">
                                          <p:val>
                                            <p:strVal val="#ppt_w*0.70"/>
                                          </p:val>
                                        </p:tav>
                                        <p:tav tm="100000">
                                          <p:val>
                                            <p:strVal val="#ppt_w"/>
                                          </p:val>
                                        </p:tav>
                                      </p:tavLst>
                                    </p:anim>
                                    <p:anim calcmode="lin" valueType="num">
                                      <p:cBhvr>
                                        <p:cTn id="26" dur="1000" fill="hold"/>
                                        <p:tgtEl>
                                          <p:spTgt spid="305163"/>
                                        </p:tgtEl>
                                        <p:attrNameLst>
                                          <p:attrName>ppt_h</p:attrName>
                                        </p:attrNameLst>
                                      </p:cBhvr>
                                      <p:tavLst>
                                        <p:tav tm="0">
                                          <p:val>
                                            <p:strVal val="#ppt_h"/>
                                          </p:val>
                                        </p:tav>
                                        <p:tav tm="100000">
                                          <p:val>
                                            <p:strVal val="#ppt_h"/>
                                          </p:val>
                                        </p:tav>
                                      </p:tavLst>
                                    </p:anim>
                                    <p:animEffect transition="in" filter="fade">
                                      <p:cBhvr>
                                        <p:cTn id="27" dur="1000"/>
                                        <p:tgtEl>
                                          <p:spTgt spid="305163"/>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305162"/>
                                        </p:tgtEl>
                                        <p:attrNameLst>
                                          <p:attrName>style.visibility</p:attrName>
                                        </p:attrNameLst>
                                      </p:cBhvr>
                                      <p:to>
                                        <p:strVal val="visible"/>
                                      </p:to>
                                    </p:set>
                                    <p:anim calcmode="lin" valueType="num">
                                      <p:cBhvr>
                                        <p:cTn id="32" dur="1000" fill="hold"/>
                                        <p:tgtEl>
                                          <p:spTgt spid="305162"/>
                                        </p:tgtEl>
                                        <p:attrNameLst>
                                          <p:attrName>ppt_w</p:attrName>
                                        </p:attrNameLst>
                                      </p:cBhvr>
                                      <p:tavLst>
                                        <p:tav tm="0">
                                          <p:val>
                                            <p:strVal val="#ppt_w*0.70"/>
                                          </p:val>
                                        </p:tav>
                                        <p:tav tm="100000">
                                          <p:val>
                                            <p:strVal val="#ppt_w"/>
                                          </p:val>
                                        </p:tav>
                                      </p:tavLst>
                                    </p:anim>
                                    <p:anim calcmode="lin" valueType="num">
                                      <p:cBhvr>
                                        <p:cTn id="33" dur="1000" fill="hold"/>
                                        <p:tgtEl>
                                          <p:spTgt spid="305162"/>
                                        </p:tgtEl>
                                        <p:attrNameLst>
                                          <p:attrName>ppt_h</p:attrName>
                                        </p:attrNameLst>
                                      </p:cBhvr>
                                      <p:tavLst>
                                        <p:tav tm="0">
                                          <p:val>
                                            <p:strVal val="#ppt_h"/>
                                          </p:val>
                                        </p:tav>
                                        <p:tav tm="100000">
                                          <p:val>
                                            <p:strVal val="#ppt_h"/>
                                          </p:val>
                                        </p:tav>
                                      </p:tavLst>
                                    </p:anim>
                                    <p:animEffect transition="in" filter="fade">
                                      <p:cBhvr>
                                        <p:cTn id="34" dur="1000"/>
                                        <p:tgtEl>
                                          <p:spTgt spid="305162"/>
                                        </p:tgtEl>
                                      </p:cBhvr>
                                    </p:animEffect>
                                  </p:childTnLst>
                                </p:cTn>
                              </p:par>
                            </p:childTnLst>
                          </p:cTn>
                        </p:par>
                        <p:par>
                          <p:cTn id="35" fill="hold">
                            <p:stCondLst>
                              <p:cond delay="1000"/>
                            </p:stCondLst>
                            <p:childTnLst>
                              <p:par>
                                <p:cTn id="36" presetID="55" presetClass="entr" presetSubtype="0" fill="hold" nodeType="afterEffect">
                                  <p:stCondLst>
                                    <p:cond delay="0"/>
                                  </p:stCondLst>
                                  <p:childTnLst>
                                    <p:set>
                                      <p:cBhvr>
                                        <p:cTn id="37" dur="1" fill="hold">
                                          <p:stCondLst>
                                            <p:cond delay="0"/>
                                          </p:stCondLst>
                                        </p:cTn>
                                        <p:tgtEl>
                                          <p:spTgt spid="305160"/>
                                        </p:tgtEl>
                                        <p:attrNameLst>
                                          <p:attrName>style.visibility</p:attrName>
                                        </p:attrNameLst>
                                      </p:cBhvr>
                                      <p:to>
                                        <p:strVal val="visible"/>
                                      </p:to>
                                    </p:set>
                                    <p:anim calcmode="lin" valueType="num">
                                      <p:cBhvr>
                                        <p:cTn id="38" dur="1000" fill="hold"/>
                                        <p:tgtEl>
                                          <p:spTgt spid="305160"/>
                                        </p:tgtEl>
                                        <p:attrNameLst>
                                          <p:attrName>ppt_w</p:attrName>
                                        </p:attrNameLst>
                                      </p:cBhvr>
                                      <p:tavLst>
                                        <p:tav tm="0">
                                          <p:val>
                                            <p:strVal val="#ppt_w*0.70"/>
                                          </p:val>
                                        </p:tav>
                                        <p:tav tm="100000">
                                          <p:val>
                                            <p:strVal val="#ppt_w"/>
                                          </p:val>
                                        </p:tav>
                                      </p:tavLst>
                                    </p:anim>
                                    <p:anim calcmode="lin" valueType="num">
                                      <p:cBhvr>
                                        <p:cTn id="39" dur="1000" fill="hold"/>
                                        <p:tgtEl>
                                          <p:spTgt spid="305160"/>
                                        </p:tgtEl>
                                        <p:attrNameLst>
                                          <p:attrName>ppt_h</p:attrName>
                                        </p:attrNameLst>
                                      </p:cBhvr>
                                      <p:tavLst>
                                        <p:tav tm="0">
                                          <p:val>
                                            <p:strVal val="#ppt_h"/>
                                          </p:val>
                                        </p:tav>
                                        <p:tav tm="100000">
                                          <p:val>
                                            <p:strVal val="#ppt_h"/>
                                          </p:val>
                                        </p:tav>
                                      </p:tavLst>
                                    </p:anim>
                                    <p:animEffect transition="in" filter="fade">
                                      <p:cBhvr>
                                        <p:cTn id="40" dur="1000"/>
                                        <p:tgtEl>
                                          <p:spTgt spid="305160"/>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nodeType="clickEffect">
                                  <p:stCondLst>
                                    <p:cond delay="0"/>
                                  </p:stCondLst>
                                  <p:childTnLst>
                                    <p:set>
                                      <p:cBhvr>
                                        <p:cTn id="44" dur="1" fill="hold">
                                          <p:stCondLst>
                                            <p:cond delay="0"/>
                                          </p:stCondLst>
                                        </p:cTn>
                                        <p:tgtEl>
                                          <p:spTgt spid="305164"/>
                                        </p:tgtEl>
                                        <p:attrNameLst>
                                          <p:attrName>style.visibility</p:attrName>
                                        </p:attrNameLst>
                                      </p:cBhvr>
                                      <p:to>
                                        <p:strVal val="visible"/>
                                      </p:to>
                                    </p:set>
                                    <p:anim calcmode="lin" valueType="num">
                                      <p:cBhvr>
                                        <p:cTn id="45" dur="1000" fill="hold"/>
                                        <p:tgtEl>
                                          <p:spTgt spid="305164"/>
                                        </p:tgtEl>
                                        <p:attrNameLst>
                                          <p:attrName>ppt_w</p:attrName>
                                        </p:attrNameLst>
                                      </p:cBhvr>
                                      <p:tavLst>
                                        <p:tav tm="0">
                                          <p:val>
                                            <p:strVal val="#ppt_w*0.70"/>
                                          </p:val>
                                        </p:tav>
                                        <p:tav tm="100000">
                                          <p:val>
                                            <p:strVal val="#ppt_w"/>
                                          </p:val>
                                        </p:tav>
                                      </p:tavLst>
                                    </p:anim>
                                    <p:anim calcmode="lin" valueType="num">
                                      <p:cBhvr>
                                        <p:cTn id="46" dur="1000" fill="hold"/>
                                        <p:tgtEl>
                                          <p:spTgt spid="305164"/>
                                        </p:tgtEl>
                                        <p:attrNameLst>
                                          <p:attrName>ppt_h</p:attrName>
                                        </p:attrNameLst>
                                      </p:cBhvr>
                                      <p:tavLst>
                                        <p:tav tm="0">
                                          <p:val>
                                            <p:strVal val="#ppt_h"/>
                                          </p:val>
                                        </p:tav>
                                        <p:tav tm="100000">
                                          <p:val>
                                            <p:strVal val="#ppt_h"/>
                                          </p:val>
                                        </p:tav>
                                      </p:tavLst>
                                    </p:anim>
                                    <p:animEffect transition="in" filter="fade">
                                      <p:cBhvr>
                                        <p:cTn id="47" dur="1000"/>
                                        <p:tgtEl>
                                          <p:spTgt spid="305164"/>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305157"/>
                                        </p:tgtEl>
                                        <p:attrNameLst>
                                          <p:attrName>style.visibility</p:attrName>
                                        </p:attrNameLst>
                                      </p:cBhvr>
                                      <p:to>
                                        <p:strVal val="visible"/>
                                      </p:to>
                                    </p:set>
                                    <p:anim calcmode="lin" valueType="num">
                                      <p:cBhvr>
                                        <p:cTn id="52" dur="1000" fill="hold"/>
                                        <p:tgtEl>
                                          <p:spTgt spid="305157"/>
                                        </p:tgtEl>
                                        <p:attrNameLst>
                                          <p:attrName>ppt_w</p:attrName>
                                        </p:attrNameLst>
                                      </p:cBhvr>
                                      <p:tavLst>
                                        <p:tav tm="0">
                                          <p:val>
                                            <p:strVal val="#ppt_w*0.70"/>
                                          </p:val>
                                        </p:tav>
                                        <p:tav tm="100000">
                                          <p:val>
                                            <p:strVal val="#ppt_w"/>
                                          </p:val>
                                        </p:tav>
                                      </p:tavLst>
                                    </p:anim>
                                    <p:anim calcmode="lin" valueType="num">
                                      <p:cBhvr>
                                        <p:cTn id="53" dur="1000" fill="hold"/>
                                        <p:tgtEl>
                                          <p:spTgt spid="305157"/>
                                        </p:tgtEl>
                                        <p:attrNameLst>
                                          <p:attrName>ppt_h</p:attrName>
                                        </p:attrNameLst>
                                      </p:cBhvr>
                                      <p:tavLst>
                                        <p:tav tm="0">
                                          <p:val>
                                            <p:strVal val="#ppt_h"/>
                                          </p:val>
                                        </p:tav>
                                        <p:tav tm="100000">
                                          <p:val>
                                            <p:strVal val="#ppt_h"/>
                                          </p:val>
                                        </p:tav>
                                      </p:tavLst>
                                    </p:anim>
                                    <p:animEffect transition="in" filter="fade">
                                      <p:cBhvr>
                                        <p:cTn id="54" dur="1000"/>
                                        <p:tgtEl>
                                          <p:spTgt spid="305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p:bldLst>
  </p:timing>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3"/>
          <p:cNvSpPr>
            <a:spLocks noGrp="1"/>
          </p:cNvSpPr>
          <p:nvPr>
            <p:ph type="dt" sz="quarter" idx="10"/>
          </p:nvPr>
        </p:nvSpPr>
        <p:spPr/>
        <p:txBody>
          <a:bodyPr/>
          <a:lstStyle/>
          <a:p>
            <a:pPr>
              <a:defRPr/>
            </a:pPr>
            <a:fld id="{1F7E03D6-D881-4D5A-9A75-CBAC7683D7B9}" type="datetime1">
              <a:rPr lang="zh-CN" altLang="en-US"/>
            </a:fld>
            <a:endParaRPr lang="zh-CN" altLang="en-US"/>
          </a:p>
        </p:txBody>
      </p:sp>
      <mc:AlternateContent xmlns:mc="http://schemas.openxmlformats.org/markup-compatibility/2006">
        <mc:Choice xmlns:a14="http://schemas.microsoft.com/office/drawing/2010/main" Requires="a14">
          <p:sp>
            <p:nvSpPr>
              <p:cNvPr id="306178" name="Rectangle 2"/>
              <p:cNvSpPr>
                <a:spLocks noChangeArrowheads="1"/>
              </p:cNvSpPr>
              <p:nvPr/>
            </p:nvSpPr>
            <p:spPr bwMode="auto">
              <a:xfrm>
                <a:off x="721984" y="68263"/>
                <a:ext cx="8259106"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None/>
                </a:pPr>
                <a:r>
                  <a:rPr kumimoji="1" lang="zh-CN" altLang="en-US" sz="2000" b="1" dirty="0">
                    <a:solidFill>
                      <a:srgbClr val="FF0000"/>
                    </a:solidFill>
                    <a:latin typeface="+mn-ea"/>
                    <a:ea typeface="+mn-ea"/>
                  </a:rPr>
                  <a:t>例</a:t>
                </a:r>
                <a:r>
                  <a:rPr kumimoji="1" lang="en-US" altLang="zh-CN" sz="2000" b="1" dirty="0">
                    <a:solidFill>
                      <a:srgbClr val="FF0000"/>
                    </a:solidFill>
                    <a:latin typeface="+mn-ea"/>
                    <a:ea typeface="+mn-ea"/>
                  </a:rPr>
                  <a:t>2    </a:t>
                </a:r>
                <a:r>
                  <a:rPr kumimoji="1" lang="zh-CN" altLang="en-US" sz="2000" b="1" dirty="0">
                    <a:solidFill>
                      <a:srgbClr val="003300"/>
                    </a:solidFill>
                    <a:latin typeface="+mn-ea"/>
                    <a:ea typeface="+mn-ea"/>
                  </a:rPr>
                  <a:t>利用频域卷积定理求</a:t>
                </a:r>
                <a14:m>
                  <m:oMath xmlns:m="http://schemas.openxmlformats.org/officeDocument/2006/math">
                    <m:r>
                      <a:rPr lang="zh-CN" altLang="en-US" sz="2000" b="1" i="1">
                        <a:solidFill>
                          <a:srgbClr val="000000"/>
                        </a:solidFill>
                        <a:latin typeface="Cambria Math" panose="02040503050406030204" pitchFamily="18" charset="0"/>
                        <a:ea typeface="+mn-ea"/>
                      </a:rPr>
                      <m:t>𝒇</m:t>
                    </m:r>
                    <m:r>
                      <a:rPr lang="zh-CN" altLang="en-US" sz="2000" b="1" i="1">
                        <a:solidFill>
                          <a:srgbClr val="000000"/>
                        </a:solidFill>
                        <a:latin typeface="Cambria Math" panose="02040503050406030204" pitchFamily="18" charset="0"/>
                        <a:ea typeface="+mn-ea"/>
                      </a:rPr>
                      <m:t>(</m:t>
                    </m:r>
                    <m:r>
                      <a:rPr lang="zh-CN" altLang="en-US" sz="2000" b="1" i="1">
                        <a:solidFill>
                          <a:srgbClr val="000000"/>
                        </a:solidFill>
                        <a:latin typeface="Cambria Math" panose="02040503050406030204" pitchFamily="18" charset="0"/>
                        <a:ea typeface="+mn-ea"/>
                      </a:rPr>
                      <m:t>𝒕</m:t>
                    </m:r>
                    <m:r>
                      <a:rPr lang="zh-CN" altLang="en-US" sz="2000" b="1" i="1">
                        <a:solidFill>
                          <a:srgbClr val="000000"/>
                        </a:solidFill>
                        <a:latin typeface="Cambria Math" panose="02040503050406030204" pitchFamily="18" charset="0"/>
                        <a:ea typeface="+mn-ea"/>
                      </a:rPr>
                      <m:t>)=</m:t>
                    </m:r>
                    <m:func>
                      <m:funcPr>
                        <m:ctrlPr>
                          <a:rPr lang="zh-CN" altLang="en-US" sz="2000" b="1" i="1">
                            <a:solidFill>
                              <a:srgbClr val="000000"/>
                            </a:solidFill>
                            <a:latin typeface="Cambria Math" panose="02040503050406030204" pitchFamily="18" charset="0"/>
                            <a:ea typeface="+mn-ea"/>
                          </a:rPr>
                        </m:ctrlPr>
                      </m:funcPr>
                      <m:fName>
                        <m:r>
                          <a:rPr lang="zh-CN" altLang="en-US" sz="2000" b="1" i="1">
                            <a:solidFill>
                              <a:srgbClr val="000000"/>
                            </a:solidFill>
                            <a:latin typeface="Cambria Math" panose="02040503050406030204" pitchFamily="18" charset="0"/>
                            <a:ea typeface="+mn-ea"/>
                          </a:rPr>
                          <m:t>𝒄𝒐𝒔</m:t>
                        </m:r>
                      </m:fName>
                      <m:e>
                        <m:r>
                          <a:rPr lang="zh-CN" altLang="en-US" sz="2000" b="1" i="1">
                            <a:solidFill>
                              <a:srgbClr val="000000"/>
                            </a:solidFill>
                            <a:latin typeface="Cambria Math" panose="02040503050406030204" pitchFamily="18" charset="0"/>
                            <a:ea typeface="+mn-ea"/>
                          </a:rPr>
                          <m:t>(</m:t>
                        </m:r>
                      </m:e>
                    </m:func>
                    <m:sSub>
                      <m:sSubPr>
                        <m:ctrlPr>
                          <a:rPr lang="zh-CN" altLang="en-US" sz="2000" b="1" i="1">
                            <a:solidFill>
                              <a:srgbClr val="000000"/>
                            </a:solidFill>
                            <a:latin typeface="Cambria Math" panose="02040503050406030204" pitchFamily="18" charset="0"/>
                            <a:ea typeface="+mn-ea"/>
                          </a:rPr>
                        </m:ctrlPr>
                      </m:sSubPr>
                      <m:e>
                        <m:r>
                          <a:rPr lang="zh-CN" altLang="en-US" sz="2000" b="1" i="1">
                            <a:solidFill>
                              <a:srgbClr val="000000"/>
                            </a:solidFill>
                            <a:latin typeface="Cambria Math" panose="02040503050406030204" pitchFamily="18" charset="0"/>
                            <a:ea typeface="+mn-ea"/>
                          </a:rPr>
                          <m:t>𝝎</m:t>
                        </m:r>
                      </m:e>
                      <m:sub>
                        <m:r>
                          <a:rPr lang="zh-CN" altLang="en-US" sz="2000" b="1" i="1">
                            <a:solidFill>
                              <a:srgbClr val="000000"/>
                            </a:solidFill>
                            <a:latin typeface="Cambria Math" panose="02040503050406030204" pitchFamily="18" charset="0"/>
                            <a:ea typeface="+mn-ea"/>
                          </a:rPr>
                          <m:t>𝟎</m:t>
                        </m:r>
                      </m:sub>
                    </m:sSub>
                    <m:r>
                      <a:rPr lang="zh-CN" altLang="en-US" sz="2000" b="1" i="1">
                        <a:solidFill>
                          <a:srgbClr val="000000"/>
                        </a:solidFill>
                        <a:latin typeface="Cambria Math" panose="02040503050406030204" pitchFamily="18" charset="0"/>
                        <a:ea typeface="+mn-ea"/>
                      </a:rPr>
                      <m:t>𝒕</m:t>
                    </m:r>
                    <m:r>
                      <a:rPr lang="zh-CN" altLang="en-US" sz="2000" b="1" i="1">
                        <a:solidFill>
                          <a:srgbClr val="000000"/>
                        </a:solidFill>
                        <a:latin typeface="Cambria Math" panose="02040503050406030204" pitchFamily="18" charset="0"/>
                        <a:ea typeface="+mn-ea"/>
                      </a:rPr>
                      <m:t>)</m:t>
                    </m:r>
                    <m:r>
                      <a:rPr lang="zh-CN" altLang="en-US" sz="2000" b="1" i="1">
                        <a:solidFill>
                          <a:srgbClr val="000000"/>
                        </a:solidFill>
                        <a:latin typeface="Cambria Math" panose="02040503050406030204" pitchFamily="18" charset="0"/>
                        <a:ea typeface="+mn-ea"/>
                      </a:rPr>
                      <m:t>𝜺</m:t>
                    </m:r>
                    <m:r>
                      <a:rPr lang="zh-CN" altLang="en-US" sz="2000" b="1" i="1">
                        <a:solidFill>
                          <a:srgbClr val="000000"/>
                        </a:solidFill>
                        <a:latin typeface="Cambria Math" panose="02040503050406030204" pitchFamily="18" charset="0"/>
                        <a:ea typeface="+mn-ea"/>
                      </a:rPr>
                      <m:t>(</m:t>
                    </m:r>
                    <m:r>
                      <a:rPr lang="zh-CN" altLang="en-US" sz="2000" b="1" i="1">
                        <a:solidFill>
                          <a:srgbClr val="000000"/>
                        </a:solidFill>
                        <a:latin typeface="Cambria Math" panose="02040503050406030204" pitchFamily="18" charset="0"/>
                        <a:ea typeface="+mn-ea"/>
                      </a:rPr>
                      <m:t>𝒕</m:t>
                    </m:r>
                    <m:r>
                      <a:rPr lang="zh-CN" altLang="en-US" sz="2000" b="1" i="1">
                        <a:solidFill>
                          <a:srgbClr val="000000"/>
                        </a:solidFill>
                        <a:latin typeface="Cambria Math" panose="02040503050406030204" pitchFamily="18" charset="0"/>
                        <a:ea typeface="+mn-ea"/>
                      </a:rPr>
                      <m:t>)</m:t>
                    </m:r>
                  </m:oMath>
                </a14:m>
                <a:r>
                  <a:rPr kumimoji="1" lang="zh-CN" altLang="en-US" sz="2000" b="1" dirty="0">
                    <a:solidFill>
                      <a:srgbClr val="003300"/>
                    </a:solidFill>
                    <a:latin typeface="+mn-ea"/>
                    <a:ea typeface="+mn-ea"/>
                  </a:rPr>
                  <a:t>的频谱</a:t>
                </a:r>
                <a:r>
                  <a:rPr kumimoji="1" lang="en-US" altLang="zh-CN" sz="2000" b="1" dirty="0">
                    <a:solidFill>
                      <a:srgbClr val="003300"/>
                    </a:solidFill>
                    <a:latin typeface="+mn-ea"/>
                    <a:ea typeface="+mn-ea"/>
                  </a:rPr>
                  <a:t>F(j</a:t>
                </a:r>
                <a:r>
                  <a:rPr kumimoji="1" lang="en-US" altLang="zh-CN" sz="2000" b="1" dirty="0">
                    <a:solidFill>
                      <a:srgbClr val="003300"/>
                    </a:solidFill>
                    <a:latin typeface="+mn-ea"/>
                    <a:ea typeface="+mn-ea"/>
                    <a:sym typeface="Symbol" panose="05050102010706020507" pitchFamily="18" charset="2"/>
                  </a:rPr>
                  <a:t></a:t>
                </a:r>
                <a:r>
                  <a:rPr kumimoji="1" lang="en-US" altLang="zh-CN" sz="2000" b="1" dirty="0">
                    <a:solidFill>
                      <a:srgbClr val="003300"/>
                    </a:solidFill>
                    <a:latin typeface="+mn-ea"/>
                    <a:ea typeface="+mn-ea"/>
                  </a:rPr>
                  <a:t>)</a:t>
                </a:r>
                <a:r>
                  <a:rPr kumimoji="1" lang="zh-CN" altLang="en-US" sz="2000" b="1" dirty="0">
                    <a:solidFill>
                      <a:srgbClr val="003300"/>
                    </a:solidFill>
                    <a:latin typeface="+mn-ea"/>
                    <a:ea typeface="+mn-ea"/>
                  </a:rPr>
                  <a:t>。</a:t>
                </a:r>
                <a:endParaRPr kumimoji="1" lang="zh-CN" altLang="en-US" sz="2000" b="1" dirty="0">
                  <a:solidFill>
                    <a:srgbClr val="003300"/>
                  </a:solidFill>
                  <a:latin typeface="+mn-ea"/>
                  <a:ea typeface="+mn-ea"/>
                </a:endParaRPr>
              </a:p>
            </p:txBody>
          </p:sp>
        </mc:Choice>
        <mc:Fallback>
          <p:sp>
            <p:nvSpPr>
              <p:cNvPr id="306178" name="Rectangle 2"/>
              <p:cNvSpPr>
                <a:spLocks noRot="1" noChangeAspect="1" noMove="1" noResize="1" noEditPoints="1" noAdjustHandles="1" noChangeArrowheads="1" noChangeShapeType="1" noTextEdit="1"/>
              </p:cNvSpPr>
              <p:nvPr/>
            </p:nvSpPr>
            <p:spPr bwMode="auto">
              <a:xfrm>
                <a:off x="721984" y="68263"/>
                <a:ext cx="8259106" cy="631825"/>
              </a:xfrm>
              <a:prstGeom prst="rect">
                <a:avLst/>
              </a:prstGeom>
              <a:blipFill rotWithShape="1">
                <a:blip r:embed="rId1"/>
                <a:stretch>
                  <a:fillRect l="-8" t="-50" r="3" b="5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aphicFrame>
        <p:nvGraphicFramePr>
          <p:cNvPr id="306180" name="Object 4"/>
          <p:cNvGraphicFramePr>
            <a:graphicFrameLocks noChangeAspect="1"/>
          </p:cNvGraphicFramePr>
          <p:nvPr/>
        </p:nvGraphicFramePr>
        <p:xfrm>
          <a:off x="667544" y="946945"/>
          <a:ext cx="4318000" cy="433387"/>
        </p:xfrm>
        <a:graphic>
          <a:graphicData uri="http://schemas.openxmlformats.org/presentationml/2006/ole">
            <mc:AlternateContent xmlns:mc="http://schemas.openxmlformats.org/markup-compatibility/2006">
              <mc:Choice xmlns:v="urn:schemas-microsoft-com:vml" Requires="v">
                <p:oleObj spid="_x0000_s166352" name="公式" r:id="rId2" imgW="2895600" imgH="254000" progId="Equation.3">
                  <p:embed/>
                </p:oleObj>
              </mc:Choice>
              <mc:Fallback>
                <p:oleObj name="公式" r:id="rId2" imgW="2895600" imgH="2540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544" y="946945"/>
                        <a:ext cx="431800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6181" name="Object 5"/>
          <p:cNvGraphicFramePr>
            <a:graphicFrameLocks noChangeAspect="1"/>
          </p:cNvGraphicFramePr>
          <p:nvPr/>
        </p:nvGraphicFramePr>
        <p:xfrm>
          <a:off x="1042988" y="3500438"/>
          <a:ext cx="6854825" cy="784225"/>
        </p:xfrm>
        <a:graphic>
          <a:graphicData uri="http://schemas.openxmlformats.org/presentationml/2006/ole">
            <mc:AlternateContent xmlns:mc="http://schemas.openxmlformats.org/markup-compatibility/2006">
              <mc:Choice xmlns:v="urn:schemas-microsoft-com:vml" Requires="v">
                <p:oleObj spid="_x0000_s166353" name="公式" r:id="rId4" imgW="4483100" imgH="508000" progId="Equation.3">
                  <p:embed/>
                </p:oleObj>
              </mc:Choice>
              <mc:Fallback>
                <p:oleObj name="公式" r:id="rId4" imgW="4483100" imgH="508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3500438"/>
                        <a:ext cx="6854825" cy="78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6182" name="Object 6"/>
          <p:cNvGraphicFramePr>
            <a:graphicFrameLocks noChangeAspect="1"/>
          </p:cNvGraphicFramePr>
          <p:nvPr/>
        </p:nvGraphicFramePr>
        <p:xfrm>
          <a:off x="3708400" y="1773238"/>
          <a:ext cx="2978150" cy="439737"/>
        </p:xfrm>
        <a:graphic>
          <a:graphicData uri="http://schemas.openxmlformats.org/presentationml/2006/ole">
            <mc:AlternateContent xmlns:mc="http://schemas.openxmlformats.org/markup-compatibility/2006">
              <mc:Choice xmlns:v="urn:schemas-microsoft-com:vml" Requires="v">
                <p:oleObj spid="_x0000_s166354" name="公式" r:id="rId6" imgW="2032000" imgH="254000" progId="Equation.3">
                  <p:embed/>
                </p:oleObj>
              </mc:Choice>
              <mc:Fallback>
                <p:oleObj name="公式" r:id="rId6" imgW="2032000" imgH="2540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1773238"/>
                        <a:ext cx="2978150" cy="439737"/>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306183" name="Object 7"/>
              <p:cNvSpPr txBox="1"/>
              <p:nvPr/>
            </p:nvSpPr>
            <p:spPr bwMode="auto">
              <a:xfrm>
                <a:off x="1923393" y="2565400"/>
                <a:ext cx="1557995" cy="373063"/>
              </a:xfrm>
              <a:prstGeom prst="rect">
                <a:avLst/>
              </a:prstGeom>
              <a:noFill/>
              <a:ln>
                <a:noFill/>
              </a:ln>
              <a:effectLst/>
            </p:spPr>
            <p:txBody>
              <a:bodyPr>
                <a:normAutofit fontScale="62500" lnSpcReduction="20000"/>
              </a:bodyPr>
              <a:lstStyle/>
              <a:p>
                <a14:m>
                  <m:oMathPara xmlns:m="http://schemas.openxmlformats.org/officeDocument/2006/math">
                    <m:oMathParaPr>
                      <m:jc m:val="left"/>
                    </m:oMathParaPr>
                    <m:oMath xmlns:m="http://schemas.openxmlformats.org/officeDocument/2006/math">
                      <m:r>
                        <m:rPr>
                          <m:nor/>
                        </m:rPr>
                        <a:rPr lang="en-US" altLang="zh-CN" dirty="0">
                          <a:solidFill>
                            <a:srgbClr val="000000"/>
                          </a:solidFill>
                          <a:latin typeface="+mn-ea"/>
                          <a:ea typeface="+mn-ea"/>
                        </a:rPr>
                        <m:t>f</m:t>
                      </m:r>
                      <m:r>
                        <m:rPr>
                          <m:nor/>
                        </m:rPr>
                        <a:rPr lang="en-US" altLang="zh-CN" b="0" i="0" baseline="-25000" dirty="0" smtClean="0">
                          <a:solidFill>
                            <a:srgbClr val="000000"/>
                          </a:solidFill>
                          <a:latin typeface="+mn-ea"/>
                          <a:ea typeface="+mn-ea"/>
                        </a:rPr>
                        <m:t>2</m:t>
                      </m:r>
                      <m:r>
                        <m:rPr>
                          <m:nor/>
                        </m:rPr>
                        <a:rPr lang="en-US" altLang="zh-CN" dirty="0">
                          <a:solidFill>
                            <a:srgbClr val="000000"/>
                          </a:solidFill>
                          <a:latin typeface="+mn-ea"/>
                          <a:ea typeface="+mn-ea"/>
                        </a:rPr>
                        <m:t>(</m:t>
                      </m:r>
                      <m:r>
                        <m:rPr>
                          <m:nor/>
                        </m:rPr>
                        <a:rPr lang="en-US" altLang="zh-CN" dirty="0">
                          <a:solidFill>
                            <a:srgbClr val="000000"/>
                          </a:solidFill>
                          <a:latin typeface="+mn-ea"/>
                          <a:ea typeface="+mn-ea"/>
                        </a:rPr>
                        <m:t>t</m:t>
                      </m:r>
                      <m:r>
                        <m:rPr>
                          <m:nor/>
                        </m:rPr>
                        <a:rPr lang="en-US" altLang="zh-CN" dirty="0">
                          <a:solidFill>
                            <a:srgbClr val="000000"/>
                          </a:solidFill>
                          <a:latin typeface="+mn-ea"/>
                          <a:ea typeface="+mn-ea"/>
                        </a:rPr>
                        <m:t>)=</m:t>
                      </m:r>
                      <m:r>
                        <a:rPr lang="zh-CN" altLang="en-US" i="1">
                          <a:solidFill>
                            <a:srgbClr val="000000"/>
                          </a:solidFill>
                          <a:latin typeface="Cambria Math" panose="02040503050406030204" pitchFamily="18" charset="0"/>
                          <a:ea typeface="+mn-ea"/>
                        </a:rPr>
                        <m:t>𝜀</m:t>
                      </m:r>
                      <m:r>
                        <a:rPr lang="zh-CN" altLang="en-US" i="1">
                          <a:solidFill>
                            <a:srgbClr val="000000"/>
                          </a:solidFill>
                          <a:latin typeface="Cambria Math" panose="02040503050406030204" pitchFamily="18" charset="0"/>
                          <a:ea typeface="+mn-ea"/>
                        </a:rPr>
                        <m:t>(</m:t>
                      </m:r>
                      <m:r>
                        <a:rPr lang="zh-CN" altLang="en-US" i="1">
                          <a:solidFill>
                            <a:srgbClr val="000000"/>
                          </a:solidFill>
                          <a:latin typeface="Cambria Math" panose="02040503050406030204" pitchFamily="18" charset="0"/>
                          <a:ea typeface="+mn-ea"/>
                        </a:rPr>
                        <m:t>𝑡</m:t>
                      </m:r>
                      <m:r>
                        <a:rPr lang="zh-CN" altLang="en-US" i="1">
                          <a:solidFill>
                            <a:srgbClr val="000000"/>
                          </a:solidFill>
                          <a:latin typeface="Cambria Math" panose="02040503050406030204" pitchFamily="18" charset="0"/>
                          <a:ea typeface="+mn-ea"/>
                        </a:rPr>
                        <m:t>)→</m:t>
                      </m:r>
                    </m:oMath>
                  </m:oMathPara>
                </a14:m>
                <a:endParaRPr lang="zh-CN" altLang="en-US" dirty="0">
                  <a:latin typeface="+mn-ea"/>
                  <a:ea typeface="+mn-ea"/>
                </a:endParaRPr>
              </a:p>
            </p:txBody>
          </p:sp>
        </mc:Choice>
        <mc:Fallback>
          <p:sp>
            <p:nvSpPr>
              <p:cNvPr id="306183" name="Object 7"/>
              <p:cNvSpPr txBox="1">
                <a:spLocks noRot="1" noChangeAspect="1" noMove="1" noResize="1" noEditPoints="1" noAdjustHandles="1" noChangeArrowheads="1" noChangeShapeType="1" noTextEdit="1"/>
              </p:cNvSpPr>
              <p:nvPr/>
            </p:nvSpPr>
            <p:spPr bwMode="auto">
              <a:xfrm>
                <a:off x="1923393" y="2565400"/>
                <a:ext cx="1557995" cy="373063"/>
              </a:xfrm>
              <a:prstGeom prst="rect">
                <a:avLst/>
              </a:prstGeom>
              <a:blipFill rotWithShape="1">
                <a:blip r:embed="rId8"/>
                <a:stretch>
                  <a:fillRect l="-39" r="20" b="85"/>
                </a:stretch>
              </a:blipFill>
              <a:ln>
                <a:noFill/>
              </a:ln>
              <a:effectLst/>
            </p:spPr>
            <p:txBody>
              <a:bodyPr/>
              <a:lstStyle/>
              <a:p>
                <a:r>
                  <a:rPr lang="zh-CN" altLang="en-US">
                    <a:noFill/>
                  </a:rPr>
                  <a:t> </a:t>
                </a:r>
              </a:p>
            </p:txBody>
          </p:sp>
        </mc:Fallback>
      </mc:AlternateContent>
      <p:graphicFrame>
        <p:nvGraphicFramePr>
          <p:cNvPr id="306184" name="Object 8"/>
          <p:cNvGraphicFramePr>
            <a:graphicFrameLocks noChangeAspect="1"/>
          </p:cNvGraphicFramePr>
          <p:nvPr/>
        </p:nvGraphicFramePr>
        <p:xfrm>
          <a:off x="1835150" y="4581525"/>
          <a:ext cx="7034213" cy="808038"/>
        </p:xfrm>
        <a:graphic>
          <a:graphicData uri="http://schemas.openxmlformats.org/presentationml/2006/ole">
            <mc:AlternateContent xmlns:mc="http://schemas.openxmlformats.org/markup-compatibility/2006">
              <mc:Choice xmlns:v="urn:schemas-microsoft-com:vml" Requires="v">
                <p:oleObj spid="_x0000_s166355" name="公式" r:id="rId9" imgW="4610100" imgH="520700" progId="Equation.3">
                  <p:embed/>
                </p:oleObj>
              </mc:Choice>
              <mc:Fallback>
                <p:oleObj name="公式" r:id="rId9" imgW="4610100" imgH="5207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581525"/>
                        <a:ext cx="7034213" cy="80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6185" name="Object 9"/>
          <p:cNvGraphicFramePr>
            <a:graphicFrameLocks noChangeAspect="1"/>
          </p:cNvGraphicFramePr>
          <p:nvPr/>
        </p:nvGraphicFramePr>
        <p:xfrm>
          <a:off x="1835150" y="5719761"/>
          <a:ext cx="4752975" cy="892175"/>
        </p:xfrm>
        <a:graphic>
          <a:graphicData uri="http://schemas.openxmlformats.org/presentationml/2006/ole">
            <mc:AlternateContent xmlns:mc="http://schemas.openxmlformats.org/markup-compatibility/2006">
              <mc:Choice xmlns:v="urn:schemas-microsoft-com:vml" Requires="v">
                <p:oleObj spid="_x0000_s166356" name="公式" r:id="rId11" imgW="3403600" imgH="546100" progId="Equation.3">
                  <p:embed/>
                </p:oleObj>
              </mc:Choice>
              <mc:Fallback>
                <p:oleObj name="公式" r:id="rId11" imgW="3403600" imgH="5461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5150" y="5719761"/>
                        <a:ext cx="4752975" cy="892175"/>
                      </a:xfrm>
                      <a:prstGeom prst="rect">
                        <a:avLst/>
                      </a:prstGeom>
                      <a:solidFill>
                        <a:schemeClr val="bg1"/>
                      </a:solidFill>
                      <a:ln w="28575">
                        <a:solidFill>
                          <a:schemeClr val="folHlink"/>
                        </a:solidFill>
                        <a:miter lim="800000"/>
                        <a:headEnd/>
                        <a:tailEnd/>
                      </a:ln>
                      <a:effectLst>
                        <a:outerShdw dist="35921" dir="2700000" algn="ctr" rotWithShape="0">
                          <a:schemeClr val="bg2"/>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306186" name="Object 10"/>
              <p:cNvSpPr txBox="1"/>
              <p:nvPr/>
            </p:nvSpPr>
            <p:spPr bwMode="auto">
              <a:xfrm>
                <a:off x="1440628" y="1844675"/>
                <a:ext cx="2122379" cy="439737"/>
              </a:xfrm>
              <a:prstGeom prst="rect">
                <a:avLst/>
              </a:prstGeom>
              <a:solidFill>
                <a:schemeClr val="bg1"/>
              </a:solidFill>
              <a:ln>
                <a:noFill/>
              </a:ln>
              <a:effectLst/>
            </p:spPr>
            <p:txBody>
              <a:bodyPr>
                <a:normAutofit fontScale="62500" lnSpcReduction="20000"/>
              </a:bodyPr>
              <a:lstStyle/>
              <a:p>
                <a:r>
                  <a:rPr lang="en-US" altLang="zh-CN" dirty="0">
                    <a:solidFill>
                      <a:srgbClr val="000000"/>
                    </a:solidFill>
                  </a:rPr>
                  <a:t>f</a:t>
                </a:r>
                <a:r>
                  <a:rPr lang="en-US" altLang="zh-CN" baseline="-25000" dirty="0">
                    <a:solidFill>
                      <a:srgbClr val="000000"/>
                    </a:solidFill>
                  </a:rPr>
                  <a:t>1</a:t>
                </a:r>
                <a:r>
                  <a:rPr lang="en-US" altLang="zh-CN" dirty="0">
                    <a:solidFill>
                      <a:srgbClr val="000000"/>
                    </a:solidFill>
                  </a:rPr>
                  <a:t>(t)=</a:t>
                </a:r>
                <a14:m>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0</m:t>
                        </m:r>
                      </m:sub>
                    </m:sSub>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a14:m>
                <a:endParaRPr lang="zh-CN" altLang="en-US" dirty="0"/>
              </a:p>
            </p:txBody>
          </p:sp>
        </mc:Choice>
        <mc:Fallback>
          <p:sp>
            <p:nvSpPr>
              <p:cNvPr id="306186" name="Object 10"/>
              <p:cNvSpPr txBox="1">
                <a:spLocks noRot="1" noChangeAspect="1" noMove="1" noResize="1" noEditPoints="1" noAdjustHandles="1" noChangeArrowheads="1" noChangeShapeType="1" noTextEdit="1"/>
              </p:cNvSpPr>
              <p:nvPr/>
            </p:nvSpPr>
            <p:spPr bwMode="auto">
              <a:xfrm>
                <a:off x="1440628" y="1844675"/>
                <a:ext cx="2122379" cy="439737"/>
              </a:xfrm>
              <a:prstGeom prst="rect">
                <a:avLst/>
              </a:prstGeom>
              <a:blipFill rotWithShape="1">
                <a:blip r:embed="rId13"/>
                <a:stretch>
                  <a:fillRect l="-21" r="1" b="72"/>
                </a:stretch>
              </a:blipFill>
              <a:ln>
                <a:noFill/>
              </a:ln>
              <a:effectLst/>
            </p:spPr>
            <p:txBody>
              <a:bodyPr/>
              <a:lstStyle/>
              <a:p>
                <a:r>
                  <a:rPr lang="zh-CN" altLang="en-US">
                    <a:noFill/>
                  </a:rPr>
                  <a:t> </a:t>
                </a:r>
              </a:p>
            </p:txBody>
          </p:sp>
        </mc:Fallback>
      </mc:AlternateContent>
      <p:graphicFrame>
        <p:nvGraphicFramePr>
          <p:cNvPr id="306187" name="Object 11"/>
          <p:cNvGraphicFramePr>
            <a:graphicFrameLocks noChangeAspect="1"/>
          </p:cNvGraphicFramePr>
          <p:nvPr/>
        </p:nvGraphicFramePr>
        <p:xfrm>
          <a:off x="3708400" y="2349500"/>
          <a:ext cx="1406525" cy="766763"/>
        </p:xfrm>
        <a:graphic>
          <a:graphicData uri="http://schemas.openxmlformats.org/presentationml/2006/ole">
            <mc:AlternateContent xmlns:mc="http://schemas.openxmlformats.org/markup-compatibility/2006">
              <mc:Choice xmlns:v="urn:schemas-microsoft-com:vml" Requires="v">
                <p:oleObj spid="_x0000_s166357" name="公式" r:id="rId14" imgW="977900" imgH="508000" progId="Equation.3">
                  <p:embed/>
                </p:oleObj>
              </mc:Choice>
              <mc:Fallback>
                <p:oleObj name="公式" r:id="rId14" imgW="977900" imgH="508000"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08400" y="2349500"/>
                        <a:ext cx="1406525" cy="766763"/>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pic>
                </p:oleObj>
              </mc:Fallback>
            </mc:AlternateContent>
          </a:graphicData>
        </a:graphic>
      </p:graphicFrame>
    </p:spTree>
    <p:custDataLst>
      <p:tags r:id="rId16"/>
    </p:custDataLst>
  </p:cSld>
  <p:clrMapOvr>
    <a:masterClrMapping/>
  </p:clrMapOvr>
  <mc:AlternateContent xmlns:mc="http://schemas.openxmlformats.org/markup-compatibility/2006">
    <mc:Choice xmlns:p14="http://schemas.microsoft.com/office/powerpoint/2010/main" Requires="p14">
      <p:transition spd="slow" p14:dur="2000" advTm="366472"/>
    </mc:Choice>
    <mc:Fallback>
      <p:transition spd="slow" advTm="3664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06178"/>
                                        </p:tgtEl>
                                        <p:attrNameLst>
                                          <p:attrName>style.visibility</p:attrName>
                                        </p:attrNameLst>
                                      </p:cBhvr>
                                      <p:to>
                                        <p:strVal val="visible"/>
                                      </p:to>
                                    </p:set>
                                    <p:anim calcmode="lin" valueType="num">
                                      <p:cBhvr additive="base">
                                        <p:cTn id="7" dur="500" fill="hold"/>
                                        <p:tgtEl>
                                          <p:spTgt spid="306178"/>
                                        </p:tgtEl>
                                        <p:attrNameLst>
                                          <p:attrName>ppt_x</p:attrName>
                                        </p:attrNameLst>
                                      </p:cBhvr>
                                      <p:tavLst>
                                        <p:tav tm="0">
                                          <p:val>
                                            <p:strVal val="0-#ppt_w/2"/>
                                          </p:val>
                                        </p:tav>
                                        <p:tav tm="100000">
                                          <p:val>
                                            <p:strVal val="#ppt_x"/>
                                          </p:val>
                                        </p:tav>
                                      </p:tavLst>
                                    </p:anim>
                                    <p:anim calcmode="lin" valueType="num">
                                      <p:cBhvr additive="base">
                                        <p:cTn id="8" dur="500" fill="hold"/>
                                        <p:tgtEl>
                                          <p:spTgt spid="3061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06180"/>
                                        </p:tgtEl>
                                        <p:attrNameLst>
                                          <p:attrName>style.visibility</p:attrName>
                                        </p:attrNameLst>
                                      </p:cBhvr>
                                      <p:to>
                                        <p:strVal val="visible"/>
                                      </p:to>
                                    </p:set>
                                    <p:anim calcmode="lin" valueType="num">
                                      <p:cBhvr>
                                        <p:cTn id="13" dur="500" fill="hold"/>
                                        <p:tgtEl>
                                          <p:spTgt spid="306180"/>
                                        </p:tgtEl>
                                        <p:attrNameLst>
                                          <p:attrName>ppt_w</p:attrName>
                                        </p:attrNameLst>
                                      </p:cBhvr>
                                      <p:tavLst>
                                        <p:tav tm="0">
                                          <p:val>
                                            <p:fltVal val="0"/>
                                          </p:val>
                                        </p:tav>
                                        <p:tav tm="100000">
                                          <p:val>
                                            <p:strVal val="#ppt_w"/>
                                          </p:val>
                                        </p:tav>
                                      </p:tavLst>
                                    </p:anim>
                                    <p:anim calcmode="lin" valueType="num">
                                      <p:cBhvr>
                                        <p:cTn id="14" dur="500" fill="hold"/>
                                        <p:tgtEl>
                                          <p:spTgt spid="30618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61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nodeType="clickEffect">
                                  <p:stCondLst>
                                    <p:cond delay="0"/>
                                  </p:stCondLst>
                                  <p:childTnLst>
                                    <p:set>
                                      <p:cBhvr>
                                        <p:cTn id="22" dur="1" fill="hold">
                                          <p:stCondLst>
                                            <p:cond delay="0"/>
                                          </p:stCondLst>
                                        </p:cTn>
                                        <p:tgtEl>
                                          <p:spTgt spid="306182"/>
                                        </p:tgtEl>
                                        <p:attrNameLst>
                                          <p:attrName>style.visibility</p:attrName>
                                        </p:attrNameLst>
                                      </p:cBhvr>
                                      <p:to>
                                        <p:strVal val="visible"/>
                                      </p:to>
                                    </p:set>
                                    <p:animEffect transition="in" filter="barn(inHorizontal)">
                                      <p:cBhvr>
                                        <p:cTn id="23" dur="500"/>
                                        <p:tgtEl>
                                          <p:spTgt spid="30618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0618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06187"/>
                                        </p:tgtEl>
                                        <p:attrNameLst>
                                          <p:attrName>style.visibility</p:attrName>
                                        </p:attrNameLst>
                                      </p:cBhvr>
                                      <p:to>
                                        <p:strVal val="visible"/>
                                      </p:to>
                                    </p:set>
                                    <p:animEffect transition="in" filter="box(in)">
                                      <p:cBhvr>
                                        <p:cTn id="32" dur="500"/>
                                        <p:tgtEl>
                                          <p:spTgt spid="306187"/>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06181"/>
                                        </p:tgtEl>
                                        <p:attrNameLst>
                                          <p:attrName>style.visibility</p:attrName>
                                        </p:attrNameLst>
                                      </p:cBhvr>
                                      <p:to>
                                        <p:strVal val="visible"/>
                                      </p:to>
                                    </p:set>
                                    <p:anim calcmode="lin" valueType="num">
                                      <p:cBhvr additive="base">
                                        <p:cTn id="37" dur="500" fill="hold"/>
                                        <p:tgtEl>
                                          <p:spTgt spid="306181"/>
                                        </p:tgtEl>
                                        <p:attrNameLst>
                                          <p:attrName>ppt_x</p:attrName>
                                        </p:attrNameLst>
                                      </p:cBhvr>
                                      <p:tavLst>
                                        <p:tav tm="0">
                                          <p:val>
                                            <p:strVal val="#ppt_x"/>
                                          </p:val>
                                        </p:tav>
                                        <p:tav tm="100000">
                                          <p:val>
                                            <p:strVal val="#ppt_x"/>
                                          </p:val>
                                        </p:tav>
                                      </p:tavLst>
                                    </p:anim>
                                    <p:anim calcmode="lin" valueType="num">
                                      <p:cBhvr additive="base">
                                        <p:cTn id="38" dur="500" fill="hold"/>
                                        <p:tgtEl>
                                          <p:spTgt spid="30618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06184"/>
                                        </p:tgtEl>
                                        <p:attrNameLst>
                                          <p:attrName>style.visibility</p:attrName>
                                        </p:attrNameLst>
                                      </p:cBhvr>
                                      <p:to>
                                        <p:strVal val="visible"/>
                                      </p:to>
                                    </p:set>
                                    <p:anim calcmode="lin" valueType="num">
                                      <p:cBhvr additive="base">
                                        <p:cTn id="43" dur="500" fill="hold"/>
                                        <p:tgtEl>
                                          <p:spTgt spid="306184"/>
                                        </p:tgtEl>
                                        <p:attrNameLst>
                                          <p:attrName>ppt_x</p:attrName>
                                        </p:attrNameLst>
                                      </p:cBhvr>
                                      <p:tavLst>
                                        <p:tav tm="0">
                                          <p:val>
                                            <p:strVal val="#ppt_x"/>
                                          </p:val>
                                        </p:tav>
                                        <p:tav tm="100000">
                                          <p:val>
                                            <p:strVal val="#ppt_x"/>
                                          </p:val>
                                        </p:tav>
                                      </p:tavLst>
                                    </p:anim>
                                    <p:anim calcmode="lin" valueType="num">
                                      <p:cBhvr additive="base">
                                        <p:cTn id="44" dur="500" fill="hold"/>
                                        <p:tgtEl>
                                          <p:spTgt spid="30618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06185"/>
                                        </p:tgtEl>
                                        <p:attrNameLst>
                                          <p:attrName>style.visibility</p:attrName>
                                        </p:attrNameLst>
                                      </p:cBhvr>
                                      <p:to>
                                        <p:strVal val="visible"/>
                                      </p:to>
                                    </p:set>
                                    <p:anim calcmode="lin" valueType="num">
                                      <p:cBhvr additive="base">
                                        <p:cTn id="49" dur="500" fill="hold"/>
                                        <p:tgtEl>
                                          <p:spTgt spid="306185"/>
                                        </p:tgtEl>
                                        <p:attrNameLst>
                                          <p:attrName>ppt_x</p:attrName>
                                        </p:attrNameLst>
                                      </p:cBhvr>
                                      <p:tavLst>
                                        <p:tav tm="0">
                                          <p:val>
                                            <p:strVal val="#ppt_x"/>
                                          </p:val>
                                        </p:tav>
                                        <p:tav tm="100000">
                                          <p:val>
                                            <p:strVal val="#ppt_x"/>
                                          </p:val>
                                        </p:tav>
                                      </p:tavLst>
                                    </p:anim>
                                    <p:anim calcmode="lin" valueType="num">
                                      <p:cBhvr additive="base">
                                        <p:cTn id="50" dur="500" fill="hold"/>
                                        <p:tgtEl>
                                          <p:spTgt spid="3061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8" grpId="0" autoUpdateAnimBg="0"/>
      <p:bldP spid="306183" grpId="0"/>
      <p:bldP spid="306186" grpId="0" animBg="1"/>
    </p:bldLst>
  </p:timing>
</p:sld>
</file>

<file path=ppt/slides/slide1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日期占位符 3"/>
          <p:cNvSpPr>
            <a:spLocks noGrp="1"/>
          </p:cNvSpPr>
          <p:nvPr>
            <p:ph type="dt" sz="quarter" idx="10"/>
          </p:nvPr>
        </p:nvSpPr>
        <p:spPr/>
        <p:txBody>
          <a:bodyPr/>
          <a:lstStyle/>
          <a:p>
            <a:pPr>
              <a:defRPr/>
            </a:pPr>
            <a:fld id="{08B34DD9-26CB-48A1-95F5-72CD91334079}" type="datetime1">
              <a:rPr lang="zh-CN" altLang="en-US"/>
            </a:fld>
            <a:endParaRPr lang="zh-CN" altLang="en-US"/>
          </a:p>
        </p:txBody>
      </p:sp>
      <p:sp>
        <p:nvSpPr>
          <p:cNvPr id="166915" name="Rectangle 2"/>
          <p:cNvSpPr>
            <a:spLocks noGrp="1" noChangeArrowheads="1"/>
          </p:cNvSpPr>
          <p:nvPr>
            <p:ph type="title" idx="4294967295"/>
          </p:nvPr>
        </p:nvSpPr>
        <p:spPr>
          <a:xfrm>
            <a:off x="747713" y="404813"/>
            <a:ext cx="762000" cy="381000"/>
          </a:xfrm>
        </p:spPr>
        <p:txBody>
          <a:bodyPr/>
          <a:lstStyle/>
          <a:p>
            <a:r>
              <a:rPr lang="zh-CN" altLang="en-US" sz="1900" b="1">
                <a:solidFill>
                  <a:srgbClr val="FF0000"/>
                </a:solidFill>
                <a:latin typeface="Times New Roman" panose="02020603050405020304" pitchFamily="18" charset="0"/>
              </a:rPr>
              <a:t>例</a:t>
            </a:r>
            <a:r>
              <a:rPr lang="en-US" altLang="zh-CN" sz="1900" b="1">
                <a:solidFill>
                  <a:srgbClr val="FF0000"/>
                </a:solidFill>
                <a:latin typeface="Times New Roman" panose="02020603050405020304" pitchFamily="18" charset="0"/>
              </a:rPr>
              <a:t>3</a:t>
            </a:r>
            <a:endParaRPr lang="en-US" altLang="zh-CN" sz="1900" b="1"/>
          </a:p>
        </p:txBody>
      </p:sp>
      <p:sp>
        <p:nvSpPr>
          <p:cNvPr id="307203" name="Text Box 3"/>
          <p:cNvSpPr txBox="1">
            <a:spLocks noChangeArrowheads="1"/>
          </p:cNvSpPr>
          <p:nvPr/>
        </p:nvSpPr>
        <p:spPr bwMode="auto">
          <a:xfrm>
            <a:off x="747713" y="1341438"/>
            <a:ext cx="1090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a:solidFill>
                  <a:srgbClr val="FF0000"/>
                </a:solidFill>
                <a:latin typeface="Tahoma" panose="020B0604030504040204" pitchFamily="34" charset="0"/>
                <a:ea typeface="宋体" panose="02010600030101010101" pitchFamily="2" charset="-122"/>
              </a:rPr>
              <a:t>解：</a:t>
            </a:r>
            <a:endParaRPr kumimoji="1" lang="zh-CN" altLang="en-US" sz="2400" b="1">
              <a:solidFill>
                <a:srgbClr val="FF0000"/>
              </a:solidFill>
              <a:latin typeface="Tahoma" panose="020B0604030504040204" pitchFamily="34" charset="0"/>
              <a:ea typeface="宋体" panose="02010600030101010101" pitchFamily="2" charset="-122"/>
            </a:endParaRPr>
          </a:p>
        </p:txBody>
      </p:sp>
      <p:graphicFrame>
        <p:nvGraphicFramePr>
          <p:cNvPr id="307204" name="Object 4"/>
          <p:cNvGraphicFramePr>
            <a:graphicFrameLocks noChangeAspect="1"/>
          </p:cNvGraphicFramePr>
          <p:nvPr/>
        </p:nvGraphicFramePr>
        <p:xfrm>
          <a:off x="877888" y="1769327"/>
          <a:ext cx="3906837" cy="690563"/>
        </p:xfrm>
        <a:graphic>
          <a:graphicData uri="http://schemas.openxmlformats.org/presentationml/2006/ole">
            <mc:AlternateContent xmlns:mc="http://schemas.openxmlformats.org/markup-compatibility/2006">
              <mc:Choice xmlns:v="urn:schemas-microsoft-com:vml" Requires="v">
                <p:oleObj spid="_x0000_s167406" name="公式" r:id="rId1" imgW="2832100" imgH="469900" progId="Equation.3">
                  <p:embed/>
                </p:oleObj>
              </mc:Choice>
              <mc:Fallback>
                <p:oleObj name="公式" r:id="rId1" imgW="2832100" imgH="469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88" y="1769327"/>
                        <a:ext cx="3906837"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07205" name="Object 5"/>
              <p:cNvSpPr txBox="1"/>
              <p:nvPr/>
            </p:nvSpPr>
            <p:spPr bwMode="auto">
              <a:xfrm>
                <a:off x="4902200" y="1785938"/>
                <a:ext cx="3276600" cy="692150"/>
              </a:xfrm>
              <a:prstGeom prst="rect">
                <a:avLst/>
              </a:prstGeom>
              <a:noFill/>
              <a:ln>
                <a:solidFill>
                  <a:srgbClr val="0000FF"/>
                </a:solidFill>
              </a:ln>
              <a:effectLst/>
            </p:spPr>
            <p:txBody>
              <a:bodyPr>
                <a:normAutofit fontScale="55000" lnSpcReduction="20000"/>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𝜋</m:t>
                          </m:r>
                        </m:e>
                      </m:func>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𝛿</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𝛿</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07205" name="Object 5"/>
              <p:cNvSpPr txBox="1">
                <a:spLocks noRot="1" noChangeAspect="1" noMove="1" noResize="1" noEditPoints="1" noAdjustHandles="1" noChangeArrowheads="1" noChangeShapeType="1" noTextEdit="1"/>
              </p:cNvSpPr>
              <p:nvPr/>
            </p:nvSpPr>
            <p:spPr bwMode="auto">
              <a:xfrm>
                <a:off x="4902200" y="1785938"/>
                <a:ext cx="3276600" cy="692150"/>
              </a:xfrm>
              <a:prstGeom prst="rect">
                <a:avLst/>
              </a:prstGeom>
              <a:blipFill rotWithShape="1">
                <a:blip r:embed="rId3"/>
                <a:stretch>
                  <a:fillRect l="-155" t="-688" r="-136" b="-688"/>
                </a:stretch>
              </a:blipFill>
              <a:ln>
                <a:solidFill>
                  <a:srgbClr val="0000FF"/>
                </a:solidFill>
              </a:ln>
              <a:effectLst/>
            </p:spPr>
            <p:txBody>
              <a:bodyPr/>
              <a:lstStyle/>
              <a:p>
                <a:r>
                  <a:rPr lang="zh-CN" altLang="en-US">
                    <a:noFill/>
                  </a:rPr>
                  <a:t> </a:t>
                </a:r>
              </a:p>
            </p:txBody>
          </p:sp>
        </mc:Fallback>
      </mc:AlternateContent>
      <p:graphicFrame>
        <p:nvGraphicFramePr>
          <p:cNvPr id="307206" name="Object 6"/>
          <p:cNvGraphicFramePr>
            <a:graphicFrameLocks noChangeAspect="1"/>
          </p:cNvGraphicFramePr>
          <p:nvPr/>
        </p:nvGraphicFramePr>
        <p:xfrm>
          <a:off x="412750" y="2409825"/>
          <a:ext cx="5065713" cy="801688"/>
        </p:xfrm>
        <a:graphic>
          <a:graphicData uri="http://schemas.openxmlformats.org/presentationml/2006/ole">
            <mc:AlternateContent xmlns:mc="http://schemas.openxmlformats.org/markup-compatibility/2006">
              <mc:Choice xmlns:v="urn:schemas-microsoft-com:vml" Requires="v">
                <p:oleObj spid="_x0000_s167407" name="公式" r:id="rId4" imgW="65532000" imgH="10058400" progId="Equation.3">
                  <p:embed/>
                </p:oleObj>
              </mc:Choice>
              <mc:Fallback>
                <p:oleObj name="公式" r:id="rId4" imgW="65532000" imgH="10058400" progId="Equation.3">
                  <p:embed/>
                  <p:pic>
                    <p:nvPicPr>
                      <p:cNvPr id="0" name="Object 6"/>
                      <p:cNvPicPr>
                        <a:picLocks noChangeAspect="1" noChangeArrowheads="1"/>
                      </p:cNvPicPr>
                      <p:nvPr/>
                    </p:nvPicPr>
                    <p:blipFill>
                      <a:blip r:embed="rId5"/>
                      <a:srcRect/>
                      <a:stretch>
                        <a:fillRect/>
                      </a:stretch>
                    </p:blipFill>
                    <p:spPr bwMode="auto">
                      <a:xfrm>
                        <a:off x="412750" y="2409825"/>
                        <a:ext cx="5065713" cy="8016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07" name="Object 7"/>
          <p:cNvGraphicFramePr>
            <a:graphicFrameLocks noChangeAspect="1"/>
          </p:cNvGraphicFramePr>
          <p:nvPr/>
        </p:nvGraphicFramePr>
        <p:xfrm>
          <a:off x="5478463" y="2499869"/>
          <a:ext cx="3167062" cy="720725"/>
        </p:xfrm>
        <a:graphic>
          <a:graphicData uri="http://schemas.openxmlformats.org/presentationml/2006/ole">
            <mc:AlternateContent xmlns:mc="http://schemas.openxmlformats.org/markup-compatibility/2006">
              <mc:Choice xmlns:v="urn:schemas-microsoft-com:vml" Requires="v">
                <p:oleObj spid="_x0000_s167408" name="Equation" r:id="rId6" imgW="2222500" imgH="469900" progId="Equation.3">
                  <p:embed/>
                </p:oleObj>
              </mc:Choice>
              <mc:Fallback>
                <p:oleObj name="Equation" r:id="rId6" imgW="2222500" imgH="4699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78463" y="2499869"/>
                        <a:ext cx="3167062" cy="720725"/>
                      </a:xfrm>
                      <a:prstGeom prst="rect">
                        <a:avLst/>
                      </a:prstGeom>
                      <a:noFill/>
                      <a:ln>
                        <a:solidFill>
                          <a:srgbClr val="0000FF"/>
                        </a:solidFill>
                      </a:ln>
                      <a:effectLst/>
                    </p:spPr>
                  </p:pic>
                </p:oleObj>
              </mc:Fallback>
            </mc:AlternateContent>
          </a:graphicData>
        </a:graphic>
      </p:graphicFrame>
      <mc:AlternateContent xmlns:mc="http://schemas.openxmlformats.org/markup-compatibility/2006">
        <mc:Choice xmlns:a14="http://schemas.microsoft.com/office/drawing/2010/main" Requires="a14">
          <p:sp>
            <p:nvSpPr>
              <p:cNvPr id="307208" name="Object 8"/>
              <p:cNvSpPr txBox="1"/>
              <p:nvPr/>
            </p:nvSpPr>
            <p:spPr bwMode="auto">
              <a:xfrm>
                <a:off x="1360552" y="3169165"/>
                <a:ext cx="7647981" cy="1209428"/>
              </a:xfrm>
              <a:prstGeom prst="rect">
                <a:avLst/>
              </a:prstGeom>
              <a:noFill/>
              <a:ln>
                <a:noFill/>
              </a:ln>
              <a:effectLst/>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en-US" altLang="zh-CN" sz="2600" i="1" smtClean="0">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𝜋</m:t>
                              </m:r>
                            </m:e>
                            <m:sup>
                              <m:r>
                                <a:rPr lang="zh-CN" altLang="en-US" sz="2600" i="1">
                                  <a:solidFill>
                                    <a:srgbClr val="000000"/>
                                  </a:solidFill>
                                  <a:latin typeface="Cambria Math" panose="02040503050406030204" pitchFamily="18" charset="0"/>
                                </a:rPr>
                                <m:t>2</m:t>
                              </m:r>
                            </m:sup>
                          </m:sSup>
                        </m:num>
                        <m:den>
                          <m:r>
                            <a:rPr lang="zh-CN" altLang="en-US" sz="2600" i="1">
                              <a:solidFill>
                                <a:srgbClr val="000000"/>
                              </a:solidFill>
                              <a:latin typeface="Cambria Math" panose="02040503050406030204" pitchFamily="18" charset="0"/>
                            </a:rPr>
                            <m:t>2</m:t>
                          </m:r>
                        </m:den>
                      </m:f>
                      <m:func>
                        <m:funcPr>
                          <m:ctrlPr>
                            <a:rPr lang="zh-CN" altLang="en-US" sz="2600" i="1">
                              <a:solidFill>
                                <a:srgbClr val="000000"/>
                              </a:solidFill>
                              <a:latin typeface="Cambria Math" panose="02040503050406030204" pitchFamily="18" charset="0"/>
                            </a:rPr>
                          </m:ctrlPr>
                        </m:funcPr>
                        <m:fName>
                          <m:r>
                            <m:rPr>
                              <m:sty m:val="p"/>
                            </m:rPr>
                            <a:rPr lang="zh-CN" altLang="en-US" sz="2600" i="0">
                              <a:solidFill>
                                <a:srgbClr val="000000"/>
                              </a:solidFill>
                              <a:latin typeface="Cambria Math" panose="02040503050406030204" pitchFamily="18" charset="0"/>
                            </a:rPr>
                            <m:t>cos</m:t>
                          </m:r>
                        </m:fName>
                        <m:e>
                          <m:r>
                            <a:rPr lang="zh-CN" altLang="en-US" sz="2600" i="1">
                              <a:solidFill>
                                <a:srgbClr val="000000"/>
                              </a:solidFill>
                              <a:latin typeface="Cambria Math" panose="02040503050406030204" pitchFamily="18" charset="0"/>
                            </a:rPr>
                            <m:t>(</m:t>
                          </m:r>
                        </m:e>
                      </m:func>
                      <m:r>
                        <a:rPr lang="zh-CN" altLang="en-US" sz="2600" i="1">
                          <a:solidFill>
                            <a:srgbClr val="000000"/>
                          </a:solidFill>
                          <a:latin typeface="Cambria Math" panose="02040503050406030204" pitchFamily="18" charset="0"/>
                        </a:rPr>
                        <m:t>𝜋</m:t>
                      </m:r>
                      <m:func>
                        <m:funcPr>
                          <m:ctrlPr>
                            <a:rPr lang="zh-CN" altLang="en-US" sz="2600" i="1">
                              <a:solidFill>
                                <a:srgbClr val="000000"/>
                              </a:solidFill>
                              <a:latin typeface="Cambria Math" panose="02040503050406030204" pitchFamily="18" charset="0"/>
                            </a:rPr>
                          </m:ctrlPr>
                        </m:funcPr>
                        <m:fName>
                          <m:r>
                            <m:rPr>
                              <m:sty m:val="p"/>
                            </m:rPr>
                            <a:rPr lang="zh-CN" altLang="en-US" sz="2600" i="0">
                              <a:solidFill>
                                <a:srgbClr val="000000"/>
                              </a:solidFill>
                              <a:latin typeface="Cambria Math" panose="02040503050406030204" pitchFamily="18" charset="0"/>
                            </a:rPr>
                            <m:t>t</m:t>
                          </m:r>
                        </m:fName>
                        <m:e>
                          <m:r>
                            <a:rPr lang="zh-CN" altLang="en-US" sz="2600" i="1">
                              <a:solidFill>
                                <a:srgbClr val="000000"/>
                              </a:solidFill>
                              <a:latin typeface="Cambria Math" panose="02040503050406030204" pitchFamily="18" charset="0"/>
                            </a:rPr>
                            <m:t>)</m:t>
                          </m:r>
                        </m:e>
                      </m:func>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𝜀</m:t>
                      </m:r>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𝑡</m:t>
                      </m:r>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1</m:t>
                      </m:r>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𝜀</m:t>
                      </m:r>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𝑡</m:t>
                      </m:r>
                      <m:r>
                        <a:rPr lang="zh-CN" altLang="en-US" sz="2600" i="1">
                          <a:solidFill>
                            <a:srgbClr val="000000"/>
                          </a:solidFill>
                          <a:latin typeface="Cambria Math" panose="02040503050406030204" pitchFamily="18" charset="0"/>
                        </a:rPr>
                        <m:t>−</m:t>
                      </m:r>
                      <m:r>
                        <a:rPr lang="zh-CN" altLang="en-US" sz="2600" i="1">
                          <a:solidFill>
                            <a:srgbClr val="000000"/>
                          </a:solidFill>
                          <a:latin typeface="Cambria Math" panose="02040503050406030204" pitchFamily="18" charset="0"/>
                        </a:rPr>
                        <m:t>1</m:t>
                      </m:r>
                      <m:r>
                        <a:rPr lang="zh-CN" altLang="en-US" sz="2600" i="1">
                          <a:solidFill>
                            <a:srgbClr val="000000"/>
                          </a:solidFill>
                          <a:latin typeface="Cambria Math" panose="02040503050406030204" pitchFamily="18" charset="0"/>
                        </a:rPr>
                        <m:t>)]</m:t>
                      </m:r>
                    </m:oMath>
                  </m:oMathPara>
                </a14:m>
                <a:endParaRPr lang="en-US" altLang="zh-CN" dirty="0"/>
              </a:p>
              <a:p>
                <a:r>
                  <a:rPr lang="en-US" altLang="zh-CN" dirty="0"/>
                  <a:t>=</a:t>
                </a:r>
                <a:r>
                  <a:rPr lang="zh-CN" altLang="en-US" dirty="0">
                    <a:solidFill>
                      <a:srgbClr val="000000"/>
                    </a:solidFill>
                  </a:rPr>
                  <a:t> </a:t>
                </a:r>
                <a14:m>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𝜋</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den>
                    </m:f>
                    <m:r>
                      <a:rPr lang="en-US" altLang="zh-CN" b="0" i="0" smtClean="0">
                        <a:solidFill>
                          <a:srgbClr val="0000FF"/>
                        </a:solidFill>
                        <a:latin typeface="Cambria Math" panose="02040503050406030204" pitchFamily="18" charset="0"/>
                      </a:rPr>
                      <m:t>[</m:t>
                    </m:r>
                  </m:oMath>
                </a14:m>
                <a:r>
                  <a:rPr lang="en-US" altLang="zh-CN" dirty="0">
                    <a:solidFill>
                      <a:srgbClr val="0000FF"/>
                    </a:solidFill>
                  </a:rPr>
                  <a:t>1+</a:t>
                </a:r>
                <a:r>
                  <a:rPr lang="zh-CN" altLang="en-US" dirty="0">
                    <a:solidFill>
                      <a:srgbClr val="0000FF"/>
                    </a:solidFill>
                  </a:rPr>
                  <a:t> </a:t>
                </a:r>
                <a14:m>
                  <m:oMath xmlns:m="http://schemas.openxmlformats.org/officeDocument/2006/math">
                    <m:func>
                      <m:funcPr>
                        <m:ctrlPr>
                          <a:rPr lang="zh-CN" altLang="en-US" i="1">
                            <a:solidFill>
                              <a:srgbClr val="0000FF"/>
                            </a:solidFill>
                            <a:latin typeface="Cambria Math" panose="02040503050406030204" pitchFamily="18" charset="0"/>
                          </a:rPr>
                        </m:ctrlPr>
                      </m:funcPr>
                      <m:fName>
                        <m:r>
                          <m:rPr>
                            <m:sty m:val="p"/>
                          </m:rPr>
                          <a:rPr lang="zh-CN" altLang="en-US">
                            <a:solidFill>
                              <a:srgbClr val="0000FF"/>
                            </a:solidFill>
                            <a:latin typeface="Cambria Math" panose="02040503050406030204" pitchFamily="18" charset="0"/>
                          </a:rPr>
                          <m:t>cos</m:t>
                        </m:r>
                      </m:fName>
                      <m:e>
                        <m:r>
                          <a:rPr lang="zh-CN" altLang="en-US" i="1">
                            <a:solidFill>
                              <a:srgbClr val="0000FF"/>
                            </a:solidFill>
                            <a:latin typeface="Cambria Math" panose="02040503050406030204" pitchFamily="18" charset="0"/>
                          </a:rPr>
                          <m:t>(</m:t>
                        </m:r>
                      </m:e>
                    </m:func>
                    <m:r>
                      <a:rPr lang="zh-CN" altLang="en-US" i="1">
                        <a:solidFill>
                          <a:srgbClr val="0000FF"/>
                        </a:solidFill>
                        <a:latin typeface="Cambria Math" panose="02040503050406030204" pitchFamily="18" charset="0"/>
                      </a:rPr>
                      <m:t>𝜋</m:t>
                    </m:r>
                    <m:func>
                      <m:funcPr>
                        <m:ctrlPr>
                          <a:rPr lang="zh-CN" altLang="en-US" i="1">
                            <a:solidFill>
                              <a:srgbClr val="0000FF"/>
                            </a:solidFill>
                            <a:latin typeface="Cambria Math" panose="02040503050406030204" pitchFamily="18" charset="0"/>
                          </a:rPr>
                        </m:ctrlPr>
                      </m:funcPr>
                      <m:fName>
                        <m:r>
                          <m:rPr>
                            <m:sty m:val="p"/>
                          </m:rPr>
                          <a:rPr lang="zh-CN" altLang="en-US">
                            <a:solidFill>
                              <a:srgbClr val="0000FF"/>
                            </a:solidFill>
                            <a:latin typeface="Cambria Math" panose="02040503050406030204" pitchFamily="18" charset="0"/>
                          </a:rPr>
                          <m:t>t</m:t>
                        </m:r>
                      </m:fName>
                      <m:e>
                        <m:r>
                          <a:rPr lang="zh-CN" altLang="en-US" i="1">
                            <a:solidFill>
                              <a:srgbClr val="0000FF"/>
                            </a:solidFill>
                            <a:latin typeface="Cambria Math" panose="02040503050406030204" pitchFamily="18" charset="0"/>
                          </a:rPr>
                          <m:t>)</m:t>
                        </m:r>
                      </m:e>
                    </m:func>
                  </m:oMath>
                </a14:m>
                <a:r>
                  <a:rPr lang="en-US" altLang="zh-CN" dirty="0">
                    <a:solidFill>
                      <a:srgbClr val="0000FF"/>
                    </a:solidFill>
                  </a:rPr>
                  <a:t>]</a:t>
                </a:r>
                <a14:m>
                  <m:oMath xmlns:m="http://schemas.openxmlformats.org/officeDocument/2006/math">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𝜀</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𝑡</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1</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𝜀</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𝑡</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1</m:t>
                    </m:r>
                    <m:r>
                      <a:rPr lang="zh-CN" altLang="en-US" i="1">
                        <a:solidFill>
                          <a:srgbClr val="0000FF"/>
                        </a:solidFill>
                        <a:latin typeface="Cambria Math" panose="02040503050406030204" pitchFamily="18" charset="0"/>
                      </a:rPr>
                      <m:t>)]</m:t>
                    </m:r>
                  </m:oMath>
                </a14:m>
                <a:r>
                  <a:rPr lang="en-US" altLang="zh-CN" dirty="0"/>
                  <a:t>+</a:t>
                </a:r>
                <a:r>
                  <a:rPr lang="zh-CN" altLang="en-US" dirty="0">
                    <a:solidFill>
                      <a:srgbClr val="000000"/>
                    </a:solidFill>
                  </a:rPr>
                  <a:t> </a:t>
                </a:r>
                <a14:m>
                  <m:oMath xmlns:m="http://schemas.openxmlformats.org/officeDocument/2006/math">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𝜋</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oMath>
                </a14:m>
                <a:endParaRPr lang="zh-CN" altLang="en-US" dirty="0"/>
              </a:p>
            </p:txBody>
          </p:sp>
        </mc:Choice>
        <mc:Fallback>
          <p:sp>
            <p:nvSpPr>
              <p:cNvPr id="307208" name="Object 8"/>
              <p:cNvSpPr txBox="1">
                <a:spLocks noRot="1" noChangeAspect="1" noMove="1" noResize="1" noEditPoints="1" noAdjustHandles="1" noChangeArrowheads="1" noChangeShapeType="1" noTextEdit="1"/>
              </p:cNvSpPr>
              <p:nvPr/>
            </p:nvSpPr>
            <p:spPr bwMode="auto">
              <a:xfrm>
                <a:off x="1360552" y="3169165"/>
                <a:ext cx="7647981" cy="1209428"/>
              </a:xfrm>
              <a:prstGeom prst="rect">
                <a:avLst/>
              </a:prstGeom>
              <a:blipFill rotWithShape="1">
                <a:blip r:embed="rId8"/>
                <a:stretch>
                  <a:fillRect l="-5" t="-200" r="6" b="2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7209" name="Object 9"/>
              <p:cNvSpPr txBox="1"/>
              <p:nvPr/>
            </p:nvSpPr>
            <p:spPr bwMode="auto">
              <a:xfrm>
                <a:off x="1401277" y="4212882"/>
                <a:ext cx="6455384" cy="746125"/>
              </a:xfrm>
              <a:prstGeom prst="rect">
                <a:avLst/>
              </a:prstGeom>
              <a:noFill/>
              <a:ln>
                <a:noFill/>
              </a:ln>
              <a:effectLst/>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m:t>
                      </m:r>
                      <m:sSup>
                        <m:sSupPr>
                          <m:ctrlPr>
                            <a:rPr lang="zh-CN" altLang="en-US" i="1" smtClean="0">
                              <a:solidFill>
                                <a:srgbClr val="0000FF"/>
                              </a:solidFill>
                              <a:latin typeface="Cambria Math" panose="02040503050406030204" pitchFamily="18" charset="0"/>
                            </a:rPr>
                          </m:ctrlPr>
                        </m:sSupPr>
                        <m:e>
                          <m:r>
                            <a:rPr lang="zh-CN" altLang="en-US" i="1">
                              <a:solidFill>
                                <a:srgbClr val="0000FF"/>
                              </a:solidFill>
                              <a:latin typeface="Cambria Math" panose="02040503050406030204" pitchFamily="18" charset="0"/>
                            </a:rPr>
                            <m:t>𝜋</m:t>
                          </m:r>
                        </m:e>
                        <m:sup>
                          <m:r>
                            <a:rPr lang="zh-CN" altLang="en-US" i="1">
                              <a:solidFill>
                                <a:srgbClr val="0000FF"/>
                              </a:solidFill>
                              <a:latin typeface="Cambria Math" panose="02040503050406030204" pitchFamily="18" charset="0"/>
                            </a:rPr>
                            <m:t>2</m:t>
                          </m:r>
                        </m:sup>
                      </m:sSup>
                      <m:r>
                        <a:rPr lang="zh-CN" altLang="en-US" i="1">
                          <a:solidFill>
                            <a:srgbClr val="0000FF"/>
                          </a:solidFill>
                          <a:latin typeface="Cambria Math" panose="02040503050406030204" pitchFamily="18" charset="0"/>
                        </a:rPr>
                        <m:t>𝑓</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𝑡</m:t>
                      </m:r>
                      <m:r>
                        <a:rPr lang="zh-CN" altLang="en-US" i="1">
                          <a:solidFill>
                            <a:srgbClr val="0000FF"/>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𝜋</m:t>
                              </m:r>
                            </m:e>
                            <m:sup>
                              <m:r>
                                <a:rPr lang="zh-CN" altLang="en-US" i="1">
                                  <a:solidFill>
                                    <a:srgbClr val="000000"/>
                                  </a:solidFill>
                                  <a:latin typeface="Cambria Math" panose="02040503050406030204" pitchFamily="18" charset="0"/>
                                </a:rPr>
                                <m:t>2</m:t>
                              </m:r>
                            </m:sup>
                          </m:sSup>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07209" name="Object 9"/>
              <p:cNvSpPr txBox="1">
                <a:spLocks noRot="1" noChangeAspect="1" noMove="1" noResize="1" noEditPoints="1" noAdjustHandles="1" noChangeArrowheads="1" noChangeShapeType="1" noTextEdit="1"/>
              </p:cNvSpPr>
              <p:nvPr/>
            </p:nvSpPr>
            <p:spPr bwMode="auto">
              <a:xfrm>
                <a:off x="1401277" y="4212882"/>
                <a:ext cx="6455384" cy="746125"/>
              </a:xfrm>
              <a:prstGeom prst="rect">
                <a:avLst/>
              </a:prstGeom>
              <a:blipFill rotWithShape="1">
                <a:blip r:embed="rId9"/>
                <a:stretch>
                  <a:fillRect l="-7" t="-975" r="7" b="39"/>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7210" name="Object 10"/>
              <p:cNvSpPr txBox="1"/>
              <p:nvPr/>
            </p:nvSpPr>
            <p:spPr bwMode="auto">
              <a:xfrm>
                <a:off x="747713" y="5668774"/>
                <a:ext cx="4487862" cy="746125"/>
              </a:xfrm>
              <a:prstGeom prst="rect">
                <a:avLst/>
              </a:prstGeom>
              <a:solidFill>
                <a:schemeClr val="accent1"/>
              </a:solidFill>
              <a:ln>
                <a:solidFill>
                  <a:srgbClr val="FF3300"/>
                </a:solidFill>
              </a:ln>
              <a:effectLst/>
            </p:spPr>
            <p:txBody>
              <a:bodyPr>
                <a:normAutofit fontScale="77500" lnSpcReduction="20000"/>
              </a:bodyPr>
              <a:lstStyle/>
              <a:p>
                <a14:m>
                  <m:oMathPara xmlns:m="http://schemas.openxmlformats.org/officeDocument/2006/math">
                    <m:oMathParaPr>
                      <m:jc m:val="left"/>
                    </m:oMathParaPr>
                    <m:oMath xmlns:m="http://schemas.openxmlformats.org/officeDocument/2006/math">
                      <m:r>
                        <a:rPr lang="zh-CN" altLang="en-US" i="1" smtClean="0">
                          <a:solidFill>
                            <a:srgbClr val="0000FF"/>
                          </a:solidFill>
                          <a:latin typeface="Cambria Math" panose="02040503050406030204" pitchFamily="18" charset="0"/>
                        </a:rPr>
                        <m:t>(</m:t>
                      </m:r>
                      <m:r>
                        <a:rPr lang="zh-CN" altLang="en-US" i="1" smtClean="0">
                          <a:solidFill>
                            <a:srgbClr val="0000FF"/>
                          </a:solidFill>
                          <a:latin typeface="Cambria Math" panose="02040503050406030204" pitchFamily="18" charset="0"/>
                        </a:rPr>
                        <m:t>𝑗</m:t>
                      </m:r>
                      <m:r>
                        <a:rPr lang="zh-CN" altLang="en-US" i="1" smtClean="0">
                          <a:solidFill>
                            <a:srgbClr val="0000FF"/>
                          </a:solidFill>
                          <a:latin typeface="Cambria Math" panose="02040503050406030204" pitchFamily="18" charset="0"/>
                        </a:rPr>
                        <m:t>𝜔</m:t>
                      </m:r>
                      <m:sSup>
                        <m:sSupPr>
                          <m:ctrlPr>
                            <a:rPr lang="zh-CN" altLang="en-US" i="1">
                              <a:solidFill>
                                <a:srgbClr val="0000FF"/>
                              </a:solidFill>
                              <a:latin typeface="Cambria Math" panose="02040503050406030204" pitchFamily="18" charset="0"/>
                            </a:rPr>
                          </m:ctrlPr>
                        </m:sSupPr>
                        <m:e>
                          <m:r>
                            <a:rPr lang="zh-CN" altLang="en-US" i="1">
                              <a:solidFill>
                                <a:srgbClr val="0000FF"/>
                              </a:solidFill>
                              <a:latin typeface="Cambria Math" panose="02040503050406030204" pitchFamily="18" charset="0"/>
                            </a:rPr>
                            <m:t>)</m:t>
                          </m:r>
                        </m:e>
                        <m:sup>
                          <m:r>
                            <a:rPr lang="zh-CN" altLang="en-US" i="1">
                              <a:solidFill>
                                <a:srgbClr val="0000FF"/>
                              </a:solidFill>
                              <a:latin typeface="Cambria Math" panose="02040503050406030204" pitchFamily="18" charset="0"/>
                            </a:rPr>
                            <m:t>2</m:t>
                          </m:r>
                        </m:sup>
                      </m:sSup>
                      <m:r>
                        <a:rPr lang="zh-CN" altLang="en-US" i="1">
                          <a:solidFill>
                            <a:srgbClr val="0000FF"/>
                          </a:solidFill>
                          <a:latin typeface="Cambria Math" panose="02040503050406030204" pitchFamily="18" charset="0"/>
                        </a:rPr>
                        <m:t>𝐹</m:t>
                      </m:r>
                      <m:r>
                        <a:rPr lang="zh-CN" altLang="en-US" i="1" smtClean="0">
                          <a:solidFill>
                            <a:srgbClr val="0000FF"/>
                          </a:solidFill>
                          <a:latin typeface="Cambria Math" panose="02040503050406030204" pitchFamily="18" charset="0"/>
                        </a:rPr>
                        <m:t>(</m:t>
                      </m:r>
                      <m:r>
                        <a:rPr lang="zh-CN" altLang="en-US" i="1" smtClean="0">
                          <a:solidFill>
                            <a:srgbClr val="0000FF"/>
                          </a:solidFill>
                          <a:latin typeface="Cambria Math" panose="02040503050406030204" pitchFamily="18" charset="0"/>
                        </a:rPr>
                        <m:t>𝑗</m:t>
                      </m:r>
                      <m:r>
                        <a:rPr lang="zh-CN" altLang="en-US" i="1" smtClean="0">
                          <a:solidFill>
                            <a:srgbClr val="0000FF"/>
                          </a:solidFill>
                          <a:latin typeface="Cambria Math" panose="02040503050406030204" pitchFamily="18" charset="0"/>
                        </a:rPr>
                        <m:t>𝜔</m:t>
                      </m:r>
                      <m:r>
                        <a:rPr lang="zh-CN" altLang="en-US" i="1" smtClean="0">
                          <a:solidFill>
                            <a:srgbClr val="0000FF"/>
                          </a:solidFill>
                          <a:latin typeface="Cambria Math" panose="02040503050406030204" pitchFamily="18" charset="0"/>
                        </a:rPr>
                        <m:t>)=−</m:t>
                      </m:r>
                      <m:sSup>
                        <m:sSupPr>
                          <m:ctrlPr>
                            <a:rPr lang="zh-CN" altLang="en-US" i="1">
                              <a:solidFill>
                                <a:srgbClr val="0000FF"/>
                              </a:solidFill>
                              <a:latin typeface="Cambria Math" panose="02040503050406030204" pitchFamily="18" charset="0"/>
                            </a:rPr>
                          </m:ctrlPr>
                        </m:sSupPr>
                        <m:e>
                          <m:r>
                            <a:rPr lang="zh-CN" altLang="en-US" i="1">
                              <a:solidFill>
                                <a:srgbClr val="0000FF"/>
                              </a:solidFill>
                              <a:latin typeface="Cambria Math" panose="02040503050406030204" pitchFamily="18" charset="0"/>
                            </a:rPr>
                            <m:t>𝜋</m:t>
                          </m:r>
                        </m:e>
                        <m:sup>
                          <m:r>
                            <a:rPr lang="zh-CN" altLang="en-US" i="1">
                              <a:solidFill>
                                <a:srgbClr val="0000FF"/>
                              </a:solidFill>
                              <a:latin typeface="Cambria Math" panose="02040503050406030204" pitchFamily="18" charset="0"/>
                            </a:rPr>
                            <m:t>2</m:t>
                          </m:r>
                        </m:sup>
                      </m:sSup>
                      <m:r>
                        <a:rPr lang="zh-CN" altLang="en-US" i="1">
                          <a:solidFill>
                            <a:srgbClr val="0000FF"/>
                          </a:solidFill>
                          <a:latin typeface="Cambria Math" panose="02040503050406030204" pitchFamily="18" charset="0"/>
                        </a:rPr>
                        <m:t>𝐹</m:t>
                      </m:r>
                      <m:r>
                        <a:rPr lang="zh-CN" altLang="en-US" i="1">
                          <a:solidFill>
                            <a:srgbClr val="0000FF"/>
                          </a:solidFill>
                          <a:latin typeface="Cambria Math" panose="02040503050406030204" pitchFamily="18" charset="0"/>
                        </a:rPr>
                        <m:t>(</m:t>
                      </m:r>
                      <m:r>
                        <a:rPr lang="zh-CN" altLang="en-US" i="1">
                          <a:solidFill>
                            <a:srgbClr val="0000FF"/>
                          </a:solidFill>
                          <a:latin typeface="Cambria Math" panose="02040503050406030204" pitchFamily="18" charset="0"/>
                        </a:rPr>
                        <m:t>𝑗</m:t>
                      </m:r>
                      <m:r>
                        <a:rPr lang="zh-CN" altLang="en-US" i="1">
                          <a:solidFill>
                            <a:srgbClr val="0000FF"/>
                          </a:solidFill>
                          <a:latin typeface="Cambria Math" panose="02040503050406030204" pitchFamily="18" charset="0"/>
                        </a:rPr>
                        <m:t>𝜔</m:t>
                      </m:r>
                      <m:r>
                        <a:rPr lang="zh-CN" altLang="en-US" i="1">
                          <a:solidFill>
                            <a:srgbClr val="0000FF"/>
                          </a:solidFill>
                          <a:latin typeface="Cambria Math" panose="02040503050406030204" pitchFamily="18" charset="0"/>
                        </a:rPr>
                        <m:t>)+</m:t>
                      </m:r>
                      <m:sSup>
                        <m:sSupPr>
                          <m:ctrlPr>
                            <a:rPr lang="zh-CN" altLang="en-US" i="1">
                              <a:solidFill>
                                <a:srgbClr val="0000FF"/>
                              </a:solidFill>
                              <a:latin typeface="Cambria Math" panose="02040503050406030204" pitchFamily="18" charset="0"/>
                            </a:rPr>
                          </m:ctrlPr>
                        </m:sSupPr>
                        <m:e>
                          <m:r>
                            <a:rPr lang="zh-CN" altLang="en-US" i="1">
                              <a:solidFill>
                                <a:srgbClr val="0000FF"/>
                              </a:solidFill>
                              <a:latin typeface="Cambria Math" panose="02040503050406030204" pitchFamily="18" charset="0"/>
                            </a:rPr>
                            <m:t>𝜋</m:t>
                          </m:r>
                        </m:e>
                        <m:sup>
                          <m:r>
                            <a:rPr lang="zh-CN" altLang="en-US" i="1">
                              <a:solidFill>
                                <a:srgbClr val="0000FF"/>
                              </a:solidFill>
                              <a:latin typeface="Cambria Math" panose="02040503050406030204" pitchFamily="18" charset="0"/>
                            </a:rPr>
                            <m:t>2</m:t>
                          </m:r>
                        </m:sup>
                      </m:sSup>
                      <m:f>
                        <m:fPr>
                          <m:ctrlPr>
                            <a:rPr lang="zh-CN" altLang="en-US" i="1">
                              <a:solidFill>
                                <a:srgbClr val="0000FF"/>
                              </a:solidFill>
                              <a:latin typeface="Cambria Math" panose="02040503050406030204" pitchFamily="18" charset="0"/>
                            </a:rPr>
                          </m:ctrlPr>
                        </m:fPr>
                        <m:num>
                          <m:func>
                            <m:funcPr>
                              <m:ctrlPr>
                                <a:rPr lang="zh-CN" altLang="en-US" i="1">
                                  <a:solidFill>
                                    <a:srgbClr val="0000FF"/>
                                  </a:solidFill>
                                  <a:latin typeface="Cambria Math" panose="02040503050406030204" pitchFamily="18" charset="0"/>
                                </a:rPr>
                              </m:ctrlPr>
                            </m:funcPr>
                            <m:fName>
                              <m:r>
                                <m:rPr>
                                  <m:sty m:val="p"/>
                                </m:rPr>
                                <a:rPr lang="zh-CN" altLang="en-US" i="0">
                                  <a:solidFill>
                                    <a:srgbClr val="0000FF"/>
                                  </a:solidFill>
                                  <a:latin typeface="Cambria Math" panose="02040503050406030204" pitchFamily="18" charset="0"/>
                                </a:rPr>
                                <m:t>sin</m:t>
                              </m:r>
                            </m:fName>
                            <m:e>
                              <m:r>
                                <a:rPr lang="zh-CN" altLang="en-US" i="1">
                                  <a:solidFill>
                                    <a:srgbClr val="0000FF"/>
                                  </a:solidFill>
                                  <a:latin typeface="Cambria Math" panose="02040503050406030204" pitchFamily="18" charset="0"/>
                                </a:rPr>
                                <m:t>𝜔</m:t>
                              </m:r>
                            </m:e>
                          </m:func>
                        </m:num>
                        <m:den>
                          <m:r>
                            <a:rPr lang="zh-CN" altLang="en-US" i="1">
                              <a:solidFill>
                                <a:srgbClr val="0000FF"/>
                              </a:solidFill>
                              <a:latin typeface="Cambria Math" panose="02040503050406030204" pitchFamily="18" charset="0"/>
                            </a:rPr>
                            <m:t>𝜔</m:t>
                          </m:r>
                        </m:den>
                      </m:f>
                    </m:oMath>
                  </m:oMathPara>
                </a14:m>
                <a:endParaRPr lang="zh-CN" altLang="en-US" dirty="0">
                  <a:solidFill>
                    <a:srgbClr val="0000FF"/>
                  </a:solidFill>
                </a:endParaRPr>
              </a:p>
            </p:txBody>
          </p:sp>
        </mc:Choice>
        <mc:Fallback>
          <p:sp>
            <p:nvSpPr>
              <p:cNvPr id="307210" name="Object 10"/>
              <p:cNvSpPr txBox="1">
                <a:spLocks noRot="1" noChangeAspect="1" noMove="1" noResize="1" noEditPoints="1" noAdjustHandles="1" noChangeArrowheads="1" noChangeShapeType="1" noTextEdit="1"/>
              </p:cNvSpPr>
              <p:nvPr/>
            </p:nvSpPr>
            <p:spPr bwMode="auto">
              <a:xfrm>
                <a:off x="747713" y="5668774"/>
                <a:ext cx="4487862" cy="746125"/>
              </a:xfrm>
              <a:prstGeom prst="rect">
                <a:avLst/>
              </a:prstGeom>
              <a:blipFill rotWithShape="1">
                <a:blip r:embed="rId10"/>
                <a:stretch>
                  <a:fillRect l="-106" t="-953" r="-99" b="-578"/>
                </a:stretch>
              </a:blipFill>
              <a:ln>
                <a:solidFill>
                  <a:srgbClr val="FF3300"/>
                </a:solid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6924" name="Object 11"/>
              <p:cNvSpPr txBox="1"/>
              <p:nvPr/>
            </p:nvSpPr>
            <p:spPr bwMode="auto">
              <a:xfrm>
                <a:off x="1360552" y="386826"/>
                <a:ext cx="7750667" cy="543928"/>
              </a:xfrm>
              <a:prstGeom prst="rect">
                <a:avLst/>
              </a:prstGeom>
              <a:noFill/>
              <a:ln>
                <a:noFill/>
              </a:ln>
              <a:effectLst/>
            </p:spPr>
            <p:txBody>
              <a:bodyPr>
                <a:normAutofit fontScale="85000" lnSpcReduction="20000"/>
              </a:bodyPr>
              <a:lstStyle/>
              <a:p>
                <a:r>
                  <a:rPr lang="zh-CN" altLang="en-US" dirty="0"/>
                  <a:t>已知</a:t>
                </a:r>
                <a:r>
                  <a:rPr lang="en-US" altLang="zh-CN" dirty="0"/>
                  <a:t>f(t)=</a:t>
                </a:r>
                <a14:m>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𝜋</m:t>
                            </m:r>
                          </m:e>
                        </m:func>
                        <m:r>
                          <a:rPr lang="zh-CN" altLang="en-US" i="1">
                            <a:solidFill>
                              <a:srgbClr val="000000"/>
                            </a:solidFill>
                            <a:latin typeface="Cambria Math" panose="02040503050406030204" pitchFamily="18" charset="0"/>
                          </a:rPr>
                          <m:t>𝑡</m:t>
                        </m:r>
                      </m:e>
                    </m:d>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𝜀</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e>
                        </m:d>
                      </m:e>
                    </m:d>
                    <m:r>
                      <a:rPr lang="zh-CN" altLang="en-US"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求</m:t>
                    </m:r>
                    <m:r>
                      <m:rPr>
                        <m:sty m:val="p"/>
                      </m:rPr>
                      <a:rPr lang="en-US" altLang="zh-CN" i="1" smtClean="0">
                        <a:solidFill>
                          <a:srgbClr val="000000"/>
                        </a:solidFill>
                        <a:latin typeface="Cambria Math" panose="02040503050406030204" pitchFamily="18" charset="0"/>
                      </a:rPr>
                      <m:t>F</m:t>
                    </m:r>
                  </m:oMath>
                </a14:m>
                <a:r>
                  <a:rPr lang="zh-CN" altLang="en-US" dirty="0">
                    <a:solidFill>
                      <a:srgbClr val="0000FF"/>
                    </a:solidFill>
                  </a:rPr>
                  <a:t> </a:t>
                </a:r>
                <a14:m>
                  <m:oMath xmlns:m="http://schemas.openxmlformats.org/officeDocument/2006/math">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𝑗</m:t>
                    </m:r>
                    <m:r>
                      <a:rPr lang="zh-CN" altLang="en-US" i="1" smtClean="0">
                        <a:solidFill>
                          <a:schemeClr val="tx1"/>
                        </a:solidFill>
                        <a:latin typeface="Cambria Math" panose="02040503050406030204" pitchFamily="18" charset="0"/>
                      </a:rPr>
                      <m:t>𝜔</m:t>
                    </m:r>
                    <m:r>
                      <a:rPr lang="zh-CN" altLang="en-US" i="1" smtClean="0">
                        <a:solidFill>
                          <a:schemeClr val="tx1"/>
                        </a:solidFill>
                        <a:latin typeface="Cambria Math" panose="02040503050406030204" pitchFamily="18" charset="0"/>
                      </a:rPr>
                      <m:t>)</m:t>
                    </m:r>
                  </m:oMath>
                </a14:m>
                <a:endParaRPr lang="zh-CN" altLang="en-US" dirty="0"/>
              </a:p>
            </p:txBody>
          </p:sp>
        </mc:Choice>
        <mc:Fallback>
          <p:sp>
            <p:nvSpPr>
              <p:cNvPr id="166924" name="Object 11"/>
              <p:cNvSpPr txBox="1">
                <a:spLocks noRot="1" noChangeAspect="1" noMove="1" noResize="1" noEditPoints="1" noAdjustHandles="1" noChangeArrowheads="1" noChangeShapeType="1" noTextEdit="1"/>
              </p:cNvSpPr>
              <p:nvPr/>
            </p:nvSpPr>
            <p:spPr bwMode="auto">
              <a:xfrm>
                <a:off x="1360552" y="386826"/>
                <a:ext cx="7750667" cy="543928"/>
              </a:xfrm>
              <a:prstGeom prst="rect">
                <a:avLst/>
              </a:prstGeom>
              <a:blipFill rotWithShape="1">
                <a:blip r:embed="rId11"/>
                <a:stretch>
                  <a:fillRect l="-5" t="-20" r="3" b="88"/>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7212" name="Object 12"/>
              <p:cNvSpPr txBox="1"/>
              <p:nvPr/>
            </p:nvSpPr>
            <p:spPr bwMode="auto">
              <a:xfrm>
                <a:off x="5550729" y="5716587"/>
                <a:ext cx="3002993" cy="808038"/>
              </a:xfrm>
              <a:prstGeom prst="rect">
                <a:avLst/>
              </a:prstGeom>
              <a:solidFill>
                <a:srgbClr val="FFFF00"/>
              </a:solidFill>
              <a:ln>
                <a:noFill/>
              </a:ln>
              <a:effectLst/>
            </p:spPr>
            <p:txBody>
              <a:bodyPr>
                <a:normAutofit fontScale="70000" lnSpcReduction="20000"/>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所以</m:t>
                      </m:r>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𝜋</m:t>
                              </m:r>
                            </m:e>
                            <m:sup>
                              <m:r>
                                <a:rPr lang="zh-CN" altLang="en-US" i="1">
                                  <a:solidFill>
                                    <a:srgbClr val="000000"/>
                                  </a:solidFill>
                                  <a:latin typeface="Cambria Math" panose="02040503050406030204" pitchFamily="18" charset="0"/>
                                </a:rPr>
                                <m:t>2</m:t>
                              </m:r>
                            </m:sup>
                          </m:s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𝜔</m:t>
                              </m:r>
                            </m:e>
                          </m:func>
                        </m:num>
                        <m:den>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𝜋</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𝜔</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den>
                      </m:f>
                    </m:oMath>
                  </m:oMathPara>
                </a14:m>
                <a:endParaRPr lang="zh-CN" altLang="en-US" dirty="0"/>
              </a:p>
            </p:txBody>
          </p:sp>
        </mc:Choice>
        <mc:Fallback>
          <p:sp>
            <p:nvSpPr>
              <p:cNvPr id="307212" name="Object 12"/>
              <p:cNvSpPr txBox="1">
                <a:spLocks noRot="1" noChangeAspect="1" noMove="1" noResize="1" noEditPoints="1" noAdjustHandles="1" noChangeArrowheads="1" noChangeShapeType="1" noTextEdit="1"/>
              </p:cNvSpPr>
              <p:nvPr/>
            </p:nvSpPr>
            <p:spPr bwMode="auto">
              <a:xfrm>
                <a:off x="5550729" y="5716587"/>
                <a:ext cx="3002993" cy="808038"/>
              </a:xfrm>
              <a:prstGeom prst="rect">
                <a:avLst/>
              </a:prstGeom>
              <a:blipFill rotWithShape="1">
                <a:blip r:embed="rId12"/>
                <a:stretch>
                  <a:fillRect l="-6" t="-1768" r="9"/>
                </a:stretch>
              </a:blipFill>
              <a:ln>
                <a:noFill/>
              </a:ln>
              <a:effectLst/>
            </p:spPr>
            <p:txBody>
              <a:bodyPr/>
              <a:lstStyle/>
              <a:p>
                <a:r>
                  <a:rPr lang="zh-CN" altLang="en-US">
                    <a:noFill/>
                  </a:rPr>
                  <a:t> </a:t>
                </a:r>
              </a:p>
            </p:txBody>
          </p:sp>
        </mc:Fallback>
      </mc:AlternateContent>
      <p:sp>
        <p:nvSpPr>
          <p:cNvPr id="307213" name="Rectangle 13"/>
          <p:cNvSpPr>
            <a:spLocks noChangeArrowheads="1"/>
          </p:cNvSpPr>
          <p:nvPr/>
        </p:nvSpPr>
        <p:spPr bwMode="auto">
          <a:xfrm>
            <a:off x="1323975" y="1341438"/>
            <a:ext cx="45720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en-US" altLang="zh-CN" sz="2400" b="1" dirty="0">
                <a:solidFill>
                  <a:srgbClr val="006600"/>
                </a:solidFill>
                <a:latin typeface="Times New Roman" panose="02020603050405020304" pitchFamily="18" charset="0"/>
                <a:ea typeface="宋体" panose="02010600030101010101" pitchFamily="2" charset="-122"/>
              </a:rPr>
              <a:t>1</a:t>
            </a:r>
            <a:r>
              <a:rPr kumimoji="1" lang="zh-CN" altLang="en-US" sz="2400" b="1" dirty="0">
                <a:solidFill>
                  <a:srgbClr val="006600"/>
                </a:solidFill>
                <a:latin typeface="Times New Roman" panose="02020603050405020304" pitchFamily="18" charset="0"/>
                <a:ea typeface="宋体" panose="02010600030101010101" pitchFamily="2" charset="-122"/>
              </a:rPr>
              <a:t>）利用傅立叶变换微积分性求</a:t>
            </a:r>
            <a:endParaRPr kumimoji="1" lang="zh-CN" altLang="en-US" sz="2400" b="1" dirty="0">
              <a:solidFill>
                <a:srgbClr val="006600"/>
              </a:solidFill>
              <a:latin typeface="Tahoma" panose="020B0604030504040204" pitchFamily="34" charset="0"/>
              <a:ea typeface="宋体" panose="02010600030101010101" pitchFamily="2" charset="-122"/>
            </a:endParaRPr>
          </a:p>
        </p:txBody>
      </p:sp>
      <p:graphicFrame>
        <p:nvGraphicFramePr>
          <p:cNvPr id="307214" name="Object 14"/>
          <p:cNvGraphicFramePr>
            <a:graphicFrameLocks noChangeAspect="1"/>
          </p:cNvGraphicFramePr>
          <p:nvPr/>
        </p:nvGraphicFramePr>
        <p:xfrm>
          <a:off x="7513199" y="4271970"/>
          <a:ext cx="1676400" cy="1446212"/>
        </p:xfrm>
        <a:graphic>
          <a:graphicData uri="http://schemas.openxmlformats.org/presentationml/2006/ole">
            <mc:AlternateContent xmlns:mc="http://schemas.openxmlformats.org/markup-compatibility/2006">
              <mc:Choice xmlns:v="urn:schemas-microsoft-com:vml" Requires="v">
                <p:oleObj spid="_x0000_s167409" name="位图图像" r:id="rId13" imgW="2438400" imgH="1514475" progId="Paint.Picture">
                  <p:embed/>
                </p:oleObj>
              </mc:Choice>
              <mc:Fallback>
                <p:oleObj name="位图图像" r:id="rId13" imgW="2438400" imgH="1514475" progId="Paint.Picture">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13199" y="4271970"/>
                        <a:ext cx="1676400" cy="144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07215" name="Object 15"/>
              <p:cNvSpPr txBox="1"/>
              <p:nvPr/>
            </p:nvSpPr>
            <p:spPr bwMode="auto">
              <a:xfrm>
                <a:off x="5692671" y="4756023"/>
                <a:ext cx="1931265" cy="756349"/>
              </a:xfrm>
              <a:prstGeom prst="rect">
                <a:avLst/>
              </a:prstGeom>
              <a:noFill/>
              <a:ln>
                <a:noFill/>
              </a:ln>
              <a:effectLst/>
            </p:spPr>
            <p:txBody>
              <a:bodyPr>
                <a:normAutofit fontScale="55000" lnSpcReduction="20000"/>
              </a:bodyPr>
              <a:lstStyle/>
              <a:p>
                <a14:m>
                  <m:oMathPara xmlns:m="http://schemas.openxmlformats.org/officeDocument/2006/math">
                    <m:oMathParaPr>
                      <m:jc m:val="left"/>
                    </m:oMathParaPr>
                    <m:oMath xmlns:m="http://schemas.openxmlformats.org/officeDocument/2006/math">
                      <m:r>
                        <a:rPr lang="zh-CN" altLang="en-US" b="1" i="1" smtClean="0">
                          <a:solidFill>
                            <a:srgbClr val="0000FF"/>
                          </a:solidFill>
                          <a:latin typeface="Cambria Math" panose="02040503050406030204" pitchFamily="18" charset="0"/>
                          <a:ea typeface="+mn-ea"/>
                        </a:rPr>
                        <m:t>𝟐</m:t>
                      </m:r>
                      <m:r>
                        <a:rPr lang="zh-CN" altLang="en-US" b="1" i="1" smtClean="0">
                          <a:solidFill>
                            <a:srgbClr val="0000FF"/>
                          </a:solidFill>
                          <a:latin typeface="Cambria Math" panose="02040503050406030204" pitchFamily="18" charset="0"/>
                          <a:ea typeface="+mn-ea"/>
                        </a:rPr>
                        <m:t>𝑺𝒂</m:t>
                      </m:r>
                      <m:r>
                        <a:rPr lang="zh-CN" altLang="en-US" b="1" i="1" smtClean="0">
                          <a:solidFill>
                            <a:srgbClr val="0000FF"/>
                          </a:solidFill>
                          <a:latin typeface="Cambria Math" panose="02040503050406030204" pitchFamily="18" charset="0"/>
                          <a:ea typeface="+mn-ea"/>
                        </a:rPr>
                        <m:t>(</m:t>
                      </m:r>
                      <m:r>
                        <a:rPr lang="zh-CN" altLang="en-US" b="1" i="1" smtClean="0">
                          <a:solidFill>
                            <a:srgbClr val="0000FF"/>
                          </a:solidFill>
                          <a:latin typeface="Cambria Math" panose="02040503050406030204" pitchFamily="18" charset="0"/>
                          <a:ea typeface="+mn-ea"/>
                        </a:rPr>
                        <m:t>𝝎</m:t>
                      </m:r>
                      <m:r>
                        <a:rPr lang="zh-CN" altLang="en-US" b="1" i="1" smtClean="0">
                          <a:solidFill>
                            <a:srgbClr val="0000FF"/>
                          </a:solidFill>
                          <a:latin typeface="Cambria Math" panose="02040503050406030204" pitchFamily="18" charset="0"/>
                          <a:ea typeface="+mn-ea"/>
                        </a:rPr>
                        <m:t>)=</m:t>
                      </m:r>
                      <m:r>
                        <a:rPr lang="en-US" altLang="zh-CN" b="1" i="1">
                          <a:solidFill>
                            <a:srgbClr val="0000FF"/>
                          </a:solidFill>
                          <a:latin typeface="Cambria Math" panose="02040503050406030204" pitchFamily="18" charset="0"/>
                          <a:ea typeface="+mn-ea"/>
                        </a:rPr>
                        <m:t>𝟐</m:t>
                      </m:r>
                      <m:f>
                        <m:fPr>
                          <m:ctrlPr>
                            <a:rPr lang="zh-CN" altLang="en-US" b="1" i="1">
                              <a:solidFill>
                                <a:srgbClr val="0000FF"/>
                              </a:solidFill>
                              <a:latin typeface="Cambria Math" panose="02040503050406030204" pitchFamily="18" charset="0"/>
                              <a:ea typeface="+mn-ea"/>
                            </a:rPr>
                          </m:ctrlPr>
                        </m:fPr>
                        <m:num>
                          <m:func>
                            <m:funcPr>
                              <m:ctrlPr>
                                <a:rPr lang="zh-CN" altLang="en-US" b="1" i="1">
                                  <a:solidFill>
                                    <a:srgbClr val="0000FF"/>
                                  </a:solidFill>
                                  <a:latin typeface="Cambria Math" panose="02040503050406030204" pitchFamily="18" charset="0"/>
                                  <a:ea typeface="+mn-ea"/>
                                </a:rPr>
                              </m:ctrlPr>
                            </m:funcPr>
                            <m:fName>
                              <m:r>
                                <a:rPr lang="zh-CN" altLang="en-US" b="1" i="1">
                                  <a:solidFill>
                                    <a:srgbClr val="0000FF"/>
                                  </a:solidFill>
                                  <a:latin typeface="Cambria Math" panose="02040503050406030204" pitchFamily="18" charset="0"/>
                                  <a:ea typeface="+mn-ea"/>
                                </a:rPr>
                                <m:t>𝒔𝒊𝒏</m:t>
                              </m:r>
                            </m:fName>
                            <m:e>
                              <m:r>
                                <a:rPr lang="zh-CN" altLang="en-US" b="1" i="1">
                                  <a:solidFill>
                                    <a:srgbClr val="0000FF"/>
                                  </a:solidFill>
                                  <a:latin typeface="Cambria Math" panose="02040503050406030204" pitchFamily="18" charset="0"/>
                                  <a:ea typeface="+mn-ea"/>
                                </a:rPr>
                                <m:t>𝝎</m:t>
                              </m:r>
                            </m:e>
                          </m:func>
                        </m:num>
                        <m:den>
                          <m:r>
                            <a:rPr lang="zh-CN" altLang="en-US" b="1" i="1">
                              <a:solidFill>
                                <a:srgbClr val="0000FF"/>
                              </a:solidFill>
                              <a:latin typeface="Cambria Math" panose="02040503050406030204" pitchFamily="18" charset="0"/>
                              <a:ea typeface="+mn-ea"/>
                            </a:rPr>
                            <m:t>𝝎</m:t>
                          </m:r>
                        </m:den>
                      </m:f>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07215" name="Object 15"/>
              <p:cNvSpPr txBox="1">
                <a:spLocks noRot="1" noChangeAspect="1" noMove="1" noResize="1" noEditPoints="1" noAdjustHandles="1" noChangeArrowheads="1" noChangeShapeType="1" noTextEdit="1"/>
              </p:cNvSpPr>
              <p:nvPr/>
            </p:nvSpPr>
            <p:spPr bwMode="auto">
              <a:xfrm>
                <a:off x="5692671" y="4756023"/>
                <a:ext cx="1931265" cy="756349"/>
              </a:xfrm>
              <a:prstGeom prst="rect">
                <a:avLst/>
              </a:prstGeom>
              <a:blipFill rotWithShape="1">
                <a:blip r:embed="rId15"/>
                <a:stretch>
                  <a:fillRect l="-27" t="-67" r="7" b="76"/>
                </a:stretch>
              </a:blipFill>
              <a:ln>
                <a:noFill/>
              </a:ln>
              <a:effectLst/>
            </p:spPr>
            <p:txBody>
              <a:bodyPr/>
              <a:lstStyle/>
              <a:p>
                <a:r>
                  <a:rPr lang="zh-CN" altLang="en-US">
                    <a:noFill/>
                  </a:rPr>
                  <a:t> </a:t>
                </a:r>
              </a:p>
            </p:txBody>
          </p:sp>
        </mc:Fallback>
      </mc:AlternateContent>
      <p:sp>
        <p:nvSpPr>
          <p:cNvPr id="10" name="对话气泡: 椭圆形 9"/>
          <p:cNvSpPr/>
          <p:nvPr/>
        </p:nvSpPr>
        <p:spPr bwMode="auto">
          <a:xfrm>
            <a:off x="8553722" y="2254471"/>
            <a:ext cx="590278" cy="644860"/>
          </a:xfrm>
          <a:prstGeom prst="wedgeEllipseCallout">
            <a:avLst>
              <a:gd name="adj1" fmla="val -117400"/>
              <a:gd name="adj2" fmla="val -17595"/>
            </a:avLst>
          </a:prstGeom>
          <a:solidFill>
            <a:schemeClr val="accent1"/>
          </a:solidFill>
          <a:ln w="19050" cap="flat" cmpd="sng" algn="ctr">
            <a:solidFill>
              <a:schemeClr val="tx1"/>
            </a:solidFill>
            <a:prstDash val="solid"/>
            <a:round/>
            <a:headEnd type="none" w="med" len="med"/>
            <a:tailEnd type="triangle" w="sm" len="sm"/>
          </a:ln>
          <a:effectLst/>
        </p:spPr>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r>
              <a:rPr kumimoji="0" lang="en-US" altLang="zh-CN" sz="2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0</a:t>
            </a:r>
            <a:endParaRPr kumimoji="0" lang="zh-CN" altLang="en-US" sz="2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p:txBody>
      </p:sp>
      <p:sp>
        <p:nvSpPr>
          <p:cNvPr id="13" name="对话气泡: 圆角矩形 12"/>
          <p:cNvSpPr/>
          <p:nvPr/>
        </p:nvSpPr>
        <p:spPr bwMode="auto">
          <a:xfrm>
            <a:off x="1905456" y="4381892"/>
            <a:ext cx="815842" cy="406971"/>
          </a:xfrm>
          <a:prstGeom prst="wedgeRoundRectCallout">
            <a:avLst>
              <a:gd name="adj1" fmla="val 82888"/>
              <a:gd name="adj2" fmla="val -129895"/>
              <a:gd name="adj3" fmla="val 16667"/>
            </a:avLst>
          </a:prstGeom>
          <a:noFill/>
          <a:ln w="19050" cap="flat" cmpd="sng" algn="ctr">
            <a:solidFill>
              <a:srgbClr val="FF3300"/>
            </a:solidFill>
            <a:prstDash val="solid"/>
            <a:round/>
            <a:headEnd type="none" w="med" len="med"/>
            <a:tailEnd type="triangle" w="sm" len="sm"/>
          </a:ln>
          <a:effectLst/>
        </p:spPr>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p:txBody>
      </p:sp>
      <p:sp>
        <p:nvSpPr>
          <p:cNvPr id="14" name="矩形 13"/>
          <p:cNvSpPr/>
          <p:nvPr/>
        </p:nvSpPr>
        <p:spPr>
          <a:xfrm>
            <a:off x="704641" y="5048797"/>
            <a:ext cx="4197559" cy="461665"/>
          </a:xfrm>
          <a:prstGeom prst="rect">
            <a:avLst/>
          </a:prstGeom>
        </p:spPr>
        <p:txBody>
          <a:bodyPr wrap="none">
            <a:spAutoFit/>
          </a:bodyPr>
          <a:lstStyle/>
          <a:p>
            <a:r>
              <a:rPr kumimoji="1" lang="zh-CN" altLang="en-US" sz="2400" b="1" dirty="0">
                <a:latin typeface="Times New Roman" panose="02020603050405020304" pitchFamily="18" charset="0"/>
              </a:rPr>
              <a:t>对</a:t>
            </a:r>
            <a:r>
              <a:rPr kumimoji="1" lang="en-US" altLang="zh-CN" sz="2400" b="1" dirty="0">
                <a:latin typeface="Times New Roman" panose="02020603050405020304" pitchFamily="18" charset="0"/>
              </a:rPr>
              <a:t>f’’(t)</a:t>
            </a:r>
            <a:r>
              <a:rPr kumimoji="1" lang="zh-CN" altLang="en-US" sz="2400" b="1" dirty="0">
                <a:latin typeface="Times New Roman" panose="02020603050405020304" pitchFamily="18" charset="0"/>
              </a:rPr>
              <a:t>两边求傅里叶变换得：</a:t>
            </a:r>
            <a:endParaRPr lang="zh-CN" altLang="en-US" sz="2400" dirty="0"/>
          </a:p>
        </p:txBody>
      </p:sp>
      <p:sp>
        <p:nvSpPr>
          <p:cNvPr id="38" name="对话气泡: 圆角矩形 37"/>
          <p:cNvSpPr/>
          <p:nvPr/>
        </p:nvSpPr>
        <p:spPr bwMode="auto">
          <a:xfrm>
            <a:off x="3327515" y="4433582"/>
            <a:ext cx="2365156" cy="406971"/>
          </a:xfrm>
          <a:prstGeom prst="wedgeRoundRectCallout">
            <a:avLst>
              <a:gd name="adj1" fmla="val 143587"/>
              <a:gd name="adj2" fmla="val 12718"/>
              <a:gd name="adj3" fmla="val 16667"/>
            </a:avLst>
          </a:prstGeom>
          <a:noFill/>
          <a:ln w="19050" cap="flat" cmpd="sng" algn="ctr">
            <a:solidFill>
              <a:srgbClr val="FF3300"/>
            </a:solidFill>
            <a:prstDash val="solid"/>
            <a:round/>
            <a:headEnd type="none" w="med" len="med"/>
            <a:tailEnd type="triangle" w="sm" len="sm"/>
          </a:ln>
          <a:effectLst/>
        </p:spPr>
        <p:txBody>
          <a:bodyPr vert="horz" wrap="square" lIns="91440" tIns="45720" rIns="91440" bIns="45720" numCol="1" rtlCol="0" anchor="t" anchorCtr="0" compatLnSpc="1">
            <a:spAutoFit/>
          </a:bodyPr>
          <a:lstStyle/>
          <a:p>
            <a: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pPr>
            <a:endParaRPr kumimoji="0" lang="zh-CN" altLang="en-US" sz="2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p:txBody>
      </p:sp>
      <mc:AlternateContent xmlns:mc="http://schemas.openxmlformats.org/markup-compatibility/2006" xmlns:p14="http://schemas.microsoft.com/office/powerpoint/2010/main">
        <mc:Choice Requires="p14">
          <p:contentPart r:id="rId16" p14:bwMode="auto">
            <p14:nvContentPartPr>
              <p14:cNvPr id="27" name="墨迹 26"/>
              <p14:cNvContentPartPr/>
              <p14:nvPr/>
            </p14:nvContentPartPr>
            <p14:xfrm>
              <a:off x="3731760" y="6405480"/>
              <a:ext cx="99000" cy="6120"/>
            </p14:xfrm>
          </p:contentPart>
        </mc:Choice>
        <mc:Fallback xmlns="">
          <p:pic>
            <p:nvPicPr>
              <p:cNvPr id="27" name="墨迹 26"/>
            </p:nvPicPr>
            <p:blipFill>
              <a:blip r:embed="rId17"/>
            </p:blipFill>
            <p:spPr>
              <a:xfrm>
                <a:off x="3731760" y="6405480"/>
                <a:ext cx="99000" cy="6120"/>
              </a:xfrm>
              <a:prstGeom prst="rect"/>
            </p:spPr>
          </p:pic>
        </mc:Fallback>
      </mc:AlternateContent>
      <p:grpSp>
        <p:nvGrpSpPr>
          <p:cNvPr id="2" name="组合 1"/>
          <p:cNvGrpSpPr/>
          <p:nvPr/>
        </p:nvGrpSpPr>
        <p:grpSpPr>
          <a:xfrm>
            <a:off x="935223" y="6311717"/>
            <a:ext cx="3488435" cy="366120"/>
            <a:chOff x="898525" y="6219051"/>
            <a:chExt cx="3488435" cy="366120"/>
          </a:xfrm>
          <a:solidFill>
            <a:srgbClr val="FF0000"/>
          </a:solidFill>
        </p:grpSpPr>
        <mc:AlternateContent xmlns:mc="http://schemas.openxmlformats.org/markup-compatibility/2006" xmlns:p14="http://schemas.microsoft.com/office/powerpoint/2010/main">
          <mc:Choice Requires="p14">
            <p:contentPart r:id="rId18" p14:bwMode="auto">
              <p14:nvContentPartPr>
                <p14:cNvPr id="17" name="墨迹 16"/>
                <p14:cNvContentPartPr/>
                <p14:nvPr/>
              </p14:nvContentPartPr>
              <p14:xfrm>
                <a:off x="898525" y="6219051"/>
                <a:ext cx="3486960" cy="366120"/>
              </p14:xfrm>
            </p:contentPart>
          </mc:Choice>
          <mc:Fallback xmlns="">
            <p:pic>
              <p:nvPicPr>
                <p:cNvPr id="17" name="墨迹 16"/>
              </p:nvPicPr>
              <p:blipFill>
                <a:blip r:embed="rId19"/>
              </p:blipFill>
              <p:spPr>
                <a:xfrm>
                  <a:off x="898525" y="6219051"/>
                  <a:ext cx="3486960" cy="36612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8" name="墨迹 17"/>
                <p14:cNvContentPartPr/>
                <p14:nvPr/>
              </p14:nvContentPartPr>
              <p14:xfrm>
                <a:off x="3799440" y="6395040"/>
                <a:ext cx="587520" cy="20520"/>
              </p14:xfrm>
            </p:contentPart>
          </mc:Choice>
          <mc:Fallback xmlns="">
            <p:pic>
              <p:nvPicPr>
                <p:cNvPr id="18" name="墨迹 17"/>
              </p:nvPicPr>
              <p:blipFill>
                <a:blip r:embed="rId21"/>
              </p:blipFill>
              <p:spPr>
                <a:xfrm>
                  <a:off x="3799440" y="6395040"/>
                  <a:ext cx="587520" cy="20520"/>
                </a:xfrm>
                <a:prstGeom prst="rect"/>
              </p:spPr>
            </p:pic>
          </mc:Fallback>
        </mc:AlternateContent>
      </p:grpSp>
      <mc:AlternateContent xmlns:mc="http://schemas.openxmlformats.org/markup-compatibility/2006" xmlns:p14="http://schemas.microsoft.com/office/powerpoint/2010/main">
        <mc:Choice Requires="p14">
          <p:contentPart r:id="rId22" p14:bwMode="auto">
            <p14:nvContentPartPr>
              <p14:cNvPr id="19" name="墨迹 18"/>
              <p14:cNvContentPartPr/>
              <p14:nvPr/>
            </p14:nvContentPartPr>
            <p14:xfrm>
              <a:off x="2122893" y="4235547"/>
              <a:ext cx="41760" cy="28080"/>
            </p14:xfrm>
          </p:contentPart>
        </mc:Choice>
        <mc:Fallback xmlns="">
          <p:pic>
            <p:nvPicPr>
              <p:cNvPr id="19" name="墨迹 18"/>
            </p:nvPicPr>
            <p:blipFill>
              <a:blip r:embed="rId23"/>
            </p:blipFill>
            <p:spPr>
              <a:xfrm>
                <a:off x="2122893" y="4235547"/>
                <a:ext cx="41760" cy="28080"/>
              </a:xfrm>
              <a:prstGeom prst="rect"/>
            </p:spPr>
          </p:pic>
        </mc:Fallback>
      </mc:AlternateContent>
    </p:spTree>
    <p:custDataLst>
      <p:tags r:id="rId24"/>
    </p:custDataLst>
  </p:cSld>
  <p:clrMapOvr>
    <a:masterClrMapping/>
  </p:clrMapOvr>
  <mc:AlternateContent xmlns:mc="http://schemas.openxmlformats.org/markup-compatibility/2006">
    <mc:Choice xmlns:p14="http://schemas.microsoft.com/office/powerpoint/2010/main" Requires="p14">
      <p:transition spd="slow" p14:dur="2000" advTm="250751"/>
    </mc:Choice>
    <mc:Fallback>
      <p:transition spd="slow" advTm="2507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203"/>
                                        </p:tgtEl>
                                        <p:attrNameLst>
                                          <p:attrName>style.visibility</p:attrName>
                                        </p:attrNameLst>
                                      </p:cBhvr>
                                      <p:to>
                                        <p:strVal val="visible"/>
                                      </p:to>
                                    </p:set>
                                    <p:anim calcmode="lin" valueType="num">
                                      <p:cBhvr additive="base">
                                        <p:cTn id="7" dur="500" fill="hold"/>
                                        <p:tgtEl>
                                          <p:spTgt spid="307203"/>
                                        </p:tgtEl>
                                        <p:attrNameLst>
                                          <p:attrName>ppt_x</p:attrName>
                                        </p:attrNameLst>
                                      </p:cBhvr>
                                      <p:tavLst>
                                        <p:tav tm="0">
                                          <p:val>
                                            <p:strVal val="0-#ppt_w/2"/>
                                          </p:val>
                                        </p:tav>
                                        <p:tav tm="100000">
                                          <p:val>
                                            <p:strVal val="#ppt_x"/>
                                          </p:val>
                                        </p:tav>
                                      </p:tavLst>
                                    </p:anim>
                                    <p:anim calcmode="lin" valueType="num">
                                      <p:cBhvr additive="base">
                                        <p:cTn id="8" dur="500" fill="hold"/>
                                        <p:tgtEl>
                                          <p:spTgt spid="30720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grpId="0" nodeType="afterEffect">
                                  <p:stCondLst>
                                    <p:cond delay="0"/>
                                  </p:stCondLst>
                                  <p:childTnLst>
                                    <p:set>
                                      <p:cBhvr>
                                        <p:cTn id="11" dur="1" fill="hold">
                                          <p:stCondLst>
                                            <p:cond delay="0"/>
                                          </p:stCondLst>
                                        </p:cTn>
                                        <p:tgtEl>
                                          <p:spTgt spid="307213"/>
                                        </p:tgtEl>
                                        <p:attrNameLst>
                                          <p:attrName>style.visibility</p:attrName>
                                        </p:attrNameLst>
                                      </p:cBhvr>
                                      <p:to>
                                        <p:strVal val="visible"/>
                                      </p:to>
                                    </p:set>
                                    <p:animEffect transition="in" filter="dissolve">
                                      <p:cBhvr>
                                        <p:cTn id="12" dur="500"/>
                                        <p:tgtEl>
                                          <p:spTgt spid="30721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307204"/>
                                        </p:tgtEl>
                                        <p:attrNameLst>
                                          <p:attrName>style.visibility</p:attrName>
                                        </p:attrNameLst>
                                      </p:cBhvr>
                                      <p:to>
                                        <p:strVal val="visible"/>
                                      </p:to>
                                    </p:set>
                                    <p:anim calcmode="lin" valueType="num">
                                      <p:cBhvr additive="base">
                                        <p:cTn id="17" dur="500" fill="hold"/>
                                        <p:tgtEl>
                                          <p:spTgt spid="307204"/>
                                        </p:tgtEl>
                                        <p:attrNameLst>
                                          <p:attrName>ppt_x</p:attrName>
                                        </p:attrNameLst>
                                      </p:cBhvr>
                                      <p:tavLst>
                                        <p:tav tm="0">
                                          <p:val>
                                            <p:strVal val="0-#ppt_w/2"/>
                                          </p:val>
                                        </p:tav>
                                        <p:tav tm="100000">
                                          <p:val>
                                            <p:strVal val="#ppt_x"/>
                                          </p:val>
                                        </p:tav>
                                      </p:tavLst>
                                    </p:anim>
                                    <p:anim calcmode="lin" valueType="num">
                                      <p:cBhvr additive="base">
                                        <p:cTn id="18" dur="500" fill="hold"/>
                                        <p:tgtEl>
                                          <p:spTgt spid="307204"/>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30720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307206"/>
                                        </p:tgtEl>
                                        <p:attrNameLst>
                                          <p:attrName>style.visibility</p:attrName>
                                        </p:attrNameLst>
                                      </p:cBhvr>
                                      <p:to>
                                        <p:strVal val="visible"/>
                                      </p:to>
                                    </p:set>
                                    <p:anim calcmode="lin" valueType="num">
                                      <p:cBhvr additive="base">
                                        <p:cTn id="30" dur="500" fill="hold"/>
                                        <p:tgtEl>
                                          <p:spTgt spid="307206"/>
                                        </p:tgtEl>
                                        <p:attrNameLst>
                                          <p:attrName>ppt_x</p:attrName>
                                        </p:attrNameLst>
                                      </p:cBhvr>
                                      <p:tavLst>
                                        <p:tav tm="0">
                                          <p:val>
                                            <p:strVal val="0-#ppt_w/2"/>
                                          </p:val>
                                        </p:tav>
                                        <p:tav tm="100000">
                                          <p:val>
                                            <p:strVal val="#ppt_x"/>
                                          </p:val>
                                        </p:tav>
                                      </p:tavLst>
                                    </p:anim>
                                    <p:anim calcmode="lin" valueType="num">
                                      <p:cBhvr additive="base">
                                        <p:cTn id="31" dur="500" fill="hold"/>
                                        <p:tgtEl>
                                          <p:spTgt spid="307206"/>
                                        </p:tgtEl>
                                        <p:attrNameLst>
                                          <p:attrName>ppt_y</p:attrName>
                                        </p:attrNameLst>
                                      </p:cBhvr>
                                      <p:tavLst>
                                        <p:tav tm="0">
                                          <p:val>
                                            <p:strVal val="#ppt_y"/>
                                          </p:val>
                                        </p:tav>
                                        <p:tav tm="100000">
                                          <p:val>
                                            <p:strVal val="#ppt_y"/>
                                          </p:val>
                                        </p:tav>
                                      </p:tavLst>
                                    </p:anim>
                                  </p:childTnLst>
                                </p:cTn>
                              </p:par>
                            </p:childTnLst>
                          </p:cTn>
                        </p:par>
                        <p:par>
                          <p:cTn id="32" fill="hold">
                            <p:stCondLst>
                              <p:cond delay="500"/>
                            </p:stCondLst>
                            <p:childTnLst>
                              <p:par>
                                <p:cTn id="33" presetID="16" presetClass="entr" presetSubtype="21" fill="hold" nodeType="afterEffect">
                                  <p:stCondLst>
                                    <p:cond delay="0"/>
                                  </p:stCondLst>
                                  <p:childTnLst>
                                    <p:set>
                                      <p:cBhvr>
                                        <p:cTn id="34" dur="1" fill="hold">
                                          <p:stCondLst>
                                            <p:cond delay="0"/>
                                          </p:stCondLst>
                                        </p:cTn>
                                        <p:tgtEl>
                                          <p:spTgt spid="307207"/>
                                        </p:tgtEl>
                                        <p:attrNameLst>
                                          <p:attrName>style.visibility</p:attrName>
                                        </p:attrNameLst>
                                      </p:cBhvr>
                                      <p:to>
                                        <p:strVal val="visible"/>
                                      </p:to>
                                    </p:set>
                                    <p:animEffect transition="in" filter="barn(inVertical)">
                                      <p:cBhvr>
                                        <p:cTn id="35" dur="500"/>
                                        <p:tgtEl>
                                          <p:spTgt spid="30720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0720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0720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nodeType="clickEffect">
                                  <p:stCondLst>
                                    <p:cond delay="0"/>
                                  </p:stCondLst>
                                  <p:childTnLst>
                                    <p:set>
                                      <p:cBhvr>
                                        <p:cTn id="55" dur="1" fill="hold">
                                          <p:stCondLst>
                                            <p:cond delay="0"/>
                                          </p:stCondLst>
                                        </p:cTn>
                                        <p:tgtEl>
                                          <p:spTgt spid="307214"/>
                                        </p:tgtEl>
                                        <p:attrNameLst>
                                          <p:attrName>style.visibility</p:attrName>
                                        </p:attrNameLst>
                                      </p:cBhvr>
                                      <p:to>
                                        <p:strVal val="visible"/>
                                      </p:to>
                                    </p:set>
                                    <p:anim calcmode="lin" valueType="num">
                                      <p:cBhvr additive="base">
                                        <p:cTn id="56" dur="500" fill="hold"/>
                                        <p:tgtEl>
                                          <p:spTgt spid="307214"/>
                                        </p:tgtEl>
                                        <p:attrNameLst>
                                          <p:attrName>ppt_x</p:attrName>
                                        </p:attrNameLst>
                                      </p:cBhvr>
                                      <p:tavLst>
                                        <p:tav tm="0">
                                          <p:val>
                                            <p:strVal val="1+#ppt_w/2"/>
                                          </p:val>
                                        </p:tav>
                                        <p:tav tm="100000">
                                          <p:val>
                                            <p:strVal val="#ppt_x"/>
                                          </p:val>
                                        </p:tav>
                                      </p:tavLst>
                                    </p:anim>
                                    <p:anim calcmode="lin" valueType="num">
                                      <p:cBhvr additive="base">
                                        <p:cTn id="57" dur="500" fill="hold"/>
                                        <p:tgtEl>
                                          <p:spTgt spid="307214"/>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0721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0721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grpId="0" nodeType="clickEffect">
                                  <p:stCondLst>
                                    <p:cond delay="0"/>
                                  </p:stCondLst>
                                  <p:childTnLst>
                                    <p:set>
                                      <p:cBhvr>
                                        <p:cTn id="77" dur="1" fill="hold">
                                          <p:stCondLst>
                                            <p:cond delay="0"/>
                                          </p:stCondLst>
                                        </p:cTn>
                                        <p:tgtEl>
                                          <p:spTgt spid="307212"/>
                                        </p:tgtEl>
                                        <p:attrNameLst>
                                          <p:attrName>style.visibility</p:attrName>
                                        </p:attrNameLst>
                                      </p:cBhvr>
                                      <p:to>
                                        <p:strVal val="visible"/>
                                      </p:to>
                                    </p:set>
                                    <p:anim calcmode="lin" valueType="num">
                                      <p:cBhvr additive="base">
                                        <p:cTn id="78" dur="500" fill="hold"/>
                                        <p:tgtEl>
                                          <p:spTgt spid="307212"/>
                                        </p:tgtEl>
                                        <p:attrNameLst>
                                          <p:attrName>ppt_x</p:attrName>
                                        </p:attrNameLst>
                                      </p:cBhvr>
                                      <p:tavLst>
                                        <p:tav tm="0">
                                          <p:val>
                                            <p:strVal val="#ppt_x"/>
                                          </p:val>
                                        </p:tav>
                                        <p:tav tm="100000">
                                          <p:val>
                                            <p:strVal val="#ppt_x"/>
                                          </p:val>
                                        </p:tav>
                                      </p:tavLst>
                                    </p:anim>
                                    <p:anim calcmode="lin" valueType="num">
                                      <p:cBhvr additive="base">
                                        <p:cTn id="79" dur="500" fill="hold"/>
                                        <p:tgtEl>
                                          <p:spTgt spid="3072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autoUpdateAnimBg="0"/>
      <p:bldP spid="307205" grpId="0" animBg="1"/>
      <p:bldP spid="307208" grpId="0"/>
      <p:bldP spid="307209" grpId="0"/>
      <p:bldP spid="307210" grpId="0" animBg="1"/>
      <p:bldP spid="307212" grpId="0" animBg="1"/>
      <p:bldP spid="307213" grpId="0" autoUpdateAnimBg="0"/>
      <p:bldP spid="307215" grpId="0"/>
      <p:bldP spid="10" grpId="0" animBg="1"/>
      <p:bldP spid="13" grpId="0" animBg="1"/>
      <p:bldP spid="14" grpId="0"/>
      <p:bldP spid="38" grpId="0" animBg="1"/>
    </p:bld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日期占位符 3"/>
          <p:cNvSpPr>
            <a:spLocks noGrp="1"/>
          </p:cNvSpPr>
          <p:nvPr>
            <p:ph type="dt" sz="quarter" idx="10"/>
          </p:nvPr>
        </p:nvSpPr>
        <p:spPr/>
        <p:txBody>
          <a:bodyPr/>
          <a:lstStyle/>
          <a:p>
            <a:pPr>
              <a:defRPr/>
            </a:pPr>
            <a:fld id="{E672805E-6A0F-434A-B14F-8B450943294A}" type="datetime1">
              <a:rPr lang="zh-CN" altLang="en-US"/>
            </a:fld>
            <a:endParaRPr lang="zh-CN" altLang="en-US"/>
          </a:p>
        </p:txBody>
      </p:sp>
      <p:graphicFrame>
        <p:nvGraphicFramePr>
          <p:cNvPr id="308226" name="Object 2"/>
          <p:cNvGraphicFramePr>
            <a:graphicFrameLocks noChangeAspect="1"/>
          </p:cNvGraphicFramePr>
          <p:nvPr/>
        </p:nvGraphicFramePr>
        <p:xfrm>
          <a:off x="1439863" y="3140075"/>
          <a:ext cx="3429000" cy="792163"/>
        </p:xfrm>
        <a:graphic>
          <a:graphicData uri="http://schemas.openxmlformats.org/presentationml/2006/ole">
            <mc:AlternateContent xmlns:mc="http://schemas.openxmlformats.org/markup-compatibility/2006">
              <mc:Choice xmlns:v="urn:schemas-microsoft-com:vml" Requires="v">
                <p:oleObj spid="_x0000_s168713" name="Equation" r:id="rId1" imgW="2374900" imgH="469900" progId="Equation.3">
                  <p:embed/>
                </p:oleObj>
              </mc:Choice>
              <mc:Fallback>
                <p:oleObj name="Equation" r:id="rId1" imgW="2374900" imgH="469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9863" y="3140075"/>
                        <a:ext cx="34290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7940" name="Rectangle 3"/>
          <p:cNvSpPr>
            <a:spLocks noGrp="1" noChangeArrowheads="1"/>
          </p:cNvSpPr>
          <p:nvPr>
            <p:ph type="title" idx="4294967295"/>
          </p:nvPr>
        </p:nvSpPr>
        <p:spPr>
          <a:xfrm>
            <a:off x="849313" y="439738"/>
            <a:ext cx="3810000" cy="381000"/>
          </a:xfrm>
        </p:spPr>
        <p:txBody>
          <a:bodyPr/>
          <a:lstStyle/>
          <a:p>
            <a:r>
              <a:rPr lang="en-US" altLang="zh-CN" sz="1900" b="1">
                <a:solidFill>
                  <a:srgbClr val="006600"/>
                </a:solidFill>
                <a:latin typeface="Times New Roman" panose="02020603050405020304" pitchFamily="18" charset="0"/>
              </a:rPr>
              <a:t>2</a:t>
            </a:r>
            <a:r>
              <a:rPr lang="zh-CN" altLang="en-US" sz="1900" b="1">
                <a:solidFill>
                  <a:srgbClr val="006600"/>
                </a:solidFill>
                <a:latin typeface="Times New Roman" panose="02020603050405020304" pitchFamily="18" charset="0"/>
              </a:rPr>
              <a:t>）利用频域卷积定理求解</a:t>
            </a:r>
            <a:endParaRPr lang="zh-CN" altLang="en-US" sz="1900" b="1">
              <a:solidFill>
                <a:srgbClr val="006600"/>
              </a:solidFill>
            </a:endParaRPr>
          </a:p>
        </p:txBody>
      </p:sp>
      <p:graphicFrame>
        <p:nvGraphicFramePr>
          <p:cNvPr id="308228" name="Object 4"/>
          <p:cNvGraphicFramePr>
            <a:graphicFrameLocks noChangeAspect="1"/>
          </p:cNvGraphicFramePr>
          <p:nvPr/>
        </p:nvGraphicFramePr>
        <p:xfrm>
          <a:off x="4583113" y="1735138"/>
          <a:ext cx="4471987" cy="685800"/>
        </p:xfrm>
        <a:graphic>
          <a:graphicData uri="http://schemas.openxmlformats.org/presentationml/2006/ole">
            <mc:AlternateContent xmlns:mc="http://schemas.openxmlformats.org/markup-compatibility/2006">
              <mc:Choice xmlns:v="urn:schemas-microsoft-com:vml" Requires="v">
                <p:oleObj spid="_x0000_s168714" name="Equation" r:id="rId3" imgW="3403600" imgH="469900" progId="Equation.3">
                  <p:embed/>
                </p:oleObj>
              </mc:Choice>
              <mc:Fallback>
                <p:oleObj name="Equation" r:id="rId3" imgW="3403600" imgH="469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113" y="1735138"/>
                        <a:ext cx="4471987"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29" name="Object 5"/>
          <p:cNvGraphicFramePr>
            <a:graphicFrameLocks noChangeAspect="1"/>
          </p:cNvGraphicFramePr>
          <p:nvPr/>
        </p:nvGraphicFramePr>
        <p:xfrm>
          <a:off x="4659313" y="2497138"/>
          <a:ext cx="2362200" cy="403225"/>
        </p:xfrm>
        <a:graphic>
          <a:graphicData uri="http://schemas.openxmlformats.org/presentationml/2006/ole">
            <mc:AlternateContent xmlns:mc="http://schemas.openxmlformats.org/markup-compatibility/2006">
              <mc:Choice xmlns:v="urn:schemas-microsoft-com:vml" Requires="v">
                <p:oleObj spid="_x0000_s168715" name="Equation" r:id="rId5" imgW="1422400" imgH="241300" progId="Equation.3">
                  <p:embed/>
                </p:oleObj>
              </mc:Choice>
              <mc:Fallback>
                <p:oleObj name="Equation" r:id="rId5" imgW="14224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9313" y="2497138"/>
                        <a:ext cx="2362200"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30" name="Object 6"/>
          <p:cNvGraphicFramePr>
            <a:graphicFrameLocks noChangeAspect="1"/>
          </p:cNvGraphicFramePr>
          <p:nvPr/>
        </p:nvGraphicFramePr>
        <p:xfrm>
          <a:off x="1916113" y="1735138"/>
          <a:ext cx="2057400" cy="676275"/>
        </p:xfrm>
        <a:graphic>
          <a:graphicData uri="http://schemas.openxmlformats.org/presentationml/2006/ole">
            <mc:AlternateContent xmlns:mc="http://schemas.openxmlformats.org/markup-compatibility/2006">
              <mc:Choice xmlns:v="urn:schemas-microsoft-com:vml" Requires="v">
                <p:oleObj spid="_x0000_s168716" name="Equation" r:id="rId7" imgW="1587500" imgH="469900" progId="Equation.3">
                  <p:embed/>
                </p:oleObj>
              </mc:Choice>
              <mc:Fallback>
                <p:oleObj name="Equation" r:id="rId7" imgW="1587500" imgH="4699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6113" y="1735138"/>
                        <a:ext cx="20574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31" name="Object 7"/>
          <p:cNvGraphicFramePr>
            <a:graphicFrameLocks noChangeAspect="1"/>
          </p:cNvGraphicFramePr>
          <p:nvPr/>
        </p:nvGraphicFramePr>
        <p:xfrm>
          <a:off x="1906588" y="2497138"/>
          <a:ext cx="2533650" cy="395287"/>
        </p:xfrm>
        <a:graphic>
          <a:graphicData uri="http://schemas.openxmlformats.org/presentationml/2006/ole">
            <mc:AlternateContent xmlns:mc="http://schemas.openxmlformats.org/markup-compatibility/2006">
              <mc:Choice xmlns:v="urn:schemas-microsoft-com:vml" Requires="v">
                <p:oleObj spid="_x0000_s168717" name="公式" r:id="rId9" imgW="1892300" imgH="241300" progId="Equation.3">
                  <p:embed/>
                </p:oleObj>
              </mc:Choice>
              <mc:Fallback>
                <p:oleObj name="公式" r:id="rId9" imgW="1892300" imgH="2413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6588" y="2497138"/>
                        <a:ext cx="2533650" cy="3952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7945" name="Object 8"/>
          <p:cNvGraphicFramePr>
            <a:graphicFrameLocks noChangeAspect="1"/>
          </p:cNvGraphicFramePr>
          <p:nvPr/>
        </p:nvGraphicFramePr>
        <p:xfrm>
          <a:off x="1373188" y="820738"/>
          <a:ext cx="4056062" cy="690562"/>
        </p:xfrm>
        <a:graphic>
          <a:graphicData uri="http://schemas.openxmlformats.org/presentationml/2006/ole">
            <mc:AlternateContent xmlns:mc="http://schemas.openxmlformats.org/markup-compatibility/2006">
              <mc:Choice xmlns:v="urn:schemas-microsoft-com:vml" Requires="v">
                <p:oleObj spid="_x0000_s168718" name="公式" r:id="rId11" imgW="3035300" imgH="469900" progId="Equation.3">
                  <p:embed/>
                </p:oleObj>
              </mc:Choice>
              <mc:Fallback>
                <p:oleObj name="公式" r:id="rId11" imgW="3035300" imgH="4699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3188" y="820738"/>
                        <a:ext cx="4056062" cy="690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33" name="Object 9"/>
          <p:cNvGraphicFramePr>
            <a:graphicFrameLocks noChangeAspect="1"/>
          </p:cNvGraphicFramePr>
          <p:nvPr/>
        </p:nvGraphicFramePr>
        <p:xfrm>
          <a:off x="5832475" y="5516563"/>
          <a:ext cx="3240088" cy="849312"/>
        </p:xfrm>
        <a:graphic>
          <a:graphicData uri="http://schemas.openxmlformats.org/presentationml/2006/ole">
            <mc:AlternateContent xmlns:mc="http://schemas.openxmlformats.org/markup-compatibility/2006">
              <mc:Choice xmlns:v="urn:schemas-microsoft-com:vml" Requires="v">
                <p:oleObj spid="_x0000_s168719" name="Equation" r:id="rId13" imgW="2070100" imgH="546100" progId="Equation.3">
                  <p:embed/>
                </p:oleObj>
              </mc:Choice>
              <mc:Fallback>
                <p:oleObj name="Equation" r:id="rId13" imgW="2070100" imgH="5461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32475" y="5516563"/>
                        <a:ext cx="3240088" cy="8493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34" name="Object 10"/>
          <p:cNvGraphicFramePr>
            <a:graphicFrameLocks noChangeAspect="1"/>
          </p:cNvGraphicFramePr>
          <p:nvPr/>
        </p:nvGraphicFramePr>
        <p:xfrm>
          <a:off x="5649913" y="973138"/>
          <a:ext cx="1533525" cy="441325"/>
        </p:xfrm>
        <a:graphic>
          <a:graphicData uri="http://schemas.openxmlformats.org/presentationml/2006/ole">
            <mc:AlternateContent xmlns:mc="http://schemas.openxmlformats.org/markup-compatibility/2006">
              <mc:Choice xmlns:v="urn:schemas-microsoft-com:vml" Requires="v">
                <p:oleObj spid="_x0000_s168720" name="Equation" r:id="rId15" imgW="952500" imgH="241300" progId="Equation.3">
                  <p:embed/>
                </p:oleObj>
              </mc:Choice>
              <mc:Fallback>
                <p:oleObj name="Equation" r:id="rId15" imgW="952500" imgH="2413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49913" y="973138"/>
                        <a:ext cx="1533525"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35" name="Object 11"/>
          <p:cNvGraphicFramePr>
            <a:graphicFrameLocks noChangeAspect="1"/>
          </p:cNvGraphicFramePr>
          <p:nvPr/>
        </p:nvGraphicFramePr>
        <p:xfrm>
          <a:off x="4968875" y="3140075"/>
          <a:ext cx="4175125" cy="825500"/>
        </p:xfrm>
        <a:graphic>
          <a:graphicData uri="http://schemas.openxmlformats.org/presentationml/2006/ole">
            <mc:AlternateContent xmlns:mc="http://schemas.openxmlformats.org/markup-compatibility/2006">
              <mc:Choice xmlns:v="urn:schemas-microsoft-com:vml" Requires="v">
                <p:oleObj spid="_x0000_s168721" name="Equation" r:id="rId17" imgW="2959100" imgH="469900" progId="Equation.3">
                  <p:embed/>
                </p:oleObj>
              </mc:Choice>
              <mc:Fallback>
                <p:oleObj name="Equation" r:id="rId17" imgW="2959100" imgH="469900"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68875" y="3140075"/>
                        <a:ext cx="41751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236" name="Text Box 12"/>
          <p:cNvSpPr txBox="1">
            <a:spLocks noChangeArrowheads="1"/>
          </p:cNvSpPr>
          <p:nvPr/>
        </p:nvSpPr>
        <p:spPr bwMode="auto">
          <a:xfrm>
            <a:off x="1077913" y="1430338"/>
            <a:ext cx="1371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000" b="1">
                <a:solidFill>
                  <a:srgbClr val="FF0000"/>
                </a:solidFill>
                <a:latin typeface="Tahoma" panose="020B0604030504040204" pitchFamily="34" charset="0"/>
                <a:ea typeface="宋体" panose="02010600030101010101" pitchFamily="2" charset="-122"/>
              </a:rPr>
              <a:t>其中</a:t>
            </a:r>
            <a:endParaRPr kumimoji="1" lang="zh-CN" altLang="en-US" sz="2000" b="1">
              <a:solidFill>
                <a:srgbClr val="FF0000"/>
              </a:solidFill>
              <a:latin typeface="Tahoma" panose="020B0604030504040204" pitchFamily="34" charset="0"/>
              <a:ea typeface="宋体" panose="02010600030101010101" pitchFamily="2" charset="-122"/>
            </a:endParaRPr>
          </a:p>
        </p:txBody>
      </p:sp>
      <p:graphicFrame>
        <p:nvGraphicFramePr>
          <p:cNvPr id="308237" name="Object 13"/>
          <p:cNvGraphicFramePr>
            <a:graphicFrameLocks noChangeAspect="1"/>
          </p:cNvGraphicFramePr>
          <p:nvPr/>
        </p:nvGraphicFramePr>
        <p:xfrm>
          <a:off x="863600" y="4221163"/>
          <a:ext cx="4176713" cy="1008062"/>
        </p:xfrm>
        <a:graphic>
          <a:graphicData uri="http://schemas.openxmlformats.org/presentationml/2006/ole">
            <mc:AlternateContent xmlns:mc="http://schemas.openxmlformats.org/markup-compatibility/2006">
              <mc:Choice xmlns:v="urn:schemas-microsoft-com:vml" Requires="v">
                <p:oleObj spid="_x0000_s168722" name="Equation" r:id="rId19" imgW="2946400" imgH="508000" progId="Equation.3">
                  <p:embed/>
                </p:oleObj>
              </mc:Choice>
              <mc:Fallback>
                <p:oleObj name="Equation" r:id="rId19" imgW="2946400" imgH="50800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63600" y="4221163"/>
                        <a:ext cx="4176713"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38" name="Object 14"/>
          <p:cNvGraphicFramePr>
            <a:graphicFrameLocks noChangeAspect="1"/>
          </p:cNvGraphicFramePr>
          <p:nvPr/>
        </p:nvGraphicFramePr>
        <p:xfrm>
          <a:off x="4895850" y="4221163"/>
          <a:ext cx="4176713" cy="1065212"/>
        </p:xfrm>
        <a:graphic>
          <a:graphicData uri="http://schemas.openxmlformats.org/presentationml/2006/ole">
            <mc:AlternateContent xmlns:mc="http://schemas.openxmlformats.org/markup-compatibility/2006">
              <mc:Choice xmlns:v="urn:schemas-microsoft-com:vml" Requires="v">
                <p:oleObj spid="_x0000_s168723" name="Equation" r:id="rId21" imgW="2476500" imgH="508000" progId="Equation.3">
                  <p:embed/>
                </p:oleObj>
              </mc:Choice>
              <mc:Fallback>
                <p:oleObj name="Equation" r:id="rId21" imgW="2476500" imgH="508000" progId="Equation.3">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95850" y="4221163"/>
                        <a:ext cx="4176713" cy="106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239" name="Object 15"/>
          <p:cNvGraphicFramePr>
            <a:graphicFrameLocks noChangeAspect="1"/>
          </p:cNvGraphicFramePr>
          <p:nvPr/>
        </p:nvGraphicFramePr>
        <p:xfrm>
          <a:off x="1152525" y="5588000"/>
          <a:ext cx="4103688" cy="865188"/>
        </p:xfrm>
        <a:graphic>
          <a:graphicData uri="http://schemas.openxmlformats.org/presentationml/2006/ole">
            <mc:AlternateContent xmlns:mc="http://schemas.openxmlformats.org/markup-compatibility/2006">
              <mc:Choice xmlns:v="urn:schemas-microsoft-com:vml" Requires="v">
                <p:oleObj spid="_x0000_s168724" name="Equation" r:id="rId23" imgW="2425700" imgH="469900" progId="Equation.3">
                  <p:embed/>
                </p:oleObj>
              </mc:Choice>
              <mc:Fallback>
                <p:oleObj name="Equation" r:id="rId23" imgW="2425700" imgH="469900" progId="Equation.3">
                  <p:embed/>
                  <p:pic>
                    <p:nvPicPr>
                      <p:cNvPr id="0" name="Object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152525" y="5588000"/>
                        <a:ext cx="4103688"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5"/>
    </p:custDataLst>
  </p:cSld>
  <p:clrMapOvr>
    <a:masterClrMapping/>
  </p:clrMapOvr>
  <mc:AlternateContent xmlns:mc="http://schemas.openxmlformats.org/markup-compatibility/2006">
    <mc:Choice xmlns:p14="http://schemas.microsoft.com/office/powerpoint/2010/main" Requires="p14">
      <p:transition spd="slow" p14:dur="2000" advTm="215654"/>
    </mc:Choice>
    <mc:Fallback>
      <p:transition spd="slow" advTm="2156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8234"/>
                                        </p:tgtEl>
                                        <p:attrNameLst>
                                          <p:attrName>style.visibility</p:attrName>
                                        </p:attrNameLst>
                                      </p:cBhvr>
                                      <p:to>
                                        <p:strVal val="visible"/>
                                      </p:to>
                                    </p:set>
                                    <p:animEffect transition="in" filter="blinds(horizontal)">
                                      <p:cBhvr>
                                        <p:cTn id="7" dur="500"/>
                                        <p:tgtEl>
                                          <p:spTgt spid="30823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308236"/>
                                        </p:tgtEl>
                                        <p:attrNameLst>
                                          <p:attrName>style.visibility</p:attrName>
                                        </p:attrNameLst>
                                      </p:cBhvr>
                                      <p:to>
                                        <p:strVal val="visible"/>
                                      </p:to>
                                    </p:set>
                                    <p:anim calcmode="lin" valueType="num">
                                      <p:cBhvr additive="base">
                                        <p:cTn id="11" dur="500" fill="hold"/>
                                        <p:tgtEl>
                                          <p:spTgt spid="308236"/>
                                        </p:tgtEl>
                                        <p:attrNameLst>
                                          <p:attrName>ppt_x</p:attrName>
                                        </p:attrNameLst>
                                      </p:cBhvr>
                                      <p:tavLst>
                                        <p:tav tm="0">
                                          <p:val>
                                            <p:strVal val="0-#ppt_w/2"/>
                                          </p:val>
                                        </p:tav>
                                        <p:tav tm="100000">
                                          <p:val>
                                            <p:strVal val="#ppt_x"/>
                                          </p:val>
                                        </p:tav>
                                      </p:tavLst>
                                    </p:anim>
                                    <p:anim calcmode="lin" valueType="num">
                                      <p:cBhvr additive="base">
                                        <p:cTn id="12" dur="500" fill="hold"/>
                                        <p:tgtEl>
                                          <p:spTgt spid="30823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499"/>
                                          </p:stCondLst>
                                        </p:cTn>
                                        <p:tgtEl>
                                          <p:spTgt spid="308230"/>
                                        </p:tgtEl>
                                        <p:attrNameLst>
                                          <p:attrName>style.visibility</p:attrName>
                                        </p:attrNameLst>
                                      </p:cBhvr>
                                      <p:to>
                                        <p:strVal val="visible"/>
                                      </p:to>
                                    </p:set>
                                  </p:childTnLst>
                                </p:cTn>
                              </p:par>
                            </p:childTnLst>
                          </p:cTn>
                        </p:par>
                        <p:par>
                          <p:cTn id="16" fill="hold">
                            <p:stCondLst>
                              <p:cond delay="1500"/>
                            </p:stCondLst>
                            <p:childTnLst>
                              <p:par>
                                <p:cTn id="17" presetID="2" presetClass="entr" presetSubtype="8" fill="hold" nodeType="afterEffect">
                                  <p:stCondLst>
                                    <p:cond delay="0"/>
                                  </p:stCondLst>
                                  <p:childTnLst>
                                    <p:set>
                                      <p:cBhvr>
                                        <p:cTn id="18" dur="1" fill="hold">
                                          <p:stCondLst>
                                            <p:cond delay="0"/>
                                          </p:stCondLst>
                                        </p:cTn>
                                        <p:tgtEl>
                                          <p:spTgt spid="308231"/>
                                        </p:tgtEl>
                                        <p:attrNameLst>
                                          <p:attrName>style.visibility</p:attrName>
                                        </p:attrNameLst>
                                      </p:cBhvr>
                                      <p:to>
                                        <p:strVal val="visible"/>
                                      </p:to>
                                    </p:set>
                                    <p:anim calcmode="lin" valueType="num">
                                      <p:cBhvr additive="base">
                                        <p:cTn id="19" dur="500" fill="hold"/>
                                        <p:tgtEl>
                                          <p:spTgt spid="308231"/>
                                        </p:tgtEl>
                                        <p:attrNameLst>
                                          <p:attrName>ppt_x</p:attrName>
                                        </p:attrNameLst>
                                      </p:cBhvr>
                                      <p:tavLst>
                                        <p:tav tm="0">
                                          <p:val>
                                            <p:strVal val="0-#ppt_w/2"/>
                                          </p:val>
                                        </p:tav>
                                        <p:tav tm="100000">
                                          <p:val>
                                            <p:strVal val="#ppt_x"/>
                                          </p:val>
                                        </p:tav>
                                      </p:tavLst>
                                    </p:anim>
                                    <p:anim calcmode="lin" valueType="num">
                                      <p:cBhvr additive="base">
                                        <p:cTn id="20" dur="500" fill="hold"/>
                                        <p:tgtEl>
                                          <p:spTgt spid="30823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3082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3082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308226"/>
                                        </p:tgtEl>
                                        <p:attrNameLst>
                                          <p:attrName>style.visibility</p:attrName>
                                        </p:attrNameLst>
                                      </p:cBhvr>
                                      <p:to>
                                        <p:strVal val="visible"/>
                                      </p:to>
                                    </p:set>
                                    <p:anim calcmode="lin" valueType="num">
                                      <p:cBhvr additive="base">
                                        <p:cTn id="33" dur="500" fill="hold"/>
                                        <p:tgtEl>
                                          <p:spTgt spid="308226"/>
                                        </p:tgtEl>
                                        <p:attrNameLst>
                                          <p:attrName>ppt_x</p:attrName>
                                        </p:attrNameLst>
                                      </p:cBhvr>
                                      <p:tavLst>
                                        <p:tav tm="0">
                                          <p:val>
                                            <p:strVal val="0-#ppt_w/2"/>
                                          </p:val>
                                        </p:tav>
                                        <p:tav tm="100000">
                                          <p:val>
                                            <p:strVal val="#ppt_x"/>
                                          </p:val>
                                        </p:tav>
                                      </p:tavLst>
                                    </p:anim>
                                    <p:anim calcmode="lin" valueType="num">
                                      <p:cBhvr additive="base">
                                        <p:cTn id="34" dur="500" fill="hold"/>
                                        <p:tgtEl>
                                          <p:spTgt spid="30822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308235"/>
                                        </p:tgtEl>
                                        <p:attrNameLst>
                                          <p:attrName>style.visibility</p:attrName>
                                        </p:attrNameLst>
                                      </p:cBhvr>
                                      <p:to>
                                        <p:strVal val="visible"/>
                                      </p:to>
                                    </p:set>
                                    <p:anim calcmode="lin" valueType="num">
                                      <p:cBhvr additive="base">
                                        <p:cTn id="39" dur="500" fill="hold"/>
                                        <p:tgtEl>
                                          <p:spTgt spid="308235"/>
                                        </p:tgtEl>
                                        <p:attrNameLst>
                                          <p:attrName>ppt_x</p:attrName>
                                        </p:attrNameLst>
                                      </p:cBhvr>
                                      <p:tavLst>
                                        <p:tav tm="0">
                                          <p:val>
                                            <p:strVal val="0-#ppt_w/2"/>
                                          </p:val>
                                        </p:tav>
                                        <p:tav tm="100000">
                                          <p:val>
                                            <p:strVal val="#ppt_x"/>
                                          </p:val>
                                        </p:tav>
                                      </p:tavLst>
                                    </p:anim>
                                    <p:anim calcmode="lin" valueType="num">
                                      <p:cBhvr additive="base">
                                        <p:cTn id="40" dur="500" fill="hold"/>
                                        <p:tgtEl>
                                          <p:spTgt spid="30823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308237"/>
                                        </p:tgtEl>
                                        <p:attrNameLst>
                                          <p:attrName>style.visibility</p:attrName>
                                        </p:attrNameLst>
                                      </p:cBhvr>
                                      <p:to>
                                        <p:strVal val="visible"/>
                                      </p:to>
                                    </p:set>
                                    <p:anim calcmode="lin" valueType="num">
                                      <p:cBhvr additive="base">
                                        <p:cTn id="45" dur="500" fill="hold"/>
                                        <p:tgtEl>
                                          <p:spTgt spid="308237"/>
                                        </p:tgtEl>
                                        <p:attrNameLst>
                                          <p:attrName>ppt_x</p:attrName>
                                        </p:attrNameLst>
                                      </p:cBhvr>
                                      <p:tavLst>
                                        <p:tav tm="0">
                                          <p:val>
                                            <p:strVal val="1+#ppt_w/2"/>
                                          </p:val>
                                        </p:tav>
                                        <p:tav tm="100000">
                                          <p:val>
                                            <p:strVal val="#ppt_x"/>
                                          </p:val>
                                        </p:tav>
                                      </p:tavLst>
                                    </p:anim>
                                    <p:anim calcmode="lin" valueType="num">
                                      <p:cBhvr additive="base">
                                        <p:cTn id="46" dur="500" fill="hold"/>
                                        <p:tgtEl>
                                          <p:spTgt spid="308237"/>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308238"/>
                                        </p:tgtEl>
                                        <p:attrNameLst>
                                          <p:attrName>style.visibility</p:attrName>
                                        </p:attrNameLst>
                                      </p:cBhvr>
                                      <p:to>
                                        <p:strVal val="visible"/>
                                      </p:to>
                                    </p:set>
                                    <p:anim calcmode="lin" valueType="num">
                                      <p:cBhvr additive="base">
                                        <p:cTn id="51" dur="500" fill="hold"/>
                                        <p:tgtEl>
                                          <p:spTgt spid="308238"/>
                                        </p:tgtEl>
                                        <p:attrNameLst>
                                          <p:attrName>ppt_x</p:attrName>
                                        </p:attrNameLst>
                                      </p:cBhvr>
                                      <p:tavLst>
                                        <p:tav tm="0">
                                          <p:val>
                                            <p:strVal val="1+#ppt_w/2"/>
                                          </p:val>
                                        </p:tav>
                                        <p:tav tm="100000">
                                          <p:val>
                                            <p:strVal val="#ppt_x"/>
                                          </p:val>
                                        </p:tav>
                                      </p:tavLst>
                                    </p:anim>
                                    <p:anim calcmode="lin" valueType="num">
                                      <p:cBhvr additive="base">
                                        <p:cTn id="52" dur="500" fill="hold"/>
                                        <p:tgtEl>
                                          <p:spTgt spid="308238"/>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08239"/>
                                        </p:tgtEl>
                                        <p:attrNameLst>
                                          <p:attrName>style.visibility</p:attrName>
                                        </p:attrNameLst>
                                      </p:cBhvr>
                                      <p:to>
                                        <p:strVal val="visible"/>
                                      </p:to>
                                    </p:set>
                                    <p:anim calcmode="lin" valueType="num">
                                      <p:cBhvr additive="base">
                                        <p:cTn id="57" dur="500" fill="hold"/>
                                        <p:tgtEl>
                                          <p:spTgt spid="308239"/>
                                        </p:tgtEl>
                                        <p:attrNameLst>
                                          <p:attrName>ppt_x</p:attrName>
                                        </p:attrNameLst>
                                      </p:cBhvr>
                                      <p:tavLst>
                                        <p:tav tm="0">
                                          <p:val>
                                            <p:strVal val="#ppt_x"/>
                                          </p:val>
                                        </p:tav>
                                        <p:tav tm="100000">
                                          <p:val>
                                            <p:strVal val="#ppt_x"/>
                                          </p:val>
                                        </p:tav>
                                      </p:tavLst>
                                    </p:anim>
                                    <p:anim calcmode="lin" valueType="num">
                                      <p:cBhvr additive="base">
                                        <p:cTn id="58" dur="500" fill="hold"/>
                                        <p:tgtEl>
                                          <p:spTgt spid="308239"/>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08233"/>
                                        </p:tgtEl>
                                        <p:attrNameLst>
                                          <p:attrName>style.visibility</p:attrName>
                                        </p:attrNameLst>
                                      </p:cBhvr>
                                      <p:to>
                                        <p:strVal val="visible"/>
                                      </p:to>
                                    </p:set>
                                    <p:anim calcmode="lin" valueType="num">
                                      <p:cBhvr additive="base">
                                        <p:cTn id="63" dur="500" fill="hold"/>
                                        <p:tgtEl>
                                          <p:spTgt spid="308233"/>
                                        </p:tgtEl>
                                        <p:attrNameLst>
                                          <p:attrName>ppt_x</p:attrName>
                                        </p:attrNameLst>
                                      </p:cBhvr>
                                      <p:tavLst>
                                        <p:tav tm="0">
                                          <p:val>
                                            <p:strVal val="#ppt_x"/>
                                          </p:val>
                                        </p:tav>
                                        <p:tav tm="100000">
                                          <p:val>
                                            <p:strVal val="#ppt_x"/>
                                          </p:val>
                                        </p:tav>
                                      </p:tavLst>
                                    </p:anim>
                                    <p:anim calcmode="lin" valueType="num">
                                      <p:cBhvr additive="base">
                                        <p:cTn id="64" dur="500" fill="hold"/>
                                        <p:tgtEl>
                                          <p:spTgt spid="308233"/>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6" name="DIN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6" grpId="0" autoUpdateAnimBg="0"/>
    </p:bld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3"/>
          <p:cNvSpPr>
            <a:spLocks noGrp="1"/>
          </p:cNvSpPr>
          <p:nvPr>
            <p:ph type="dt" sz="quarter" idx="10"/>
          </p:nvPr>
        </p:nvSpPr>
        <p:spPr/>
        <p:txBody>
          <a:bodyPr/>
          <a:lstStyle/>
          <a:p>
            <a:pPr>
              <a:defRPr/>
            </a:pPr>
            <a:fld id="{D456EB21-F809-4A04-A354-7F53787A0989}" type="datetime1">
              <a:rPr lang="zh-CN" altLang="en-US"/>
            </a:fld>
            <a:endParaRPr lang="zh-CN" altLang="en-US"/>
          </a:p>
        </p:txBody>
      </p:sp>
      <p:sp>
        <p:nvSpPr>
          <p:cNvPr id="168963" name="Rectangle 2"/>
          <p:cNvSpPr>
            <a:spLocks noGrp="1" noChangeArrowheads="1"/>
          </p:cNvSpPr>
          <p:nvPr>
            <p:ph type="title" idx="4294967295"/>
          </p:nvPr>
        </p:nvSpPr>
        <p:spPr>
          <a:xfrm>
            <a:off x="839788" y="530225"/>
            <a:ext cx="3810000" cy="381000"/>
          </a:xfrm>
        </p:spPr>
        <p:txBody>
          <a:bodyPr/>
          <a:lstStyle/>
          <a:p>
            <a:r>
              <a:rPr lang="en-US" altLang="zh-CN" sz="1900" b="1">
                <a:solidFill>
                  <a:srgbClr val="006600"/>
                </a:solidFill>
                <a:latin typeface="Times New Roman" panose="02020603050405020304" pitchFamily="18" charset="0"/>
              </a:rPr>
              <a:t>3</a:t>
            </a:r>
            <a:r>
              <a:rPr lang="zh-CN" altLang="en-US" sz="1900" b="1">
                <a:solidFill>
                  <a:srgbClr val="006600"/>
                </a:solidFill>
                <a:latin typeface="Times New Roman" panose="02020603050405020304" pitchFamily="18" charset="0"/>
              </a:rPr>
              <a:t>）利用傅立叶变换定义求</a:t>
            </a:r>
            <a:endParaRPr lang="zh-CN" altLang="en-US" sz="1900" b="1">
              <a:solidFill>
                <a:srgbClr val="006600"/>
              </a:solidFill>
            </a:endParaRPr>
          </a:p>
        </p:txBody>
      </p:sp>
      <p:graphicFrame>
        <p:nvGraphicFramePr>
          <p:cNvPr id="168964" name="Object 3"/>
          <p:cNvGraphicFramePr>
            <a:graphicFrameLocks noChangeAspect="1"/>
          </p:cNvGraphicFramePr>
          <p:nvPr/>
        </p:nvGraphicFramePr>
        <p:xfrm>
          <a:off x="1214438" y="962025"/>
          <a:ext cx="4670425" cy="811213"/>
        </p:xfrm>
        <a:graphic>
          <a:graphicData uri="http://schemas.openxmlformats.org/presentationml/2006/ole">
            <mc:AlternateContent xmlns:mc="http://schemas.openxmlformats.org/markup-compatibility/2006">
              <mc:Choice xmlns:v="urn:schemas-microsoft-com:vml" Requires="v">
                <p:oleObj spid="_x0000_s169489" name="公式" r:id="rId1" imgW="3035300" imgH="469900" progId="Equation.3">
                  <p:embed/>
                </p:oleObj>
              </mc:Choice>
              <mc:Fallback>
                <p:oleObj name="公式" r:id="rId1" imgW="3035300" imgH="469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962025"/>
                        <a:ext cx="467042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252" name="Rectangle 4"/>
          <p:cNvSpPr>
            <a:spLocks noChangeArrowheads="1"/>
          </p:cNvSpPr>
          <p:nvPr/>
        </p:nvSpPr>
        <p:spPr bwMode="auto">
          <a:xfrm>
            <a:off x="915988" y="4645025"/>
            <a:ext cx="3810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endParaRPr kumimoji="1" lang="zh-CN" altLang="en-US" sz="2000" b="1">
              <a:solidFill>
                <a:srgbClr val="800000"/>
              </a:solidFill>
              <a:latin typeface="Tahoma" panose="020B0604030504040204" pitchFamily="34" charset="0"/>
              <a:ea typeface="宋体" panose="02010600030101010101" pitchFamily="2" charset="-122"/>
            </a:endParaRPr>
          </a:p>
        </p:txBody>
      </p:sp>
      <p:graphicFrame>
        <p:nvGraphicFramePr>
          <p:cNvPr id="309253" name="Object 5"/>
          <p:cNvGraphicFramePr>
            <a:graphicFrameLocks noChangeAspect="1"/>
          </p:cNvGraphicFramePr>
          <p:nvPr/>
        </p:nvGraphicFramePr>
        <p:xfrm>
          <a:off x="1138238" y="1917700"/>
          <a:ext cx="3024187" cy="792163"/>
        </p:xfrm>
        <a:graphic>
          <a:graphicData uri="http://schemas.openxmlformats.org/presentationml/2006/ole">
            <mc:AlternateContent xmlns:mc="http://schemas.openxmlformats.org/markup-compatibility/2006">
              <mc:Choice xmlns:v="urn:schemas-microsoft-com:vml" Requires="v">
                <p:oleObj spid="_x0000_s169490" name="Equation" r:id="rId3" imgW="1459865" imgH="330200" progId="Equation.3">
                  <p:embed/>
                </p:oleObj>
              </mc:Choice>
              <mc:Fallback>
                <p:oleObj name="Equation" r:id="rId3" imgW="1459865" imgH="330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8238" y="1917700"/>
                        <a:ext cx="3024187"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9254" name="Object 6"/>
          <p:cNvGraphicFramePr>
            <a:graphicFrameLocks noChangeAspect="1"/>
          </p:cNvGraphicFramePr>
          <p:nvPr/>
        </p:nvGraphicFramePr>
        <p:xfrm>
          <a:off x="4306888" y="1846263"/>
          <a:ext cx="3527425" cy="938212"/>
        </p:xfrm>
        <a:graphic>
          <a:graphicData uri="http://schemas.openxmlformats.org/presentationml/2006/ole">
            <mc:AlternateContent xmlns:mc="http://schemas.openxmlformats.org/markup-compatibility/2006">
              <mc:Choice xmlns:v="urn:schemas-microsoft-com:vml" Requires="v">
                <p:oleObj spid="_x0000_s169491" name="Equation" r:id="rId5" imgW="1485900" imgH="393700" progId="Equation.3">
                  <p:embed/>
                </p:oleObj>
              </mc:Choice>
              <mc:Fallback>
                <p:oleObj name="Equation" r:id="rId5" imgW="1485900" imgH="3937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6888" y="1846263"/>
                        <a:ext cx="3527425" cy="93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9255" name="Object 7"/>
          <p:cNvGraphicFramePr>
            <a:graphicFrameLocks noChangeAspect="1"/>
          </p:cNvGraphicFramePr>
          <p:nvPr/>
        </p:nvGraphicFramePr>
        <p:xfrm>
          <a:off x="1138238" y="2854325"/>
          <a:ext cx="4321175" cy="863600"/>
        </p:xfrm>
        <a:graphic>
          <a:graphicData uri="http://schemas.openxmlformats.org/presentationml/2006/ole">
            <mc:AlternateContent xmlns:mc="http://schemas.openxmlformats.org/markup-compatibility/2006">
              <mc:Choice xmlns:v="urn:schemas-microsoft-com:vml" Requires="v">
                <p:oleObj spid="_x0000_s169492" name="Equation" r:id="rId7" imgW="1968500" imgH="393700" progId="Equation.3">
                  <p:embed/>
                </p:oleObj>
              </mc:Choice>
              <mc:Fallback>
                <p:oleObj name="Equation" r:id="rId7" imgW="1968500" imgH="3937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8238" y="2854325"/>
                        <a:ext cx="4321175"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9256" name="Object 8"/>
          <p:cNvGraphicFramePr>
            <a:graphicFrameLocks noChangeAspect="1"/>
          </p:cNvGraphicFramePr>
          <p:nvPr/>
        </p:nvGraphicFramePr>
        <p:xfrm>
          <a:off x="1066800" y="3933825"/>
          <a:ext cx="8077200" cy="787400"/>
        </p:xfrm>
        <a:graphic>
          <a:graphicData uri="http://schemas.openxmlformats.org/presentationml/2006/ole">
            <mc:AlternateContent xmlns:mc="http://schemas.openxmlformats.org/markup-compatibility/2006">
              <mc:Choice xmlns:v="urn:schemas-microsoft-com:vml" Requires="v">
                <p:oleObj spid="_x0000_s169493" name="Equation" r:id="rId9" imgW="4914900" imgH="419100" progId="Equation.3">
                  <p:embed/>
                </p:oleObj>
              </mc:Choice>
              <mc:Fallback>
                <p:oleObj name="Equation" r:id="rId9" imgW="4914900" imgH="4191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3933825"/>
                        <a:ext cx="80772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9257" name="Object 9"/>
          <p:cNvGraphicFramePr>
            <a:graphicFrameLocks noChangeAspect="1"/>
          </p:cNvGraphicFramePr>
          <p:nvPr/>
        </p:nvGraphicFramePr>
        <p:xfrm>
          <a:off x="706438" y="5157788"/>
          <a:ext cx="3771900" cy="936625"/>
        </p:xfrm>
        <a:graphic>
          <a:graphicData uri="http://schemas.openxmlformats.org/presentationml/2006/ole">
            <mc:AlternateContent xmlns:mc="http://schemas.openxmlformats.org/markup-compatibility/2006">
              <mc:Choice xmlns:v="urn:schemas-microsoft-com:vml" Requires="v">
                <p:oleObj spid="_x0000_s169494" name="Equation" r:id="rId11" imgW="1651000" imgH="393700" progId="Equation.3">
                  <p:embed/>
                </p:oleObj>
              </mc:Choice>
              <mc:Fallback>
                <p:oleObj name="Equation" r:id="rId11" imgW="1651000" imgH="3937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6438" y="5157788"/>
                        <a:ext cx="37719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9258" name="Object 10"/>
          <p:cNvGraphicFramePr>
            <a:graphicFrameLocks noChangeAspect="1"/>
          </p:cNvGraphicFramePr>
          <p:nvPr/>
        </p:nvGraphicFramePr>
        <p:xfrm>
          <a:off x="5459413" y="5157788"/>
          <a:ext cx="3598862" cy="1152525"/>
        </p:xfrm>
        <a:graphic>
          <a:graphicData uri="http://schemas.openxmlformats.org/presentationml/2006/ole">
            <mc:AlternateContent xmlns:mc="http://schemas.openxmlformats.org/markup-compatibility/2006">
              <mc:Choice xmlns:v="urn:schemas-microsoft-com:vml" Requires="v">
                <p:oleObj spid="_x0000_s169495" name="Equation" r:id="rId13" imgW="2070100" imgH="546100" progId="Equation.3">
                  <p:embed/>
                </p:oleObj>
              </mc:Choice>
              <mc:Fallback>
                <p:oleObj name="Equation" r:id="rId13" imgW="2070100" imgH="5461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59413" y="5157788"/>
                        <a:ext cx="3598862" cy="1152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9259" name="Object 11"/>
          <p:cNvGraphicFramePr>
            <a:graphicFrameLocks noChangeAspect="1"/>
          </p:cNvGraphicFramePr>
          <p:nvPr/>
        </p:nvGraphicFramePr>
        <p:xfrm>
          <a:off x="6859588" y="377825"/>
          <a:ext cx="2133600" cy="1449388"/>
        </p:xfrm>
        <a:graphic>
          <a:graphicData uri="http://schemas.openxmlformats.org/presentationml/2006/ole">
            <mc:AlternateContent xmlns:mc="http://schemas.openxmlformats.org/markup-compatibility/2006">
              <mc:Choice xmlns:v="urn:schemas-microsoft-com:vml" Requires="v">
                <p:oleObj spid="_x0000_s169496" name="位图图像" r:id="rId15" imgW="1695450" imgH="1152525" progId="Paint.Picture">
                  <p:embed/>
                </p:oleObj>
              </mc:Choice>
              <mc:Fallback>
                <p:oleObj name="位图图像" r:id="rId15" imgW="1695450" imgH="1152525" progId="Paint.Picture">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59588" y="377825"/>
                        <a:ext cx="2133600" cy="144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142343"/>
    </mc:Choice>
    <mc:Fallback>
      <p:transition spd="slow" advTm="1423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09259"/>
                                        </p:tgtEl>
                                        <p:attrNameLst>
                                          <p:attrName>style.visibility</p:attrName>
                                        </p:attrNameLst>
                                      </p:cBhvr>
                                      <p:to>
                                        <p:strVal val="visible"/>
                                      </p:to>
                                    </p:set>
                                    <p:anim calcmode="lin" valueType="num">
                                      <p:cBhvr additive="base">
                                        <p:cTn id="7" dur="500" fill="hold"/>
                                        <p:tgtEl>
                                          <p:spTgt spid="309259"/>
                                        </p:tgtEl>
                                        <p:attrNameLst>
                                          <p:attrName>ppt_x</p:attrName>
                                        </p:attrNameLst>
                                      </p:cBhvr>
                                      <p:tavLst>
                                        <p:tav tm="0">
                                          <p:val>
                                            <p:strVal val="1+#ppt_w/2"/>
                                          </p:val>
                                        </p:tav>
                                        <p:tav tm="100000">
                                          <p:val>
                                            <p:strVal val="#ppt_x"/>
                                          </p:val>
                                        </p:tav>
                                      </p:tavLst>
                                    </p:anim>
                                    <p:anim calcmode="lin" valueType="num">
                                      <p:cBhvr additive="base">
                                        <p:cTn id="8" dur="500" fill="hold"/>
                                        <p:tgtEl>
                                          <p:spTgt spid="30925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309252"/>
                                        </p:tgtEl>
                                        <p:attrNameLst>
                                          <p:attrName>style.visibility</p:attrName>
                                        </p:attrNameLst>
                                      </p:cBhvr>
                                      <p:to>
                                        <p:strVal val="visible"/>
                                      </p:to>
                                    </p:set>
                                    <p:anim calcmode="lin" valueType="num">
                                      <p:cBhvr additive="base">
                                        <p:cTn id="13" dur="500" fill="hold"/>
                                        <p:tgtEl>
                                          <p:spTgt spid="309252"/>
                                        </p:tgtEl>
                                        <p:attrNameLst>
                                          <p:attrName>ppt_x</p:attrName>
                                        </p:attrNameLst>
                                      </p:cBhvr>
                                      <p:tavLst>
                                        <p:tav tm="0">
                                          <p:val>
                                            <p:strVal val="0-#ppt_w/2"/>
                                          </p:val>
                                        </p:tav>
                                        <p:tav tm="100000">
                                          <p:val>
                                            <p:strVal val="#ppt_x"/>
                                          </p:val>
                                        </p:tav>
                                      </p:tavLst>
                                    </p:anim>
                                    <p:anim calcmode="lin" valueType="num">
                                      <p:cBhvr additive="base">
                                        <p:cTn id="14" dur="500" fill="hold"/>
                                        <p:tgtEl>
                                          <p:spTgt spid="30925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09253"/>
                                        </p:tgtEl>
                                        <p:attrNameLst>
                                          <p:attrName>style.visibility</p:attrName>
                                        </p:attrNameLst>
                                      </p:cBhvr>
                                      <p:to>
                                        <p:strVal val="visible"/>
                                      </p:to>
                                    </p:set>
                                    <p:anim calcmode="lin" valueType="num">
                                      <p:cBhvr additive="base">
                                        <p:cTn id="19" dur="500" fill="hold"/>
                                        <p:tgtEl>
                                          <p:spTgt spid="309253"/>
                                        </p:tgtEl>
                                        <p:attrNameLst>
                                          <p:attrName>ppt_x</p:attrName>
                                        </p:attrNameLst>
                                      </p:cBhvr>
                                      <p:tavLst>
                                        <p:tav tm="0">
                                          <p:val>
                                            <p:strVal val="0-#ppt_w/2"/>
                                          </p:val>
                                        </p:tav>
                                        <p:tav tm="100000">
                                          <p:val>
                                            <p:strVal val="#ppt_x"/>
                                          </p:val>
                                        </p:tav>
                                      </p:tavLst>
                                    </p:anim>
                                    <p:anim calcmode="lin" valueType="num">
                                      <p:cBhvr additive="base">
                                        <p:cTn id="20" dur="500" fill="hold"/>
                                        <p:tgtEl>
                                          <p:spTgt spid="30925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09254"/>
                                        </p:tgtEl>
                                        <p:attrNameLst>
                                          <p:attrName>style.visibility</p:attrName>
                                        </p:attrNameLst>
                                      </p:cBhvr>
                                      <p:to>
                                        <p:strVal val="visible"/>
                                      </p:to>
                                    </p:set>
                                    <p:animEffect transition="in" filter="dissolve">
                                      <p:cBhvr>
                                        <p:cTn id="25" dur="500"/>
                                        <p:tgtEl>
                                          <p:spTgt spid="309254"/>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309255"/>
                                        </p:tgtEl>
                                        <p:attrNameLst>
                                          <p:attrName>style.visibility</p:attrName>
                                        </p:attrNameLst>
                                      </p:cBhvr>
                                      <p:to>
                                        <p:strVal val="visible"/>
                                      </p:to>
                                    </p:set>
                                    <p:animEffect transition="in" filter="box(in)">
                                      <p:cBhvr>
                                        <p:cTn id="30" dur="500"/>
                                        <p:tgtEl>
                                          <p:spTgt spid="309255"/>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nodeType="clickEffect">
                                  <p:stCondLst>
                                    <p:cond delay="0"/>
                                  </p:stCondLst>
                                  <p:childTnLst>
                                    <p:set>
                                      <p:cBhvr>
                                        <p:cTn id="34" dur="1" fill="hold">
                                          <p:stCondLst>
                                            <p:cond delay="0"/>
                                          </p:stCondLst>
                                        </p:cTn>
                                        <p:tgtEl>
                                          <p:spTgt spid="309256"/>
                                        </p:tgtEl>
                                        <p:attrNameLst>
                                          <p:attrName>style.visibility</p:attrName>
                                        </p:attrNameLst>
                                      </p:cBhvr>
                                      <p:to>
                                        <p:strVal val="visible"/>
                                      </p:to>
                                    </p:set>
                                    <p:animEffect transition="in" filter="checkerboard(across)">
                                      <p:cBhvr>
                                        <p:cTn id="35" dur="500"/>
                                        <p:tgtEl>
                                          <p:spTgt spid="309256"/>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309257"/>
                                        </p:tgtEl>
                                        <p:attrNameLst>
                                          <p:attrName>style.visibility</p:attrName>
                                        </p:attrNameLst>
                                      </p:cBhvr>
                                      <p:to>
                                        <p:strVal val="visible"/>
                                      </p:to>
                                    </p:set>
                                    <p:anim calcmode="lin" valueType="num">
                                      <p:cBhvr additive="base">
                                        <p:cTn id="40" dur="500" fill="hold"/>
                                        <p:tgtEl>
                                          <p:spTgt spid="309257"/>
                                        </p:tgtEl>
                                        <p:attrNameLst>
                                          <p:attrName>ppt_x</p:attrName>
                                        </p:attrNameLst>
                                      </p:cBhvr>
                                      <p:tavLst>
                                        <p:tav tm="0">
                                          <p:val>
                                            <p:strVal val="0-#ppt_w/2"/>
                                          </p:val>
                                        </p:tav>
                                        <p:tav tm="100000">
                                          <p:val>
                                            <p:strVal val="#ppt_x"/>
                                          </p:val>
                                        </p:tav>
                                      </p:tavLst>
                                    </p:anim>
                                    <p:anim calcmode="lin" valueType="num">
                                      <p:cBhvr additive="base">
                                        <p:cTn id="41" dur="500" fill="hold"/>
                                        <p:tgtEl>
                                          <p:spTgt spid="309257"/>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09258"/>
                                        </p:tgtEl>
                                        <p:attrNameLst>
                                          <p:attrName>style.visibility</p:attrName>
                                        </p:attrNameLst>
                                      </p:cBhvr>
                                      <p:to>
                                        <p:strVal val="visible"/>
                                      </p:to>
                                    </p:set>
                                    <p:anim calcmode="lin" valueType="num">
                                      <p:cBhvr additive="base">
                                        <p:cTn id="46" dur="500" fill="hold"/>
                                        <p:tgtEl>
                                          <p:spTgt spid="309258"/>
                                        </p:tgtEl>
                                        <p:attrNameLst>
                                          <p:attrName>ppt_x</p:attrName>
                                        </p:attrNameLst>
                                      </p:cBhvr>
                                      <p:tavLst>
                                        <p:tav tm="0">
                                          <p:val>
                                            <p:strVal val="#ppt_x"/>
                                          </p:val>
                                        </p:tav>
                                        <p:tav tm="100000">
                                          <p:val>
                                            <p:strVal val="#ppt_x"/>
                                          </p:val>
                                        </p:tav>
                                      </p:tavLst>
                                    </p:anim>
                                    <p:anim calcmode="lin" valueType="num">
                                      <p:cBhvr additive="base">
                                        <p:cTn id="47" dur="500" fill="hold"/>
                                        <p:tgtEl>
                                          <p:spTgt spid="3092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2" grpId="0"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占位符 3"/>
          <p:cNvSpPr>
            <a:spLocks noGrp="1"/>
          </p:cNvSpPr>
          <p:nvPr>
            <p:ph type="dt" sz="quarter" idx="10"/>
          </p:nvPr>
        </p:nvSpPr>
        <p:spPr/>
        <p:txBody>
          <a:bodyPr/>
          <a:lstStyle/>
          <a:p>
            <a:pPr>
              <a:defRPr/>
            </a:pPr>
            <a:fld id="{3C25A461-32AC-4788-8CF6-A75A565B72AE}" type="datetime1">
              <a:rPr lang="zh-CN" altLang="en-US"/>
            </a:fld>
            <a:endParaRPr lang="zh-CN" altLang="en-US"/>
          </a:p>
        </p:txBody>
      </p:sp>
      <p:sp>
        <p:nvSpPr>
          <p:cNvPr id="125955" name="Rectangle 2"/>
          <p:cNvSpPr>
            <a:spLocks noGrp="1" noChangeArrowheads="1"/>
          </p:cNvSpPr>
          <p:nvPr>
            <p:ph type="title" idx="4294967295"/>
          </p:nvPr>
        </p:nvSpPr>
        <p:spPr>
          <a:xfrm>
            <a:off x="971550" y="188913"/>
            <a:ext cx="5297488" cy="431800"/>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§3.7 </a:t>
            </a:r>
            <a:r>
              <a:rPr lang="zh-CN" altLang="en-US" sz="3200" b="1" kern="1200" dirty="0">
                <a:solidFill>
                  <a:srgbClr val="0000FF"/>
                </a:solidFill>
                <a:cs typeface="+mn-cs"/>
              </a:rPr>
              <a:t>傅立叶变换的性质</a:t>
            </a:r>
            <a:endParaRPr lang="zh-CN" altLang="en-US" sz="3200" b="1" kern="1200" dirty="0">
              <a:solidFill>
                <a:srgbClr val="0000FF"/>
              </a:solidFill>
              <a:cs typeface="+mn-cs"/>
            </a:endParaRPr>
          </a:p>
        </p:txBody>
      </p:sp>
      <p:sp>
        <p:nvSpPr>
          <p:cNvPr id="169988" name="Rectangle 3"/>
          <p:cNvSpPr>
            <a:spLocks noGrp="1" noChangeArrowheads="1"/>
          </p:cNvSpPr>
          <p:nvPr>
            <p:ph type="body" sz="half" idx="4294967295"/>
          </p:nvPr>
        </p:nvSpPr>
        <p:spPr>
          <a:xfrm>
            <a:off x="684213" y="836613"/>
            <a:ext cx="3240087" cy="647700"/>
          </a:xfrm>
        </p:spPr>
        <p:txBody>
          <a:bodyPr/>
          <a:lstStyle/>
          <a:p>
            <a:pPr>
              <a:buFont typeface="Wingdings" panose="05000000000000000000" pitchFamily="2" charset="2"/>
              <a:buNone/>
            </a:pPr>
            <a:r>
              <a:rPr lang="zh-CN" altLang="en-US" sz="2600" b="1"/>
              <a:t>例</a:t>
            </a:r>
            <a:r>
              <a:rPr lang="en-US" altLang="zh-CN" sz="2600" b="1"/>
              <a:t>4</a:t>
            </a:r>
            <a:r>
              <a:rPr lang="zh-CN" altLang="en-US" sz="2600" b="1"/>
              <a:t>：求原信号</a:t>
            </a:r>
            <a:endParaRPr lang="zh-CN" altLang="en-US" sz="2600" b="1"/>
          </a:p>
        </p:txBody>
      </p:sp>
      <p:sp>
        <p:nvSpPr>
          <p:cNvPr id="169989" name="Rectangle 4"/>
          <p:cNvSpPr>
            <a:spLocks noChangeArrowheads="1"/>
          </p:cNvSpPr>
          <p:nvPr/>
        </p:nvSpPr>
        <p:spPr bwMode="auto">
          <a:xfrm>
            <a:off x="0" y="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800" b="1">
                <a:latin typeface="Arial" panose="020B0604020202020204" pitchFamily="34" charset="0"/>
                <a:ea typeface="宋体" panose="02010600030101010101" pitchFamily="2" charset="-122"/>
              </a:rPr>
              <a:t>   </a:t>
            </a:r>
            <a:endParaRPr lang="zh-CN" altLang="en-US" sz="1800" b="1">
              <a:latin typeface="Arial" panose="020B0604020202020204" pitchFamily="34" charset="0"/>
              <a:ea typeface="宋体" panose="02010600030101010101" pitchFamily="2" charset="-122"/>
            </a:endParaRPr>
          </a:p>
        </p:txBody>
      </p:sp>
      <p:sp>
        <p:nvSpPr>
          <p:cNvPr id="169990" name="Rectangle 5"/>
          <p:cNvSpPr>
            <a:spLocks noChangeArrowheads="1"/>
          </p:cNvSpPr>
          <p:nvPr/>
        </p:nvSpPr>
        <p:spPr bwMode="auto">
          <a:xfrm>
            <a:off x="2590800" y="2528888"/>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sp>
        <p:nvSpPr>
          <p:cNvPr id="169991" name="Rectangle 6"/>
          <p:cNvSpPr>
            <a:spLocks noChangeArrowheads="1"/>
          </p:cNvSpPr>
          <p:nvPr/>
        </p:nvSpPr>
        <p:spPr bwMode="auto">
          <a:xfrm>
            <a:off x="2590800" y="3332163"/>
            <a:ext cx="749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1600" b="1">
                <a:latin typeface="Arial" panose="020B0604020202020204" pitchFamily="34" charset="0"/>
                <a:ea typeface="宋体" panose="02010600030101010101" pitchFamily="2" charset="-122"/>
                <a:cs typeface="Times New Roman" panose="02020603050405020304" pitchFamily="18" charset="0"/>
              </a:rPr>
              <a:t>         </a:t>
            </a:r>
            <a:r>
              <a:rPr lang="zh-CN" altLang="en-US" sz="1600" b="1">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00" b="1">
              <a:latin typeface="Arial" panose="020B0604020202020204" pitchFamily="34" charset="0"/>
              <a:ea typeface="宋体" panose="02010600030101010101" pitchFamily="2" charset="-122"/>
              <a:cs typeface="Times New Roman" panose="02020603050405020304" pitchFamily="18" charset="0"/>
            </a:endParaRPr>
          </a:p>
        </p:txBody>
      </p:sp>
      <p:pic>
        <p:nvPicPr>
          <p:cNvPr id="169992" name="Picture 7"/>
          <p:cNvPicPr>
            <a:picLocks noGrp="1" noChangeAspect="1" noChangeArrowheads="1"/>
          </p:cNvPicPr>
          <p:nvPr>
            <p:ph sz="quarter" idx="4294967295"/>
          </p:nvPr>
        </p:nvPicPr>
        <p:blipFill>
          <a:blip r:embed="rId1">
            <a:lum contrast="30000"/>
            <a:extLst>
              <a:ext uri="{28A0092B-C50C-407E-A947-70E740481C1C}">
                <a14:useLocalDpi xmlns:a14="http://schemas.microsoft.com/office/drawing/2010/main" val="0"/>
              </a:ext>
            </a:extLst>
          </a:blip>
          <a:srcRect l="29739" t="19633" r="13507" b="40727"/>
          <a:stretch>
            <a:fillRect/>
          </a:stretch>
        </p:blipFill>
        <p:spPr>
          <a:xfrm>
            <a:off x="1042988" y="1628775"/>
            <a:ext cx="4105275" cy="2151063"/>
          </a:xfrm>
        </p:spPr>
      </p:pic>
      <p:sp>
        <p:nvSpPr>
          <p:cNvPr id="310280" name="AutoShape 8"/>
          <p:cNvSpPr>
            <a:spLocks noChangeArrowheads="1"/>
          </p:cNvSpPr>
          <p:nvPr/>
        </p:nvSpPr>
        <p:spPr bwMode="auto">
          <a:xfrm>
            <a:off x="6300788" y="1341438"/>
            <a:ext cx="2016125" cy="1655762"/>
          </a:xfrm>
          <a:prstGeom prst="cloudCallout">
            <a:avLst>
              <a:gd name="adj1" fmla="val -134958"/>
              <a:gd name="adj2" fmla="val 5130"/>
            </a:avLst>
          </a:prstGeom>
          <a:solidFill>
            <a:srgbClr val="FFFF66"/>
          </a:solidFill>
          <a:ln w="9525">
            <a:solidFill>
              <a:schemeClr val="tx1"/>
            </a:solidFill>
            <a:round/>
          </a:ln>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zh-CN" altLang="en-US" sz="3200" b="1">
                <a:solidFill>
                  <a:srgbClr val="FF0000"/>
                </a:solidFill>
                <a:latin typeface="Times New Roman" panose="02020603050405020304" pitchFamily="18" charset="0"/>
                <a:ea typeface="华文行楷" panose="02010800040101010101" pitchFamily="2" charset="-122"/>
              </a:rPr>
              <a:t>对称性质</a:t>
            </a:r>
            <a:endParaRPr lang="zh-CN" altLang="en-US" sz="3200" b="1">
              <a:solidFill>
                <a:srgbClr val="FF0000"/>
              </a:solidFill>
              <a:latin typeface="Times New Roman" panose="02020603050405020304" pitchFamily="18" charset="0"/>
              <a:ea typeface="华文行楷" panose="02010800040101010101" pitchFamily="2" charset="-122"/>
            </a:endParaRPr>
          </a:p>
        </p:txBody>
      </p:sp>
      <p:graphicFrame>
        <p:nvGraphicFramePr>
          <p:cNvPr id="310281" name="Object 9"/>
          <p:cNvGraphicFramePr>
            <a:graphicFrameLocks noGrp="1" noChangeAspect="1"/>
          </p:cNvGraphicFramePr>
          <p:nvPr>
            <p:ph sz="quarter" idx="4294967295"/>
          </p:nvPr>
        </p:nvGraphicFramePr>
        <p:xfrm>
          <a:off x="696913" y="4025900"/>
          <a:ext cx="6197600" cy="1617663"/>
        </p:xfrm>
        <a:graphic>
          <a:graphicData uri="http://schemas.openxmlformats.org/presentationml/2006/ole">
            <mc:AlternateContent xmlns:mc="http://schemas.openxmlformats.org/markup-compatibility/2006">
              <mc:Choice xmlns:v="urn:schemas-microsoft-com:vml" Requires="v">
                <p:oleObj spid="_x0000_s170061" name="公式" r:id="rId2" imgW="1828800" imgH="635000" progId="Equation.3">
                  <p:embed/>
                </p:oleObj>
              </mc:Choice>
              <mc:Fallback>
                <p:oleObj name="公式" r:id="rId2" imgW="1828800" imgH="635000" progId="Equation.3">
                  <p:embed/>
                  <p:pic>
                    <p:nvPicPr>
                      <p:cNvPr id="0" name="Object 9"/>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4025900"/>
                        <a:ext cx="6197600" cy="161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80504"/>
    </mc:Choice>
    <mc:Fallback>
      <p:transition spd="slow" advTm="805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0280"/>
                                        </p:tgtEl>
                                        <p:attrNameLst>
                                          <p:attrName>style.visibility</p:attrName>
                                        </p:attrNameLst>
                                      </p:cBhvr>
                                      <p:to>
                                        <p:strVal val="visible"/>
                                      </p:to>
                                    </p:set>
                                    <p:animEffect transition="in" filter="dissolve">
                                      <p:cBhvr>
                                        <p:cTn id="7" dur="500"/>
                                        <p:tgtEl>
                                          <p:spTgt spid="310280"/>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10281"/>
                                        </p:tgtEl>
                                        <p:attrNameLst>
                                          <p:attrName>style.visibility</p:attrName>
                                        </p:attrNameLst>
                                      </p:cBhvr>
                                      <p:to>
                                        <p:strVal val="visible"/>
                                      </p:to>
                                    </p:set>
                                    <p:anim calcmode="lin" valueType="num">
                                      <p:cBhvr>
                                        <p:cTn id="12" dur="1000" fill="hold"/>
                                        <p:tgtEl>
                                          <p:spTgt spid="310281"/>
                                        </p:tgtEl>
                                        <p:attrNameLst>
                                          <p:attrName>ppt_w</p:attrName>
                                        </p:attrNameLst>
                                      </p:cBhvr>
                                      <p:tavLst>
                                        <p:tav tm="0">
                                          <p:val>
                                            <p:strVal val="#ppt_w*0.70"/>
                                          </p:val>
                                        </p:tav>
                                        <p:tav tm="100000">
                                          <p:val>
                                            <p:strVal val="#ppt_w"/>
                                          </p:val>
                                        </p:tav>
                                      </p:tavLst>
                                    </p:anim>
                                    <p:anim calcmode="lin" valueType="num">
                                      <p:cBhvr>
                                        <p:cTn id="13" dur="1000" fill="hold"/>
                                        <p:tgtEl>
                                          <p:spTgt spid="310281"/>
                                        </p:tgtEl>
                                        <p:attrNameLst>
                                          <p:attrName>ppt_h</p:attrName>
                                        </p:attrNameLst>
                                      </p:cBhvr>
                                      <p:tavLst>
                                        <p:tav tm="0">
                                          <p:val>
                                            <p:strVal val="#ppt_h"/>
                                          </p:val>
                                        </p:tav>
                                        <p:tav tm="100000">
                                          <p:val>
                                            <p:strVal val="#ppt_h"/>
                                          </p:val>
                                        </p:tav>
                                      </p:tavLst>
                                    </p:anim>
                                    <p:animEffect transition="in" filter="fade">
                                      <p:cBhvr>
                                        <p:cTn id="14" dur="1000"/>
                                        <p:tgtEl>
                                          <p:spTgt spid="310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80"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占位符 3"/>
          <p:cNvSpPr>
            <a:spLocks noGrp="1"/>
          </p:cNvSpPr>
          <p:nvPr>
            <p:ph type="dt" sz="quarter" idx="10"/>
          </p:nvPr>
        </p:nvSpPr>
        <p:spPr/>
        <p:txBody>
          <a:bodyPr/>
          <a:lstStyle/>
          <a:p>
            <a:pPr>
              <a:defRPr/>
            </a:pPr>
            <a:fld id="{C2D148AB-96FB-48B7-91FF-642A8F0F7863}" type="datetime1">
              <a:rPr lang="zh-CN" altLang="en-US"/>
            </a:fld>
            <a:endParaRPr lang="zh-CN" altLang="en-US"/>
          </a:p>
        </p:txBody>
      </p:sp>
      <p:sp>
        <p:nvSpPr>
          <p:cNvPr id="171011" name="Rectangle 2"/>
          <p:cNvSpPr>
            <a:spLocks noGrp="1" noChangeArrowheads="1"/>
          </p:cNvSpPr>
          <p:nvPr>
            <p:ph type="title" idx="4294967295"/>
          </p:nvPr>
        </p:nvSpPr>
        <p:spPr>
          <a:xfrm>
            <a:off x="1042988" y="0"/>
            <a:ext cx="1081087" cy="576263"/>
          </a:xfrm>
          <a:solidFill>
            <a:schemeClr val="tx1"/>
          </a:solidFill>
          <a:effectLst>
            <a:outerShdw dist="35921" dir="2700000" algn="ctr" rotWithShape="0">
              <a:srgbClr val="808080"/>
            </a:outerShdw>
          </a:effectLst>
        </p:spPr>
        <p:txBody>
          <a:bodyPr/>
          <a:lstStyle/>
          <a:p>
            <a:r>
              <a:rPr lang="zh-CN" altLang="en-US" sz="2500" b="1" dirty="0">
                <a:solidFill>
                  <a:srgbClr val="FF0000"/>
                </a:solidFill>
              </a:rPr>
              <a:t>提问</a:t>
            </a:r>
            <a:endParaRPr lang="zh-CN" altLang="en-US" sz="2500" b="1" dirty="0">
              <a:solidFill>
                <a:srgbClr val="FF0000"/>
              </a:solidFill>
            </a:endParaRPr>
          </a:p>
        </p:txBody>
      </p:sp>
      <p:graphicFrame>
        <p:nvGraphicFramePr>
          <p:cNvPr id="171012" name="Object 3"/>
          <p:cNvGraphicFramePr>
            <a:graphicFrameLocks noGrp="1" noChangeAspect="1"/>
          </p:cNvGraphicFramePr>
          <p:nvPr>
            <p:ph sz="half" idx="4294967295"/>
          </p:nvPr>
        </p:nvGraphicFramePr>
        <p:xfrm>
          <a:off x="684213" y="765175"/>
          <a:ext cx="8064500" cy="479425"/>
        </p:xfrm>
        <a:graphic>
          <a:graphicData uri="http://schemas.openxmlformats.org/presentationml/2006/ole">
            <mc:AlternateContent xmlns:mc="http://schemas.openxmlformats.org/markup-compatibility/2006">
              <mc:Choice xmlns:v="urn:schemas-microsoft-com:vml" Requires="v">
                <p:oleObj spid="_x0000_s171394" name="公式" r:id="rId1" imgW="3835400" imgH="228600" progId="Equation.3">
                  <p:embed/>
                </p:oleObj>
              </mc:Choice>
              <mc:Fallback>
                <p:oleObj name="公式" r:id="rId1" imgW="3835400" imgH="2286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765175"/>
                        <a:ext cx="8064500"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1300" name="Object 4"/>
          <p:cNvGraphicFramePr>
            <a:graphicFrameLocks noChangeAspect="1"/>
          </p:cNvGraphicFramePr>
          <p:nvPr/>
        </p:nvGraphicFramePr>
        <p:xfrm>
          <a:off x="1042988" y="1268413"/>
          <a:ext cx="6435725" cy="504825"/>
        </p:xfrm>
        <a:graphic>
          <a:graphicData uri="http://schemas.openxmlformats.org/presentationml/2006/ole">
            <mc:AlternateContent xmlns:mc="http://schemas.openxmlformats.org/markup-compatibility/2006">
              <mc:Choice xmlns:v="urn:schemas-microsoft-com:vml" Requires="v">
                <p:oleObj spid="_x0000_s171395" name="公式" r:id="rId3" imgW="3060700" imgH="241300" progId="Equation.3">
                  <p:embed/>
                </p:oleObj>
              </mc:Choice>
              <mc:Fallback>
                <p:oleObj name="公式" r:id="rId3" imgW="30607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268413"/>
                        <a:ext cx="6435725" cy="5048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1014" name="Object 5"/>
          <p:cNvGraphicFramePr>
            <a:graphicFrameLocks noChangeAspect="1"/>
          </p:cNvGraphicFramePr>
          <p:nvPr/>
        </p:nvGraphicFramePr>
        <p:xfrm>
          <a:off x="703263" y="1987550"/>
          <a:ext cx="8440737" cy="439738"/>
        </p:xfrm>
        <a:graphic>
          <a:graphicData uri="http://schemas.openxmlformats.org/presentationml/2006/ole">
            <mc:AlternateContent xmlns:mc="http://schemas.openxmlformats.org/markup-compatibility/2006">
              <mc:Choice xmlns:v="urn:schemas-microsoft-com:vml" Requires="v">
                <p:oleObj spid="_x0000_s171396" name="公式" r:id="rId5" imgW="4279900" imgH="228600" progId="Equation.3">
                  <p:embed/>
                </p:oleObj>
              </mc:Choice>
              <mc:Fallback>
                <p:oleObj name="公式" r:id="rId5" imgW="42799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263" y="1987550"/>
                        <a:ext cx="8440737" cy="43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1015" name="Object 6"/>
          <p:cNvGraphicFramePr>
            <a:graphicFrameLocks noChangeAspect="1"/>
          </p:cNvGraphicFramePr>
          <p:nvPr/>
        </p:nvGraphicFramePr>
        <p:xfrm>
          <a:off x="827088" y="3213100"/>
          <a:ext cx="3657600" cy="452438"/>
        </p:xfrm>
        <a:graphic>
          <a:graphicData uri="http://schemas.openxmlformats.org/presentationml/2006/ole">
            <mc:AlternateContent xmlns:mc="http://schemas.openxmlformats.org/markup-compatibility/2006">
              <mc:Choice xmlns:v="urn:schemas-microsoft-com:vml" Requires="v">
                <p:oleObj spid="_x0000_s171397" name="公式" r:id="rId7" imgW="1739900" imgH="215900" progId="Equation.3">
                  <p:embed/>
                </p:oleObj>
              </mc:Choice>
              <mc:Fallback>
                <p:oleObj name="公式" r:id="rId7" imgW="1739900" imgH="2159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3213100"/>
                        <a:ext cx="3657600"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1303" name="Object 7"/>
          <p:cNvGraphicFramePr>
            <a:graphicFrameLocks noChangeAspect="1"/>
          </p:cNvGraphicFramePr>
          <p:nvPr/>
        </p:nvGraphicFramePr>
        <p:xfrm>
          <a:off x="900113" y="2492375"/>
          <a:ext cx="7383462" cy="538163"/>
        </p:xfrm>
        <a:graphic>
          <a:graphicData uri="http://schemas.openxmlformats.org/presentationml/2006/ole">
            <mc:AlternateContent xmlns:mc="http://schemas.openxmlformats.org/markup-compatibility/2006">
              <mc:Choice xmlns:v="urn:schemas-microsoft-com:vml" Requires="v">
                <p:oleObj spid="_x0000_s171398" name="公式" r:id="rId9" imgW="3302000" imgH="241300" progId="Equation.3">
                  <p:embed/>
                </p:oleObj>
              </mc:Choice>
              <mc:Fallback>
                <p:oleObj name="公式" r:id="rId9" imgW="3302000" imgH="2413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2492375"/>
                        <a:ext cx="7383462" cy="53816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1304" name="Object 8"/>
          <p:cNvGraphicFramePr>
            <a:graphicFrameLocks noChangeAspect="1"/>
          </p:cNvGraphicFramePr>
          <p:nvPr/>
        </p:nvGraphicFramePr>
        <p:xfrm>
          <a:off x="1692275" y="3789363"/>
          <a:ext cx="5256213" cy="2871787"/>
        </p:xfrm>
        <a:graphic>
          <a:graphicData uri="http://schemas.openxmlformats.org/presentationml/2006/ole">
            <mc:AlternateContent xmlns:mc="http://schemas.openxmlformats.org/markup-compatibility/2006">
              <mc:Choice xmlns:v="urn:schemas-microsoft-com:vml" Requires="v">
                <p:oleObj spid="_x0000_s171399" name="公式" r:id="rId11" imgW="2641600" imgH="1447800" progId="Equation.3">
                  <p:embed/>
                </p:oleObj>
              </mc:Choice>
              <mc:Fallback>
                <p:oleObj name="公式" r:id="rId11" imgW="2641600" imgH="14478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92275" y="3789363"/>
                        <a:ext cx="5256213" cy="287178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368716"/>
    </mc:Choice>
    <mc:Fallback>
      <p:transition spd="slow" advTm="3687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11300"/>
                                        </p:tgtEl>
                                        <p:attrNameLst>
                                          <p:attrName>style.visibility</p:attrName>
                                        </p:attrNameLst>
                                      </p:cBhvr>
                                      <p:to>
                                        <p:strVal val="visible"/>
                                      </p:to>
                                    </p:set>
                                    <p:anim calcmode="lin" valueType="num">
                                      <p:cBhvr>
                                        <p:cTn id="7" dur="1000" fill="hold"/>
                                        <p:tgtEl>
                                          <p:spTgt spid="311300"/>
                                        </p:tgtEl>
                                        <p:attrNameLst>
                                          <p:attrName>ppt_w</p:attrName>
                                        </p:attrNameLst>
                                      </p:cBhvr>
                                      <p:tavLst>
                                        <p:tav tm="0">
                                          <p:val>
                                            <p:strVal val="#ppt_w*0.70"/>
                                          </p:val>
                                        </p:tav>
                                        <p:tav tm="100000">
                                          <p:val>
                                            <p:strVal val="#ppt_w"/>
                                          </p:val>
                                        </p:tav>
                                      </p:tavLst>
                                    </p:anim>
                                    <p:anim calcmode="lin" valueType="num">
                                      <p:cBhvr>
                                        <p:cTn id="8" dur="1000" fill="hold"/>
                                        <p:tgtEl>
                                          <p:spTgt spid="311300"/>
                                        </p:tgtEl>
                                        <p:attrNameLst>
                                          <p:attrName>ppt_h</p:attrName>
                                        </p:attrNameLst>
                                      </p:cBhvr>
                                      <p:tavLst>
                                        <p:tav tm="0">
                                          <p:val>
                                            <p:strVal val="#ppt_h"/>
                                          </p:val>
                                        </p:tav>
                                        <p:tav tm="100000">
                                          <p:val>
                                            <p:strVal val="#ppt_h"/>
                                          </p:val>
                                        </p:tav>
                                      </p:tavLst>
                                    </p:anim>
                                    <p:animEffect transition="in" filter="fade">
                                      <p:cBhvr>
                                        <p:cTn id="9" dur="1000"/>
                                        <p:tgtEl>
                                          <p:spTgt spid="31130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11303"/>
                                        </p:tgtEl>
                                        <p:attrNameLst>
                                          <p:attrName>style.visibility</p:attrName>
                                        </p:attrNameLst>
                                      </p:cBhvr>
                                      <p:to>
                                        <p:strVal val="visible"/>
                                      </p:to>
                                    </p:set>
                                    <p:anim calcmode="lin" valueType="num">
                                      <p:cBhvr>
                                        <p:cTn id="14" dur="1000" fill="hold"/>
                                        <p:tgtEl>
                                          <p:spTgt spid="311303"/>
                                        </p:tgtEl>
                                        <p:attrNameLst>
                                          <p:attrName>ppt_w</p:attrName>
                                        </p:attrNameLst>
                                      </p:cBhvr>
                                      <p:tavLst>
                                        <p:tav tm="0">
                                          <p:val>
                                            <p:strVal val="#ppt_w*0.70"/>
                                          </p:val>
                                        </p:tav>
                                        <p:tav tm="100000">
                                          <p:val>
                                            <p:strVal val="#ppt_w"/>
                                          </p:val>
                                        </p:tav>
                                      </p:tavLst>
                                    </p:anim>
                                    <p:anim calcmode="lin" valueType="num">
                                      <p:cBhvr>
                                        <p:cTn id="15" dur="1000" fill="hold"/>
                                        <p:tgtEl>
                                          <p:spTgt spid="311303"/>
                                        </p:tgtEl>
                                        <p:attrNameLst>
                                          <p:attrName>ppt_h</p:attrName>
                                        </p:attrNameLst>
                                      </p:cBhvr>
                                      <p:tavLst>
                                        <p:tav tm="0">
                                          <p:val>
                                            <p:strVal val="#ppt_h"/>
                                          </p:val>
                                        </p:tav>
                                        <p:tav tm="100000">
                                          <p:val>
                                            <p:strVal val="#ppt_h"/>
                                          </p:val>
                                        </p:tav>
                                      </p:tavLst>
                                    </p:anim>
                                    <p:animEffect transition="in" filter="fade">
                                      <p:cBhvr>
                                        <p:cTn id="16" dur="1000"/>
                                        <p:tgtEl>
                                          <p:spTgt spid="311303"/>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11304"/>
                                        </p:tgtEl>
                                        <p:attrNameLst>
                                          <p:attrName>style.visibility</p:attrName>
                                        </p:attrNameLst>
                                      </p:cBhvr>
                                      <p:to>
                                        <p:strVal val="visible"/>
                                      </p:to>
                                    </p:set>
                                    <p:anim calcmode="lin" valueType="num">
                                      <p:cBhvr>
                                        <p:cTn id="21" dur="1000" fill="hold"/>
                                        <p:tgtEl>
                                          <p:spTgt spid="311304"/>
                                        </p:tgtEl>
                                        <p:attrNameLst>
                                          <p:attrName>ppt_w</p:attrName>
                                        </p:attrNameLst>
                                      </p:cBhvr>
                                      <p:tavLst>
                                        <p:tav tm="0">
                                          <p:val>
                                            <p:strVal val="#ppt_w*0.70"/>
                                          </p:val>
                                        </p:tav>
                                        <p:tav tm="100000">
                                          <p:val>
                                            <p:strVal val="#ppt_w"/>
                                          </p:val>
                                        </p:tav>
                                      </p:tavLst>
                                    </p:anim>
                                    <p:anim calcmode="lin" valueType="num">
                                      <p:cBhvr>
                                        <p:cTn id="22" dur="1000" fill="hold"/>
                                        <p:tgtEl>
                                          <p:spTgt spid="311304"/>
                                        </p:tgtEl>
                                        <p:attrNameLst>
                                          <p:attrName>ppt_h</p:attrName>
                                        </p:attrNameLst>
                                      </p:cBhvr>
                                      <p:tavLst>
                                        <p:tav tm="0">
                                          <p:val>
                                            <p:strVal val="#ppt_h"/>
                                          </p:val>
                                        </p:tav>
                                        <p:tav tm="100000">
                                          <p:val>
                                            <p:strVal val="#ppt_h"/>
                                          </p:val>
                                        </p:tav>
                                      </p:tavLst>
                                    </p:anim>
                                    <p:animEffect transition="in" filter="fade">
                                      <p:cBhvr>
                                        <p:cTn id="23" dur="1000"/>
                                        <p:tgtEl>
                                          <p:spTgt spid="3113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日期占位符 3"/>
          <p:cNvSpPr>
            <a:spLocks noGrp="1"/>
          </p:cNvSpPr>
          <p:nvPr>
            <p:ph type="dt" sz="quarter" idx="10"/>
          </p:nvPr>
        </p:nvSpPr>
        <p:spPr/>
        <p:txBody>
          <a:bodyPr/>
          <a:lstStyle/>
          <a:p>
            <a:pPr>
              <a:defRPr/>
            </a:pPr>
            <a:fld id="{D7AC727A-3422-4E41-89A9-7516A88F2B32}" type="datetime1">
              <a:rPr lang="zh-CN" altLang="en-US"/>
            </a:fld>
            <a:endParaRPr lang="zh-CN" altLang="en-US"/>
          </a:p>
        </p:txBody>
      </p:sp>
      <p:sp>
        <p:nvSpPr>
          <p:cNvPr id="312322" name="Rectangle 2"/>
          <p:cNvSpPr>
            <a:spLocks noGrp="1" noChangeArrowheads="1"/>
          </p:cNvSpPr>
          <p:nvPr>
            <p:ph type="title" idx="4294967295"/>
          </p:nvPr>
        </p:nvSpPr>
        <p:spPr>
          <a:xfrm>
            <a:off x="1042988" y="260350"/>
            <a:ext cx="7027862" cy="439738"/>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sp>
        <p:nvSpPr>
          <p:cNvPr id="312323" name="Rectangle 3"/>
          <p:cNvSpPr>
            <a:spLocks noGrp="1" noChangeArrowheads="1"/>
          </p:cNvSpPr>
          <p:nvPr>
            <p:ph type="body" sz="half" idx="4294967295"/>
          </p:nvPr>
        </p:nvSpPr>
        <p:spPr>
          <a:xfrm>
            <a:off x="755650" y="1125538"/>
            <a:ext cx="7488238" cy="5334000"/>
          </a:xfrm>
          <a:ln w="38100">
            <a:solidFill>
              <a:srgbClr val="FF0000"/>
            </a:solidFill>
            <a:miter lim="800000"/>
          </a:ln>
        </p:spPr>
        <p:txBody>
          <a:bodyPr/>
          <a:lstStyle/>
          <a:p>
            <a:pPr marL="0" indent="0">
              <a:lnSpc>
                <a:spcPct val="120000"/>
              </a:lnSpc>
              <a:buFont typeface="Wingdings" panose="05000000000000000000" pitchFamily="2" charset="2"/>
              <a:buNone/>
            </a:pPr>
            <a:r>
              <a:rPr lang="zh-CN" altLang="en-US" sz="2200" b="1" dirty="0">
                <a:solidFill>
                  <a:srgbClr val="000000"/>
                </a:solidFill>
              </a:rPr>
              <a:t>      本节从能量与功率角度来考虑信号的时域与频域特性间的关系，在我们讲解信号分类时有一种分法：</a:t>
            </a:r>
            <a:endParaRPr lang="zh-CN" altLang="en-US" sz="2200" b="1" dirty="0">
              <a:solidFill>
                <a:srgbClr val="000000"/>
              </a:solidFill>
            </a:endParaRPr>
          </a:p>
          <a:p>
            <a:pPr marL="0" indent="0">
              <a:lnSpc>
                <a:spcPct val="120000"/>
              </a:lnSpc>
              <a:buFont typeface="Wingdings" panose="05000000000000000000" pitchFamily="2" charset="2"/>
              <a:buNone/>
            </a:pPr>
            <a:r>
              <a:rPr lang="zh-CN" altLang="en-US" sz="2200" b="1" dirty="0">
                <a:solidFill>
                  <a:srgbClr val="000000"/>
                </a:solidFill>
              </a:rPr>
              <a:t>        ①、能量信号： </a:t>
            </a:r>
            <a:endParaRPr lang="zh-CN" altLang="en-US" sz="2200" b="1" dirty="0">
              <a:solidFill>
                <a:srgbClr val="000000"/>
              </a:solidFill>
            </a:endParaRPr>
          </a:p>
          <a:p>
            <a:pPr marL="0" indent="0">
              <a:lnSpc>
                <a:spcPct val="120000"/>
              </a:lnSpc>
              <a:buFont typeface="Wingdings" panose="05000000000000000000" pitchFamily="2" charset="2"/>
              <a:buNone/>
            </a:pPr>
            <a:r>
              <a:rPr lang="zh-CN" altLang="en-US" sz="2200" b="1" dirty="0">
                <a:solidFill>
                  <a:srgbClr val="000000"/>
                </a:solidFill>
              </a:rPr>
              <a:t> </a:t>
            </a:r>
            <a:br>
              <a:rPr lang="zh-CN" altLang="en-US" sz="2200" b="1" dirty="0">
                <a:solidFill>
                  <a:srgbClr val="000000"/>
                </a:solidFill>
              </a:rPr>
            </a:br>
            <a:r>
              <a:rPr lang="zh-CN" altLang="en-US" sz="2200" b="1" dirty="0">
                <a:solidFill>
                  <a:srgbClr val="000000"/>
                </a:solidFill>
              </a:rPr>
              <a:t>        ②、功率信号：</a:t>
            </a:r>
            <a:br>
              <a:rPr lang="zh-CN" altLang="en-US" sz="2200" b="1" dirty="0">
                <a:solidFill>
                  <a:srgbClr val="000000"/>
                </a:solidFill>
              </a:rPr>
            </a:br>
            <a:r>
              <a:rPr lang="zh-CN" altLang="en-US" sz="2200" b="1" dirty="0">
                <a:solidFill>
                  <a:srgbClr val="000000"/>
                </a:solidFill>
              </a:rPr>
              <a:t>       </a:t>
            </a:r>
            <a:endParaRPr lang="zh-CN" altLang="en-US" sz="2200" b="1" dirty="0">
              <a:solidFill>
                <a:srgbClr val="000000"/>
              </a:solidFill>
            </a:endParaRPr>
          </a:p>
          <a:p>
            <a:pPr marL="0" indent="0">
              <a:lnSpc>
                <a:spcPct val="120000"/>
              </a:lnSpc>
              <a:buFont typeface="Wingdings" panose="05000000000000000000" pitchFamily="2" charset="2"/>
              <a:buNone/>
            </a:pPr>
            <a:r>
              <a:rPr lang="zh-CN" altLang="en-US" sz="2200" b="1" dirty="0">
                <a:solidFill>
                  <a:srgbClr val="000000"/>
                </a:solidFill>
              </a:rPr>
              <a:t>      所以对能量信号，我们从能量角度来考察信号能量，时域与频域中的表示式以及信号能量在各频率分量中的分布。   </a:t>
            </a:r>
            <a:endParaRPr lang="zh-CN" altLang="en-US" sz="2200" b="1" dirty="0">
              <a:solidFill>
                <a:srgbClr val="000000"/>
              </a:solidFill>
            </a:endParaRPr>
          </a:p>
          <a:p>
            <a:pPr marL="0" indent="0">
              <a:lnSpc>
                <a:spcPct val="120000"/>
              </a:lnSpc>
              <a:buFont typeface="Wingdings" panose="05000000000000000000" pitchFamily="2" charset="2"/>
              <a:buNone/>
            </a:pPr>
            <a:r>
              <a:rPr lang="zh-CN" altLang="en-US" sz="2200" b="1" dirty="0">
                <a:solidFill>
                  <a:srgbClr val="000000"/>
                </a:solidFill>
              </a:rPr>
              <a:t>       对功率信号，我们从功率角度考察信号在时域和频域中的表示式。</a:t>
            </a:r>
            <a:endParaRPr lang="zh-CN" altLang="en-US" sz="2200" b="1" dirty="0">
              <a:solidFill>
                <a:srgbClr val="000000"/>
              </a:solidFill>
            </a:endParaRPr>
          </a:p>
        </p:txBody>
      </p:sp>
      <p:graphicFrame>
        <p:nvGraphicFramePr>
          <p:cNvPr id="312324" name="Object 4"/>
          <p:cNvGraphicFramePr>
            <a:graphicFrameLocks noGrp="1" noChangeAspect="1"/>
          </p:cNvGraphicFramePr>
          <p:nvPr>
            <p:ph sz="half" idx="4294967295"/>
          </p:nvPr>
        </p:nvGraphicFramePr>
        <p:xfrm>
          <a:off x="3570288" y="2052638"/>
          <a:ext cx="4132262" cy="530225"/>
        </p:xfrm>
        <a:graphic>
          <a:graphicData uri="http://schemas.openxmlformats.org/presentationml/2006/ole">
            <mc:AlternateContent xmlns:mc="http://schemas.openxmlformats.org/markup-compatibility/2006">
              <mc:Choice xmlns:v="urn:schemas-microsoft-com:vml" Requires="v">
                <p:oleObj spid="_x0000_s174732" name="公式" r:id="rId1" imgW="1930400" imgH="330200" progId="Equation.3">
                  <p:embed/>
                </p:oleObj>
              </mc:Choice>
              <mc:Fallback>
                <p:oleObj name="公式" r:id="rId1" imgW="1930400" imgH="3302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288" y="2052638"/>
                        <a:ext cx="413226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325" name="Object 5"/>
          <p:cNvGraphicFramePr>
            <a:graphicFrameLocks noChangeAspect="1"/>
          </p:cNvGraphicFramePr>
          <p:nvPr/>
        </p:nvGraphicFramePr>
        <p:xfrm>
          <a:off x="3662363" y="2744788"/>
          <a:ext cx="3844925" cy="739775"/>
        </p:xfrm>
        <a:graphic>
          <a:graphicData uri="http://schemas.openxmlformats.org/presentationml/2006/ole">
            <mc:AlternateContent xmlns:mc="http://schemas.openxmlformats.org/markup-compatibility/2006">
              <mc:Choice xmlns:v="urn:schemas-microsoft-com:vml" Requires="v">
                <p:oleObj spid="_x0000_s174733" name="公式" r:id="rId3" imgW="2044700" imgH="393700" progId="Equation.3">
                  <p:embed/>
                </p:oleObj>
              </mc:Choice>
              <mc:Fallback>
                <p:oleObj name="公式" r:id="rId3" imgW="2044700" imgH="393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2363" y="2744788"/>
                        <a:ext cx="3844925"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326" name="Object 6"/>
          <p:cNvGraphicFramePr>
            <a:graphicFrameLocks noChangeAspect="1"/>
          </p:cNvGraphicFramePr>
          <p:nvPr/>
        </p:nvGraphicFramePr>
        <p:xfrm>
          <a:off x="3570288" y="2052638"/>
          <a:ext cx="4132262" cy="530225"/>
        </p:xfrm>
        <a:graphic>
          <a:graphicData uri="http://schemas.openxmlformats.org/presentationml/2006/ole">
            <mc:AlternateContent xmlns:mc="http://schemas.openxmlformats.org/markup-compatibility/2006">
              <mc:Choice xmlns:v="urn:schemas-microsoft-com:vml" Requires="v">
                <p:oleObj spid="_x0000_s174734" name="公式" r:id="rId5" imgW="1930400" imgH="330200" progId="Equation.3">
                  <p:embed/>
                </p:oleObj>
              </mc:Choice>
              <mc:Fallback>
                <p:oleObj name="公式" r:id="rId5" imgW="1930400" imgH="3302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288" y="2052638"/>
                        <a:ext cx="413226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327" name="Object 7"/>
          <p:cNvGraphicFramePr>
            <a:graphicFrameLocks noChangeAspect="1"/>
          </p:cNvGraphicFramePr>
          <p:nvPr/>
        </p:nvGraphicFramePr>
        <p:xfrm>
          <a:off x="3662363" y="2744788"/>
          <a:ext cx="3844925" cy="739775"/>
        </p:xfrm>
        <a:graphic>
          <a:graphicData uri="http://schemas.openxmlformats.org/presentationml/2006/ole">
            <mc:AlternateContent xmlns:mc="http://schemas.openxmlformats.org/markup-compatibility/2006">
              <mc:Choice xmlns:v="urn:schemas-microsoft-com:vml" Requires="v">
                <p:oleObj spid="_x0000_s174735" name="公式" r:id="rId6" imgW="2044700" imgH="393700" progId="Equation.3">
                  <p:embed/>
                </p:oleObj>
              </mc:Choice>
              <mc:Fallback>
                <p:oleObj name="公式" r:id="rId6" imgW="2044700" imgH="3937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2363" y="2744788"/>
                        <a:ext cx="3844925"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2328" name="Rectangle 8"/>
          <p:cNvSpPr>
            <a:spLocks noChangeArrowheads="1"/>
          </p:cNvSpPr>
          <p:nvPr/>
        </p:nvSpPr>
        <p:spPr bwMode="auto">
          <a:xfrm>
            <a:off x="755650" y="1125538"/>
            <a:ext cx="7488238" cy="533400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sz="2200" b="1">
                <a:solidFill>
                  <a:srgbClr val="000000"/>
                </a:solidFill>
              </a:rPr>
              <a:t>      本节从能量与功率角度来考虑信号的时域与频域特性间的关系，在我们讲解信号分类时有一种分法：</a:t>
            </a:r>
            <a:endParaRPr lang="zh-CN" altLang="en-US" sz="2200" b="1">
              <a:solidFill>
                <a:srgbClr val="000000"/>
              </a:solidFill>
            </a:endParaRPr>
          </a:p>
          <a:p>
            <a:pPr>
              <a:lnSpc>
                <a:spcPct val="120000"/>
              </a:lnSpc>
              <a:buFont typeface="Wingdings" panose="05000000000000000000" pitchFamily="2" charset="2"/>
              <a:buNone/>
            </a:pPr>
            <a:r>
              <a:rPr lang="zh-CN" altLang="en-US" sz="2200" b="1">
                <a:solidFill>
                  <a:srgbClr val="000000"/>
                </a:solidFill>
              </a:rPr>
              <a:t>        ①、能量信号： </a:t>
            </a:r>
            <a:endParaRPr lang="zh-CN" altLang="en-US" sz="2200" b="1">
              <a:solidFill>
                <a:srgbClr val="000000"/>
              </a:solidFill>
            </a:endParaRPr>
          </a:p>
          <a:p>
            <a:pPr>
              <a:lnSpc>
                <a:spcPct val="120000"/>
              </a:lnSpc>
              <a:buFont typeface="Wingdings" panose="05000000000000000000" pitchFamily="2" charset="2"/>
              <a:buNone/>
            </a:pPr>
            <a:r>
              <a:rPr lang="zh-CN" altLang="en-US" sz="2200" b="1">
                <a:solidFill>
                  <a:srgbClr val="000000"/>
                </a:solidFill>
              </a:rPr>
              <a:t> </a:t>
            </a:r>
            <a:br>
              <a:rPr lang="zh-CN" altLang="en-US" sz="2200" b="1">
                <a:solidFill>
                  <a:srgbClr val="000000"/>
                </a:solidFill>
              </a:rPr>
            </a:br>
            <a:r>
              <a:rPr lang="zh-CN" altLang="en-US" sz="2200" b="1">
                <a:solidFill>
                  <a:srgbClr val="000000"/>
                </a:solidFill>
              </a:rPr>
              <a:t>        ②、功率信号：</a:t>
            </a:r>
            <a:br>
              <a:rPr lang="zh-CN" altLang="en-US" sz="2200" b="1">
                <a:solidFill>
                  <a:srgbClr val="000000"/>
                </a:solidFill>
              </a:rPr>
            </a:br>
            <a:r>
              <a:rPr lang="zh-CN" altLang="en-US" sz="2200" b="1">
                <a:solidFill>
                  <a:srgbClr val="000000"/>
                </a:solidFill>
              </a:rPr>
              <a:t>       </a:t>
            </a:r>
            <a:endParaRPr lang="zh-CN" altLang="en-US" sz="2200" b="1">
              <a:solidFill>
                <a:srgbClr val="000000"/>
              </a:solidFill>
            </a:endParaRPr>
          </a:p>
          <a:p>
            <a:pPr>
              <a:lnSpc>
                <a:spcPct val="120000"/>
              </a:lnSpc>
              <a:buFont typeface="Wingdings" panose="05000000000000000000" pitchFamily="2" charset="2"/>
              <a:buNone/>
            </a:pPr>
            <a:r>
              <a:rPr lang="zh-CN" altLang="en-US" sz="2200" b="1">
                <a:solidFill>
                  <a:srgbClr val="000000"/>
                </a:solidFill>
              </a:rPr>
              <a:t>      所以对能量信号，我们从能量角度来考察信号能量，时域与频域中的表示式以及信号能量在各频率分量中的分布。   </a:t>
            </a:r>
            <a:endParaRPr lang="zh-CN" altLang="en-US" sz="2200" b="1">
              <a:solidFill>
                <a:srgbClr val="000000"/>
              </a:solidFill>
            </a:endParaRPr>
          </a:p>
          <a:p>
            <a:pPr>
              <a:lnSpc>
                <a:spcPct val="120000"/>
              </a:lnSpc>
              <a:buFont typeface="Wingdings" panose="05000000000000000000" pitchFamily="2" charset="2"/>
              <a:buNone/>
            </a:pPr>
            <a:r>
              <a:rPr lang="zh-CN" altLang="en-US" sz="2200" b="1">
                <a:solidFill>
                  <a:srgbClr val="000000"/>
                </a:solidFill>
              </a:rPr>
              <a:t>       对功率信号，我们从功率角度考察信号在时域和频域中的表示式。</a:t>
            </a:r>
            <a:endParaRPr lang="zh-CN" altLang="en-US" sz="2200" b="1">
              <a:solidFill>
                <a:srgbClr val="000000"/>
              </a:solidFill>
            </a:endParaRPr>
          </a:p>
        </p:txBody>
      </p:sp>
      <p:graphicFrame>
        <p:nvGraphicFramePr>
          <p:cNvPr id="312329" name="Object 9"/>
          <p:cNvGraphicFramePr>
            <a:graphicFrameLocks noChangeAspect="1"/>
          </p:cNvGraphicFramePr>
          <p:nvPr/>
        </p:nvGraphicFramePr>
        <p:xfrm>
          <a:off x="3570288" y="2052638"/>
          <a:ext cx="4132262" cy="530225"/>
        </p:xfrm>
        <a:graphic>
          <a:graphicData uri="http://schemas.openxmlformats.org/presentationml/2006/ole">
            <mc:AlternateContent xmlns:mc="http://schemas.openxmlformats.org/markup-compatibility/2006">
              <mc:Choice xmlns:v="urn:schemas-microsoft-com:vml" Requires="v">
                <p:oleObj spid="_x0000_s174736" name="公式" r:id="rId7" imgW="1930400" imgH="330200" progId="Equation.3">
                  <p:embed/>
                </p:oleObj>
              </mc:Choice>
              <mc:Fallback>
                <p:oleObj name="公式" r:id="rId7" imgW="1930400" imgH="3302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288" y="2052638"/>
                        <a:ext cx="413226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330" name="Object 10"/>
          <p:cNvGraphicFramePr>
            <a:graphicFrameLocks noChangeAspect="1"/>
          </p:cNvGraphicFramePr>
          <p:nvPr/>
        </p:nvGraphicFramePr>
        <p:xfrm>
          <a:off x="3662363" y="2744788"/>
          <a:ext cx="3844925" cy="739775"/>
        </p:xfrm>
        <a:graphic>
          <a:graphicData uri="http://schemas.openxmlformats.org/presentationml/2006/ole">
            <mc:AlternateContent xmlns:mc="http://schemas.openxmlformats.org/markup-compatibility/2006">
              <mc:Choice xmlns:v="urn:schemas-microsoft-com:vml" Requires="v">
                <p:oleObj spid="_x0000_s174737" name="公式" r:id="rId8" imgW="2044700" imgH="393700" progId="Equation.3">
                  <p:embed/>
                </p:oleObj>
              </mc:Choice>
              <mc:Fallback>
                <p:oleObj name="公式" r:id="rId8" imgW="2044700" imgH="3937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2363" y="2744788"/>
                        <a:ext cx="3844925"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331" name="Object 11"/>
          <p:cNvGraphicFramePr>
            <a:graphicFrameLocks noChangeAspect="1"/>
          </p:cNvGraphicFramePr>
          <p:nvPr/>
        </p:nvGraphicFramePr>
        <p:xfrm>
          <a:off x="3570288" y="2052638"/>
          <a:ext cx="4132262" cy="530225"/>
        </p:xfrm>
        <a:graphic>
          <a:graphicData uri="http://schemas.openxmlformats.org/presentationml/2006/ole">
            <mc:AlternateContent xmlns:mc="http://schemas.openxmlformats.org/markup-compatibility/2006">
              <mc:Choice xmlns:v="urn:schemas-microsoft-com:vml" Requires="v">
                <p:oleObj spid="_x0000_s174738" name="公式" r:id="rId9" imgW="1930400" imgH="330200" progId="Equation.3">
                  <p:embed/>
                </p:oleObj>
              </mc:Choice>
              <mc:Fallback>
                <p:oleObj name="公式" r:id="rId9" imgW="1930400" imgH="330200" progId="Equation.3">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0288" y="2052638"/>
                        <a:ext cx="4132262"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2332" name="Object 12"/>
          <p:cNvGraphicFramePr>
            <a:graphicFrameLocks noChangeAspect="1"/>
          </p:cNvGraphicFramePr>
          <p:nvPr/>
        </p:nvGraphicFramePr>
        <p:xfrm>
          <a:off x="3662363" y="2744788"/>
          <a:ext cx="3844925" cy="739775"/>
        </p:xfrm>
        <a:graphic>
          <a:graphicData uri="http://schemas.openxmlformats.org/presentationml/2006/ole">
            <mc:AlternateContent xmlns:mc="http://schemas.openxmlformats.org/markup-compatibility/2006">
              <mc:Choice xmlns:v="urn:schemas-microsoft-com:vml" Requires="v">
                <p:oleObj spid="_x0000_s174739" name="公式" r:id="rId10" imgW="2044700" imgH="393700" progId="Equation.3">
                  <p:embed/>
                </p:oleObj>
              </mc:Choice>
              <mc:Fallback>
                <p:oleObj name="公式" r:id="rId10" imgW="2044700" imgH="3937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2363" y="2744788"/>
                        <a:ext cx="3844925"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094" name="Group 16"/>
          <p:cNvGrpSpPr/>
          <p:nvPr/>
        </p:nvGrpSpPr>
        <p:grpSpPr bwMode="auto">
          <a:xfrm>
            <a:off x="755650" y="1125538"/>
            <a:ext cx="7488238" cy="5334000"/>
            <a:chOff x="476" y="709"/>
            <a:chExt cx="4717" cy="3360"/>
          </a:xfrm>
        </p:grpSpPr>
        <p:sp>
          <p:nvSpPr>
            <p:cNvPr id="174095" name="Rectangle 13"/>
            <p:cNvSpPr>
              <a:spLocks noChangeArrowheads="1"/>
            </p:cNvSpPr>
            <p:nvPr/>
          </p:nvSpPr>
          <p:spPr bwMode="auto">
            <a:xfrm>
              <a:off x="476" y="709"/>
              <a:ext cx="4717" cy="3360"/>
            </a:xfrm>
            <a:prstGeom prst="rect">
              <a:avLst/>
            </a:prstGeom>
            <a:noFill/>
            <a:ln w="381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20000"/>
                </a:lnSpc>
                <a:buFont typeface="Wingdings" panose="05000000000000000000" pitchFamily="2" charset="2"/>
                <a:buNone/>
              </a:pPr>
              <a:r>
                <a:rPr lang="zh-CN" altLang="en-US" sz="2200" b="1" dirty="0">
                  <a:solidFill>
                    <a:srgbClr val="000000"/>
                  </a:solidFill>
                </a:rPr>
                <a:t>      本节从能量与功率角度来考虑信号的时域与频域特性间的关系，在我们讲解信号分类时有一种分法：</a:t>
              </a:r>
              <a:endParaRPr lang="zh-CN" altLang="en-US" sz="2200" b="1" dirty="0">
                <a:solidFill>
                  <a:srgbClr val="000000"/>
                </a:solidFill>
              </a:endParaRPr>
            </a:p>
            <a:p>
              <a:pPr>
                <a:lnSpc>
                  <a:spcPct val="120000"/>
                </a:lnSpc>
                <a:buFont typeface="Wingdings" panose="05000000000000000000" pitchFamily="2" charset="2"/>
                <a:buNone/>
              </a:pPr>
              <a:r>
                <a:rPr lang="zh-CN" altLang="en-US" sz="2200" b="1" dirty="0">
                  <a:solidFill>
                    <a:srgbClr val="000000"/>
                  </a:solidFill>
                </a:rPr>
                <a:t>        ①、能量信号： </a:t>
              </a:r>
              <a:endParaRPr lang="zh-CN" altLang="en-US" sz="2200" b="1" dirty="0">
                <a:solidFill>
                  <a:srgbClr val="000000"/>
                </a:solidFill>
              </a:endParaRPr>
            </a:p>
            <a:p>
              <a:pPr>
                <a:lnSpc>
                  <a:spcPct val="120000"/>
                </a:lnSpc>
                <a:buFont typeface="Wingdings" panose="05000000000000000000" pitchFamily="2" charset="2"/>
                <a:buNone/>
              </a:pPr>
              <a:r>
                <a:rPr lang="zh-CN" altLang="en-US" sz="2200" b="1" dirty="0">
                  <a:solidFill>
                    <a:srgbClr val="000000"/>
                  </a:solidFill>
                </a:rPr>
                <a:t> </a:t>
              </a:r>
              <a:br>
                <a:rPr lang="zh-CN" altLang="en-US" sz="2200" b="1" dirty="0">
                  <a:solidFill>
                    <a:srgbClr val="000000"/>
                  </a:solidFill>
                </a:rPr>
              </a:br>
              <a:r>
                <a:rPr lang="zh-CN" altLang="en-US" sz="2200" b="1" dirty="0">
                  <a:solidFill>
                    <a:srgbClr val="000000"/>
                  </a:solidFill>
                </a:rPr>
                <a:t>        ②、功率信号：</a:t>
              </a:r>
              <a:br>
                <a:rPr lang="zh-CN" altLang="en-US" sz="2200" b="1" dirty="0">
                  <a:solidFill>
                    <a:srgbClr val="000000"/>
                  </a:solidFill>
                </a:rPr>
              </a:br>
              <a:r>
                <a:rPr lang="zh-CN" altLang="en-US" sz="2200" b="1" dirty="0">
                  <a:solidFill>
                    <a:srgbClr val="000000"/>
                  </a:solidFill>
                </a:rPr>
                <a:t>       </a:t>
              </a:r>
              <a:endParaRPr lang="zh-CN" altLang="en-US" sz="2200" b="1" dirty="0">
                <a:solidFill>
                  <a:srgbClr val="000000"/>
                </a:solidFill>
              </a:endParaRPr>
            </a:p>
            <a:p>
              <a:pPr>
                <a:lnSpc>
                  <a:spcPct val="120000"/>
                </a:lnSpc>
                <a:buFont typeface="Wingdings" panose="05000000000000000000" pitchFamily="2" charset="2"/>
                <a:buNone/>
              </a:pPr>
              <a:r>
                <a:rPr lang="zh-CN" altLang="en-US" sz="2200" b="1" dirty="0">
                  <a:solidFill>
                    <a:srgbClr val="000000"/>
                  </a:solidFill>
                </a:rPr>
                <a:t>      所以</a:t>
              </a:r>
              <a:r>
                <a:rPr lang="zh-CN" altLang="en-US" sz="2200" b="1" dirty="0">
                  <a:solidFill>
                    <a:srgbClr val="0000FF"/>
                  </a:solidFill>
                </a:rPr>
                <a:t>对能量信号</a:t>
              </a:r>
              <a:r>
                <a:rPr lang="zh-CN" altLang="en-US" sz="2200" b="1" dirty="0">
                  <a:solidFill>
                    <a:srgbClr val="000000"/>
                  </a:solidFill>
                </a:rPr>
                <a:t>，我们从能量角度来考察信号能量，</a:t>
              </a:r>
              <a:r>
                <a:rPr lang="zh-CN" altLang="en-US" sz="2200" b="1" dirty="0">
                  <a:solidFill>
                    <a:srgbClr val="FF0000"/>
                  </a:solidFill>
                </a:rPr>
                <a:t>时域与频域中</a:t>
              </a:r>
              <a:r>
                <a:rPr lang="zh-CN" altLang="en-US" sz="2200" b="1" dirty="0">
                  <a:solidFill>
                    <a:srgbClr val="000000"/>
                  </a:solidFill>
                </a:rPr>
                <a:t>的表示式以及</a:t>
              </a:r>
              <a:r>
                <a:rPr lang="zh-CN" altLang="en-US" sz="2200" b="1" dirty="0">
                  <a:solidFill>
                    <a:srgbClr val="FF0000"/>
                  </a:solidFill>
                </a:rPr>
                <a:t>信号能量在各频率分量中的</a:t>
              </a:r>
              <a:r>
                <a:rPr lang="zh-CN" altLang="en-US" sz="2200" b="1" dirty="0">
                  <a:solidFill>
                    <a:srgbClr val="0000FF"/>
                  </a:solidFill>
                </a:rPr>
                <a:t>分布</a:t>
              </a:r>
              <a:r>
                <a:rPr lang="zh-CN" altLang="en-US" sz="2200" b="1" dirty="0">
                  <a:solidFill>
                    <a:srgbClr val="000000"/>
                  </a:solidFill>
                </a:rPr>
                <a:t>。   </a:t>
              </a:r>
              <a:endParaRPr lang="zh-CN" altLang="en-US" sz="2200" b="1" dirty="0">
                <a:solidFill>
                  <a:srgbClr val="000000"/>
                </a:solidFill>
              </a:endParaRPr>
            </a:p>
            <a:p>
              <a:pPr>
                <a:lnSpc>
                  <a:spcPct val="120000"/>
                </a:lnSpc>
                <a:buFont typeface="Wingdings" panose="05000000000000000000" pitchFamily="2" charset="2"/>
                <a:buNone/>
              </a:pPr>
              <a:r>
                <a:rPr lang="zh-CN" altLang="en-US" sz="2200" b="1" dirty="0">
                  <a:solidFill>
                    <a:srgbClr val="000000"/>
                  </a:solidFill>
                </a:rPr>
                <a:t>       对</a:t>
              </a:r>
              <a:r>
                <a:rPr lang="zh-CN" altLang="en-US" sz="2200" b="1" dirty="0">
                  <a:solidFill>
                    <a:srgbClr val="0000FF"/>
                  </a:solidFill>
                </a:rPr>
                <a:t>功率信号</a:t>
              </a:r>
              <a:r>
                <a:rPr lang="zh-CN" altLang="en-US" sz="2200" b="1" dirty="0">
                  <a:solidFill>
                    <a:srgbClr val="000000"/>
                  </a:solidFill>
                </a:rPr>
                <a:t>，我们从功率角度考察信号</a:t>
              </a:r>
              <a:r>
                <a:rPr lang="zh-CN" altLang="en-US" sz="2200" b="1" dirty="0">
                  <a:solidFill>
                    <a:srgbClr val="0000FF"/>
                  </a:solidFill>
                </a:rPr>
                <a:t>在时域和频域中的表示式。</a:t>
              </a:r>
              <a:endParaRPr lang="zh-CN" altLang="en-US" sz="2200" b="1" dirty="0">
                <a:solidFill>
                  <a:srgbClr val="0000FF"/>
                </a:solidFill>
              </a:endParaRPr>
            </a:p>
          </p:txBody>
        </p:sp>
        <p:graphicFrame>
          <p:nvGraphicFramePr>
            <p:cNvPr id="174096" name="Object 14"/>
            <p:cNvGraphicFramePr>
              <a:graphicFrameLocks noChangeAspect="1"/>
            </p:cNvGraphicFramePr>
            <p:nvPr/>
          </p:nvGraphicFramePr>
          <p:xfrm>
            <a:off x="2249" y="1293"/>
            <a:ext cx="2603" cy="334"/>
          </p:xfrm>
          <a:graphic>
            <a:graphicData uri="http://schemas.openxmlformats.org/presentationml/2006/ole">
              <mc:AlternateContent xmlns:mc="http://schemas.openxmlformats.org/markup-compatibility/2006">
                <mc:Choice xmlns:v="urn:schemas-microsoft-com:vml" Requires="v">
                  <p:oleObj spid="_x0000_s174740" name="公式" r:id="rId11" imgW="1930400" imgH="330200" progId="Equation.3">
                    <p:embed/>
                  </p:oleObj>
                </mc:Choice>
                <mc:Fallback>
                  <p:oleObj name="公式" r:id="rId11" imgW="1930400" imgH="330200" progId="Equation.3">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9" y="1293"/>
                          <a:ext cx="2603" cy="3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097" name="Object 15"/>
            <p:cNvGraphicFramePr>
              <a:graphicFrameLocks noChangeAspect="1"/>
            </p:cNvGraphicFramePr>
            <p:nvPr/>
          </p:nvGraphicFramePr>
          <p:xfrm>
            <a:off x="2307" y="1729"/>
            <a:ext cx="2422" cy="466"/>
          </p:xfrm>
          <a:graphic>
            <a:graphicData uri="http://schemas.openxmlformats.org/presentationml/2006/ole">
              <mc:AlternateContent xmlns:mc="http://schemas.openxmlformats.org/markup-compatibility/2006">
                <mc:Choice xmlns:v="urn:schemas-microsoft-com:vml" Requires="v">
                  <p:oleObj spid="_x0000_s174741" name="公式" r:id="rId12" imgW="2044700" imgH="393700" progId="Equation.3">
                    <p:embed/>
                  </p:oleObj>
                </mc:Choice>
                <mc:Fallback>
                  <p:oleObj name="公式" r:id="rId12" imgW="2044700" imgH="3937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7" y="1729"/>
                          <a:ext cx="2422" cy="4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94736"/>
    </mc:Choice>
    <mc:Fallback>
      <p:transition spd="slow" advTm="947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12324"/>
                                        </p:tgtEl>
                                        <p:attrNameLst>
                                          <p:attrName>style.visibility</p:attrName>
                                        </p:attrNameLst>
                                      </p:cBhvr>
                                      <p:to>
                                        <p:strVal val="visible"/>
                                      </p:to>
                                    </p:set>
                                    <p:anim calcmode="lin" valueType="num">
                                      <p:cBhvr>
                                        <p:cTn id="7" dur="1000" fill="hold"/>
                                        <p:tgtEl>
                                          <p:spTgt spid="312324"/>
                                        </p:tgtEl>
                                        <p:attrNameLst>
                                          <p:attrName>ppt_w</p:attrName>
                                        </p:attrNameLst>
                                      </p:cBhvr>
                                      <p:tavLst>
                                        <p:tav tm="0">
                                          <p:val>
                                            <p:strVal val="#ppt_w*0.70"/>
                                          </p:val>
                                        </p:tav>
                                        <p:tav tm="100000">
                                          <p:val>
                                            <p:strVal val="#ppt_w"/>
                                          </p:val>
                                        </p:tav>
                                      </p:tavLst>
                                    </p:anim>
                                    <p:anim calcmode="lin" valueType="num">
                                      <p:cBhvr>
                                        <p:cTn id="8" dur="1000" fill="hold"/>
                                        <p:tgtEl>
                                          <p:spTgt spid="312324"/>
                                        </p:tgtEl>
                                        <p:attrNameLst>
                                          <p:attrName>ppt_h</p:attrName>
                                        </p:attrNameLst>
                                      </p:cBhvr>
                                      <p:tavLst>
                                        <p:tav tm="0">
                                          <p:val>
                                            <p:strVal val="#ppt_h"/>
                                          </p:val>
                                        </p:tav>
                                        <p:tav tm="100000">
                                          <p:val>
                                            <p:strVal val="#ppt_h"/>
                                          </p:val>
                                        </p:tav>
                                      </p:tavLst>
                                    </p:anim>
                                    <p:animEffect transition="in" filter="fade">
                                      <p:cBhvr>
                                        <p:cTn id="9" dur="1000"/>
                                        <p:tgtEl>
                                          <p:spTgt spid="31232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312325"/>
                                        </p:tgtEl>
                                        <p:attrNameLst>
                                          <p:attrName>style.visibility</p:attrName>
                                        </p:attrNameLst>
                                      </p:cBhvr>
                                      <p:to>
                                        <p:strVal val="visible"/>
                                      </p:to>
                                    </p:set>
                                    <p:anim calcmode="lin" valueType="num">
                                      <p:cBhvr>
                                        <p:cTn id="13" dur="1000" fill="hold"/>
                                        <p:tgtEl>
                                          <p:spTgt spid="312325"/>
                                        </p:tgtEl>
                                        <p:attrNameLst>
                                          <p:attrName>ppt_w</p:attrName>
                                        </p:attrNameLst>
                                      </p:cBhvr>
                                      <p:tavLst>
                                        <p:tav tm="0">
                                          <p:val>
                                            <p:strVal val="#ppt_w*0.70"/>
                                          </p:val>
                                        </p:tav>
                                        <p:tav tm="100000">
                                          <p:val>
                                            <p:strVal val="#ppt_w"/>
                                          </p:val>
                                        </p:tav>
                                      </p:tavLst>
                                    </p:anim>
                                    <p:anim calcmode="lin" valueType="num">
                                      <p:cBhvr>
                                        <p:cTn id="14" dur="1000" fill="hold"/>
                                        <p:tgtEl>
                                          <p:spTgt spid="312325"/>
                                        </p:tgtEl>
                                        <p:attrNameLst>
                                          <p:attrName>ppt_h</p:attrName>
                                        </p:attrNameLst>
                                      </p:cBhvr>
                                      <p:tavLst>
                                        <p:tav tm="0">
                                          <p:val>
                                            <p:strVal val="#ppt_h"/>
                                          </p:val>
                                        </p:tav>
                                        <p:tav tm="100000">
                                          <p:val>
                                            <p:strVal val="#ppt_h"/>
                                          </p:val>
                                        </p:tav>
                                      </p:tavLst>
                                    </p:anim>
                                    <p:animEffect transition="in" filter="fade">
                                      <p:cBhvr>
                                        <p:cTn id="15" dur="1000"/>
                                        <p:tgtEl>
                                          <p:spTgt spid="312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日期占位符 3"/>
          <p:cNvSpPr>
            <a:spLocks noGrp="1"/>
          </p:cNvSpPr>
          <p:nvPr>
            <p:ph type="dt" sz="quarter" idx="10"/>
          </p:nvPr>
        </p:nvSpPr>
        <p:spPr/>
        <p:txBody>
          <a:bodyPr/>
          <a:lstStyle/>
          <a:p>
            <a:pPr>
              <a:defRPr/>
            </a:pPr>
            <a:fld id="{03EE3779-1167-4D76-BF03-90BF48204D1E}" type="datetime1">
              <a:rPr lang="zh-CN" altLang="en-US"/>
            </a:fld>
            <a:endParaRPr lang="zh-CN" altLang="en-US"/>
          </a:p>
        </p:txBody>
      </p:sp>
      <p:sp>
        <p:nvSpPr>
          <p:cNvPr id="175107" name="Rectangle 2"/>
          <p:cNvSpPr>
            <a:spLocks noChangeArrowheads="1"/>
          </p:cNvSpPr>
          <p:nvPr/>
        </p:nvSpPr>
        <p:spPr bwMode="auto">
          <a:xfrm>
            <a:off x="611188" y="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400" b="1">
                <a:solidFill>
                  <a:srgbClr val="FF0000"/>
                </a:solidFill>
                <a:latin typeface="Times New Roman" panose="02020603050405020304" pitchFamily="18" charset="0"/>
                <a:ea typeface="宋体" panose="02010600030101010101" pitchFamily="2" charset="-122"/>
              </a:rPr>
              <a:t>时域</a:t>
            </a:r>
            <a:endParaRPr kumimoji="1" lang="zh-CN" altLang="en-US" sz="2400" b="1">
              <a:solidFill>
                <a:srgbClr val="FF0000"/>
              </a:solidFill>
              <a:latin typeface="Times New Roman" panose="02020603050405020304" pitchFamily="18" charset="0"/>
              <a:ea typeface="宋体" panose="02010600030101010101" pitchFamily="2" charset="-122"/>
            </a:endParaRPr>
          </a:p>
        </p:txBody>
      </p:sp>
      <p:graphicFrame>
        <p:nvGraphicFramePr>
          <p:cNvPr id="313347" name="Object 3"/>
          <p:cNvGraphicFramePr>
            <a:graphicFrameLocks noChangeAspect="1"/>
          </p:cNvGraphicFramePr>
          <p:nvPr/>
        </p:nvGraphicFramePr>
        <p:xfrm>
          <a:off x="1258888" y="1412875"/>
          <a:ext cx="4637087" cy="846138"/>
        </p:xfrm>
        <a:graphic>
          <a:graphicData uri="http://schemas.openxmlformats.org/presentationml/2006/ole">
            <mc:AlternateContent xmlns:mc="http://schemas.openxmlformats.org/markup-compatibility/2006">
              <mc:Choice xmlns:v="urn:schemas-microsoft-com:vml" Requires="v">
                <p:oleObj spid="_x0000_s175244" name="Equation" r:id="rId1" imgW="2743200" imgH="558800" progId="Equation.3">
                  <p:embed/>
                </p:oleObj>
              </mc:Choice>
              <mc:Fallback>
                <p:oleObj name="Equation" r:id="rId1" imgW="2743200" imgH="5588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412875"/>
                        <a:ext cx="4637087" cy="84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3348" name="Rectangle 4"/>
          <p:cNvSpPr>
            <a:spLocks noChangeArrowheads="1"/>
          </p:cNvSpPr>
          <p:nvPr/>
        </p:nvSpPr>
        <p:spPr bwMode="auto">
          <a:xfrm>
            <a:off x="684213" y="620713"/>
            <a:ext cx="8064500" cy="865187"/>
          </a:xfrm>
          <a:prstGeom prst="rect">
            <a:avLst/>
          </a:prstGeom>
          <a:noFill/>
          <a:ln w="9525">
            <a:noFill/>
            <a:miter lim="800000"/>
          </a:ln>
          <a:effectLst/>
        </p:spPr>
        <p:txBody>
          <a:bodyPr anchor="b"/>
          <a:lstStyle/>
          <a:p>
            <a:pPr eaLnBrk="1" hangingPunct="1">
              <a:defRPr/>
            </a:pPr>
            <a:r>
              <a:rPr kumimoji="1" lang="en-US" altLang="zh-CN" sz="2400" b="1">
                <a:solidFill>
                  <a:srgbClr val="FF0000"/>
                </a:solidFill>
                <a:effectLst>
                  <a:outerShdw blurRad="38100" dist="38100" dir="2700000" algn="tl">
                    <a:srgbClr val="C0C0C0"/>
                  </a:outerShdw>
                </a:effectLst>
                <a:latin typeface="Tahoma" panose="020B0604030504040204" pitchFamily="34" charset="0"/>
              </a:rPr>
              <a:t>1</a:t>
            </a:r>
            <a:r>
              <a:rPr kumimoji="1" lang="zh-CN" altLang="en-US" sz="2400" b="1">
                <a:solidFill>
                  <a:srgbClr val="FF0000"/>
                </a:solidFill>
                <a:effectLst>
                  <a:outerShdw blurRad="38100" dist="38100" dir="2700000" algn="tl">
                    <a:srgbClr val="C0C0C0"/>
                  </a:outerShdw>
                </a:effectLst>
                <a:latin typeface="Tahoma" panose="020B0604030504040204" pitchFamily="34" charset="0"/>
              </a:rPr>
              <a:t>、</a:t>
            </a:r>
            <a:r>
              <a:rPr kumimoji="1" lang="zh-CN" altLang="en-US" sz="2400" b="1">
                <a:solidFill>
                  <a:srgbClr val="05050B"/>
                </a:solidFill>
                <a:latin typeface="Times New Roman" panose="02020603050405020304" pitchFamily="18" charset="0"/>
              </a:rPr>
              <a:t>功率有限的信号称为功率信号，定义为</a:t>
            </a:r>
            <a:r>
              <a:rPr kumimoji="1" lang="en-US" altLang="zh-CN" sz="2400" b="1">
                <a:solidFill>
                  <a:srgbClr val="05050B"/>
                </a:solidFill>
                <a:latin typeface="Times New Roman" panose="02020603050405020304" pitchFamily="18" charset="0"/>
              </a:rPr>
              <a:t>1</a:t>
            </a:r>
            <a:r>
              <a:rPr kumimoji="1" lang="en-US" altLang="zh-CN" sz="2400" b="1">
                <a:solidFill>
                  <a:srgbClr val="05050B"/>
                </a:solidFill>
                <a:latin typeface="Times New Roman" panose="02020603050405020304" pitchFamily="18" charset="0"/>
                <a:sym typeface="Symbol" panose="05050102010706020507" pitchFamily="18" charset="2"/>
              </a:rPr>
              <a:t></a:t>
            </a:r>
            <a:r>
              <a:rPr kumimoji="1" lang="zh-CN" altLang="en-US" sz="2400" b="1">
                <a:solidFill>
                  <a:srgbClr val="05050B"/>
                </a:solidFill>
                <a:latin typeface="Times New Roman" panose="02020603050405020304" pitchFamily="18" charset="0"/>
                <a:sym typeface="Symbol" panose="05050102010706020507" pitchFamily="18" charset="2"/>
              </a:rPr>
              <a:t>电阻消耗的</a:t>
            </a:r>
            <a:endParaRPr kumimoji="1" lang="zh-CN" altLang="en-US" sz="2400" b="1">
              <a:solidFill>
                <a:srgbClr val="05050B"/>
              </a:solidFill>
              <a:latin typeface="Times New Roman" panose="02020603050405020304" pitchFamily="18" charset="0"/>
              <a:sym typeface="Symbol" panose="05050102010706020507" pitchFamily="18" charset="2"/>
            </a:endParaRPr>
          </a:p>
          <a:p>
            <a:pPr eaLnBrk="1" hangingPunct="1">
              <a:defRPr/>
            </a:pPr>
            <a:r>
              <a:rPr kumimoji="1" lang="zh-CN" altLang="en-US" sz="2400" b="1">
                <a:solidFill>
                  <a:srgbClr val="05050B"/>
                </a:solidFill>
                <a:latin typeface="Times New Roman" panose="02020603050405020304" pitchFamily="18" charset="0"/>
                <a:sym typeface="Symbol" panose="05050102010706020507" pitchFamily="18" charset="2"/>
              </a:rPr>
              <a:t>      平均功率，</a:t>
            </a:r>
            <a:r>
              <a:rPr kumimoji="1" lang="zh-CN" altLang="en-US" sz="2400" b="1">
                <a:solidFill>
                  <a:srgbClr val="05050B"/>
                </a:solidFill>
                <a:latin typeface="Times New Roman" panose="02020603050405020304" pitchFamily="18" charset="0"/>
              </a:rPr>
              <a:t>即：</a:t>
            </a:r>
            <a:endParaRPr kumimoji="1" lang="zh-CN" altLang="en-US" sz="2400" b="1">
              <a:solidFill>
                <a:srgbClr val="05050B"/>
              </a:solidFill>
              <a:latin typeface="Times New Roman" panose="02020603050405020304" pitchFamily="18" charset="0"/>
            </a:endParaRPr>
          </a:p>
        </p:txBody>
      </p:sp>
      <p:sp>
        <p:nvSpPr>
          <p:cNvPr id="313349" name="Rectangle 5"/>
          <p:cNvSpPr>
            <a:spLocks noChangeArrowheads="1"/>
          </p:cNvSpPr>
          <p:nvPr/>
        </p:nvSpPr>
        <p:spPr bwMode="auto">
          <a:xfrm>
            <a:off x="682625" y="3068638"/>
            <a:ext cx="8893175" cy="457200"/>
          </a:xfrm>
          <a:prstGeom prst="rect">
            <a:avLst/>
          </a:prstGeom>
          <a:noFill/>
          <a:ln w="9525">
            <a:noFill/>
            <a:miter lim="800000"/>
          </a:ln>
          <a:effectLst/>
        </p:spPr>
        <p:txBody>
          <a:bodyPr anchor="b"/>
          <a:lstStyle/>
          <a:p>
            <a:pPr eaLnBrk="1" hangingPunct="1">
              <a:defRPr/>
            </a:pPr>
            <a:r>
              <a:rPr kumimoji="1" lang="en-US" altLang="zh-CN" sz="2400" b="1">
                <a:solidFill>
                  <a:srgbClr val="FF0000"/>
                </a:solidFill>
                <a:effectLst>
                  <a:outerShdw blurRad="38100" dist="38100" dir="2700000" algn="tl">
                    <a:srgbClr val="C0C0C0"/>
                  </a:outerShdw>
                </a:effectLst>
                <a:latin typeface="Tahoma" panose="020B0604030504040204" pitchFamily="34" charset="0"/>
              </a:rPr>
              <a:t>2</a:t>
            </a:r>
            <a:r>
              <a:rPr kumimoji="1" lang="zh-CN" altLang="en-US" sz="2400" b="1">
                <a:solidFill>
                  <a:srgbClr val="FF0000"/>
                </a:solidFill>
                <a:effectLst>
                  <a:outerShdw blurRad="38100" dist="38100" dir="2700000" algn="tl">
                    <a:srgbClr val="C0C0C0"/>
                  </a:outerShdw>
                </a:effectLst>
                <a:latin typeface="Tahoma" panose="020B0604030504040204" pitchFamily="34" charset="0"/>
              </a:rPr>
              <a:t>、</a:t>
            </a:r>
            <a:r>
              <a:rPr kumimoji="1" lang="zh-CN" altLang="en-US" sz="2400" b="1">
                <a:solidFill>
                  <a:srgbClr val="05050B"/>
                </a:solidFill>
                <a:latin typeface="Times New Roman" panose="02020603050405020304" pitchFamily="18" charset="0"/>
              </a:rPr>
              <a:t>能量有限的信号称为能量信号，定义为</a:t>
            </a:r>
            <a:r>
              <a:rPr kumimoji="1" lang="en-US" altLang="zh-CN" sz="2400" b="1">
                <a:solidFill>
                  <a:srgbClr val="05050B"/>
                </a:solidFill>
                <a:latin typeface="Times New Roman" panose="02020603050405020304" pitchFamily="18" charset="0"/>
              </a:rPr>
              <a:t>1</a:t>
            </a:r>
            <a:r>
              <a:rPr kumimoji="1" lang="en-US" altLang="zh-CN" sz="2400" b="1">
                <a:solidFill>
                  <a:srgbClr val="05050B"/>
                </a:solidFill>
                <a:latin typeface="Times New Roman" panose="02020603050405020304" pitchFamily="18" charset="0"/>
                <a:sym typeface="Symbol" panose="05050102010706020507" pitchFamily="18" charset="2"/>
              </a:rPr>
              <a:t></a:t>
            </a:r>
            <a:r>
              <a:rPr kumimoji="1" lang="zh-CN" altLang="en-US" sz="2400" b="1">
                <a:solidFill>
                  <a:srgbClr val="05050B"/>
                </a:solidFill>
                <a:latin typeface="Times New Roman" panose="02020603050405020304" pitchFamily="18" charset="0"/>
                <a:sym typeface="Symbol" panose="05050102010706020507" pitchFamily="18" charset="2"/>
              </a:rPr>
              <a:t>电阻消耗的能量。</a:t>
            </a:r>
            <a:endParaRPr kumimoji="1" lang="zh-CN" altLang="en-US" sz="2400" b="1">
              <a:solidFill>
                <a:srgbClr val="05050B"/>
              </a:solidFill>
              <a:latin typeface="Times New Roman" panose="02020603050405020304" pitchFamily="18" charset="0"/>
            </a:endParaRPr>
          </a:p>
        </p:txBody>
      </p:sp>
      <p:sp>
        <p:nvSpPr>
          <p:cNvPr id="313350" name="Text Box 6"/>
          <p:cNvSpPr txBox="1">
            <a:spLocks noChangeArrowheads="1"/>
          </p:cNvSpPr>
          <p:nvPr/>
        </p:nvSpPr>
        <p:spPr bwMode="auto">
          <a:xfrm>
            <a:off x="827088" y="2420938"/>
            <a:ext cx="8316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a:solidFill>
                  <a:srgbClr val="800000"/>
                </a:solidFill>
                <a:latin typeface="楷体_GB2312" pitchFamily="49" charset="-122"/>
                <a:ea typeface="楷体_GB2312" pitchFamily="49" charset="-122"/>
              </a:rPr>
              <a:t>例：</a:t>
            </a:r>
            <a:r>
              <a:rPr kumimoji="1" lang="zh-CN" altLang="en-US" sz="2400" b="1">
                <a:solidFill>
                  <a:srgbClr val="003300"/>
                </a:solidFill>
                <a:latin typeface="楷体_GB2312" pitchFamily="49" charset="-122"/>
                <a:ea typeface="楷体_GB2312" pitchFamily="49" charset="-122"/>
              </a:rPr>
              <a:t>周期信号、部分非周期信号</a:t>
            </a:r>
            <a:r>
              <a:rPr kumimoji="1" lang="el-GR" altLang="zh-CN" sz="2400" b="1">
                <a:solidFill>
                  <a:srgbClr val="003300"/>
                </a:solidFill>
                <a:latin typeface="楷体_GB2312" pitchFamily="49" charset="-122"/>
                <a:ea typeface="楷体_GB2312" pitchFamily="49" charset="-122"/>
              </a:rPr>
              <a:t>ε</a:t>
            </a:r>
            <a:r>
              <a:rPr kumimoji="1" lang="en-US" altLang="zh-CN" sz="2400" b="1">
                <a:solidFill>
                  <a:srgbClr val="003300"/>
                </a:solidFill>
                <a:latin typeface="楷体_GB2312" pitchFamily="49" charset="-122"/>
                <a:ea typeface="楷体_GB2312" pitchFamily="49" charset="-122"/>
              </a:rPr>
              <a:t>(t)</a:t>
            </a:r>
            <a:r>
              <a:rPr kumimoji="1" lang="zh-CN" altLang="en-US" sz="2400" b="1">
                <a:solidFill>
                  <a:srgbClr val="003300"/>
                </a:solidFill>
                <a:latin typeface="楷体_GB2312" pitchFamily="49" charset="-122"/>
                <a:ea typeface="楷体_GB2312" pitchFamily="49" charset="-122"/>
              </a:rPr>
              <a:t>、</a:t>
            </a:r>
            <a:r>
              <a:rPr kumimoji="1" lang="en-US" altLang="zh-CN" sz="2400" b="1">
                <a:solidFill>
                  <a:srgbClr val="003300"/>
                </a:solidFill>
                <a:latin typeface="楷体_GB2312" pitchFamily="49" charset="-122"/>
                <a:ea typeface="楷体_GB2312" pitchFamily="49" charset="-122"/>
              </a:rPr>
              <a:t>Sgn(t)</a:t>
            </a:r>
            <a:r>
              <a:rPr kumimoji="1" lang="zh-CN" altLang="en-US" sz="2400" b="1">
                <a:solidFill>
                  <a:srgbClr val="003300"/>
                </a:solidFill>
                <a:latin typeface="楷体_GB2312" pitchFamily="49" charset="-122"/>
                <a:ea typeface="楷体_GB2312" pitchFamily="49" charset="-122"/>
              </a:rPr>
              <a:t>等、随机信号</a:t>
            </a:r>
            <a:endParaRPr kumimoji="1" lang="zh-CN" altLang="en-US" sz="2400" b="1">
              <a:solidFill>
                <a:srgbClr val="003300"/>
              </a:solidFill>
              <a:latin typeface="楷体_GB2312" pitchFamily="49" charset="-122"/>
              <a:ea typeface="楷体_GB2312" pitchFamily="49" charset="-122"/>
            </a:endParaRPr>
          </a:p>
        </p:txBody>
      </p:sp>
      <p:graphicFrame>
        <p:nvGraphicFramePr>
          <p:cNvPr id="313351" name="Object 7"/>
          <p:cNvGraphicFramePr>
            <a:graphicFrameLocks noChangeAspect="1"/>
          </p:cNvGraphicFramePr>
          <p:nvPr/>
        </p:nvGraphicFramePr>
        <p:xfrm>
          <a:off x="1835150" y="3573463"/>
          <a:ext cx="3529013" cy="800100"/>
        </p:xfrm>
        <a:graphic>
          <a:graphicData uri="http://schemas.openxmlformats.org/presentationml/2006/ole">
            <mc:AlternateContent xmlns:mc="http://schemas.openxmlformats.org/markup-compatibility/2006">
              <mc:Choice xmlns:v="urn:schemas-microsoft-com:vml" Requires="v">
                <p:oleObj spid="_x0000_s175245" name="公式" r:id="rId3" imgW="1765300" imgH="419100" progId="Equation.3">
                  <p:embed/>
                </p:oleObj>
              </mc:Choice>
              <mc:Fallback>
                <p:oleObj name="公式" r:id="rId3" imgW="1765300" imgH="4191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3573463"/>
                        <a:ext cx="3529013"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3352" name="Text Box 8"/>
          <p:cNvSpPr txBox="1">
            <a:spLocks noChangeArrowheads="1"/>
          </p:cNvSpPr>
          <p:nvPr/>
        </p:nvSpPr>
        <p:spPr bwMode="auto">
          <a:xfrm>
            <a:off x="1547813" y="4437063"/>
            <a:ext cx="698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a:solidFill>
                  <a:srgbClr val="800000"/>
                </a:solidFill>
                <a:latin typeface="楷体_GB2312" pitchFamily="49" charset="-122"/>
                <a:ea typeface="楷体_GB2312" pitchFamily="49" charset="-122"/>
              </a:rPr>
              <a:t>例：</a:t>
            </a:r>
            <a:r>
              <a:rPr kumimoji="1" lang="en-US" altLang="zh-CN" sz="2400" b="1">
                <a:solidFill>
                  <a:srgbClr val="003300"/>
                </a:solidFill>
                <a:latin typeface="楷体_GB2312" pitchFamily="49" charset="-122"/>
                <a:ea typeface="楷体_GB2312" pitchFamily="49" charset="-122"/>
              </a:rPr>
              <a:t>G</a:t>
            </a:r>
            <a:r>
              <a:rPr kumimoji="1" lang="en-US" altLang="zh-CN" sz="2400" b="1">
                <a:solidFill>
                  <a:srgbClr val="003300"/>
                </a:solidFill>
                <a:latin typeface="楷体_GB2312" pitchFamily="49" charset="-122"/>
                <a:ea typeface="楷体_GB2312" pitchFamily="49" charset="-122"/>
                <a:sym typeface="Symbol" panose="05050102010706020507" pitchFamily="18" charset="2"/>
              </a:rPr>
              <a:t></a:t>
            </a:r>
            <a:r>
              <a:rPr kumimoji="1" lang="en-US" altLang="zh-CN" sz="2400" b="1">
                <a:solidFill>
                  <a:srgbClr val="003300"/>
                </a:solidFill>
                <a:latin typeface="楷体_GB2312" pitchFamily="49" charset="-122"/>
                <a:ea typeface="楷体_GB2312" pitchFamily="49" charset="-122"/>
              </a:rPr>
              <a:t>(t)</a:t>
            </a:r>
            <a:r>
              <a:rPr kumimoji="1" lang="zh-CN" altLang="en-US" sz="2400" b="1">
                <a:solidFill>
                  <a:srgbClr val="003300"/>
                </a:solidFill>
                <a:latin typeface="楷体_GB2312" pitchFamily="49" charset="-122"/>
                <a:ea typeface="楷体_GB2312" pitchFamily="49" charset="-122"/>
              </a:rPr>
              <a:t>、单个三角信号、指数衰减信号等  </a:t>
            </a:r>
            <a:endParaRPr kumimoji="1" lang="zh-CN" altLang="en-US" sz="2400" b="1">
              <a:solidFill>
                <a:srgbClr val="003300"/>
              </a:solidFill>
              <a:latin typeface="楷体_GB2312" pitchFamily="49" charset="-122"/>
              <a:ea typeface="楷体_GB2312" pitchFamily="49" charset="-122"/>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93804"/>
    </mc:Choice>
    <mc:Fallback>
      <p:transition spd="slow" advTm="938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nodeType="afterEffect">
                                  <p:stCondLst>
                                    <p:cond delay="0"/>
                                  </p:stCondLst>
                                  <p:childTnLst>
                                    <p:set>
                                      <p:cBhvr>
                                        <p:cTn id="6" dur="1" fill="hold">
                                          <p:stCondLst>
                                            <p:cond delay="0"/>
                                          </p:stCondLst>
                                        </p:cTn>
                                        <p:tgtEl>
                                          <p:spTgt spid="313347"/>
                                        </p:tgtEl>
                                        <p:attrNameLst>
                                          <p:attrName>style.visibility</p:attrName>
                                        </p:attrNameLst>
                                      </p:cBhvr>
                                      <p:to>
                                        <p:strVal val="visible"/>
                                      </p:to>
                                    </p:set>
                                    <p:animEffect transition="in" filter="barn(inHorizontal)">
                                      <p:cBhvr>
                                        <p:cTn id="7" dur="500"/>
                                        <p:tgtEl>
                                          <p:spTgt spid="313347"/>
                                        </p:tgtEl>
                                      </p:cBhvr>
                                    </p:animEffect>
                                  </p:childTnLst>
                                  <p:subTnLst>
                                    <p:audio>
                                      <p:cMediaNode>
                                        <p:cTn display="0" masterRel="sameClick">
                                          <p:stCondLst>
                                            <p:cond evt="begin" delay="0">
                                              <p:tn val="5"/>
                                            </p:cond>
                                          </p:stCondLst>
                                          <p:endCondLst>
                                            <p:cond evt="onStopAudio" delay="0">
                                              <p:tgtEl>
                                                <p:sldTgt/>
                                              </p:tgtEl>
                                            </p:cond>
                                          </p:endCondLst>
                                        </p:cTn>
                                        <p:tgtEl>
                                          <p:sndTgt r:embed="rId6" name="DING.WAV"/>
                                        </p:tgtEl>
                                      </p:cMediaNode>
                                    </p:audio>
                                  </p:sub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313350"/>
                                        </p:tgtEl>
                                        <p:attrNameLst>
                                          <p:attrName>style.visibility</p:attrName>
                                        </p:attrNameLst>
                                      </p:cBhvr>
                                      <p:to>
                                        <p:strVal val="visible"/>
                                      </p:to>
                                    </p:set>
                                    <p:anim calcmode="lin" valueType="num">
                                      <p:cBhvr additive="base">
                                        <p:cTn id="11" dur="500" fill="hold"/>
                                        <p:tgtEl>
                                          <p:spTgt spid="313350"/>
                                        </p:tgtEl>
                                        <p:attrNameLst>
                                          <p:attrName>ppt_x</p:attrName>
                                        </p:attrNameLst>
                                      </p:cBhvr>
                                      <p:tavLst>
                                        <p:tav tm="0">
                                          <p:val>
                                            <p:strVal val="0-#ppt_w/2"/>
                                          </p:val>
                                        </p:tav>
                                        <p:tav tm="100000">
                                          <p:val>
                                            <p:strVal val="#ppt_x"/>
                                          </p:val>
                                        </p:tav>
                                      </p:tavLst>
                                    </p:anim>
                                    <p:anim calcmode="lin" valueType="num">
                                      <p:cBhvr additive="base">
                                        <p:cTn id="12" dur="500" fill="hold"/>
                                        <p:tgtEl>
                                          <p:spTgt spid="31335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13349"/>
                                        </p:tgtEl>
                                        <p:attrNameLst>
                                          <p:attrName>style.visibility</p:attrName>
                                        </p:attrNameLst>
                                      </p:cBhvr>
                                      <p:to>
                                        <p:strVal val="visible"/>
                                      </p:to>
                                    </p:set>
                                    <p:anim calcmode="lin" valueType="num">
                                      <p:cBhvr additive="base">
                                        <p:cTn id="17" dur="500" fill="hold"/>
                                        <p:tgtEl>
                                          <p:spTgt spid="313349"/>
                                        </p:tgtEl>
                                        <p:attrNameLst>
                                          <p:attrName>ppt_x</p:attrName>
                                        </p:attrNameLst>
                                      </p:cBhvr>
                                      <p:tavLst>
                                        <p:tav tm="0">
                                          <p:val>
                                            <p:strVal val="0-#ppt_w/2"/>
                                          </p:val>
                                        </p:tav>
                                        <p:tav tm="100000">
                                          <p:val>
                                            <p:strVal val="#ppt_x"/>
                                          </p:val>
                                        </p:tav>
                                      </p:tavLst>
                                    </p:anim>
                                    <p:anim calcmode="lin" valueType="num">
                                      <p:cBhvr additive="base">
                                        <p:cTn id="18" dur="500" fill="hold"/>
                                        <p:tgtEl>
                                          <p:spTgt spid="313349"/>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16" presetClass="entr" presetSubtype="26" fill="hold" nodeType="afterEffect">
                                  <p:stCondLst>
                                    <p:cond delay="0"/>
                                  </p:stCondLst>
                                  <p:childTnLst>
                                    <p:set>
                                      <p:cBhvr>
                                        <p:cTn id="21" dur="1" fill="hold">
                                          <p:stCondLst>
                                            <p:cond delay="0"/>
                                          </p:stCondLst>
                                        </p:cTn>
                                        <p:tgtEl>
                                          <p:spTgt spid="313351"/>
                                        </p:tgtEl>
                                        <p:attrNameLst>
                                          <p:attrName>style.visibility</p:attrName>
                                        </p:attrNameLst>
                                      </p:cBhvr>
                                      <p:to>
                                        <p:strVal val="visible"/>
                                      </p:to>
                                    </p:set>
                                    <p:animEffect transition="in" filter="barn(inHorizontal)">
                                      <p:cBhvr>
                                        <p:cTn id="22" dur="500"/>
                                        <p:tgtEl>
                                          <p:spTgt spid="313351"/>
                                        </p:tgtEl>
                                      </p:cBhvr>
                                    </p:animEffect>
                                  </p:childTnLst>
                                  <p:subTnLst>
                                    <p:audio>
                                      <p:cMediaNode>
                                        <p:cTn display="0" masterRel="sameClick">
                                          <p:stCondLst>
                                            <p:cond evt="begin" delay="0">
                                              <p:tn val="20"/>
                                            </p:cond>
                                          </p:stCondLst>
                                          <p:endCondLst>
                                            <p:cond evt="onStopAudio" delay="0">
                                              <p:tgtEl>
                                                <p:sldTgt/>
                                              </p:tgtEl>
                                            </p:cond>
                                          </p:endCondLst>
                                        </p:cTn>
                                        <p:tgtEl>
                                          <p:sndTgt r:embed="rId6" name="DING.WAV"/>
                                        </p:tgtEl>
                                      </p:cMediaNode>
                                    </p:audio>
                                  </p:subTnLst>
                                </p:cTn>
                              </p:par>
                            </p:childTnLst>
                          </p:cTn>
                        </p:par>
                        <p:par>
                          <p:cTn id="23" fill="hold">
                            <p:stCondLst>
                              <p:cond delay="1000"/>
                            </p:stCondLst>
                            <p:childTnLst>
                              <p:par>
                                <p:cTn id="24" presetID="2" presetClass="entr" presetSubtype="8" fill="hold" grpId="0" nodeType="afterEffect">
                                  <p:stCondLst>
                                    <p:cond delay="0"/>
                                  </p:stCondLst>
                                  <p:childTnLst>
                                    <p:set>
                                      <p:cBhvr>
                                        <p:cTn id="25" dur="1" fill="hold">
                                          <p:stCondLst>
                                            <p:cond delay="0"/>
                                          </p:stCondLst>
                                        </p:cTn>
                                        <p:tgtEl>
                                          <p:spTgt spid="313352"/>
                                        </p:tgtEl>
                                        <p:attrNameLst>
                                          <p:attrName>style.visibility</p:attrName>
                                        </p:attrNameLst>
                                      </p:cBhvr>
                                      <p:to>
                                        <p:strVal val="visible"/>
                                      </p:to>
                                    </p:set>
                                    <p:anim calcmode="lin" valueType="num">
                                      <p:cBhvr additive="base">
                                        <p:cTn id="26" dur="500" fill="hold"/>
                                        <p:tgtEl>
                                          <p:spTgt spid="313352"/>
                                        </p:tgtEl>
                                        <p:attrNameLst>
                                          <p:attrName>ppt_x</p:attrName>
                                        </p:attrNameLst>
                                      </p:cBhvr>
                                      <p:tavLst>
                                        <p:tav tm="0">
                                          <p:val>
                                            <p:strVal val="0-#ppt_w/2"/>
                                          </p:val>
                                        </p:tav>
                                        <p:tav tm="100000">
                                          <p:val>
                                            <p:strVal val="#ppt_x"/>
                                          </p:val>
                                        </p:tav>
                                      </p:tavLst>
                                    </p:anim>
                                    <p:anim calcmode="lin" valueType="num">
                                      <p:cBhvr additive="base">
                                        <p:cTn id="27" dur="500" fill="hold"/>
                                        <p:tgtEl>
                                          <p:spTgt spid="3133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9" grpId="0" autoUpdateAnimBg="0"/>
      <p:bldP spid="313350" grpId="0" autoUpdateAnimBg="0"/>
      <p:bldP spid="313352" grpId="0" autoUpdateAnimBg="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92CC2655-9A23-4D92-B41A-678D32F4B00E}" type="datetime1">
              <a:rPr lang="zh-CN" altLang="en-US"/>
            </a:fld>
            <a:endParaRPr lang="zh-CN" altLang="en-US"/>
          </a:p>
        </p:txBody>
      </p:sp>
      <p:sp>
        <p:nvSpPr>
          <p:cNvPr id="314370" name="Rectangle 2"/>
          <p:cNvSpPr>
            <a:spLocks noGrp="1" noChangeArrowheads="1"/>
          </p:cNvSpPr>
          <p:nvPr>
            <p:ph type="title" idx="4294967295"/>
          </p:nvPr>
        </p:nvSpPr>
        <p:spPr>
          <a:xfrm>
            <a:off x="966788" y="300038"/>
            <a:ext cx="7408862"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sp>
        <p:nvSpPr>
          <p:cNvPr id="314371" name="Rectangle 3"/>
          <p:cNvSpPr>
            <a:spLocks noGrp="1" noChangeArrowheads="1"/>
          </p:cNvSpPr>
          <p:nvPr>
            <p:ph type="body" sz="half" idx="4294967295"/>
          </p:nvPr>
        </p:nvSpPr>
        <p:spPr>
          <a:xfrm>
            <a:off x="1403350" y="1052513"/>
            <a:ext cx="6911975" cy="4968875"/>
          </a:xfrm>
          <a:ln w="38100">
            <a:solidFill>
              <a:srgbClr val="FF0000"/>
            </a:solidFill>
            <a:miter lim="800000"/>
          </a:ln>
        </p:spPr>
        <p:txBody>
          <a:bodyPr/>
          <a:lstStyle/>
          <a:p>
            <a:pPr marL="0" indent="0">
              <a:lnSpc>
                <a:spcPct val="130000"/>
              </a:lnSpc>
              <a:buFont typeface="Wingdings" panose="05000000000000000000" pitchFamily="2" charset="2"/>
              <a:buNone/>
            </a:pPr>
            <a:r>
              <a:rPr lang="zh-CN" altLang="en-US" sz="2200" b="1">
                <a:solidFill>
                  <a:srgbClr val="000000"/>
                </a:solidFill>
              </a:rPr>
              <a:t>一、功率信号的功率谱</a:t>
            </a:r>
            <a:endParaRPr lang="zh-CN" altLang="en-US" sz="2200" b="1">
              <a:solidFill>
                <a:srgbClr val="000000"/>
              </a:solidFill>
            </a:endParaRPr>
          </a:p>
          <a:p>
            <a:pPr marL="0" indent="0">
              <a:lnSpc>
                <a:spcPct val="130000"/>
              </a:lnSpc>
              <a:buClr>
                <a:schemeClr val="tx1"/>
              </a:buClr>
              <a:buFont typeface="Wingdings" panose="05000000000000000000" pitchFamily="2" charset="2"/>
              <a:buChar char="l"/>
            </a:pPr>
            <a:r>
              <a:rPr lang="zh-CN" altLang="en-US" sz="2200" b="1">
                <a:solidFill>
                  <a:srgbClr val="000000"/>
                </a:solidFill>
              </a:rPr>
              <a:t>在电路理论中我们讨论过，非正弦周期信号的电流或电压的</a:t>
            </a:r>
            <a:r>
              <a:rPr lang="zh-CN" altLang="en-US" sz="2200" b="1">
                <a:solidFill>
                  <a:srgbClr val="660066"/>
                </a:solidFill>
              </a:rPr>
              <a:t>有效值</a:t>
            </a:r>
            <a:r>
              <a:rPr lang="zh-CN" altLang="en-US" sz="2200" b="1">
                <a:solidFill>
                  <a:srgbClr val="000000"/>
                </a:solidFill>
              </a:rPr>
              <a:t>等于该信号所含</a:t>
            </a:r>
            <a:r>
              <a:rPr lang="zh-CN" altLang="en-US" sz="2200" b="1">
                <a:solidFill>
                  <a:srgbClr val="660066"/>
                </a:solidFill>
              </a:rPr>
              <a:t>各谐波分量</a:t>
            </a:r>
            <a:r>
              <a:rPr lang="zh-CN" altLang="en-US" sz="2200" b="1">
                <a:solidFill>
                  <a:srgbClr val="000000"/>
                </a:solidFill>
              </a:rPr>
              <a:t>的</a:t>
            </a:r>
            <a:r>
              <a:rPr lang="zh-CN" altLang="en-US" sz="2200" b="1">
                <a:solidFill>
                  <a:srgbClr val="660066"/>
                </a:solidFill>
              </a:rPr>
              <a:t>平方和的平方根</a:t>
            </a:r>
            <a:r>
              <a:rPr lang="en-US" altLang="zh-CN" sz="2200" b="1">
                <a:solidFill>
                  <a:srgbClr val="000000"/>
                </a:solidFill>
              </a:rPr>
              <a:t>;</a:t>
            </a:r>
            <a:endParaRPr lang="en-US" altLang="zh-CN" sz="2200" b="1">
              <a:solidFill>
                <a:srgbClr val="000000"/>
              </a:solidFill>
            </a:endParaRPr>
          </a:p>
          <a:p>
            <a:pPr marL="0" indent="0">
              <a:lnSpc>
                <a:spcPct val="130000"/>
              </a:lnSpc>
              <a:buClr>
                <a:schemeClr val="tx1"/>
              </a:buClr>
              <a:buFont typeface="Wingdings" panose="05000000000000000000" pitchFamily="2" charset="2"/>
              <a:buChar char="l"/>
            </a:pPr>
            <a:r>
              <a:rPr lang="zh-CN" altLang="en-US" sz="2200" b="1">
                <a:solidFill>
                  <a:srgbClr val="000000"/>
                </a:solidFill>
              </a:rPr>
              <a:t>换言之，一个周期信号的方均值等于该信号在</a:t>
            </a:r>
            <a:r>
              <a:rPr lang="zh-CN" altLang="en-US" sz="2200" b="1">
                <a:solidFill>
                  <a:srgbClr val="FF0000"/>
                </a:solidFill>
              </a:rPr>
              <a:t>完备正交函数集中</a:t>
            </a:r>
            <a:r>
              <a:rPr lang="zh-CN" altLang="en-US" sz="2200" b="1">
                <a:solidFill>
                  <a:srgbClr val="000000"/>
                </a:solidFill>
              </a:rPr>
              <a:t>各分量的方均值之和</a:t>
            </a:r>
            <a:r>
              <a:rPr lang="en-US" altLang="zh-CN" sz="2200" b="1">
                <a:solidFill>
                  <a:srgbClr val="000000"/>
                </a:solidFill>
              </a:rPr>
              <a:t>;</a:t>
            </a:r>
            <a:endParaRPr lang="en-US" altLang="zh-CN" sz="2200" b="1">
              <a:solidFill>
                <a:srgbClr val="000000"/>
              </a:solidFill>
            </a:endParaRPr>
          </a:p>
          <a:p>
            <a:pPr marL="0" indent="0">
              <a:lnSpc>
                <a:spcPct val="130000"/>
              </a:lnSpc>
              <a:buClr>
                <a:schemeClr val="tx1"/>
              </a:buClr>
              <a:buFont typeface="Wingdings" panose="05000000000000000000" pitchFamily="2" charset="2"/>
              <a:buChar char="l"/>
            </a:pPr>
            <a:r>
              <a:rPr lang="zh-CN" altLang="en-US" sz="2200" b="1">
                <a:solidFill>
                  <a:srgbClr val="000000"/>
                </a:solidFill>
              </a:rPr>
              <a:t>或者说周期信号的功率等于信号在完备正交函数集中的各分量功率之和。</a:t>
            </a:r>
            <a:endParaRPr lang="zh-CN" altLang="en-US" sz="2200" b="1">
              <a:solidFill>
                <a:srgbClr val="000000"/>
              </a:solidFill>
            </a:endParaRPr>
          </a:p>
          <a:p>
            <a:pPr marL="0" indent="0">
              <a:lnSpc>
                <a:spcPct val="130000"/>
              </a:lnSpc>
              <a:buClr>
                <a:schemeClr val="tx1"/>
              </a:buClr>
              <a:buFont typeface="Wingdings" panose="05000000000000000000" pitchFamily="2" charset="2"/>
              <a:buNone/>
            </a:pPr>
            <a:r>
              <a:rPr lang="zh-CN" altLang="en-US" sz="2200" b="1">
                <a:solidFill>
                  <a:srgbClr val="000000"/>
                </a:solidFill>
              </a:rPr>
              <a:t>      这就是著名的</a:t>
            </a:r>
            <a:r>
              <a:rPr lang="en-US" altLang="zh-CN" sz="2200" b="1">
                <a:solidFill>
                  <a:srgbClr val="000000"/>
                </a:solidFill>
              </a:rPr>
              <a:t>Parseval</a:t>
            </a:r>
            <a:r>
              <a:rPr lang="zh-CN" altLang="en-US" sz="2200" b="1">
                <a:solidFill>
                  <a:srgbClr val="000000"/>
                </a:solidFill>
              </a:rPr>
              <a:t>定理。  </a:t>
            </a:r>
            <a:endParaRPr lang="zh-CN" altLang="en-US" sz="2200" b="1">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75091"/>
    </mc:Choice>
    <mc:Fallback>
      <p:transition spd="slow" advTm="750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14371">
                                            <p:txEl>
                                              <p:pRg st="1" end="1"/>
                                            </p:txEl>
                                          </p:spTgt>
                                        </p:tgtEl>
                                        <p:attrNameLst>
                                          <p:attrName>style.visibility</p:attrName>
                                        </p:attrNameLst>
                                      </p:cBhvr>
                                      <p:to>
                                        <p:strVal val="visible"/>
                                      </p:to>
                                    </p:set>
                                    <p:anim calcmode="lin" valueType="num">
                                      <p:cBhvr>
                                        <p:cTn id="7" dur="1000" fill="hold"/>
                                        <p:tgtEl>
                                          <p:spTgt spid="314371">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314371">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314371">
                                            <p:txEl>
                                              <p:pRg st="1" end="1"/>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314371">
                                            <p:txEl>
                                              <p:pRg st="2" end="2"/>
                                            </p:txEl>
                                          </p:spTgt>
                                        </p:tgtEl>
                                        <p:attrNameLst>
                                          <p:attrName>style.visibility</p:attrName>
                                        </p:attrNameLst>
                                      </p:cBhvr>
                                      <p:to>
                                        <p:strVal val="visible"/>
                                      </p:to>
                                    </p:set>
                                    <p:anim calcmode="lin" valueType="num">
                                      <p:cBhvr>
                                        <p:cTn id="13" dur="1000" fill="hold"/>
                                        <p:tgtEl>
                                          <p:spTgt spid="314371">
                                            <p:txEl>
                                              <p:pRg st="2" end="2"/>
                                            </p:txEl>
                                          </p:spTgt>
                                        </p:tgtEl>
                                        <p:attrNameLst>
                                          <p:attrName>ppt_w</p:attrName>
                                        </p:attrNameLst>
                                      </p:cBhvr>
                                      <p:tavLst>
                                        <p:tav tm="0">
                                          <p:val>
                                            <p:strVal val="#ppt_w*0.70"/>
                                          </p:val>
                                        </p:tav>
                                        <p:tav tm="100000">
                                          <p:val>
                                            <p:strVal val="#ppt_w"/>
                                          </p:val>
                                        </p:tav>
                                      </p:tavLst>
                                    </p:anim>
                                    <p:anim calcmode="lin" valueType="num">
                                      <p:cBhvr>
                                        <p:cTn id="14" dur="1000" fill="hold"/>
                                        <p:tgtEl>
                                          <p:spTgt spid="314371">
                                            <p:txEl>
                                              <p:pRg st="2" end="2"/>
                                            </p:txEl>
                                          </p:spTgt>
                                        </p:tgtEl>
                                        <p:attrNameLst>
                                          <p:attrName>ppt_h</p:attrName>
                                        </p:attrNameLst>
                                      </p:cBhvr>
                                      <p:tavLst>
                                        <p:tav tm="0">
                                          <p:val>
                                            <p:strVal val="#ppt_h"/>
                                          </p:val>
                                        </p:tav>
                                        <p:tav tm="100000">
                                          <p:val>
                                            <p:strVal val="#ppt_h"/>
                                          </p:val>
                                        </p:tav>
                                      </p:tavLst>
                                    </p:anim>
                                    <p:animEffect transition="in" filter="fade">
                                      <p:cBhvr>
                                        <p:cTn id="15" dur="1000"/>
                                        <p:tgtEl>
                                          <p:spTgt spid="314371">
                                            <p:txEl>
                                              <p:pRg st="2" end="2"/>
                                            </p:txEl>
                                          </p:spTgt>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314371">
                                            <p:txEl>
                                              <p:pRg st="3" end="3"/>
                                            </p:txEl>
                                          </p:spTgt>
                                        </p:tgtEl>
                                        <p:attrNameLst>
                                          <p:attrName>style.visibility</p:attrName>
                                        </p:attrNameLst>
                                      </p:cBhvr>
                                      <p:to>
                                        <p:strVal val="visible"/>
                                      </p:to>
                                    </p:set>
                                    <p:anim calcmode="lin" valueType="num">
                                      <p:cBhvr>
                                        <p:cTn id="19" dur="1000" fill="hold"/>
                                        <p:tgtEl>
                                          <p:spTgt spid="314371">
                                            <p:txEl>
                                              <p:pRg st="3" end="3"/>
                                            </p:txEl>
                                          </p:spTgt>
                                        </p:tgtEl>
                                        <p:attrNameLst>
                                          <p:attrName>ppt_w</p:attrName>
                                        </p:attrNameLst>
                                      </p:cBhvr>
                                      <p:tavLst>
                                        <p:tav tm="0">
                                          <p:val>
                                            <p:strVal val="#ppt_w*0.70"/>
                                          </p:val>
                                        </p:tav>
                                        <p:tav tm="100000">
                                          <p:val>
                                            <p:strVal val="#ppt_w"/>
                                          </p:val>
                                        </p:tav>
                                      </p:tavLst>
                                    </p:anim>
                                    <p:anim calcmode="lin" valueType="num">
                                      <p:cBhvr>
                                        <p:cTn id="20" dur="1000" fill="hold"/>
                                        <p:tgtEl>
                                          <p:spTgt spid="314371">
                                            <p:txEl>
                                              <p:pRg st="3" end="3"/>
                                            </p:txEl>
                                          </p:spTgt>
                                        </p:tgtEl>
                                        <p:attrNameLst>
                                          <p:attrName>ppt_h</p:attrName>
                                        </p:attrNameLst>
                                      </p:cBhvr>
                                      <p:tavLst>
                                        <p:tav tm="0">
                                          <p:val>
                                            <p:strVal val="#ppt_h"/>
                                          </p:val>
                                        </p:tav>
                                        <p:tav tm="100000">
                                          <p:val>
                                            <p:strVal val="#ppt_h"/>
                                          </p:val>
                                        </p:tav>
                                      </p:tavLst>
                                    </p:anim>
                                    <p:animEffect transition="in" filter="fade">
                                      <p:cBhvr>
                                        <p:cTn id="21" dur="1000"/>
                                        <p:tgtEl>
                                          <p:spTgt spid="314371">
                                            <p:txEl>
                                              <p:pRg st="3" end="3"/>
                                            </p:txEl>
                                          </p:spTgt>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314371">
                                            <p:txEl>
                                              <p:pRg st="4" end="4"/>
                                            </p:txEl>
                                          </p:spTgt>
                                        </p:tgtEl>
                                        <p:attrNameLst>
                                          <p:attrName>style.visibility</p:attrName>
                                        </p:attrNameLst>
                                      </p:cBhvr>
                                      <p:to>
                                        <p:strVal val="visible"/>
                                      </p:to>
                                    </p:set>
                                    <p:anim calcmode="lin" valueType="num">
                                      <p:cBhvr>
                                        <p:cTn id="25" dur="1000" fill="hold"/>
                                        <p:tgtEl>
                                          <p:spTgt spid="314371">
                                            <p:txEl>
                                              <p:pRg st="4" end="4"/>
                                            </p:txEl>
                                          </p:spTgt>
                                        </p:tgtEl>
                                        <p:attrNameLst>
                                          <p:attrName>ppt_w</p:attrName>
                                        </p:attrNameLst>
                                      </p:cBhvr>
                                      <p:tavLst>
                                        <p:tav tm="0">
                                          <p:val>
                                            <p:strVal val="#ppt_w*0.70"/>
                                          </p:val>
                                        </p:tav>
                                        <p:tav tm="100000">
                                          <p:val>
                                            <p:strVal val="#ppt_w"/>
                                          </p:val>
                                        </p:tav>
                                      </p:tavLst>
                                    </p:anim>
                                    <p:anim calcmode="lin" valueType="num">
                                      <p:cBhvr>
                                        <p:cTn id="26" dur="1000" fill="hold"/>
                                        <p:tgtEl>
                                          <p:spTgt spid="314371">
                                            <p:txEl>
                                              <p:pRg st="4" end="4"/>
                                            </p:txEl>
                                          </p:spTgt>
                                        </p:tgtEl>
                                        <p:attrNameLst>
                                          <p:attrName>ppt_h</p:attrName>
                                        </p:attrNameLst>
                                      </p:cBhvr>
                                      <p:tavLst>
                                        <p:tav tm="0">
                                          <p:val>
                                            <p:strVal val="#ppt_h"/>
                                          </p:val>
                                        </p:tav>
                                        <p:tav tm="100000">
                                          <p:val>
                                            <p:strVal val="#ppt_h"/>
                                          </p:val>
                                        </p:tav>
                                      </p:tavLst>
                                    </p:anim>
                                    <p:animEffect transition="in" filter="fade">
                                      <p:cBhvr>
                                        <p:cTn id="27" dur="1000"/>
                                        <p:tgtEl>
                                          <p:spTgt spid="314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48B694E5-2AB0-4742-97D9-F4C56BB46B62}" type="datetime1">
              <a:rPr lang="zh-CN" altLang="en-US"/>
            </a:fld>
            <a:endParaRPr lang="zh-CN" altLang="en-US"/>
          </a:p>
        </p:txBody>
      </p:sp>
      <p:sp>
        <p:nvSpPr>
          <p:cNvPr id="315394" name="Rectangle 2"/>
          <p:cNvSpPr>
            <a:spLocks noGrp="1" noChangeArrowheads="1"/>
          </p:cNvSpPr>
          <p:nvPr>
            <p:ph type="title" idx="4294967295"/>
          </p:nvPr>
        </p:nvSpPr>
        <p:spPr>
          <a:xfrm>
            <a:off x="755650" y="333375"/>
            <a:ext cx="7089775" cy="563563"/>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sp>
        <p:nvSpPr>
          <p:cNvPr id="315395" name="Rectangle 3"/>
          <p:cNvSpPr>
            <a:spLocks noGrp="1" noChangeArrowheads="1"/>
          </p:cNvSpPr>
          <p:nvPr>
            <p:ph type="body" sz="half" idx="4294967295"/>
          </p:nvPr>
        </p:nvSpPr>
        <p:spPr>
          <a:xfrm>
            <a:off x="1476375" y="1916113"/>
            <a:ext cx="5662613" cy="2635250"/>
          </a:xfrm>
          <a:ln w="57150">
            <a:solidFill>
              <a:srgbClr val="000000"/>
            </a:solidFill>
          </a:ln>
        </p:spPr>
        <p:txBody>
          <a:bodyPr/>
          <a:lstStyle/>
          <a:p>
            <a:pPr marL="0" indent="0">
              <a:lnSpc>
                <a:spcPct val="150000"/>
              </a:lnSpc>
              <a:buFont typeface="Wingdings" panose="05000000000000000000" pitchFamily="2" charset="2"/>
              <a:buNone/>
              <a:defRPr/>
            </a:pPr>
            <a:r>
              <a:rPr lang="zh-CN" altLang="en-US" b="1">
                <a:solidFill>
                  <a:srgbClr val="FF0000"/>
                </a:solidFill>
                <a:effectLst>
                  <a:outerShdw blurRad="38100" dist="38100" dir="2700000" algn="tl">
                    <a:srgbClr val="C0C0C0"/>
                  </a:outerShdw>
                </a:effectLst>
              </a:rPr>
              <a:t>  </a:t>
            </a:r>
            <a:r>
              <a:rPr lang="en-US" altLang="zh-CN" b="1">
                <a:solidFill>
                  <a:srgbClr val="FF0000"/>
                </a:solidFill>
                <a:effectLst>
                  <a:outerShdw blurRad="38100" dist="38100" dir="2700000" algn="tl">
                    <a:srgbClr val="C0C0C0"/>
                  </a:outerShdw>
                </a:effectLst>
              </a:rPr>
              <a:t>Parseval</a:t>
            </a:r>
            <a:r>
              <a:rPr lang="zh-CN" altLang="en-US" b="1">
                <a:solidFill>
                  <a:srgbClr val="FF0000"/>
                </a:solidFill>
                <a:effectLst>
                  <a:outerShdw blurRad="38100" dist="38100" dir="2700000" algn="tl">
                    <a:srgbClr val="C0C0C0"/>
                  </a:outerShdw>
                </a:effectLst>
              </a:rPr>
              <a:t>定理：</a:t>
            </a:r>
            <a:r>
              <a:rPr lang="zh-CN" altLang="en-US" b="1">
                <a:solidFill>
                  <a:srgbClr val="000000"/>
                </a:solidFill>
              </a:rPr>
              <a:t>周期信号的功率等 于该信号在完备正交函数集中各分量功率之和。 </a:t>
            </a:r>
            <a:endParaRPr lang="zh-CN" altLang="en-US" b="1">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15639"/>
    </mc:Choice>
    <mc:Fallback>
      <p:transition spd="slow" advTm="156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315395">
                                            <p:txEl>
                                              <p:pRg st="0" end="0"/>
                                            </p:txEl>
                                          </p:spTgt>
                                        </p:tgtEl>
                                        <p:attrNameLst>
                                          <p:attrName>style.visibility</p:attrName>
                                        </p:attrNameLst>
                                      </p:cBhvr>
                                      <p:to>
                                        <p:strVal val="visible"/>
                                      </p:to>
                                    </p:set>
                                    <p:anim calcmode="lin" valueType="num">
                                      <p:cBhvr>
                                        <p:cTn id="7" dur="1000" fill="hold"/>
                                        <p:tgtEl>
                                          <p:spTgt spid="31539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1539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153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5" grpId="0" build="p"/>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C9736E06-3532-4DF7-BE44-71B672FE5457}" type="datetime1">
              <a:rPr lang="zh-CN" altLang="en-US"/>
            </a:fld>
            <a:endParaRPr lang="zh-CN" altLang="en-US"/>
          </a:p>
        </p:txBody>
      </p:sp>
      <p:sp>
        <p:nvSpPr>
          <p:cNvPr id="316418" name="Rectangle 2"/>
          <p:cNvSpPr>
            <a:spLocks noGrp="1" noChangeArrowheads="1"/>
          </p:cNvSpPr>
          <p:nvPr>
            <p:ph type="title" idx="4294967295"/>
          </p:nvPr>
        </p:nvSpPr>
        <p:spPr>
          <a:xfrm>
            <a:off x="782638" y="246063"/>
            <a:ext cx="6731000" cy="492125"/>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sp>
        <p:nvSpPr>
          <p:cNvPr id="316419" name="Rectangle 3"/>
          <p:cNvSpPr>
            <a:spLocks noGrp="1" noChangeArrowheads="1"/>
          </p:cNvSpPr>
          <p:nvPr>
            <p:ph type="body" sz="half" idx="4294967295"/>
          </p:nvPr>
        </p:nvSpPr>
        <p:spPr>
          <a:xfrm>
            <a:off x="1366838" y="1412875"/>
            <a:ext cx="6997700" cy="2447925"/>
          </a:xfrm>
          <a:ln w="57150">
            <a:solidFill>
              <a:srgbClr val="FF0000"/>
            </a:solidFill>
            <a:miter lim="800000"/>
          </a:ln>
        </p:spPr>
        <p:txBody>
          <a:bodyPr/>
          <a:lstStyle/>
          <a:p>
            <a:pPr marL="0" indent="0">
              <a:lnSpc>
                <a:spcPct val="125000"/>
              </a:lnSpc>
              <a:buFont typeface="Wingdings" panose="05000000000000000000" pitchFamily="2" charset="2"/>
              <a:buNone/>
            </a:pPr>
            <a:r>
              <a:rPr lang="zh-CN" altLang="en-US" sz="2000" b="1">
                <a:solidFill>
                  <a:srgbClr val="000000"/>
                </a:solidFill>
              </a:rPr>
              <a:t>     设</a:t>
            </a:r>
            <a:r>
              <a:rPr lang="en-US" altLang="zh-CN" sz="2000" b="1">
                <a:solidFill>
                  <a:srgbClr val="000000"/>
                </a:solidFill>
              </a:rPr>
              <a:t>{g</a:t>
            </a:r>
            <a:r>
              <a:rPr lang="en-US" altLang="zh-CN" sz="2000" b="1" baseline="-25000">
                <a:solidFill>
                  <a:srgbClr val="000000"/>
                </a:solidFill>
              </a:rPr>
              <a:t>1</a:t>
            </a:r>
            <a:r>
              <a:rPr lang="en-US" altLang="zh-CN" sz="2000" b="1">
                <a:solidFill>
                  <a:srgbClr val="000000"/>
                </a:solidFill>
              </a:rPr>
              <a:t>(t)</a:t>
            </a:r>
            <a:r>
              <a:rPr lang="zh-CN" altLang="en-US" sz="2000" b="1">
                <a:solidFill>
                  <a:srgbClr val="000000"/>
                </a:solidFill>
              </a:rPr>
              <a:t>，</a:t>
            </a:r>
            <a:r>
              <a:rPr lang="en-US" altLang="zh-CN" sz="2000" b="1">
                <a:solidFill>
                  <a:srgbClr val="000000"/>
                </a:solidFill>
              </a:rPr>
              <a:t>g</a:t>
            </a:r>
            <a:r>
              <a:rPr lang="en-US" altLang="zh-CN" sz="2000" b="1" baseline="-25000">
                <a:solidFill>
                  <a:srgbClr val="000000"/>
                </a:solidFill>
              </a:rPr>
              <a:t>2</a:t>
            </a:r>
            <a:r>
              <a:rPr lang="en-US" altLang="zh-CN" sz="2000" b="1">
                <a:solidFill>
                  <a:srgbClr val="000000"/>
                </a:solidFill>
              </a:rPr>
              <a:t>(t),…</a:t>
            </a:r>
            <a:r>
              <a:rPr lang="zh-CN" altLang="en-US" sz="2000" b="1">
                <a:solidFill>
                  <a:srgbClr val="000000"/>
                </a:solidFill>
              </a:rPr>
              <a:t>，</a:t>
            </a:r>
            <a:r>
              <a:rPr lang="en-US" altLang="zh-CN" sz="2000" b="1">
                <a:solidFill>
                  <a:srgbClr val="000000"/>
                </a:solidFill>
              </a:rPr>
              <a:t>g</a:t>
            </a:r>
            <a:r>
              <a:rPr lang="en-US" altLang="zh-CN" sz="2000" b="1" baseline="-25000">
                <a:solidFill>
                  <a:srgbClr val="000000"/>
                </a:solidFill>
              </a:rPr>
              <a:t>n</a:t>
            </a:r>
            <a:r>
              <a:rPr lang="en-US" altLang="zh-CN" sz="2000" b="1">
                <a:solidFill>
                  <a:srgbClr val="000000"/>
                </a:solidFill>
              </a:rPr>
              <a:t>(t)</a:t>
            </a:r>
            <a:r>
              <a:rPr lang="zh-CN" altLang="en-US" sz="2000" b="1">
                <a:solidFill>
                  <a:srgbClr val="000000"/>
                </a:solidFill>
              </a:rPr>
              <a:t>，</a:t>
            </a:r>
            <a:r>
              <a:rPr lang="en-US" altLang="zh-CN" sz="2000" b="1">
                <a:solidFill>
                  <a:srgbClr val="000000"/>
                </a:solidFill>
              </a:rPr>
              <a:t>…}</a:t>
            </a:r>
            <a:r>
              <a:rPr lang="zh-CN" altLang="en-US" sz="2000" b="1">
                <a:solidFill>
                  <a:srgbClr val="000000"/>
                </a:solidFill>
              </a:rPr>
              <a:t>为完备正交函数集。</a:t>
            </a:r>
            <a:endParaRPr lang="zh-CN" altLang="en-US" sz="2000" b="1">
              <a:solidFill>
                <a:srgbClr val="000000"/>
              </a:solidFill>
            </a:endParaRPr>
          </a:p>
          <a:p>
            <a:pPr marL="0" indent="0">
              <a:lnSpc>
                <a:spcPct val="125000"/>
              </a:lnSpc>
              <a:buFont typeface="Wingdings" panose="05000000000000000000" pitchFamily="2" charset="2"/>
              <a:buNone/>
            </a:pPr>
            <a:r>
              <a:rPr lang="zh-CN" altLang="en-US" sz="2000" b="1">
                <a:solidFill>
                  <a:srgbClr val="000000"/>
                </a:solidFill>
              </a:rPr>
              <a:t>     </a:t>
            </a:r>
            <a:r>
              <a:rPr lang="en-US" altLang="zh-CN" sz="2000" b="1">
                <a:solidFill>
                  <a:srgbClr val="000000"/>
                </a:solidFill>
              </a:rPr>
              <a:t>f(t)=c</a:t>
            </a:r>
            <a:r>
              <a:rPr lang="en-US" altLang="zh-CN" sz="2000" b="1" baseline="-25000">
                <a:solidFill>
                  <a:srgbClr val="000000"/>
                </a:solidFill>
              </a:rPr>
              <a:t>1</a:t>
            </a:r>
            <a:r>
              <a:rPr lang="en-US" altLang="zh-CN" sz="2000" b="1">
                <a:solidFill>
                  <a:srgbClr val="000000"/>
                </a:solidFill>
              </a:rPr>
              <a:t>g</a:t>
            </a:r>
            <a:r>
              <a:rPr lang="en-US" altLang="zh-CN" sz="2000" b="1" baseline="-25000">
                <a:solidFill>
                  <a:srgbClr val="000000"/>
                </a:solidFill>
              </a:rPr>
              <a:t>1</a:t>
            </a:r>
            <a:r>
              <a:rPr lang="en-US" altLang="zh-CN" sz="2000" b="1">
                <a:solidFill>
                  <a:srgbClr val="000000"/>
                </a:solidFill>
              </a:rPr>
              <a:t>(t)+c</a:t>
            </a:r>
            <a:r>
              <a:rPr lang="en-US" altLang="zh-CN" sz="2000" b="1" baseline="-25000">
                <a:solidFill>
                  <a:srgbClr val="000000"/>
                </a:solidFill>
              </a:rPr>
              <a:t>2</a:t>
            </a:r>
            <a:r>
              <a:rPr lang="en-US" altLang="zh-CN" sz="2000" b="1">
                <a:solidFill>
                  <a:srgbClr val="000000"/>
                </a:solidFill>
              </a:rPr>
              <a:t>g</a:t>
            </a:r>
            <a:r>
              <a:rPr lang="en-US" altLang="zh-CN" sz="2000" b="1" baseline="-25000">
                <a:solidFill>
                  <a:srgbClr val="000000"/>
                </a:solidFill>
              </a:rPr>
              <a:t>2</a:t>
            </a:r>
            <a:r>
              <a:rPr lang="en-US" altLang="zh-CN" sz="2000" b="1">
                <a:solidFill>
                  <a:srgbClr val="000000"/>
                </a:solidFill>
              </a:rPr>
              <a:t>(t)+…+c</a:t>
            </a:r>
            <a:r>
              <a:rPr lang="en-US" altLang="zh-CN" sz="2000" b="1" baseline="-25000">
                <a:solidFill>
                  <a:srgbClr val="000000"/>
                </a:solidFill>
              </a:rPr>
              <a:t>n</a:t>
            </a:r>
            <a:r>
              <a:rPr lang="en-US" altLang="zh-CN" sz="2000" b="1">
                <a:solidFill>
                  <a:srgbClr val="000000"/>
                </a:solidFill>
              </a:rPr>
              <a:t>g</a:t>
            </a:r>
            <a:r>
              <a:rPr lang="en-US" altLang="zh-CN" sz="2000" b="1" baseline="-25000">
                <a:solidFill>
                  <a:srgbClr val="000000"/>
                </a:solidFill>
              </a:rPr>
              <a:t>n</a:t>
            </a:r>
            <a:r>
              <a:rPr lang="en-US" altLang="zh-CN" sz="2000" b="1">
                <a:solidFill>
                  <a:srgbClr val="000000"/>
                </a:solidFill>
              </a:rPr>
              <a:t>(t)+…  </a:t>
            </a:r>
            <a:endParaRPr lang="en-US" altLang="zh-CN" sz="2000" b="1">
              <a:solidFill>
                <a:srgbClr val="000000"/>
              </a:solidFill>
            </a:endParaRPr>
          </a:p>
          <a:p>
            <a:pPr marL="0" indent="0">
              <a:lnSpc>
                <a:spcPct val="125000"/>
              </a:lnSpc>
              <a:buFont typeface="Wingdings" panose="05000000000000000000" pitchFamily="2" charset="2"/>
              <a:buNone/>
            </a:pPr>
            <a:r>
              <a:rPr lang="en-US" altLang="zh-CN" sz="2000" b="1">
                <a:solidFill>
                  <a:srgbClr val="000000"/>
                </a:solidFill>
              </a:rPr>
              <a:t>                                        t</a:t>
            </a:r>
            <a:r>
              <a:rPr lang="en-US" altLang="zh-CN" sz="2000" b="1" baseline="-25000">
                <a:solidFill>
                  <a:srgbClr val="000000"/>
                </a:solidFill>
              </a:rPr>
              <a:t>1</a:t>
            </a:r>
            <a:r>
              <a:rPr lang="en-US" altLang="zh-CN" sz="2000" b="1">
                <a:solidFill>
                  <a:srgbClr val="000000"/>
                </a:solidFill>
              </a:rPr>
              <a:t>&lt;t&lt;t</a:t>
            </a:r>
            <a:r>
              <a:rPr lang="en-US" altLang="zh-CN" sz="2000" b="1" baseline="-25000">
                <a:solidFill>
                  <a:srgbClr val="000000"/>
                </a:solidFill>
              </a:rPr>
              <a:t>1</a:t>
            </a:r>
            <a:r>
              <a:rPr lang="en-US" altLang="zh-CN" sz="2000" b="1">
                <a:solidFill>
                  <a:srgbClr val="000000"/>
                </a:solidFill>
              </a:rPr>
              <a:t>+T</a:t>
            </a:r>
            <a:endParaRPr lang="en-US" altLang="zh-CN" sz="2000" b="1">
              <a:solidFill>
                <a:srgbClr val="000000"/>
              </a:solidFill>
            </a:endParaRPr>
          </a:p>
          <a:p>
            <a:pPr marL="0" indent="0">
              <a:lnSpc>
                <a:spcPct val="125000"/>
              </a:lnSpc>
              <a:buFont typeface="Wingdings" panose="05000000000000000000" pitchFamily="2" charset="2"/>
              <a:buNone/>
            </a:pPr>
            <a:r>
              <a:rPr lang="en-US" altLang="zh-CN" sz="2000" b="1">
                <a:solidFill>
                  <a:srgbClr val="000000"/>
                </a:solidFill>
              </a:rPr>
              <a:t>     </a:t>
            </a:r>
            <a:r>
              <a:rPr lang="zh-CN" altLang="en-US" sz="2000" b="1">
                <a:solidFill>
                  <a:srgbClr val="000000"/>
                </a:solidFill>
              </a:rPr>
              <a:t>则信号功率</a:t>
            </a:r>
            <a:r>
              <a:rPr lang="en-US" altLang="zh-CN" sz="2000" b="1">
                <a:solidFill>
                  <a:srgbClr val="000000"/>
                </a:solidFill>
              </a:rPr>
              <a:t>(</a:t>
            </a:r>
            <a:r>
              <a:rPr lang="zh-CN" altLang="en-US" sz="2000" b="1">
                <a:solidFill>
                  <a:srgbClr val="000000"/>
                </a:solidFill>
              </a:rPr>
              <a:t>方均值</a:t>
            </a:r>
            <a:r>
              <a:rPr lang="en-US" altLang="zh-CN" sz="2000" b="1">
                <a:solidFill>
                  <a:srgbClr val="000000"/>
                </a:solidFill>
              </a:rPr>
              <a:t>)   </a:t>
            </a:r>
            <a:endParaRPr lang="en-US" altLang="zh-CN" sz="2000" b="1">
              <a:solidFill>
                <a:srgbClr val="000000"/>
              </a:solidFill>
            </a:endParaRPr>
          </a:p>
          <a:p>
            <a:pPr marL="0" indent="0">
              <a:lnSpc>
                <a:spcPct val="125000"/>
              </a:lnSpc>
              <a:buFont typeface="Wingdings" panose="05000000000000000000" pitchFamily="2" charset="2"/>
              <a:buNone/>
            </a:pPr>
            <a:r>
              <a:rPr lang="en-US" altLang="zh-CN" sz="2000" b="1">
                <a:solidFill>
                  <a:srgbClr val="000000"/>
                </a:solidFill>
              </a:rPr>
              <a:t>        </a:t>
            </a:r>
            <a:endParaRPr lang="en-US" altLang="zh-CN" sz="2000" b="1">
              <a:solidFill>
                <a:srgbClr val="000000"/>
              </a:solidFill>
            </a:endParaRPr>
          </a:p>
        </p:txBody>
      </p:sp>
      <p:graphicFrame>
        <p:nvGraphicFramePr>
          <p:cNvPr id="316420" name="Object 4"/>
          <p:cNvGraphicFramePr>
            <a:graphicFrameLocks noGrp="1" noChangeAspect="1"/>
          </p:cNvGraphicFramePr>
          <p:nvPr>
            <p:ph sz="half" idx="4294967295"/>
          </p:nvPr>
        </p:nvGraphicFramePr>
        <p:xfrm>
          <a:off x="1547813" y="4076700"/>
          <a:ext cx="6769100" cy="2130425"/>
        </p:xfrm>
        <a:graphic>
          <a:graphicData uri="http://schemas.openxmlformats.org/presentationml/2006/ole">
            <mc:AlternateContent xmlns:mc="http://schemas.openxmlformats.org/markup-compatibility/2006">
              <mc:Choice xmlns:v="urn:schemas-microsoft-com:vml" Requires="v">
                <p:oleObj spid="_x0000_s178248" name="公式" r:id="rId1" imgW="2743200" imgH="863600" progId="Equation.3">
                  <p:embed/>
                </p:oleObj>
              </mc:Choice>
              <mc:Fallback>
                <p:oleObj name="公式" r:id="rId1" imgW="2743200" imgH="8636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4076700"/>
                        <a:ext cx="6769100" cy="2130425"/>
                      </a:xfrm>
                      <a:prstGeom prst="rect">
                        <a:avLst/>
                      </a:prstGeom>
                      <a:solidFill>
                        <a:srgbClr val="FF9900"/>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66744"/>
    </mc:Choice>
    <mc:Fallback>
      <p:transition spd="slow" advTm="667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316419">
                                            <p:bg/>
                                          </p:spTgt>
                                        </p:tgtEl>
                                        <p:attrNameLst>
                                          <p:attrName>style.visibility</p:attrName>
                                        </p:attrNameLst>
                                      </p:cBhvr>
                                      <p:to>
                                        <p:strVal val="visible"/>
                                      </p:to>
                                    </p:set>
                                    <p:anim calcmode="lin" valueType="num">
                                      <p:cBhvr>
                                        <p:cTn id="7" dur="1000" fill="hold"/>
                                        <p:tgtEl>
                                          <p:spTgt spid="316419">
                                            <p:bg/>
                                          </p:spTgt>
                                        </p:tgtEl>
                                        <p:attrNameLst>
                                          <p:attrName>ppt_w</p:attrName>
                                        </p:attrNameLst>
                                      </p:cBhvr>
                                      <p:tavLst>
                                        <p:tav tm="0">
                                          <p:val>
                                            <p:strVal val="#ppt_w*0.70"/>
                                          </p:val>
                                        </p:tav>
                                        <p:tav tm="100000">
                                          <p:val>
                                            <p:strVal val="#ppt_w"/>
                                          </p:val>
                                        </p:tav>
                                      </p:tavLst>
                                    </p:anim>
                                    <p:anim calcmode="lin" valueType="num">
                                      <p:cBhvr>
                                        <p:cTn id="8" dur="1000" fill="hold"/>
                                        <p:tgtEl>
                                          <p:spTgt spid="316419">
                                            <p:bg/>
                                          </p:spTgt>
                                        </p:tgtEl>
                                        <p:attrNameLst>
                                          <p:attrName>ppt_h</p:attrName>
                                        </p:attrNameLst>
                                      </p:cBhvr>
                                      <p:tavLst>
                                        <p:tav tm="0">
                                          <p:val>
                                            <p:strVal val="#ppt_h"/>
                                          </p:val>
                                        </p:tav>
                                        <p:tav tm="100000">
                                          <p:val>
                                            <p:strVal val="#ppt_h"/>
                                          </p:val>
                                        </p:tav>
                                      </p:tavLst>
                                    </p:anim>
                                    <p:animEffect transition="in" filter="fade">
                                      <p:cBhvr>
                                        <p:cTn id="9" dur="1000"/>
                                        <p:tgtEl>
                                          <p:spTgt spid="316419">
                                            <p:bg/>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316419">
                                            <p:txEl>
                                              <p:pRg st="0" end="0"/>
                                            </p:txEl>
                                          </p:spTgt>
                                        </p:tgtEl>
                                        <p:attrNameLst>
                                          <p:attrName>style.visibility</p:attrName>
                                        </p:attrNameLst>
                                      </p:cBhvr>
                                      <p:to>
                                        <p:strVal val="visible"/>
                                      </p:to>
                                    </p:set>
                                    <p:anim calcmode="lin" valueType="num">
                                      <p:cBhvr>
                                        <p:cTn id="13" dur="1000" fill="hold"/>
                                        <p:tgtEl>
                                          <p:spTgt spid="316419">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316419">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316419">
                                            <p:txEl>
                                              <p:pRg st="0" end="0"/>
                                            </p:txEl>
                                          </p:spTgt>
                                        </p:tgtEl>
                                      </p:cBhvr>
                                    </p:animEffect>
                                  </p:childTnLst>
                                </p:cTn>
                              </p:par>
                            </p:childTnLst>
                          </p:cTn>
                        </p:par>
                        <p:par>
                          <p:cTn id="16" fill="hold">
                            <p:stCondLst>
                              <p:cond delay="2000"/>
                            </p:stCondLst>
                            <p:childTnLst>
                              <p:par>
                                <p:cTn id="17" presetID="55" presetClass="entr" presetSubtype="0" fill="hold" grpId="0" nodeType="afterEffect">
                                  <p:stCondLst>
                                    <p:cond delay="0"/>
                                  </p:stCondLst>
                                  <p:childTnLst>
                                    <p:set>
                                      <p:cBhvr>
                                        <p:cTn id="18" dur="1" fill="hold">
                                          <p:stCondLst>
                                            <p:cond delay="0"/>
                                          </p:stCondLst>
                                        </p:cTn>
                                        <p:tgtEl>
                                          <p:spTgt spid="316419">
                                            <p:txEl>
                                              <p:pRg st="1" end="1"/>
                                            </p:txEl>
                                          </p:spTgt>
                                        </p:tgtEl>
                                        <p:attrNameLst>
                                          <p:attrName>style.visibility</p:attrName>
                                        </p:attrNameLst>
                                      </p:cBhvr>
                                      <p:to>
                                        <p:strVal val="visible"/>
                                      </p:to>
                                    </p:set>
                                    <p:anim calcmode="lin" valueType="num">
                                      <p:cBhvr>
                                        <p:cTn id="19" dur="1000" fill="hold"/>
                                        <p:tgtEl>
                                          <p:spTgt spid="316419">
                                            <p:txEl>
                                              <p:pRg st="1" end="1"/>
                                            </p:txEl>
                                          </p:spTgt>
                                        </p:tgtEl>
                                        <p:attrNameLst>
                                          <p:attrName>ppt_w</p:attrName>
                                        </p:attrNameLst>
                                      </p:cBhvr>
                                      <p:tavLst>
                                        <p:tav tm="0">
                                          <p:val>
                                            <p:strVal val="#ppt_w*0.70"/>
                                          </p:val>
                                        </p:tav>
                                        <p:tav tm="100000">
                                          <p:val>
                                            <p:strVal val="#ppt_w"/>
                                          </p:val>
                                        </p:tav>
                                      </p:tavLst>
                                    </p:anim>
                                    <p:anim calcmode="lin" valueType="num">
                                      <p:cBhvr>
                                        <p:cTn id="20" dur="1000" fill="hold"/>
                                        <p:tgtEl>
                                          <p:spTgt spid="316419">
                                            <p:txEl>
                                              <p:pRg st="1" end="1"/>
                                            </p:txEl>
                                          </p:spTgt>
                                        </p:tgtEl>
                                        <p:attrNameLst>
                                          <p:attrName>ppt_h</p:attrName>
                                        </p:attrNameLst>
                                      </p:cBhvr>
                                      <p:tavLst>
                                        <p:tav tm="0">
                                          <p:val>
                                            <p:strVal val="#ppt_h"/>
                                          </p:val>
                                        </p:tav>
                                        <p:tav tm="100000">
                                          <p:val>
                                            <p:strVal val="#ppt_h"/>
                                          </p:val>
                                        </p:tav>
                                      </p:tavLst>
                                    </p:anim>
                                    <p:animEffect transition="in" filter="fade">
                                      <p:cBhvr>
                                        <p:cTn id="21" dur="1000"/>
                                        <p:tgtEl>
                                          <p:spTgt spid="316419">
                                            <p:txEl>
                                              <p:pRg st="1" end="1"/>
                                            </p:txEl>
                                          </p:spTgt>
                                        </p:tgtEl>
                                      </p:cBhvr>
                                    </p:animEffect>
                                  </p:childTnLst>
                                </p:cTn>
                              </p:par>
                            </p:childTnLst>
                          </p:cTn>
                        </p:par>
                        <p:par>
                          <p:cTn id="22" fill="hold">
                            <p:stCondLst>
                              <p:cond delay="3000"/>
                            </p:stCondLst>
                            <p:childTnLst>
                              <p:par>
                                <p:cTn id="23" presetID="55" presetClass="entr" presetSubtype="0" fill="hold" grpId="0" nodeType="afterEffect">
                                  <p:stCondLst>
                                    <p:cond delay="0"/>
                                  </p:stCondLst>
                                  <p:childTnLst>
                                    <p:set>
                                      <p:cBhvr>
                                        <p:cTn id="24" dur="1" fill="hold">
                                          <p:stCondLst>
                                            <p:cond delay="0"/>
                                          </p:stCondLst>
                                        </p:cTn>
                                        <p:tgtEl>
                                          <p:spTgt spid="316419">
                                            <p:txEl>
                                              <p:pRg st="2" end="2"/>
                                            </p:txEl>
                                          </p:spTgt>
                                        </p:tgtEl>
                                        <p:attrNameLst>
                                          <p:attrName>style.visibility</p:attrName>
                                        </p:attrNameLst>
                                      </p:cBhvr>
                                      <p:to>
                                        <p:strVal val="visible"/>
                                      </p:to>
                                    </p:set>
                                    <p:anim calcmode="lin" valueType="num">
                                      <p:cBhvr>
                                        <p:cTn id="25" dur="1000" fill="hold"/>
                                        <p:tgtEl>
                                          <p:spTgt spid="316419">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316419">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316419">
                                            <p:txEl>
                                              <p:pRg st="2" end="2"/>
                                            </p:txEl>
                                          </p:spTgt>
                                        </p:tgtEl>
                                      </p:cBhvr>
                                    </p:animEffect>
                                  </p:childTnLst>
                                </p:cTn>
                              </p:par>
                            </p:childTnLst>
                          </p:cTn>
                        </p:par>
                        <p:par>
                          <p:cTn id="28" fill="hold">
                            <p:stCondLst>
                              <p:cond delay="4000"/>
                            </p:stCondLst>
                            <p:childTnLst>
                              <p:par>
                                <p:cTn id="29" presetID="55" presetClass="entr" presetSubtype="0" fill="hold" grpId="0" nodeType="afterEffect">
                                  <p:stCondLst>
                                    <p:cond delay="0"/>
                                  </p:stCondLst>
                                  <p:childTnLst>
                                    <p:set>
                                      <p:cBhvr>
                                        <p:cTn id="30" dur="1" fill="hold">
                                          <p:stCondLst>
                                            <p:cond delay="0"/>
                                          </p:stCondLst>
                                        </p:cTn>
                                        <p:tgtEl>
                                          <p:spTgt spid="316419">
                                            <p:txEl>
                                              <p:pRg st="3" end="3"/>
                                            </p:txEl>
                                          </p:spTgt>
                                        </p:tgtEl>
                                        <p:attrNameLst>
                                          <p:attrName>style.visibility</p:attrName>
                                        </p:attrNameLst>
                                      </p:cBhvr>
                                      <p:to>
                                        <p:strVal val="visible"/>
                                      </p:to>
                                    </p:set>
                                    <p:anim calcmode="lin" valueType="num">
                                      <p:cBhvr>
                                        <p:cTn id="31" dur="1000" fill="hold"/>
                                        <p:tgtEl>
                                          <p:spTgt spid="316419">
                                            <p:txEl>
                                              <p:pRg st="3" end="3"/>
                                            </p:txEl>
                                          </p:spTgt>
                                        </p:tgtEl>
                                        <p:attrNameLst>
                                          <p:attrName>ppt_w</p:attrName>
                                        </p:attrNameLst>
                                      </p:cBhvr>
                                      <p:tavLst>
                                        <p:tav tm="0">
                                          <p:val>
                                            <p:strVal val="#ppt_w*0.70"/>
                                          </p:val>
                                        </p:tav>
                                        <p:tav tm="100000">
                                          <p:val>
                                            <p:strVal val="#ppt_w"/>
                                          </p:val>
                                        </p:tav>
                                      </p:tavLst>
                                    </p:anim>
                                    <p:anim calcmode="lin" valueType="num">
                                      <p:cBhvr>
                                        <p:cTn id="32" dur="1000" fill="hold"/>
                                        <p:tgtEl>
                                          <p:spTgt spid="316419">
                                            <p:txEl>
                                              <p:pRg st="3" end="3"/>
                                            </p:txEl>
                                          </p:spTgt>
                                        </p:tgtEl>
                                        <p:attrNameLst>
                                          <p:attrName>ppt_h</p:attrName>
                                        </p:attrNameLst>
                                      </p:cBhvr>
                                      <p:tavLst>
                                        <p:tav tm="0">
                                          <p:val>
                                            <p:strVal val="#ppt_h"/>
                                          </p:val>
                                        </p:tav>
                                        <p:tav tm="100000">
                                          <p:val>
                                            <p:strVal val="#ppt_h"/>
                                          </p:val>
                                        </p:tav>
                                      </p:tavLst>
                                    </p:anim>
                                    <p:animEffect transition="in" filter="fade">
                                      <p:cBhvr>
                                        <p:cTn id="33" dur="1000"/>
                                        <p:tgtEl>
                                          <p:spTgt spid="316419">
                                            <p:txEl>
                                              <p:pRg st="3" end="3"/>
                                            </p:txEl>
                                          </p:spTgt>
                                        </p:tgtEl>
                                      </p:cBhvr>
                                    </p:animEffect>
                                  </p:childTnLst>
                                </p:cTn>
                              </p:par>
                            </p:childTnLst>
                          </p:cTn>
                        </p:par>
                        <p:par>
                          <p:cTn id="34" fill="hold">
                            <p:stCondLst>
                              <p:cond delay="5000"/>
                            </p:stCondLst>
                            <p:childTnLst>
                              <p:par>
                                <p:cTn id="35" presetID="55" presetClass="entr" presetSubtype="0" fill="hold" grpId="0" nodeType="afterEffect">
                                  <p:stCondLst>
                                    <p:cond delay="0"/>
                                  </p:stCondLst>
                                  <p:childTnLst>
                                    <p:set>
                                      <p:cBhvr>
                                        <p:cTn id="36" dur="1" fill="hold">
                                          <p:stCondLst>
                                            <p:cond delay="0"/>
                                          </p:stCondLst>
                                        </p:cTn>
                                        <p:tgtEl>
                                          <p:spTgt spid="316419">
                                            <p:txEl>
                                              <p:pRg st="4" end="4"/>
                                            </p:txEl>
                                          </p:spTgt>
                                        </p:tgtEl>
                                        <p:attrNameLst>
                                          <p:attrName>style.visibility</p:attrName>
                                        </p:attrNameLst>
                                      </p:cBhvr>
                                      <p:to>
                                        <p:strVal val="visible"/>
                                      </p:to>
                                    </p:set>
                                    <p:anim calcmode="lin" valueType="num">
                                      <p:cBhvr>
                                        <p:cTn id="37" dur="1000" fill="hold"/>
                                        <p:tgtEl>
                                          <p:spTgt spid="316419">
                                            <p:txEl>
                                              <p:pRg st="4" end="4"/>
                                            </p:txEl>
                                          </p:spTgt>
                                        </p:tgtEl>
                                        <p:attrNameLst>
                                          <p:attrName>ppt_w</p:attrName>
                                        </p:attrNameLst>
                                      </p:cBhvr>
                                      <p:tavLst>
                                        <p:tav tm="0">
                                          <p:val>
                                            <p:strVal val="#ppt_w*0.70"/>
                                          </p:val>
                                        </p:tav>
                                        <p:tav tm="100000">
                                          <p:val>
                                            <p:strVal val="#ppt_w"/>
                                          </p:val>
                                        </p:tav>
                                      </p:tavLst>
                                    </p:anim>
                                    <p:anim calcmode="lin" valueType="num">
                                      <p:cBhvr>
                                        <p:cTn id="38" dur="1000" fill="hold"/>
                                        <p:tgtEl>
                                          <p:spTgt spid="316419">
                                            <p:txEl>
                                              <p:pRg st="4" end="4"/>
                                            </p:txEl>
                                          </p:spTgt>
                                        </p:tgtEl>
                                        <p:attrNameLst>
                                          <p:attrName>ppt_h</p:attrName>
                                        </p:attrNameLst>
                                      </p:cBhvr>
                                      <p:tavLst>
                                        <p:tav tm="0">
                                          <p:val>
                                            <p:strVal val="#ppt_h"/>
                                          </p:val>
                                        </p:tav>
                                        <p:tav tm="100000">
                                          <p:val>
                                            <p:strVal val="#ppt_h"/>
                                          </p:val>
                                        </p:tav>
                                      </p:tavLst>
                                    </p:anim>
                                    <p:animEffect transition="in" filter="fade">
                                      <p:cBhvr>
                                        <p:cTn id="39" dur="1000"/>
                                        <p:tgtEl>
                                          <p:spTgt spid="316419">
                                            <p:txEl>
                                              <p:pRg st="4" end="4"/>
                                            </p:txEl>
                                          </p:spTgt>
                                        </p:tgtEl>
                                      </p:cBhvr>
                                    </p:animEffect>
                                  </p:childTnLst>
                                </p:cTn>
                              </p:par>
                            </p:childTnLst>
                          </p:cTn>
                        </p:par>
                        <p:par>
                          <p:cTn id="40" fill="hold">
                            <p:stCondLst>
                              <p:cond delay="6000"/>
                            </p:stCondLst>
                            <p:childTnLst>
                              <p:par>
                                <p:cTn id="41" presetID="55" presetClass="entr" presetSubtype="0" fill="hold" nodeType="afterEffect">
                                  <p:stCondLst>
                                    <p:cond delay="0"/>
                                  </p:stCondLst>
                                  <p:childTnLst>
                                    <p:set>
                                      <p:cBhvr>
                                        <p:cTn id="42" dur="1" fill="hold">
                                          <p:stCondLst>
                                            <p:cond delay="0"/>
                                          </p:stCondLst>
                                        </p:cTn>
                                        <p:tgtEl>
                                          <p:spTgt spid="316420"/>
                                        </p:tgtEl>
                                        <p:attrNameLst>
                                          <p:attrName>style.visibility</p:attrName>
                                        </p:attrNameLst>
                                      </p:cBhvr>
                                      <p:to>
                                        <p:strVal val="visible"/>
                                      </p:to>
                                    </p:set>
                                    <p:anim calcmode="lin" valueType="num">
                                      <p:cBhvr>
                                        <p:cTn id="43" dur="1000" fill="hold"/>
                                        <p:tgtEl>
                                          <p:spTgt spid="316420"/>
                                        </p:tgtEl>
                                        <p:attrNameLst>
                                          <p:attrName>ppt_w</p:attrName>
                                        </p:attrNameLst>
                                      </p:cBhvr>
                                      <p:tavLst>
                                        <p:tav tm="0">
                                          <p:val>
                                            <p:strVal val="#ppt_w*0.70"/>
                                          </p:val>
                                        </p:tav>
                                        <p:tav tm="100000">
                                          <p:val>
                                            <p:strVal val="#ppt_w"/>
                                          </p:val>
                                        </p:tav>
                                      </p:tavLst>
                                    </p:anim>
                                    <p:anim calcmode="lin" valueType="num">
                                      <p:cBhvr>
                                        <p:cTn id="44" dur="1000" fill="hold"/>
                                        <p:tgtEl>
                                          <p:spTgt spid="316420"/>
                                        </p:tgtEl>
                                        <p:attrNameLst>
                                          <p:attrName>ppt_h</p:attrName>
                                        </p:attrNameLst>
                                      </p:cBhvr>
                                      <p:tavLst>
                                        <p:tav tm="0">
                                          <p:val>
                                            <p:strVal val="#ppt_h"/>
                                          </p:val>
                                        </p:tav>
                                        <p:tav tm="100000">
                                          <p:val>
                                            <p:strVal val="#ppt_h"/>
                                          </p:val>
                                        </p:tav>
                                      </p:tavLst>
                                    </p:anim>
                                    <p:animEffect transition="in" filter="fade">
                                      <p:cBhvr>
                                        <p:cTn id="45" dur="1000"/>
                                        <p:tgtEl>
                                          <p:spTgt spid="316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animBg="1"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3"/>
          <p:cNvSpPr>
            <a:spLocks noGrp="1"/>
          </p:cNvSpPr>
          <p:nvPr>
            <p:ph type="dt" sz="quarter" idx="10"/>
          </p:nvPr>
        </p:nvSpPr>
        <p:spPr/>
        <p:txBody>
          <a:bodyPr/>
          <a:lstStyle/>
          <a:p>
            <a:pPr>
              <a:defRPr/>
            </a:pPr>
            <a:fld id="{E7B4C45E-ACAD-4BE8-8135-0293B506A01D}" type="datetime1">
              <a:rPr lang="zh-CN" altLang="en-US"/>
            </a:fld>
            <a:endParaRPr lang="zh-CN" altLang="en-US"/>
          </a:p>
        </p:txBody>
      </p:sp>
      <p:sp>
        <p:nvSpPr>
          <p:cNvPr id="317442" name="Rectangle 2"/>
          <p:cNvSpPr>
            <a:spLocks noGrp="1" noChangeArrowheads="1"/>
          </p:cNvSpPr>
          <p:nvPr>
            <p:ph type="title" idx="4294967295"/>
          </p:nvPr>
        </p:nvSpPr>
        <p:spPr>
          <a:xfrm>
            <a:off x="715963" y="300038"/>
            <a:ext cx="7089775" cy="5032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sp>
        <p:nvSpPr>
          <p:cNvPr id="179204" name="Rectangle 3"/>
          <p:cNvSpPr>
            <a:spLocks noGrp="1" noChangeArrowheads="1"/>
          </p:cNvSpPr>
          <p:nvPr>
            <p:ph type="body" sz="half" idx="4294967295"/>
          </p:nvPr>
        </p:nvSpPr>
        <p:spPr>
          <a:xfrm>
            <a:off x="900113" y="1268413"/>
            <a:ext cx="7127875" cy="1584325"/>
          </a:xfrm>
        </p:spPr>
        <p:txBody>
          <a:bodyPr/>
          <a:lstStyle/>
          <a:p>
            <a:pPr marL="0" indent="0">
              <a:buFont typeface="Wingdings" panose="05000000000000000000" pitchFamily="2" charset="2"/>
              <a:buNone/>
            </a:pPr>
            <a:r>
              <a:rPr lang="zh-CN" altLang="en-US" sz="2600" b="1">
                <a:solidFill>
                  <a:srgbClr val="000000"/>
                </a:solidFill>
              </a:rPr>
              <a:t>对于三角</a:t>
            </a:r>
            <a:r>
              <a:rPr lang="en-US" altLang="zh-CN" sz="2600" b="1">
                <a:solidFill>
                  <a:srgbClr val="000000"/>
                </a:solidFill>
              </a:rPr>
              <a:t>Fourier</a:t>
            </a:r>
            <a:endParaRPr lang="en-US" altLang="zh-CN" sz="2600" b="1">
              <a:solidFill>
                <a:srgbClr val="000000"/>
              </a:solidFill>
            </a:endParaRPr>
          </a:p>
          <a:p>
            <a:pPr marL="0" indent="0">
              <a:buFont typeface="Wingdings" panose="05000000000000000000" pitchFamily="2" charset="2"/>
              <a:buNone/>
            </a:pPr>
            <a:r>
              <a:rPr lang="zh-CN" altLang="en-US" sz="2600" b="1">
                <a:solidFill>
                  <a:srgbClr val="000000"/>
                </a:solidFill>
              </a:rPr>
              <a:t>来说，其总功率为 </a:t>
            </a:r>
            <a:r>
              <a:rPr lang="en-US" altLang="zh-CN" sz="2600" b="1">
                <a:solidFill>
                  <a:srgbClr val="000000"/>
                </a:solidFill>
              </a:rPr>
              <a:t>:</a:t>
            </a:r>
            <a:endParaRPr lang="en-US" altLang="zh-CN" sz="2600" b="1">
              <a:solidFill>
                <a:srgbClr val="000000"/>
              </a:solidFill>
            </a:endParaRPr>
          </a:p>
        </p:txBody>
      </p:sp>
      <p:graphicFrame>
        <p:nvGraphicFramePr>
          <p:cNvPr id="179205" name="Object 4"/>
          <p:cNvGraphicFramePr>
            <a:graphicFrameLocks noGrp="1" noChangeAspect="1"/>
          </p:cNvGraphicFramePr>
          <p:nvPr>
            <p:ph sz="half" idx="4294967295"/>
          </p:nvPr>
        </p:nvGraphicFramePr>
        <p:xfrm>
          <a:off x="3635375" y="1125538"/>
          <a:ext cx="4105275" cy="900112"/>
        </p:xfrm>
        <a:graphic>
          <a:graphicData uri="http://schemas.openxmlformats.org/presentationml/2006/ole">
            <mc:AlternateContent xmlns:mc="http://schemas.openxmlformats.org/markup-compatibility/2006">
              <mc:Choice xmlns:v="urn:schemas-microsoft-com:vml" Requires="v">
                <p:oleObj spid="_x0000_s179336" name="公式" r:id="rId1" imgW="1968500" imgH="431800" progId="Equation.3">
                  <p:embed/>
                </p:oleObj>
              </mc:Choice>
              <mc:Fallback>
                <p:oleObj name="公式" r:id="rId1" imgW="1968500" imgH="4318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375" y="1125538"/>
                        <a:ext cx="4105275"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45" name="Rectangle 5"/>
          <p:cNvSpPr>
            <a:spLocks noChangeArrowheads="1"/>
          </p:cNvSpPr>
          <p:nvPr/>
        </p:nvSpPr>
        <p:spPr bwMode="auto">
          <a:xfrm>
            <a:off x="1187450" y="5589588"/>
            <a:ext cx="6335713"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90000"/>
              </a:lnSpc>
              <a:buFont typeface="Wingdings" panose="05000000000000000000" pitchFamily="2" charset="2"/>
              <a:buNone/>
            </a:pPr>
            <a:r>
              <a:rPr lang="zh-CN" altLang="en-US" sz="2600" b="1">
                <a:solidFill>
                  <a:srgbClr val="FF0000"/>
                </a:solidFill>
              </a:rPr>
              <a:t>总功率等于各角频率分量的功率之和。</a:t>
            </a:r>
            <a:endParaRPr lang="zh-CN" altLang="en-US" sz="2600" b="1">
              <a:solidFill>
                <a:srgbClr val="FF0000"/>
              </a:solidFill>
            </a:endParaRPr>
          </a:p>
        </p:txBody>
      </p:sp>
      <p:graphicFrame>
        <p:nvGraphicFramePr>
          <p:cNvPr id="317446" name="Object 6"/>
          <p:cNvGraphicFramePr>
            <a:graphicFrameLocks noChangeAspect="1"/>
          </p:cNvGraphicFramePr>
          <p:nvPr/>
        </p:nvGraphicFramePr>
        <p:xfrm>
          <a:off x="1258888" y="2565400"/>
          <a:ext cx="6121400" cy="2625725"/>
        </p:xfrm>
        <a:graphic>
          <a:graphicData uri="http://schemas.openxmlformats.org/presentationml/2006/ole">
            <mc:AlternateContent xmlns:mc="http://schemas.openxmlformats.org/markup-compatibility/2006">
              <mc:Choice xmlns:v="urn:schemas-microsoft-com:vml" Requires="v">
                <p:oleObj spid="_x0000_s179337" name="公式" r:id="rId3" imgW="2552700" imgH="1358900" progId="Equation.3">
                  <p:embed/>
                </p:oleObj>
              </mc:Choice>
              <mc:Fallback>
                <p:oleObj name="公式" r:id="rId3" imgW="2552700" imgH="13589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565400"/>
                        <a:ext cx="6121400" cy="2625725"/>
                      </a:xfrm>
                      <a:prstGeom prst="rect">
                        <a:avLst/>
                      </a:prstGeom>
                      <a:solidFill>
                        <a:schemeClr val="bg1"/>
                      </a:solidFill>
                      <a:ln w="9525">
                        <a:solidFill>
                          <a:schemeClr val="bg1"/>
                        </a:solidFill>
                        <a:miter lim="800000"/>
                        <a:headEnd/>
                        <a:tailEnd/>
                      </a:ln>
                      <a:effectLst>
                        <a:outerShdw dist="35921" dir="2700000" algn="ctr" rotWithShape="0">
                          <a:srgbClr val="808080"/>
                        </a:outerShdw>
                      </a:effectLst>
                    </p:spPr>
                  </p:pic>
                </p:oleObj>
              </mc:Fallback>
            </mc:AlternateContent>
          </a:graphicData>
        </a:graphic>
      </p:graphicFrame>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40335"/>
    </mc:Choice>
    <mc:Fallback>
      <p:transition spd="slow" advTm="403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17446"/>
                                        </p:tgtEl>
                                        <p:attrNameLst>
                                          <p:attrName>style.visibility</p:attrName>
                                        </p:attrNameLst>
                                      </p:cBhvr>
                                      <p:to>
                                        <p:strVal val="visible"/>
                                      </p:to>
                                    </p:set>
                                    <p:anim calcmode="lin" valueType="num">
                                      <p:cBhvr>
                                        <p:cTn id="7" dur="1000" fill="hold"/>
                                        <p:tgtEl>
                                          <p:spTgt spid="317446"/>
                                        </p:tgtEl>
                                        <p:attrNameLst>
                                          <p:attrName>ppt_w</p:attrName>
                                        </p:attrNameLst>
                                      </p:cBhvr>
                                      <p:tavLst>
                                        <p:tav tm="0">
                                          <p:val>
                                            <p:strVal val="#ppt_w*0.70"/>
                                          </p:val>
                                        </p:tav>
                                        <p:tav tm="100000">
                                          <p:val>
                                            <p:strVal val="#ppt_w"/>
                                          </p:val>
                                        </p:tav>
                                      </p:tavLst>
                                    </p:anim>
                                    <p:anim calcmode="lin" valueType="num">
                                      <p:cBhvr>
                                        <p:cTn id="8" dur="1000" fill="hold"/>
                                        <p:tgtEl>
                                          <p:spTgt spid="317446"/>
                                        </p:tgtEl>
                                        <p:attrNameLst>
                                          <p:attrName>ppt_h</p:attrName>
                                        </p:attrNameLst>
                                      </p:cBhvr>
                                      <p:tavLst>
                                        <p:tav tm="0">
                                          <p:val>
                                            <p:strVal val="#ppt_h"/>
                                          </p:val>
                                        </p:tav>
                                        <p:tav tm="100000">
                                          <p:val>
                                            <p:strVal val="#ppt_h"/>
                                          </p:val>
                                        </p:tav>
                                      </p:tavLst>
                                    </p:anim>
                                    <p:animEffect transition="in" filter="fade">
                                      <p:cBhvr>
                                        <p:cTn id="9" dur="1000"/>
                                        <p:tgtEl>
                                          <p:spTgt spid="31744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17445">
                                            <p:txEl>
                                              <p:pRg st="0" end="0"/>
                                            </p:txEl>
                                          </p:spTgt>
                                        </p:tgtEl>
                                        <p:attrNameLst>
                                          <p:attrName>style.visibility</p:attrName>
                                        </p:attrNameLst>
                                      </p:cBhvr>
                                      <p:to>
                                        <p:strVal val="visible"/>
                                      </p:to>
                                    </p:set>
                                    <p:anim calcmode="lin" valueType="num">
                                      <p:cBhvr>
                                        <p:cTn id="14" dur="1000" fill="hold"/>
                                        <p:tgtEl>
                                          <p:spTgt spid="317445">
                                            <p:txEl>
                                              <p:pRg st="0" end="0"/>
                                            </p:txEl>
                                          </p:spTgt>
                                        </p:tgtEl>
                                        <p:attrNameLst>
                                          <p:attrName>ppt_w</p:attrName>
                                        </p:attrNameLst>
                                      </p:cBhvr>
                                      <p:tavLst>
                                        <p:tav tm="0">
                                          <p:val>
                                            <p:strVal val="#ppt_w*0.70"/>
                                          </p:val>
                                        </p:tav>
                                        <p:tav tm="100000">
                                          <p:val>
                                            <p:strVal val="#ppt_w"/>
                                          </p:val>
                                        </p:tav>
                                      </p:tavLst>
                                    </p:anim>
                                    <p:anim calcmode="lin" valueType="num">
                                      <p:cBhvr>
                                        <p:cTn id="15" dur="1000" fill="hold"/>
                                        <p:tgtEl>
                                          <p:spTgt spid="317445">
                                            <p:txEl>
                                              <p:pRg st="0" end="0"/>
                                            </p:txEl>
                                          </p:spTgt>
                                        </p:tgtEl>
                                        <p:attrNameLst>
                                          <p:attrName>ppt_h</p:attrName>
                                        </p:attrNameLst>
                                      </p:cBhvr>
                                      <p:tavLst>
                                        <p:tav tm="0">
                                          <p:val>
                                            <p:strVal val="#ppt_h"/>
                                          </p:val>
                                        </p:tav>
                                        <p:tav tm="100000">
                                          <p:val>
                                            <p:strVal val="#ppt_h"/>
                                          </p:val>
                                        </p:tav>
                                      </p:tavLst>
                                    </p:anim>
                                    <p:animEffect transition="in" filter="fade">
                                      <p:cBhvr>
                                        <p:cTn id="16" dur="1000"/>
                                        <p:tgtEl>
                                          <p:spTgt spid="3174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3"/>
          <p:cNvSpPr>
            <a:spLocks noGrp="1"/>
          </p:cNvSpPr>
          <p:nvPr>
            <p:ph type="dt" sz="quarter" idx="10"/>
          </p:nvPr>
        </p:nvSpPr>
        <p:spPr/>
        <p:txBody>
          <a:bodyPr/>
          <a:lstStyle/>
          <a:p>
            <a:pPr>
              <a:defRPr/>
            </a:pPr>
            <a:fld id="{81525ACC-7E31-4C6A-8A8A-91BAEFF4C377}" type="datetime1">
              <a:rPr lang="zh-CN" altLang="en-US"/>
            </a:fld>
            <a:endParaRPr lang="zh-CN" altLang="en-US"/>
          </a:p>
        </p:txBody>
      </p:sp>
      <p:sp>
        <p:nvSpPr>
          <p:cNvPr id="318466" name="Rectangle 2"/>
          <p:cNvSpPr>
            <a:spLocks noGrp="1" noChangeArrowheads="1"/>
          </p:cNvSpPr>
          <p:nvPr>
            <p:ph type="title" idx="4294967295"/>
          </p:nvPr>
        </p:nvSpPr>
        <p:spPr>
          <a:xfrm>
            <a:off x="1116013" y="300038"/>
            <a:ext cx="7416800" cy="439737"/>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sp>
        <p:nvSpPr>
          <p:cNvPr id="318467" name="Rectangle 3"/>
          <p:cNvSpPr>
            <a:spLocks noGrp="1" noChangeArrowheads="1"/>
          </p:cNvSpPr>
          <p:nvPr>
            <p:ph type="body" sz="half" idx="4294967295"/>
          </p:nvPr>
        </p:nvSpPr>
        <p:spPr>
          <a:xfrm>
            <a:off x="1116013" y="1268413"/>
            <a:ext cx="6408737" cy="2160587"/>
          </a:xfrm>
          <a:ln w="57150">
            <a:solidFill>
              <a:srgbClr val="FF0000"/>
            </a:solidFill>
            <a:miter lim="800000"/>
          </a:ln>
        </p:spPr>
        <p:txBody>
          <a:bodyPr/>
          <a:lstStyle/>
          <a:p>
            <a:pPr marL="0" indent="0">
              <a:lnSpc>
                <a:spcPct val="135000"/>
              </a:lnSpc>
              <a:buFont typeface="Wingdings" panose="05000000000000000000" pitchFamily="2" charset="2"/>
              <a:buNone/>
            </a:pPr>
            <a:r>
              <a:rPr lang="zh-CN" altLang="en-US" sz="2600" b="1">
                <a:solidFill>
                  <a:srgbClr val="000000"/>
                </a:solidFill>
              </a:rPr>
              <a:t>对于非周期的单脉冲信号，由于该信号在整个区间的平均功率为</a:t>
            </a:r>
            <a:r>
              <a:rPr lang="en-US" altLang="zh-CN" sz="2600" b="1">
                <a:solidFill>
                  <a:srgbClr val="000000"/>
                </a:solidFill>
              </a:rPr>
              <a:t>0</a:t>
            </a:r>
            <a:r>
              <a:rPr lang="zh-CN" altLang="en-US" sz="2600" b="1">
                <a:solidFill>
                  <a:srgbClr val="000000"/>
                </a:solidFill>
              </a:rPr>
              <a:t>，而能量有限，信号的总能量为：</a:t>
            </a:r>
            <a:endParaRPr lang="zh-CN" altLang="en-US" sz="2600" b="1">
              <a:solidFill>
                <a:srgbClr val="000000"/>
              </a:solidFill>
            </a:endParaRPr>
          </a:p>
        </p:txBody>
      </p:sp>
      <p:graphicFrame>
        <p:nvGraphicFramePr>
          <p:cNvPr id="318468" name="Object 4"/>
          <p:cNvGraphicFramePr>
            <a:graphicFrameLocks noGrp="1" noChangeAspect="1"/>
          </p:cNvGraphicFramePr>
          <p:nvPr>
            <p:ph sz="half" idx="4294967295"/>
          </p:nvPr>
        </p:nvGraphicFramePr>
        <p:xfrm>
          <a:off x="2489200" y="3665538"/>
          <a:ext cx="3252788" cy="936625"/>
        </p:xfrm>
        <a:graphic>
          <a:graphicData uri="http://schemas.openxmlformats.org/presentationml/2006/ole">
            <mc:AlternateContent xmlns:mc="http://schemas.openxmlformats.org/markup-compatibility/2006">
              <mc:Choice xmlns:v="urn:schemas-microsoft-com:vml" Requires="v">
                <p:oleObj spid="_x0000_s180296" name="公式" r:id="rId1" imgW="862965" imgH="330200" progId="Equation.3">
                  <p:embed/>
                </p:oleObj>
              </mc:Choice>
              <mc:Fallback>
                <p:oleObj name="公式" r:id="rId1" imgW="862965" imgH="3302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200" y="3665538"/>
                        <a:ext cx="3252788"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8879"/>
    </mc:Choice>
    <mc:Fallback>
      <p:transition spd="slow" advTm="388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18467">
                                            <p:txEl>
                                              <p:pRg st="0" end="0"/>
                                            </p:txEl>
                                          </p:spTgt>
                                        </p:tgtEl>
                                        <p:attrNameLst>
                                          <p:attrName>style.visibility</p:attrName>
                                        </p:attrNameLst>
                                      </p:cBhvr>
                                      <p:to>
                                        <p:strVal val="visible"/>
                                      </p:to>
                                    </p:set>
                                    <p:anim calcmode="lin" valueType="num">
                                      <p:cBhvr>
                                        <p:cTn id="7" dur="1000" fill="hold"/>
                                        <p:tgtEl>
                                          <p:spTgt spid="31846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1846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18467">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318468"/>
                                        </p:tgtEl>
                                        <p:attrNameLst>
                                          <p:attrName>style.visibility</p:attrName>
                                        </p:attrNameLst>
                                      </p:cBhvr>
                                      <p:to>
                                        <p:strVal val="visible"/>
                                      </p:to>
                                    </p:set>
                                    <p:anim calcmode="lin" valueType="num">
                                      <p:cBhvr>
                                        <p:cTn id="13" dur="1000" fill="hold"/>
                                        <p:tgtEl>
                                          <p:spTgt spid="318468"/>
                                        </p:tgtEl>
                                        <p:attrNameLst>
                                          <p:attrName>ppt_w</p:attrName>
                                        </p:attrNameLst>
                                      </p:cBhvr>
                                      <p:tavLst>
                                        <p:tav tm="0">
                                          <p:val>
                                            <p:strVal val="#ppt_w*0.70"/>
                                          </p:val>
                                        </p:tav>
                                        <p:tav tm="100000">
                                          <p:val>
                                            <p:strVal val="#ppt_w"/>
                                          </p:val>
                                        </p:tav>
                                      </p:tavLst>
                                    </p:anim>
                                    <p:anim calcmode="lin" valueType="num">
                                      <p:cBhvr>
                                        <p:cTn id="14" dur="1000" fill="hold"/>
                                        <p:tgtEl>
                                          <p:spTgt spid="318468"/>
                                        </p:tgtEl>
                                        <p:attrNameLst>
                                          <p:attrName>ppt_h</p:attrName>
                                        </p:attrNameLst>
                                      </p:cBhvr>
                                      <p:tavLst>
                                        <p:tav tm="0">
                                          <p:val>
                                            <p:strVal val="#ppt_h"/>
                                          </p:val>
                                        </p:tav>
                                        <p:tav tm="100000">
                                          <p:val>
                                            <p:strVal val="#ppt_h"/>
                                          </p:val>
                                        </p:tav>
                                      </p:tavLst>
                                    </p:anim>
                                    <p:animEffect transition="in" filter="fade">
                                      <p:cBhvr>
                                        <p:cTn id="15" dur="1000"/>
                                        <p:tgtEl>
                                          <p:spTgt spid="318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p:txBody>
          <a:bodyPr/>
          <a:lstStyle/>
          <a:p>
            <a:pPr>
              <a:defRPr/>
            </a:pPr>
            <a:fld id="{D21F0CBA-AFC4-4F60-A4FF-99F536F6DC61}" type="datetime1">
              <a:rPr lang="zh-CN" altLang="en-US"/>
            </a:fld>
            <a:endParaRPr lang="zh-CN" altLang="en-US"/>
          </a:p>
        </p:txBody>
      </p:sp>
      <p:sp>
        <p:nvSpPr>
          <p:cNvPr id="319490" name="Rectangle 2"/>
          <p:cNvSpPr>
            <a:spLocks noGrp="1" noChangeArrowheads="1"/>
          </p:cNvSpPr>
          <p:nvPr>
            <p:ph type="title" idx="4294967295"/>
          </p:nvPr>
        </p:nvSpPr>
        <p:spPr>
          <a:xfrm>
            <a:off x="768350" y="0"/>
            <a:ext cx="7010400" cy="600075"/>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graphicFrame>
        <p:nvGraphicFramePr>
          <p:cNvPr id="319491" name="Object 3"/>
          <p:cNvGraphicFramePr>
            <a:graphicFrameLocks noGrp="1" noChangeAspect="1"/>
          </p:cNvGraphicFramePr>
          <p:nvPr>
            <p:ph sz="half" idx="4294967295"/>
          </p:nvPr>
        </p:nvGraphicFramePr>
        <p:xfrm>
          <a:off x="2103438" y="1581150"/>
          <a:ext cx="5099050" cy="841375"/>
        </p:xfrm>
        <a:graphic>
          <a:graphicData uri="http://schemas.openxmlformats.org/presentationml/2006/ole">
            <mc:AlternateContent xmlns:mc="http://schemas.openxmlformats.org/markup-compatibility/2006">
              <mc:Choice xmlns:v="urn:schemas-microsoft-com:vml" Requires="v">
                <p:oleObj spid="_x0000_s181701" name="公式" r:id="rId1" imgW="1790700" imgH="393700" progId="Equation.3">
                  <p:embed/>
                </p:oleObj>
              </mc:Choice>
              <mc:Fallback>
                <p:oleObj name="公式" r:id="rId1" imgW="1790700" imgH="393700" progId="Equation.3">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3438" y="1581150"/>
                        <a:ext cx="5099050"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9492" name="AutoShape 4"/>
          <p:cNvSpPr/>
          <p:nvPr/>
        </p:nvSpPr>
        <p:spPr bwMode="auto">
          <a:xfrm>
            <a:off x="760413" y="2432050"/>
            <a:ext cx="2305050" cy="2601913"/>
          </a:xfrm>
          <a:prstGeom prst="accentCallout3">
            <a:avLst>
              <a:gd name="adj1" fmla="val 4394"/>
              <a:gd name="adj2" fmla="val 103306"/>
              <a:gd name="adj3" fmla="val 4394"/>
              <a:gd name="adj4" fmla="val 103306"/>
              <a:gd name="adj5" fmla="val 51921"/>
              <a:gd name="adj6" fmla="val 103306"/>
              <a:gd name="adj7" fmla="val 61560"/>
              <a:gd name="adj8" fmla="val 100759"/>
            </a:avLst>
          </a:prstGeom>
          <a:solidFill>
            <a:srgbClr val="FFFF99"/>
          </a:solidFill>
          <a:ln w="9525">
            <a:solidFill>
              <a:schemeClr val="tx1"/>
            </a:solidFill>
            <a:miter lim="800000"/>
          </a:ln>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zh-CN" altLang="en-US" sz="2400" b="1">
                <a:solidFill>
                  <a:srgbClr val="FF0000"/>
                </a:solidFill>
                <a:latin typeface="Times New Roman" panose="02020603050405020304" pitchFamily="18" charset="0"/>
                <a:ea typeface="宋体" panose="02010600030101010101" pitchFamily="2" charset="-122"/>
              </a:rPr>
              <a:t>雷利（</a:t>
            </a:r>
            <a:r>
              <a:rPr lang="en-US" altLang="zh-CN" sz="2400" b="1">
                <a:solidFill>
                  <a:srgbClr val="FF0000"/>
                </a:solidFill>
                <a:latin typeface="Times New Roman" panose="02020603050405020304" pitchFamily="18" charset="0"/>
                <a:ea typeface="宋体" panose="02010600030101010101" pitchFamily="2" charset="-122"/>
              </a:rPr>
              <a:t>Rayleigh</a:t>
            </a:r>
            <a:r>
              <a:rPr lang="zh-CN" altLang="en-US" sz="2400" b="1">
                <a:solidFill>
                  <a:srgbClr val="FF0000"/>
                </a:solidFill>
                <a:latin typeface="Times New Roman" panose="02020603050405020304" pitchFamily="18" charset="0"/>
                <a:ea typeface="宋体" panose="02010600030101010101" pitchFamily="2" charset="-122"/>
              </a:rPr>
              <a:t>）定理：对于能量信号，在时域中的信号能量等于在频域中求得的能量。</a:t>
            </a:r>
            <a:endParaRPr lang="zh-CN" altLang="en-US" sz="2400" b="1">
              <a:solidFill>
                <a:srgbClr val="FF0000"/>
              </a:solidFill>
              <a:latin typeface="Times New Roman" panose="02020603050405020304" pitchFamily="18" charset="0"/>
              <a:ea typeface="宋体" panose="02010600030101010101" pitchFamily="2" charset="-122"/>
            </a:endParaRPr>
          </a:p>
        </p:txBody>
      </p:sp>
      <p:sp>
        <p:nvSpPr>
          <p:cNvPr id="181254" name="Rectangle 5"/>
          <p:cNvSpPr>
            <a:spLocks noChangeArrowheads="1"/>
          </p:cNvSpPr>
          <p:nvPr/>
        </p:nvSpPr>
        <p:spPr bwMode="auto">
          <a:xfrm>
            <a:off x="827088" y="908050"/>
            <a:ext cx="4779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2400" b="1">
                <a:solidFill>
                  <a:srgbClr val="000000"/>
                </a:solidFill>
                <a:latin typeface="Times New Roman" panose="02020603050405020304" pitchFamily="18" charset="0"/>
                <a:ea typeface="宋体" panose="02010600030101010101" pitchFamily="2" charset="-122"/>
              </a:rPr>
              <a:t>对能量信号来讲，信号总能量为：</a:t>
            </a:r>
            <a:endParaRPr lang="zh-CN" altLang="en-US" sz="2400" b="1">
              <a:solidFill>
                <a:srgbClr val="000000"/>
              </a:solidFill>
              <a:latin typeface="Times New Roman" panose="02020603050405020304" pitchFamily="18" charset="0"/>
              <a:ea typeface="宋体" panose="02010600030101010101" pitchFamily="2" charset="-122"/>
            </a:endParaRPr>
          </a:p>
        </p:txBody>
      </p:sp>
      <p:graphicFrame>
        <p:nvGraphicFramePr>
          <p:cNvPr id="319494" name="Object 6"/>
          <p:cNvGraphicFramePr>
            <a:graphicFrameLocks noChangeAspect="1"/>
          </p:cNvGraphicFramePr>
          <p:nvPr/>
        </p:nvGraphicFramePr>
        <p:xfrm>
          <a:off x="5580063" y="692150"/>
          <a:ext cx="2305050" cy="811213"/>
        </p:xfrm>
        <a:graphic>
          <a:graphicData uri="http://schemas.openxmlformats.org/presentationml/2006/ole">
            <mc:AlternateContent xmlns:mc="http://schemas.openxmlformats.org/markup-compatibility/2006">
              <mc:Choice xmlns:v="urn:schemas-microsoft-com:vml" Requires="v">
                <p:oleObj spid="_x0000_s181702" name="公式" r:id="rId3" imgW="939165" imgH="330200" progId="Equation.3">
                  <p:embed/>
                </p:oleObj>
              </mc:Choice>
              <mc:Fallback>
                <p:oleObj name="公式" r:id="rId3" imgW="939165" imgH="330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692150"/>
                        <a:ext cx="2305050" cy="811213"/>
                      </a:xfrm>
                      <a:prstGeom prst="rect">
                        <a:avLst/>
                      </a:prstGeom>
                      <a:solidFill>
                        <a:schemeClr val="bg1"/>
                      </a:solidFill>
                      <a:ln w="9525">
                        <a:solidFill>
                          <a:schemeClr val="accent2"/>
                        </a:solidFill>
                        <a:miter lim="800000"/>
                        <a:headEnd/>
                        <a:tailEnd/>
                      </a:ln>
                      <a:effectLst>
                        <a:outerShdw dist="35921" dir="2700000" algn="ctr" rotWithShape="0">
                          <a:srgbClr val="808080"/>
                        </a:outerShdw>
                      </a:effectLst>
                    </p:spPr>
                  </p:pic>
                </p:oleObj>
              </mc:Fallback>
            </mc:AlternateContent>
          </a:graphicData>
        </a:graphic>
      </p:graphicFrame>
      <p:graphicFrame>
        <p:nvGraphicFramePr>
          <p:cNvPr id="319495" name="Object 7"/>
          <p:cNvGraphicFramePr>
            <a:graphicFrameLocks noChangeAspect="1"/>
          </p:cNvGraphicFramePr>
          <p:nvPr/>
        </p:nvGraphicFramePr>
        <p:xfrm>
          <a:off x="3238500" y="2565400"/>
          <a:ext cx="4413250" cy="811213"/>
        </p:xfrm>
        <a:graphic>
          <a:graphicData uri="http://schemas.openxmlformats.org/presentationml/2006/ole">
            <mc:AlternateContent xmlns:mc="http://schemas.openxmlformats.org/markup-compatibility/2006">
              <mc:Choice xmlns:v="urn:schemas-microsoft-com:vml" Requires="v">
                <p:oleObj spid="_x0000_s181703" name="公式" r:id="rId5" imgW="2349500" imgH="431800" progId="Equation.3">
                  <p:embed/>
                </p:oleObj>
              </mc:Choice>
              <mc:Fallback>
                <p:oleObj name="公式" r:id="rId5" imgW="2349500" imgH="431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0" y="2565400"/>
                        <a:ext cx="4413250"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6" name="Object 8"/>
          <p:cNvGraphicFramePr>
            <a:graphicFrameLocks noChangeAspect="1"/>
          </p:cNvGraphicFramePr>
          <p:nvPr/>
        </p:nvGraphicFramePr>
        <p:xfrm>
          <a:off x="3708400" y="3500438"/>
          <a:ext cx="3935413" cy="738187"/>
        </p:xfrm>
        <a:graphic>
          <a:graphicData uri="http://schemas.openxmlformats.org/presentationml/2006/ole">
            <mc:AlternateContent xmlns:mc="http://schemas.openxmlformats.org/markup-compatibility/2006">
              <mc:Choice xmlns:v="urn:schemas-microsoft-com:vml" Requires="v">
                <p:oleObj spid="_x0000_s181704" name="公式" r:id="rId7" imgW="2095500" imgH="393700" progId="Equation.3">
                  <p:embed/>
                </p:oleObj>
              </mc:Choice>
              <mc:Fallback>
                <p:oleObj name="公式" r:id="rId7" imgW="2095500" imgH="3937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3500438"/>
                        <a:ext cx="3935413"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7" name="Object 9"/>
          <p:cNvGraphicFramePr>
            <a:graphicFrameLocks noChangeAspect="1"/>
          </p:cNvGraphicFramePr>
          <p:nvPr/>
        </p:nvGraphicFramePr>
        <p:xfrm>
          <a:off x="3563938" y="4292600"/>
          <a:ext cx="3148012" cy="739775"/>
        </p:xfrm>
        <a:graphic>
          <a:graphicData uri="http://schemas.openxmlformats.org/presentationml/2006/ole">
            <mc:AlternateContent xmlns:mc="http://schemas.openxmlformats.org/markup-compatibility/2006">
              <mc:Choice xmlns:v="urn:schemas-microsoft-com:vml" Requires="v">
                <p:oleObj spid="_x0000_s181705" name="公式" r:id="rId9" imgW="1675765" imgH="393700" progId="Equation.3">
                  <p:embed/>
                </p:oleObj>
              </mc:Choice>
              <mc:Fallback>
                <p:oleObj name="公式" r:id="rId9" imgW="1675765" imgH="3937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63938" y="4292600"/>
                        <a:ext cx="3148012"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8" name="Object 10"/>
          <p:cNvGraphicFramePr>
            <a:graphicFrameLocks noChangeAspect="1"/>
          </p:cNvGraphicFramePr>
          <p:nvPr/>
        </p:nvGraphicFramePr>
        <p:xfrm>
          <a:off x="3492500" y="5835650"/>
          <a:ext cx="4794250" cy="739775"/>
        </p:xfrm>
        <a:graphic>
          <a:graphicData uri="http://schemas.openxmlformats.org/presentationml/2006/ole">
            <mc:AlternateContent xmlns:mc="http://schemas.openxmlformats.org/markup-compatibility/2006">
              <mc:Choice xmlns:v="urn:schemas-microsoft-com:vml" Requires="v">
                <p:oleObj spid="_x0000_s181706" name="公式" r:id="rId11" imgW="2552700" imgH="393700" progId="Equation.3">
                  <p:embed/>
                </p:oleObj>
              </mc:Choice>
              <mc:Fallback>
                <p:oleObj name="公式" r:id="rId11" imgW="2552700" imgH="3937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92500" y="5835650"/>
                        <a:ext cx="479425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9499" name="Object 11"/>
          <p:cNvGraphicFramePr>
            <a:graphicFrameLocks noChangeAspect="1"/>
          </p:cNvGraphicFramePr>
          <p:nvPr/>
        </p:nvGraphicFramePr>
        <p:xfrm>
          <a:off x="5183188" y="5013325"/>
          <a:ext cx="3960812" cy="792163"/>
        </p:xfrm>
        <a:graphic>
          <a:graphicData uri="http://schemas.openxmlformats.org/presentationml/2006/ole">
            <mc:AlternateContent xmlns:mc="http://schemas.openxmlformats.org/markup-compatibility/2006">
              <mc:Choice xmlns:v="urn:schemas-microsoft-com:vml" Requires="v">
                <p:oleObj spid="_x0000_s181707" name="公式" r:id="rId13" imgW="2108200" imgH="482600" progId="Equation.3">
                  <p:embed/>
                </p:oleObj>
              </mc:Choice>
              <mc:Fallback>
                <p:oleObj name="公式" r:id="rId13" imgW="2108200" imgH="482600"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183188" y="5013325"/>
                        <a:ext cx="3960812" cy="792163"/>
                      </a:xfrm>
                      <a:prstGeom prst="rect">
                        <a:avLst/>
                      </a:prstGeom>
                      <a:solidFill>
                        <a:schemeClr val="bg1"/>
                      </a:solidFill>
                      <a:ln w="9525">
                        <a:solidFill>
                          <a:schemeClr val="accent2"/>
                        </a:solidFill>
                        <a:miter lim="800000"/>
                        <a:headEnd/>
                        <a:tailEnd/>
                      </a:ln>
                      <a:effectLst>
                        <a:outerShdw dist="35921" dir="2700000" algn="ctr" rotWithShape="0">
                          <a:srgbClr val="808080"/>
                        </a:outerShdw>
                      </a:effectLst>
                    </p:spPr>
                  </p:pic>
                </p:oleObj>
              </mc:Fallback>
            </mc:AlternateContent>
          </a:graphicData>
        </a:graphic>
      </p:graphicFrame>
      <p:sp>
        <p:nvSpPr>
          <p:cNvPr id="319500" name="Line 12"/>
          <p:cNvSpPr>
            <a:spLocks noChangeShapeType="1"/>
          </p:cNvSpPr>
          <p:nvPr/>
        </p:nvSpPr>
        <p:spPr bwMode="auto">
          <a:xfrm>
            <a:off x="4716463" y="5013325"/>
            <a:ext cx="0" cy="1008063"/>
          </a:xfrm>
          <a:prstGeom prst="line">
            <a:avLst/>
          </a:prstGeom>
          <a:noFill/>
          <a:ln w="38100">
            <a:solidFill>
              <a:schemeClr val="accent2"/>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9502" name="Rectangle 14"/>
          <p:cNvSpPr>
            <a:spLocks noChangeArrowheads="1"/>
          </p:cNvSpPr>
          <p:nvPr/>
        </p:nvSpPr>
        <p:spPr bwMode="auto">
          <a:xfrm>
            <a:off x="684213" y="5229225"/>
            <a:ext cx="2663825" cy="1187450"/>
          </a:xfrm>
          <a:prstGeom prst="rect">
            <a:avLst/>
          </a:prstGeom>
          <a:solidFill>
            <a:schemeClr val="tx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zh-CN" altLang="en-US" sz="2400" b="1">
                <a:solidFill>
                  <a:srgbClr val="FF0000"/>
                </a:solidFill>
                <a:latin typeface="Times New Roman" panose="02020603050405020304" pitchFamily="18" charset="0"/>
                <a:ea typeface="宋体" panose="02010600030101010101" pitchFamily="2" charset="-122"/>
              </a:rPr>
              <a:t>信号能量可以时域积分也可以通过频域积分得到。</a:t>
            </a:r>
            <a:endParaRPr lang="zh-CN" altLang="en-US" sz="2400" b="1">
              <a:solidFill>
                <a:srgbClr val="FF0000"/>
              </a:solidFill>
              <a:latin typeface="Times New Roman" panose="02020603050405020304" pitchFamily="18" charset="0"/>
              <a:ea typeface="宋体" panose="02010600030101010101" pitchFamily="2" charset="-122"/>
            </a:endParaRPr>
          </a:p>
        </p:txBody>
      </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228863"/>
    </mc:Choice>
    <mc:Fallback>
      <p:transition spd="slow" advTm="2288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319494"/>
                                        </p:tgtEl>
                                        <p:attrNameLst>
                                          <p:attrName>style.visibility</p:attrName>
                                        </p:attrNameLst>
                                      </p:cBhvr>
                                      <p:to>
                                        <p:strVal val="visible"/>
                                      </p:to>
                                    </p:set>
                                    <p:animEffect transition="in" filter="checkerboard(across)">
                                      <p:cBhvr>
                                        <p:cTn id="7" dur="500"/>
                                        <p:tgtEl>
                                          <p:spTgt spid="31949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19491"/>
                                        </p:tgtEl>
                                        <p:attrNameLst>
                                          <p:attrName>style.visibility</p:attrName>
                                        </p:attrNameLst>
                                      </p:cBhvr>
                                      <p:to>
                                        <p:strVal val="visible"/>
                                      </p:to>
                                    </p:set>
                                    <p:animEffect transition="in" filter="checkerboard(across)">
                                      <p:cBhvr>
                                        <p:cTn id="12" dur="500"/>
                                        <p:tgtEl>
                                          <p:spTgt spid="31949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19495"/>
                                        </p:tgtEl>
                                        <p:attrNameLst>
                                          <p:attrName>style.visibility</p:attrName>
                                        </p:attrNameLst>
                                      </p:cBhvr>
                                      <p:to>
                                        <p:strVal val="visible"/>
                                      </p:to>
                                    </p:set>
                                    <p:animEffect transition="in" filter="checkerboard(across)">
                                      <p:cBhvr>
                                        <p:cTn id="17" dur="500"/>
                                        <p:tgtEl>
                                          <p:spTgt spid="31949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19496"/>
                                        </p:tgtEl>
                                        <p:attrNameLst>
                                          <p:attrName>style.visibility</p:attrName>
                                        </p:attrNameLst>
                                      </p:cBhvr>
                                      <p:to>
                                        <p:strVal val="visible"/>
                                      </p:to>
                                    </p:set>
                                    <p:animEffect transition="in" filter="checkerboard(across)">
                                      <p:cBhvr>
                                        <p:cTn id="22" dur="500"/>
                                        <p:tgtEl>
                                          <p:spTgt spid="31949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19497"/>
                                        </p:tgtEl>
                                        <p:attrNameLst>
                                          <p:attrName>style.visibility</p:attrName>
                                        </p:attrNameLst>
                                      </p:cBhvr>
                                      <p:to>
                                        <p:strVal val="visible"/>
                                      </p:to>
                                    </p:set>
                                    <p:animEffect transition="in" filter="checkerboard(across)">
                                      <p:cBhvr>
                                        <p:cTn id="27" dur="500"/>
                                        <p:tgtEl>
                                          <p:spTgt spid="31949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19499"/>
                                        </p:tgtEl>
                                        <p:attrNameLst>
                                          <p:attrName>style.visibility</p:attrName>
                                        </p:attrNameLst>
                                      </p:cBhvr>
                                      <p:to>
                                        <p:strVal val="visible"/>
                                      </p:to>
                                    </p:set>
                                    <p:animEffect transition="in" filter="checkerboard(across)">
                                      <p:cBhvr>
                                        <p:cTn id="32" dur="500"/>
                                        <p:tgtEl>
                                          <p:spTgt spid="319499"/>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19500"/>
                                        </p:tgtEl>
                                        <p:attrNameLst>
                                          <p:attrName>style.visibility</p:attrName>
                                        </p:attrNameLst>
                                      </p:cBhvr>
                                      <p:to>
                                        <p:strVal val="visible"/>
                                      </p:to>
                                    </p:set>
                                    <p:animEffect transition="in" filter="checkerboard(across)">
                                      <p:cBhvr>
                                        <p:cTn id="37" dur="500"/>
                                        <p:tgtEl>
                                          <p:spTgt spid="319500"/>
                                        </p:tgtEl>
                                      </p:cBhvr>
                                    </p:animEffect>
                                  </p:childTnLst>
                                </p:cTn>
                              </p:par>
                            </p:childTnLst>
                          </p:cTn>
                        </p:par>
                        <p:par>
                          <p:cTn id="38" fill="hold">
                            <p:stCondLst>
                              <p:cond delay="500"/>
                            </p:stCondLst>
                            <p:childTnLst>
                              <p:par>
                                <p:cTn id="39" presetID="5" presetClass="entr" presetSubtype="10" fill="hold" nodeType="afterEffect">
                                  <p:stCondLst>
                                    <p:cond delay="0"/>
                                  </p:stCondLst>
                                  <p:childTnLst>
                                    <p:set>
                                      <p:cBhvr>
                                        <p:cTn id="40" dur="1" fill="hold">
                                          <p:stCondLst>
                                            <p:cond delay="0"/>
                                          </p:stCondLst>
                                        </p:cTn>
                                        <p:tgtEl>
                                          <p:spTgt spid="319498"/>
                                        </p:tgtEl>
                                        <p:attrNameLst>
                                          <p:attrName>style.visibility</p:attrName>
                                        </p:attrNameLst>
                                      </p:cBhvr>
                                      <p:to>
                                        <p:strVal val="visible"/>
                                      </p:to>
                                    </p:set>
                                    <p:animEffect transition="in" filter="checkerboard(across)">
                                      <p:cBhvr>
                                        <p:cTn id="41" dur="500"/>
                                        <p:tgtEl>
                                          <p:spTgt spid="31949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19492"/>
                                        </p:tgtEl>
                                        <p:attrNameLst>
                                          <p:attrName>style.visibility</p:attrName>
                                        </p:attrNameLst>
                                      </p:cBhvr>
                                      <p:to>
                                        <p:strVal val="visible"/>
                                      </p:to>
                                    </p:set>
                                    <p:animEffect transition="in" filter="dissolve">
                                      <p:cBhvr>
                                        <p:cTn id="46" dur="500"/>
                                        <p:tgtEl>
                                          <p:spTgt spid="319492"/>
                                        </p:tgtEl>
                                      </p:cBhvr>
                                    </p:animEffect>
                                  </p:childTnLst>
                                </p:cTn>
                              </p:par>
                            </p:childTnLst>
                          </p:cTn>
                        </p:par>
                        <p:par>
                          <p:cTn id="47" fill="hold">
                            <p:stCondLst>
                              <p:cond delay="500"/>
                            </p:stCondLst>
                            <p:childTnLst>
                              <p:par>
                                <p:cTn id="48" presetID="55" presetClass="entr" presetSubtype="0" fill="hold" grpId="0" nodeType="afterEffect">
                                  <p:stCondLst>
                                    <p:cond delay="0"/>
                                  </p:stCondLst>
                                  <p:childTnLst>
                                    <p:set>
                                      <p:cBhvr>
                                        <p:cTn id="49" dur="1" fill="hold">
                                          <p:stCondLst>
                                            <p:cond delay="0"/>
                                          </p:stCondLst>
                                        </p:cTn>
                                        <p:tgtEl>
                                          <p:spTgt spid="319502"/>
                                        </p:tgtEl>
                                        <p:attrNameLst>
                                          <p:attrName>style.visibility</p:attrName>
                                        </p:attrNameLst>
                                      </p:cBhvr>
                                      <p:to>
                                        <p:strVal val="visible"/>
                                      </p:to>
                                    </p:set>
                                    <p:anim calcmode="lin" valueType="num">
                                      <p:cBhvr>
                                        <p:cTn id="50" dur="1000" fill="hold"/>
                                        <p:tgtEl>
                                          <p:spTgt spid="319502"/>
                                        </p:tgtEl>
                                        <p:attrNameLst>
                                          <p:attrName>ppt_w</p:attrName>
                                        </p:attrNameLst>
                                      </p:cBhvr>
                                      <p:tavLst>
                                        <p:tav tm="0">
                                          <p:val>
                                            <p:strVal val="#ppt_w*0.70"/>
                                          </p:val>
                                        </p:tav>
                                        <p:tav tm="100000">
                                          <p:val>
                                            <p:strVal val="#ppt_w"/>
                                          </p:val>
                                        </p:tav>
                                      </p:tavLst>
                                    </p:anim>
                                    <p:anim calcmode="lin" valueType="num">
                                      <p:cBhvr>
                                        <p:cTn id="51" dur="1000" fill="hold"/>
                                        <p:tgtEl>
                                          <p:spTgt spid="319502"/>
                                        </p:tgtEl>
                                        <p:attrNameLst>
                                          <p:attrName>ppt_h</p:attrName>
                                        </p:attrNameLst>
                                      </p:cBhvr>
                                      <p:tavLst>
                                        <p:tav tm="0">
                                          <p:val>
                                            <p:strVal val="#ppt_h"/>
                                          </p:val>
                                        </p:tav>
                                        <p:tav tm="100000">
                                          <p:val>
                                            <p:strVal val="#ppt_h"/>
                                          </p:val>
                                        </p:tav>
                                      </p:tavLst>
                                    </p:anim>
                                    <p:animEffect transition="in" filter="fade">
                                      <p:cBhvr>
                                        <p:cTn id="52" dur="1000"/>
                                        <p:tgtEl>
                                          <p:spTgt spid="319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2" grpId="0" animBg="1"/>
      <p:bldP spid="319502"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3"/>
          <p:cNvSpPr>
            <a:spLocks noGrp="1"/>
          </p:cNvSpPr>
          <p:nvPr>
            <p:ph type="dt" sz="quarter" idx="10"/>
          </p:nvPr>
        </p:nvSpPr>
        <p:spPr/>
        <p:txBody>
          <a:bodyPr/>
          <a:lstStyle/>
          <a:p>
            <a:pPr>
              <a:defRPr/>
            </a:pPr>
            <a:fld id="{9FF98470-3DC3-4552-B4FE-89C87AB302AB}" type="datetime1">
              <a:rPr lang="zh-CN" altLang="en-US"/>
            </a:fld>
            <a:endParaRPr lang="zh-CN" altLang="en-US"/>
          </a:p>
        </p:txBody>
      </p:sp>
      <p:sp>
        <p:nvSpPr>
          <p:cNvPr id="320514" name="Rectangle 2"/>
          <p:cNvSpPr>
            <a:spLocks noGrp="1" noChangeArrowheads="1"/>
          </p:cNvSpPr>
          <p:nvPr>
            <p:ph type="title" idx="4294967295"/>
          </p:nvPr>
        </p:nvSpPr>
        <p:spPr>
          <a:xfrm>
            <a:off x="684213" y="38100"/>
            <a:ext cx="6935787" cy="549275"/>
          </a:xfrm>
          <a:solidFill>
            <a:schemeClr val="bg1"/>
          </a:solidFill>
          <a:effectLst>
            <a:outerShdw dist="35921" dir="2700000" algn="ctr" rotWithShape="0">
              <a:srgbClr val="808080"/>
            </a:outerShdw>
          </a:effectLst>
        </p:spPr>
        <p:txBody>
          <a:bodyPr/>
          <a:lstStyle/>
          <a:p>
            <a:pPr>
              <a:defRPr/>
            </a:pPr>
            <a:r>
              <a:rPr lang="en-US" altLang="zh-CN" sz="3200" b="1" kern="1200" dirty="0">
                <a:solidFill>
                  <a:srgbClr val="0000FF"/>
                </a:solidFill>
                <a:cs typeface="+mn-cs"/>
              </a:rPr>
              <a:t>§3.8 Parserval</a:t>
            </a:r>
            <a:r>
              <a:rPr lang="zh-CN" altLang="en-US" sz="3200" b="1" kern="1200" dirty="0">
                <a:solidFill>
                  <a:srgbClr val="0000FF"/>
                </a:solidFill>
                <a:cs typeface="+mn-cs"/>
              </a:rPr>
              <a:t>定理与能量频谱</a:t>
            </a:r>
            <a:endParaRPr lang="zh-CN" altLang="en-US" sz="3200" b="1" kern="1200" dirty="0">
              <a:solidFill>
                <a:srgbClr val="0000FF"/>
              </a:solidFill>
              <a:cs typeface="+mn-cs"/>
            </a:endParaRPr>
          </a:p>
        </p:txBody>
      </p:sp>
      <p:sp>
        <p:nvSpPr>
          <p:cNvPr id="320515" name="Rectangle 3"/>
          <p:cNvSpPr>
            <a:spLocks noGrp="1" noChangeArrowheads="1"/>
          </p:cNvSpPr>
          <p:nvPr>
            <p:ph type="body" sz="half" idx="4294967295"/>
          </p:nvPr>
        </p:nvSpPr>
        <p:spPr>
          <a:xfrm>
            <a:off x="1163638" y="5311775"/>
            <a:ext cx="5545137" cy="538163"/>
          </a:xfrm>
        </p:spPr>
        <p:txBody>
          <a:bodyPr/>
          <a:lstStyle/>
          <a:p>
            <a:pPr marL="0" indent="0">
              <a:buFont typeface="Wingdings" panose="05000000000000000000" pitchFamily="2" charset="2"/>
              <a:buNone/>
            </a:pPr>
            <a:r>
              <a:rPr lang="zh-CN" altLang="en-US" sz="2200" b="1">
                <a:solidFill>
                  <a:srgbClr val="000000"/>
                </a:solidFill>
              </a:rPr>
              <a:t>信号在整个频率范围内的全部能量为</a:t>
            </a:r>
            <a:r>
              <a:rPr lang="zh-CN" altLang="el-GR" sz="2200" b="1">
                <a:solidFill>
                  <a:srgbClr val="000000"/>
                </a:solidFill>
              </a:rPr>
              <a:t>：</a:t>
            </a:r>
            <a:endParaRPr lang="zh-CN" altLang="el-GR" sz="2200" b="1">
              <a:solidFill>
                <a:srgbClr val="000000"/>
              </a:solidFill>
            </a:endParaRPr>
          </a:p>
        </p:txBody>
      </p:sp>
      <p:graphicFrame>
        <p:nvGraphicFramePr>
          <p:cNvPr id="320516" name="Object 4"/>
          <p:cNvGraphicFramePr>
            <a:graphicFrameLocks noGrp="1" noChangeAspect="1"/>
          </p:cNvGraphicFramePr>
          <p:nvPr>
            <p:ph sz="half" idx="4294967295"/>
          </p:nvPr>
        </p:nvGraphicFramePr>
        <p:xfrm>
          <a:off x="1985963" y="3397250"/>
          <a:ext cx="2903537" cy="785813"/>
        </p:xfrm>
        <a:graphic>
          <a:graphicData uri="http://schemas.openxmlformats.org/presentationml/2006/ole">
            <mc:AlternateContent xmlns:mc="http://schemas.openxmlformats.org/markup-compatibility/2006">
              <mc:Choice xmlns:v="urn:schemas-microsoft-com:vml" Requires="v">
                <p:oleObj spid="_x0000_s182409" name="公式" r:id="rId1" imgW="1091565" imgH="393700" progId="Equation.3">
                  <p:embed/>
                </p:oleObj>
              </mc:Choice>
              <mc:Fallback>
                <p:oleObj name="公式" r:id="rId1" imgW="1091565" imgH="393700" progId="Equation.3">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963" y="3397250"/>
                        <a:ext cx="2903537"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0517" name="Object 5"/>
          <p:cNvGraphicFramePr>
            <a:graphicFrameLocks noChangeAspect="1"/>
          </p:cNvGraphicFramePr>
          <p:nvPr/>
        </p:nvGraphicFramePr>
        <p:xfrm>
          <a:off x="3006725" y="5675313"/>
          <a:ext cx="2447925" cy="804862"/>
        </p:xfrm>
        <a:graphic>
          <a:graphicData uri="http://schemas.openxmlformats.org/presentationml/2006/ole">
            <mc:AlternateContent xmlns:mc="http://schemas.openxmlformats.org/markup-compatibility/2006">
              <mc:Choice xmlns:v="urn:schemas-microsoft-com:vml" Requires="v">
                <p:oleObj spid="_x0000_s182410" name="公式" r:id="rId3" imgW="1002665" imgH="330200" progId="Equation.3">
                  <p:embed/>
                </p:oleObj>
              </mc:Choice>
              <mc:Fallback>
                <p:oleObj name="公式" r:id="rId3" imgW="1002665" imgH="330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6725" y="5675313"/>
                        <a:ext cx="2447925"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0518" name="Rectangle 6"/>
          <p:cNvSpPr>
            <a:spLocks noChangeArrowheads="1"/>
          </p:cNvSpPr>
          <p:nvPr/>
        </p:nvSpPr>
        <p:spPr bwMode="auto">
          <a:xfrm>
            <a:off x="684213" y="4365625"/>
            <a:ext cx="78263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40000"/>
              </a:lnSpc>
              <a:spcBef>
                <a:spcPct val="50000"/>
              </a:spcBef>
              <a:buClrTx/>
              <a:buFontTx/>
              <a:buNone/>
            </a:pPr>
            <a:r>
              <a:rPr kumimoji="1" lang="zh-CN" altLang="en-US" sz="2000" b="1">
                <a:solidFill>
                  <a:srgbClr val="0000FF"/>
                </a:solidFill>
                <a:latin typeface="Tahoma" panose="020B0604030504040204" pitchFamily="34" charset="0"/>
                <a:ea typeface="宋体" panose="02010600030101010101" pitchFamily="2" charset="-122"/>
              </a:rPr>
              <a:t>能量密度谱</a:t>
            </a:r>
            <a:r>
              <a:rPr kumimoji="1" lang="en-US" altLang="zh-CN" sz="2000" b="1">
                <a:solidFill>
                  <a:srgbClr val="0000FF"/>
                </a:solidFill>
                <a:latin typeface="Tahoma" panose="020B0604030504040204" pitchFamily="34" charset="0"/>
                <a:ea typeface="宋体" panose="02010600030101010101" pitchFamily="2" charset="-122"/>
              </a:rPr>
              <a:t>G(</a:t>
            </a:r>
            <a:r>
              <a:rPr kumimoji="1" lang="en-US" altLang="zh-CN" sz="2000" b="1">
                <a:solidFill>
                  <a:srgbClr val="0000FF"/>
                </a:solidFill>
                <a:latin typeface="Tahoma" panose="020B0604030504040204" pitchFamily="34" charset="0"/>
                <a:ea typeface="宋体" panose="02010600030101010101" pitchFamily="2" charset="-122"/>
                <a:sym typeface="Symbol" panose="05050102010706020507" pitchFamily="18" charset="2"/>
              </a:rPr>
              <a:t></a:t>
            </a:r>
            <a:r>
              <a:rPr kumimoji="1" lang="en-US" altLang="zh-CN" sz="2000" b="1">
                <a:solidFill>
                  <a:srgbClr val="0000FF"/>
                </a:solidFill>
                <a:latin typeface="Tahoma" panose="020B0604030504040204" pitchFamily="34" charset="0"/>
                <a:ea typeface="宋体" panose="02010600030101010101" pitchFamily="2" charset="-122"/>
              </a:rPr>
              <a:t>)</a:t>
            </a:r>
            <a:r>
              <a:rPr kumimoji="1" lang="zh-CN" altLang="en-US" sz="2000" b="1">
                <a:solidFill>
                  <a:srgbClr val="0000FF"/>
                </a:solidFill>
                <a:latin typeface="Tahoma" panose="020B0604030504040204" pitchFamily="34" charset="0"/>
                <a:ea typeface="宋体" panose="02010600030101010101" pitchFamily="2" charset="-122"/>
              </a:rPr>
              <a:t>：</a:t>
            </a:r>
            <a:r>
              <a:rPr kumimoji="1" lang="zh-CN" altLang="en-US" sz="2000" b="1">
                <a:solidFill>
                  <a:srgbClr val="003300"/>
                </a:solidFill>
                <a:latin typeface="Tahoma" panose="020B0604030504040204" pitchFamily="34" charset="0"/>
                <a:ea typeface="宋体" panose="02010600030101010101" pitchFamily="2" charset="-122"/>
              </a:rPr>
              <a:t>描述能量信号的频率特性，它只与信号频谱的模频特性有关，而与相频特性无关。</a:t>
            </a:r>
            <a:endParaRPr kumimoji="1" lang="zh-CN" altLang="en-US" sz="2000" b="1">
              <a:solidFill>
                <a:srgbClr val="003300"/>
              </a:solidFill>
              <a:latin typeface="Tahoma" panose="020B0604030504040204" pitchFamily="34" charset="0"/>
              <a:ea typeface="宋体" panose="02010600030101010101" pitchFamily="2" charset="-122"/>
            </a:endParaRPr>
          </a:p>
        </p:txBody>
      </p:sp>
      <p:sp>
        <p:nvSpPr>
          <p:cNvPr id="320519" name="Rectangle 7"/>
          <p:cNvSpPr>
            <a:spLocks noChangeArrowheads="1"/>
          </p:cNvSpPr>
          <p:nvPr/>
        </p:nvSpPr>
        <p:spPr bwMode="auto">
          <a:xfrm>
            <a:off x="1042988" y="765175"/>
            <a:ext cx="7129462" cy="2736850"/>
          </a:xfrm>
          <a:prstGeom prst="rect">
            <a:avLst/>
          </a:prstGeom>
          <a:solidFill>
            <a:schemeClr val="bg1"/>
          </a:solidFill>
          <a:ln w="9525">
            <a:solidFill>
              <a:srgbClr val="FF0000"/>
            </a:solidFill>
            <a:miter lim="800000"/>
          </a:ln>
          <a:effectLst>
            <a:outerShdw dist="35921" dir="2700000" algn="ctr" rotWithShape="0">
              <a:schemeClr val="bg2"/>
            </a:outerShdw>
          </a:effectLst>
        </p:spPr>
        <p:txBody>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nSpc>
                <a:spcPct val="110000"/>
              </a:lnSpc>
              <a:buClr>
                <a:srgbClr val="FF3300"/>
              </a:buClr>
              <a:buFont typeface="Wingdings" panose="05000000000000000000" pitchFamily="2" charset="2"/>
              <a:buChar char="l"/>
            </a:pPr>
            <a:r>
              <a:rPr lang="zh-CN" altLang="en-US" sz="2200" b="1">
                <a:solidFill>
                  <a:srgbClr val="000000"/>
                </a:solidFill>
              </a:rPr>
              <a:t>非周期的单脉冲信号是无限多个</a:t>
            </a:r>
            <a:r>
              <a:rPr lang="zh-CN" altLang="en-US" sz="2200" b="1">
                <a:solidFill>
                  <a:srgbClr val="FF0000"/>
                </a:solidFill>
              </a:rPr>
              <a:t>振幅为无限小</a:t>
            </a:r>
            <a:r>
              <a:rPr lang="zh-CN" altLang="en-US" sz="2200" b="1">
                <a:solidFill>
                  <a:srgbClr val="000000"/>
                </a:solidFill>
              </a:rPr>
              <a:t>的频率分量组成；</a:t>
            </a:r>
            <a:endParaRPr lang="zh-CN" altLang="en-US" sz="2200" b="1">
              <a:solidFill>
                <a:srgbClr val="000000"/>
              </a:solidFill>
            </a:endParaRPr>
          </a:p>
          <a:p>
            <a:pPr>
              <a:lnSpc>
                <a:spcPct val="110000"/>
              </a:lnSpc>
              <a:buClr>
                <a:srgbClr val="FF3300"/>
              </a:buClr>
              <a:buFont typeface="Wingdings" panose="05000000000000000000" pitchFamily="2" charset="2"/>
              <a:buChar char="l"/>
            </a:pPr>
            <a:r>
              <a:rPr lang="zh-CN" altLang="en-US" sz="2200" b="1">
                <a:solidFill>
                  <a:srgbClr val="000000"/>
                </a:solidFill>
              </a:rPr>
              <a:t>各频率分量的</a:t>
            </a:r>
            <a:r>
              <a:rPr lang="zh-CN" altLang="en-US" sz="2200" b="1">
                <a:solidFill>
                  <a:srgbClr val="FF0000"/>
                </a:solidFill>
              </a:rPr>
              <a:t>能量是无穷小量</a:t>
            </a:r>
            <a:r>
              <a:rPr lang="zh-CN" altLang="en-US" sz="2200" b="1">
                <a:solidFill>
                  <a:srgbClr val="000000"/>
                </a:solidFill>
              </a:rPr>
              <a:t>，对于无穷小量是不能讨论其意义的；</a:t>
            </a:r>
            <a:endParaRPr lang="zh-CN" altLang="en-US" sz="2200" b="1">
              <a:solidFill>
                <a:srgbClr val="000000"/>
              </a:solidFill>
            </a:endParaRPr>
          </a:p>
          <a:p>
            <a:pPr>
              <a:lnSpc>
                <a:spcPct val="110000"/>
              </a:lnSpc>
              <a:buClr>
                <a:srgbClr val="FF3300"/>
              </a:buClr>
              <a:buFont typeface="Wingdings" panose="05000000000000000000" pitchFamily="2" charset="2"/>
              <a:buChar char="l"/>
            </a:pPr>
            <a:r>
              <a:rPr lang="zh-CN" altLang="en-US" sz="2200" b="1">
                <a:solidFill>
                  <a:srgbClr val="000000"/>
                </a:solidFill>
              </a:rPr>
              <a:t>为了表示能量在频率上的分布，仿照</a:t>
            </a:r>
            <a:r>
              <a:rPr lang="en-US" altLang="zh-CN" sz="2200" b="1">
                <a:solidFill>
                  <a:srgbClr val="000000"/>
                </a:solidFill>
              </a:rPr>
              <a:t>FT</a:t>
            </a:r>
            <a:r>
              <a:rPr lang="zh-CN" altLang="en-US" sz="2200" b="1">
                <a:solidFill>
                  <a:srgbClr val="000000"/>
                </a:solidFill>
              </a:rPr>
              <a:t>的引用，定义一个</a:t>
            </a:r>
            <a:r>
              <a:rPr lang="zh-CN" altLang="en-US" sz="2200" b="1">
                <a:solidFill>
                  <a:srgbClr val="FF0000"/>
                </a:solidFill>
              </a:rPr>
              <a:t>能量（密度）频谱函数</a:t>
            </a:r>
            <a:r>
              <a:rPr lang="zh-CN" altLang="en-US" sz="2200" b="1">
                <a:solidFill>
                  <a:srgbClr val="000000"/>
                </a:solidFill>
              </a:rPr>
              <a:t>：</a:t>
            </a:r>
            <a:endParaRPr lang="zh-CN" altLang="en-US" sz="2200" b="1">
              <a:solidFill>
                <a:srgbClr val="000000"/>
              </a:solidFill>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24423"/>
    </mc:Choice>
    <mc:Fallback>
      <p:transition spd="slow" advTm="1244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20519">
                                            <p:txEl>
                                              <p:pRg st="0" end="0"/>
                                            </p:txEl>
                                          </p:spTgt>
                                        </p:tgtEl>
                                        <p:attrNameLst>
                                          <p:attrName>style.visibility</p:attrName>
                                        </p:attrNameLst>
                                      </p:cBhvr>
                                      <p:to>
                                        <p:strVal val="visible"/>
                                      </p:to>
                                    </p:set>
                                    <p:anim calcmode="lin" valueType="num">
                                      <p:cBhvr>
                                        <p:cTn id="7" dur="1000" fill="hold"/>
                                        <p:tgtEl>
                                          <p:spTgt spid="320519">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20519">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2051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20519">
                                            <p:txEl>
                                              <p:pRg st="1" end="1"/>
                                            </p:txEl>
                                          </p:spTgt>
                                        </p:tgtEl>
                                        <p:attrNameLst>
                                          <p:attrName>style.visibility</p:attrName>
                                        </p:attrNameLst>
                                      </p:cBhvr>
                                      <p:to>
                                        <p:strVal val="visible"/>
                                      </p:to>
                                    </p:set>
                                    <p:anim calcmode="lin" valueType="num">
                                      <p:cBhvr>
                                        <p:cTn id="14" dur="1000" fill="hold"/>
                                        <p:tgtEl>
                                          <p:spTgt spid="320519">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20519">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2051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20519">
                                            <p:txEl>
                                              <p:pRg st="2" end="2"/>
                                            </p:txEl>
                                          </p:spTgt>
                                        </p:tgtEl>
                                        <p:attrNameLst>
                                          <p:attrName>style.visibility</p:attrName>
                                        </p:attrNameLst>
                                      </p:cBhvr>
                                      <p:to>
                                        <p:strVal val="visible"/>
                                      </p:to>
                                    </p:set>
                                    <p:anim calcmode="lin" valueType="num">
                                      <p:cBhvr>
                                        <p:cTn id="21" dur="1000" fill="hold"/>
                                        <p:tgtEl>
                                          <p:spTgt spid="320519">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20519">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20519">
                                            <p:txEl>
                                              <p:pRg st="2" end="2"/>
                                            </p:txEl>
                                          </p:spTgt>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320516"/>
                                        </p:tgtEl>
                                        <p:attrNameLst>
                                          <p:attrName>style.visibility</p:attrName>
                                        </p:attrNameLst>
                                      </p:cBhvr>
                                      <p:to>
                                        <p:strVal val="visible"/>
                                      </p:to>
                                    </p:set>
                                    <p:anim calcmode="lin" valueType="num">
                                      <p:cBhvr>
                                        <p:cTn id="27" dur="1000" fill="hold"/>
                                        <p:tgtEl>
                                          <p:spTgt spid="320516"/>
                                        </p:tgtEl>
                                        <p:attrNameLst>
                                          <p:attrName>ppt_w</p:attrName>
                                        </p:attrNameLst>
                                      </p:cBhvr>
                                      <p:tavLst>
                                        <p:tav tm="0">
                                          <p:val>
                                            <p:strVal val="#ppt_w*0.70"/>
                                          </p:val>
                                        </p:tav>
                                        <p:tav tm="100000">
                                          <p:val>
                                            <p:strVal val="#ppt_w"/>
                                          </p:val>
                                        </p:tav>
                                      </p:tavLst>
                                    </p:anim>
                                    <p:anim calcmode="lin" valueType="num">
                                      <p:cBhvr>
                                        <p:cTn id="28" dur="1000" fill="hold"/>
                                        <p:tgtEl>
                                          <p:spTgt spid="320516"/>
                                        </p:tgtEl>
                                        <p:attrNameLst>
                                          <p:attrName>ppt_h</p:attrName>
                                        </p:attrNameLst>
                                      </p:cBhvr>
                                      <p:tavLst>
                                        <p:tav tm="0">
                                          <p:val>
                                            <p:strVal val="#ppt_h"/>
                                          </p:val>
                                        </p:tav>
                                        <p:tav tm="100000">
                                          <p:val>
                                            <p:strVal val="#ppt_h"/>
                                          </p:val>
                                        </p:tav>
                                      </p:tavLst>
                                    </p:anim>
                                    <p:animEffect transition="in" filter="fade">
                                      <p:cBhvr>
                                        <p:cTn id="29" dur="1000"/>
                                        <p:tgtEl>
                                          <p:spTgt spid="320516"/>
                                        </p:tgtEl>
                                      </p:cBhvr>
                                    </p:animEffect>
                                  </p:childTnLst>
                                </p:cTn>
                              </p:par>
                            </p:childTnLst>
                          </p:cTn>
                        </p:par>
                        <p:par>
                          <p:cTn id="30" fill="hold">
                            <p:stCondLst>
                              <p:cond delay="2000"/>
                            </p:stCondLst>
                            <p:childTnLst>
                              <p:par>
                                <p:cTn id="31" presetID="2" presetClass="entr" presetSubtype="8" fill="hold" grpId="0" nodeType="afterEffect">
                                  <p:stCondLst>
                                    <p:cond delay="0"/>
                                  </p:stCondLst>
                                  <p:childTnLst>
                                    <p:set>
                                      <p:cBhvr>
                                        <p:cTn id="32" dur="1" fill="hold">
                                          <p:stCondLst>
                                            <p:cond delay="0"/>
                                          </p:stCondLst>
                                        </p:cTn>
                                        <p:tgtEl>
                                          <p:spTgt spid="320518">
                                            <p:txEl>
                                              <p:pRg st="0" end="0"/>
                                            </p:txEl>
                                          </p:spTgt>
                                        </p:tgtEl>
                                        <p:attrNameLst>
                                          <p:attrName>style.visibility</p:attrName>
                                        </p:attrNameLst>
                                      </p:cBhvr>
                                      <p:to>
                                        <p:strVal val="visible"/>
                                      </p:to>
                                    </p:set>
                                    <p:anim calcmode="lin" valueType="num">
                                      <p:cBhvr additive="base">
                                        <p:cTn id="33" dur="500" fill="hold"/>
                                        <p:tgtEl>
                                          <p:spTgt spid="320518">
                                            <p:txEl>
                                              <p:pRg st="0" end="0"/>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3205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320515">
                                            <p:txEl>
                                              <p:pRg st="0" end="0"/>
                                            </p:txEl>
                                          </p:spTgt>
                                        </p:tgtEl>
                                        <p:attrNameLst>
                                          <p:attrName>style.visibility</p:attrName>
                                        </p:attrNameLst>
                                      </p:cBhvr>
                                      <p:to>
                                        <p:strVal val="visible"/>
                                      </p:to>
                                    </p:set>
                                    <p:animEffect transition="in" filter="checkerboard(across)">
                                      <p:cBhvr>
                                        <p:cTn id="39" dur="500"/>
                                        <p:tgtEl>
                                          <p:spTgt spid="320515">
                                            <p:txEl>
                                              <p:pRg st="0" end="0"/>
                                            </p:txEl>
                                          </p:spTgt>
                                        </p:tgtEl>
                                      </p:cBhvr>
                                    </p:animEffect>
                                  </p:childTnLst>
                                </p:cTn>
                              </p:par>
                            </p:childTnLst>
                          </p:cTn>
                        </p:par>
                        <p:par>
                          <p:cTn id="40" fill="hold">
                            <p:stCondLst>
                              <p:cond delay="500"/>
                            </p:stCondLst>
                            <p:childTnLst>
                              <p:par>
                                <p:cTn id="41" presetID="55" presetClass="entr" presetSubtype="0" fill="hold" nodeType="afterEffect">
                                  <p:stCondLst>
                                    <p:cond delay="0"/>
                                  </p:stCondLst>
                                  <p:childTnLst>
                                    <p:set>
                                      <p:cBhvr>
                                        <p:cTn id="42" dur="1" fill="hold">
                                          <p:stCondLst>
                                            <p:cond delay="0"/>
                                          </p:stCondLst>
                                        </p:cTn>
                                        <p:tgtEl>
                                          <p:spTgt spid="320517"/>
                                        </p:tgtEl>
                                        <p:attrNameLst>
                                          <p:attrName>style.visibility</p:attrName>
                                        </p:attrNameLst>
                                      </p:cBhvr>
                                      <p:to>
                                        <p:strVal val="visible"/>
                                      </p:to>
                                    </p:set>
                                    <p:anim calcmode="lin" valueType="num">
                                      <p:cBhvr>
                                        <p:cTn id="43" dur="1000" fill="hold"/>
                                        <p:tgtEl>
                                          <p:spTgt spid="320517"/>
                                        </p:tgtEl>
                                        <p:attrNameLst>
                                          <p:attrName>ppt_w</p:attrName>
                                        </p:attrNameLst>
                                      </p:cBhvr>
                                      <p:tavLst>
                                        <p:tav tm="0">
                                          <p:val>
                                            <p:strVal val="#ppt_w*0.70"/>
                                          </p:val>
                                        </p:tav>
                                        <p:tav tm="100000">
                                          <p:val>
                                            <p:strVal val="#ppt_w"/>
                                          </p:val>
                                        </p:tav>
                                      </p:tavLst>
                                    </p:anim>
                                    <p:anim calcmode="lin" valueType="num">
                                      <p:cBhvr>
                                        <p:cTn id="44" dur="1000" fill="hold"/>
                                        <p:tgtEl>
                                          <p:spTgt spid="320517"/>
                                        </p:tgtEl>
                                        <p:attrNameLst>
                                          <p:attrName>ppt_h</p:attrName>
                                        </p:attrNameLst>
                                      </p:cBhvr>
                                      <p:tavLst>
                                        <p:tav tm="0">
                                          <p:val>
                                            <p:strVal val="#ppt_h"/>
                                          </p:val>
                                        </p:tav>
                                        <p:tav tm="100000">
                                          <p:val>
                                            <p:strVal val="#ppt_h"/>
                                          </p:val>
                                        </p:tav>
                                      </p:tavLst>
                                    </p:anim>
                                    <p:animEffect transition="in" filter="fade">
                                      <p:cBhvr>
                                        <p:cTn id="45" dur="1000"/>
                                        <p:tgtEl>
                                          <p:spTgt spid="320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P spid="320518" grpId="0" autoUpdateAnimBg="0" build="p"/>
    </p:bldLst>
  </p:timing>
</p:sld>
</file>

<file path=ppt/slides/slide1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 name="日期占位符 3"/>
          <p:cNvSpPr>
            <a:spLocks noGrp="1"/>
          </p:cNvSpPr>
          <p:nvPr>
            <p:ph type="dt" sz="quarter" idx="10"/>
          </p:nvPr>
        </p:nvSpPr>
        <p:spPr/>
        <p:txBody>
          <a:bodyPr/>
          <a:lstStyle/>
          <a:p>
            <a:pPr>
              <a:defRPr/>
            </a:pPr>
            <a:fld id="{4BA95A6F-D686-4EC7-AB93-5E4E8E48A2BE}" type="datetime1">
              <a:rPr lang="zh-CN" altLang="en-US"/>
            </a:fld>
            <a:endParaRPr lang="zh-CN" altLang="en-US"/>
          </a:p>
        </p:txBody>
      </p:sp>
      <p:graphicFrame>
        <p:nvGraphicFramePr>
          <p:cNvPr id="321538" name="Object 2"/>
          <p:cNvGraphicFramePr>
            <a:graphicFrameLocks noChangeAspect="1"/>
          </p:cNvGraphicFramePr>
          <p:nvPr/>
        </p:nvGraphicFramePr>
        <p:xfrm>
          <a:off x="5724525" y="3716338"/>
          <a:ext cx="3048000" cy="1282700"/>
        </p:xfrm>
        <a:graphic>
          <a:graphicData uri="http://schemas.openxmlformats.org/presentationml/2006/ole">
            <mc:AlternateContent xmlns:mc="http://schemas.openxmlformats.org/markup-compatibility/2006">
              <mc:Choice xmlns:v="urn:schemas-microsoft-com:vml" Requires="v">
                <p:oleObj spid="_x0000_s184188" name="位图图像" r:id="rId1" imgW="4505325" imgH="1895475" progId="Paint.Picture">
                  <p:embed/>
                </p:oleObj>
              </mc:Choice>
              <mc:Fallback>
                <p:oleObj name="位图图像" r:id="rId1" imgW="4505325" imgH="189547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3716338"/>
                        <a:ext cx="3048000" cy="128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3300" name="Rectangle 3"/>
          <p:cNvSpPr>
            <a:spLocks noGrp="1" noChangeArrowheads="1"/>
          </p:cNvSpPr>
          <p:nvPr>
            <p:ph type="title" idx="4294967295"/>
          </p:nvPr>
        </p:nvSpPr>
        <p:spPr>
          <a:xfrm>
            <a:off x="900113" y="188913"/>
            <a:ext cx="1295400" cy="465137"/>
          </a:xfrm>
        </p:spPr>
        <p:txBody>
          <a:bodyPr/>
          <a:lstStyle/>
          <a:p>
            <a:r>
              <a:rPr lang="zh-CN" altLang="en-US" sz="1700" b="1">
                <a:solidFill>
                  <a:srgbClr val="FF0000"/>
                </a:solidFill>
              </a:rPr>
              <a:t>例</a:t>
            </a:r>
            <a:r>
              <a:rPr lang="en-US" altLang="zh-CN" sz="1700" b="1">
                <a:solidFill>
                  <a:srgbClr val="FF0000"/>
                </a:solidFill>
              </a:rPr>
              <a:t>1</a:t>
            </a:r>
            <a:r>
              <a:rPr lang="zh-CN" altLang="en-US" sz="1900" b="1">
                <a:solidFill>
                  <a:srgbClr val="FF0000"/>
                </a:solidFill>
              </a:rPr>
              <a:t>：</a:t>
            </a:r>
            <a:endParaRPr lang="zh-CN" altLang="en-US" sz="1900" b="1">
              <a:solidFill>
                <a:srgbClr val="FF0000"/>
              </a:solidFill>
            </a:endParaRPr>
          </a:p>
        </p:txBody>
      </p:sp>
      <p:graphicFrame>
        <p:nvGraphicFramePr>
          <p:cNvPr id="183301" name="Object 4"/>
          <p:cNvGraphicFramePr>
            <a:graphicFrameLocks noChangeAspect="1"/>
          </p:cNvGraphicFramePr>
          <p:nvPr/>
        </p:nvGraphicFramePr>
        <p:xfrm>
          <a:off x="1835150" y="115888"/>
          <a:ext cx="3392488" cy="787400"/>
        </p:xfrm>
        <a:graphic>
          <a:graphicData uri="http://schemas.openxmlformats.org/presentationml/2006/ole">
            <mc:AlternateContent xmlns:mc="http://schemas.openxmlformats.org/markup-compatibility/2006">
              <mc:Choice xmlns:v="urn:schemas-microsoft-com:vml" Requires="v">
                <p:oleObj spid="_x0000_s184189" name="Equation" r:id="rId3" imgW="1524000" imgH="393700" progId="Equation.3">
                  <p:embed/>
                </p:oleObj>
              </mc:Choice>
              <mc:Fallback>
                <p:oleObj name="Equation" r:id="rId3" imgW="1524000" imgH="393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15888"/>
                        <a:ext cx="3392488" cy="787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graphicFrame>
        <p:nvGraphicFramePr>
          <p:cNvPr id="183302" name="Object 5"/>
          <p:cNvGraphicFramePr>
            <a:graphicFrameLocks noChangeAspect="1"/>
          </p:cNvGraphicFramePr>
          <p:nvPr/>
        </p:nvGraphicFramePr>
        <p:xfrm>
          <a:off x="5219700" y="260350"/>
          <a:ext cx="1447800" cy="355600"/>
        </p:xfrm>
        <a:graphic>
          <a:graphicData uri="http://schemas.openxmlformats.org/presentationml/2006/ole">
            <mc:AlternateContent xmlns:mc="http://schemas.openxmlformats.org/markup-compatibility/2006">
              <mc:Choice xmlns:v="urn:schemas-microsoft-com:vml" Requires="v">
                <p:oleObj spid="_x0000_s184190" name="Equation" r:id="rId5" imgW="1028700" imgH="215900" progId="Equation.3">
                  <p:embed/>
                </p:oleObj>
              </mc:Choice>
              <mc:Fallback>
                <p:oleObj name="Equation" r:id="rId5" imgW="1028700" imgH="215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60350"/>
                        <a:ext cx="14478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1542" name="Object 6"/>
          <p:cNvGraphicFramePr>
            <a:graphicFrameLocks noChangeAspect="1"/>
          </p:cNvGraphicFramePr>
          <p:nvPr/>
        </p:nvGraphicFramePr>
        <p:xfrm>
          <a:off x="1331913" y="1700213"/>
          <a:ext cx="5356225" cy="431800"/>
        </p:xfrm>
        <a:graphic>
          <a:graphicData uri="http://schemas.openxmlformats.org/presentationml/2006/ole">
            <mc:AlternateContent xmlns:mc="http://schemas.openxmlformats.org/markup-compatibility/2006">
              <mc:Choice xmlns:v="urn:schemas-microsoft-com:vml" Requires="v">
                <p:oleObj spid="_x0000_s184191" name="Equation" r:id="rId7" imgW="3340100" imgH="215900" progId="Equation.3">
                  <p:embed/>
                </p:oleObj>
              </mc:Choice>
              <mc:Fallback>
                <p:oleObj name="Equation" r:id="rId7" imgW="3340100" imgH="2159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1700213"/>
                        <a:ext cx="53562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1543" name="Text Box 7"/>
          <p:cNvSpPr txBox="1">
            <a:spLocks noChangeArrowheads="1"/>
          </p:cNvSpPr>
          <p:nvPr/>
        </p:nvSpPr>
        <p:spPr bwMode="auto">
          <a:xfrm>
            <a:off x="601663" y="990600"/>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000" b="1">
                <a:solidFill>
                  <a:srgbClr val="FF0000"/>
                </a:solidFill>
                <a:latin typeface="Tahoma" panose="020B0604030504040204" pitchFamily="34" charset="0"/>
                <a:ea typeface="宋体" panose="02010600030101010101" pitchFamily="2" charset="-122"/>
              </a:rPr>
              <a:t>解：</a:t>
            </a:r>
            <a:endParaRPr kumimoji="1" lang="zh-CN" altLang="en-US" sz="2000" b="1">
              <a:solidFill>
                <a:srgbClr val="FF0000"/>
              </a:solidFill>
              <a:latin typeface="Tahoma" panose="020B0604030504040204" pitchFamily="34" charset="0"/>
              <a:ea typeface="宋体" panose="02010600030101010101" pitchFamily="2" charset="-122"/>
            </a:endParaRPr>
          </a:p>
        </p:txBody>
      </p:sp>
      <p:graphicFrame>
        <p:nvGraphicFramePr>
          <p:cNvPr id="321544" name="Object 8"/>
          <p:cNvGraphicFramePr>
            <a:graphicFrameLocks noChangeAspect="1"/>
          </p:cNvGraphicFramePr>
          <p:nvPr/>
        </p:nvGraphicFramePr>
        <p:xfrm>
          <a:off x="5724525" y="5516563"/>
          <a:ext cx="2182813" cy="738187"/>
        </p:xfrm>
        <a:graphic>
          <a:graphicData uri="http://schemas.openxmlformats.org/presentationml/2006/ole">
            <mc:AlternateContent xmlns:mc="http://schemas.openxmlformats.org/markup-compatibility/2006">
              <mc:Choice xmlns:v="urn:schemas-microsoft-com:vml" Requires="v">
                <p:oleObj spid="_x0000_s184192" name="Equation" r:id="rId9" imgW="1384300" imgH="469900" progId="Equation.3">
                  <p:embed/>
                </p:oleObj>
              </mc:Choice>
              <mc:Fallback>
                <p:oleObj name="Equation" r:id="rId9" imgW="1384300" imgH="4699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525" y="5516563"/>
                        <a:ext cx="2182813"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1545" name="Object 9"/>
          <p:cNvGraphicFramePr>
            <a:graphicFrameLocks noChangeAspect="1"/>
          </p:cNvGraphicFramePr>
          <p:nvPr/>
        </p:nvGraphicFramePr>
        <p:xfrm>
          <a:off x="1763713" y="4005263"/>
          <a:ext cx="3857625" cy="485775"/>
        </p:xfrm>
        <a:graphic>
          <a:graphicData uri="http://schemas.openxmlformats.org/presentationml/2006/ole">
            <mc:AlternateContent xmlns:mc="http://schemas.openxmlformats.org/markup-compatibility/2006">
              <mc:Choice xmlns:v="urn:schemas-microsoft-com:vml" Requires="v">
                <p:oleObj spid="_x0000_s184193" name="Equation" r:id="rId11" imgW="2387600" imgH="254000" progId="Equation.3">
                  <p:embed/>
                </p:oleObj>
              </mc:Choice>
              <mc:Fallback>
                <p:oleObj name="Equation" r:id="rId11" imgW="2387600" imgH="2540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713" y="4005263"/>
                        <a:ext cx="38576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46" name="Object 10"/>
          <p:cNvGraphicFramePr>
            <a:graphicFrameLocks noChangeAspect="1"/>
          </p:cNvGraphicFramePr>
          <p:nvPr/>
        </p:nvGraphicFramePr>
        <p:xfrm>
          <a:off x="1044575" y="5445125"/>
          <a:ext cx="4495800" cy="823913"/>
        </p:xfrm>
        <a:graphic>
          <a:graphicData uri="http://schemas.openxmlformats.org/presentationml/2006/ole">
            <mc:AlternateContent xmlns:mc="http://schemas.openxmlformats.org/markup-compatibility/2006">
              <mc:Choice xmlns:v="urn:schemas-microsoft-com:vml" Requires="v">
                <p:oleObj spid="_x0000_s184194" name="Equation" r:id="rId13" imgW="2654300" imgH="571500" progId="Equation.3">
                  <p:embed/>
                </p:oleObj>
              </mc:Choice>
              <mc:Fallback>
                <p:oleObj name="Equation" r:id="rId13" imgW="2654300" imgH="5715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4575" y="5445125"/>
                        <a:ext cx="44958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47" name="Object 11"/>
          <p:cNvGraphicFramePr>
            <a:graphicFrameLocks noChangeAspect="1"/>
          </p:cNvGraphicFramePr>
          <p:nvPr/>
        </p:nvGraphicFramePr>
        <p:xfrm>
          <a:off x="755650" y="2997200"/>
          <a:ext cx="6615113" cy="836613"/>
        </p:xfrm>
        <a:graphic>
          <a:graphicData uri="http://schemas.openxmlformats.org/presentationml/2006/ole">
            <mc:AlternateContent xmlns:mc="http://schemas.openxmlformats.org/markup-compatibility/2006">
              <mc:Choice xmlns:v="urn:schemas-microsoft-com:vml" Requires="v">
                <p:oleObj spid="_x0000_s184195" name="Equation" r:id="rId15" imgW="4127500" imgH="469900" progId="Equation.3">
                  <p:embed/>
                </p:oleObj>
              </mc:Choice>
              <mc:Fallback>
                <p:oleObj name="Equation" r:id="rId15" imgW="4127500" imgH="46990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5650" y="2997200"/>
                        <a:ext cx="6615113"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48" name="Object 12"/>
          <p:cNvGraphicFramePr>
            <a:graphicFrameLocks noChangeAspect="1"/>
          </p:cNvGraphicFramePr>
          <p:nvPr/>
        </p:nvGraphicFramePr>
        <p:xfrm>
          <a:off x="6948488" y="1628775"/>
          <a:ext cx="1981200" cy="730250"/>
        </p:xfrm>
        <a:graphic>
          <a:graphicData uri="http://schemas.openxmlformats.org/presentationml/2006/ole">
            <mc:AlternateContent xmlns:mc="http://schemas.openxmlformats.org/markup-compatibility/2006">
              <mc:Choice xmlns:v="urn:schemas-microsoft-com:vml" Requires="v">
                <p:oleObj spid="_x0000_s184196" name="Equation" r:id="rId17" imgW="1562100" imgH="469900" progId="Equation.3">
                  <p:embed/>
                </p:oleObj>
              </mc:Choice>
              <mc:Fallback>
                <p:oleObj name="Equation" r:id="rId17" imgW="1562100" imgH="4699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48488" y="1628775"/>
                        <a:ext cx="19812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49" name="Object 13"/>
          <p:cNvGraphicFramePr>
            <a:graphicFrameLocks noChangeAspect="1"/>
          </p:cNvGraphicFramePr>
          <p:nvPr/>
        </p:nvGraphicFramePr>
        <p:xfrm>
          <a:off x="1692275" y="2276475"/>
          <a:ext cx="2149475" cy="730250"/>
        </p:xfrm>
        <a:graphic>
          <a:graphicData uri="http://schemas.openxmlformats.org/presentationml/2006/ole">
            <mc:AlternateContent xmlns:mc="http://schemas.openxmlformats.org/markup-compatibility/2006">
              <mc:Choice xmlns:v="urn:schemas-microsoft-com:vml" Requires="v">
                <p:oleObj spid="_x0000_s184197" name="Equation" r:id="rId19" imgW="1358900" imgH="469900" progId="Equation.3">
                  <p:embed/>
                </p:oleObj>
              </mc:Choice>
              <mc:Fallback>
                <p:oleObj name="Equation" r:id="rId19" imgW="1358900" imgH="46990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92275" y="2276475"/>
                        <a:ext cx="2149475"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1550" name="Object 14"/>
          <p:cNvGraphicFramePr>
            <a:graphicFrameLocks noChangeAspect="1"/>
          </p:cNvGraphicFramePr>
          <p:nvPr/>
        </p:nvGraphicFramePr>
        <p:xfrm>
          <a:off x="3995738" y="2276475"/>
          <a:ext cx="3135312" cy="730250"/>
        </p:xfrm>
        <a:graphic>
          <a:graphicData uri="http://schemas.openxmlformats.org/presentationml/2006/ole">
            <mc:AlternateContent xmlns:mc="http://schemas.openxmlformats.org/markup-compatibility/2006">
              <mc:Choice xmlns:v="urn:schemas-microsoft-com:vml" Requires="v">
                <p:oleObj spid="_x0000_s184198" name="Equation" r:id="rId21" imgW="1993900" imgH="469900" progId="Equation.3">
                  <p:embed/>
                </p:oleObj>
              </mc:Choice>
              <mc:Fallback>
                <p:oleObj name="Equation" r:id="rId21" imgW="1993900" imgH="469900" progId="Equation.3">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95738" y="2276475"/>
                        <a:ext cx="3135312"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1551" name="Rectangle 15"/>
          <p:cNvSpPr>
            <a:spLocks noChangeArrowheads="1"/>
          </p:cNvSpPr>
          <p:nvPr/>
        </p:nvSpPr>
        <p:spPr bwMode="auto">
          <a:xfrm>
            <a:off x="539750" y="4797425"/>
            <a:ext cx="3024188" cy="457200"/>
          </a:xfrm>
          <a:prstGeom prst="rect">
            <a:avLst/>
          </a:prstGeom>
          <a:noFill/>
          <a:ln w="9525">
            <a:noFill/>
            <a:miter lim="800000"/>
          </a:ln>
          <a:effectLst/>
        </p:spPr>
        <p:txBody>
          <a:bodyPr>
            <a:spAutoFit/>
          </a:bodyPr>
          <a:lstStyle/>
          <a:p>
            <a:pPr eaLnBrk="1" hangingPunct="1">
              <a:defRPr/>
            </a:pPr>
            <a:r>
              <a:rPr kumimoji="1" lang="zh-CN" altLang="en-US" sz="2400" b="1">
                <a:solidFill>
                  <a:srgbClr val="FF0000"/>
                </a:solidFill>
                <a:effectLst>
                  <a:outerShdw blurRad="38100" dist="38100" dir="2700000" algn="tl">
                    <a:srgbClr val="C0C0C0"/>
                  </a:outerShdw>
                </a:effectLst>
                <a:latin typeface="Tahoma" panose="020B0604030504040204" pitchFamily="34" charset="0"/>
              </a:rPr>
              <a:t>由</a:t>
            </a:r>
            <a:r>
              <a:rPr kumimoji="1" lang="en-US" altLang="zh-CN" sz="2400" b="1">
                <a:solidFill>
                  <a:srgbClr val="FF0000"/>
                </a:solidFill>
                <a:effectLst>
                  <a:outerShdw blurRad="38100" dist="38100" dir="2700000" algn="tl">
                    <a:srgbClr val="C0C0C0"/>
                  </a:outerShdw>
                </a:effectLst>
                <a:latin typeface="Tahoma" panose="020B0604030504040204" pitchFamily="34" charset="0"/>
              </a:rPr>
              <a:t>Parserval</a:t>
            </a:r>
            <a:r>
              <a:rPr kumimoji="1" lang="zh-CN" altLang="en-US" sz="2400" b="1">
                <a:solidFill>
                  <a:srgbClr val="FF0000"/>
                </a:solidFill>
                <a:effectLst>
                  <a:outerShdw blurRad="38100" dist="38100" dir="2700000" algn="tl">
                    <a:srgbClr val="C0C0C0"/>
                  </a:outerShdw>
                </a:effectLst>
                <a:latin typeface="Tahoma" panose="020B0604030504040204" pitchFamily="34" charset="0"/>
              </a:rPr>
              <a:t>定理：</a:t>
            </a:r>
            <a:endParaRPr kumimoji="1" lang="zh-CN" altLang="en-US" sz="2400" b="1">
              <a:solidFill>
                <a:srgbClr val="FF0000"/>
              </a:solidFill>
              <a:effectLst>
                <a:outerShdw blurRad="38100" dist="38100" dir="2700000" algn="tl">
                  <a:srgbClr val="C0C0C0"/>
                </a:outerShdw>
              </a:effectLst>
              <a:latin typeface="Tahoma" panose="020B0604030504040204" pitchFamily="34" charset="0"/>
            </a:endParaRPr>
          </a:p>
        </p:txBody>
      </p:sp>
      <p:graphicFrame>
        <p:nvGraphicFramePr>
          <p:cNvPr id="321552" name="Object 16"/>
          <p:cNvGraphicFramePr>
            <a:graphicFrameLocks noChangeAspect="1"/>
          </p:cNvGraphicFramePr>
          <p:nvPr/>
        </p:nvGraphicFramePr>
        <p:xfrm>
          <a:off x="1439863" y="990600"/>
          <a:ext cx="2489200" cy="431800"/>
        </p:xfrm>
        <a:graphic>
          <a:graphicData uri="http://schemas.openxmlformats.org/presentationml/2006/ole">
            <mc:AlternateContent xmlns:mc="http://schemas.openxmlformats.org/markup-compatibility/2006">
              <mc:Choice xmlns:v="urn:schemas-microsoft-com:vml" Requires="v">
                <p:oleObj spid="_x0000_s184199" name="Equation" r:id="rId23" imgW="1116965" imgH="215900" progId="Equation.3">
                  <p:embed/>
                </p:oleObj>
              </mc:Choice>
              <mc:Fallback>
                <p:oleObj name="Equation" r:id="rId23" imgW="1116965" imgH="215900" progId="Equation.3">
                  <p:embed/>
                  <p:pic>
                    <p:nvPicPr>
                      <p:cNvPr id="0" name="Object 1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439863" y="990600"/>
                        <a:ext cx="2489200" cy="431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graphicFrame>
        <p:nvGraphicFramePr>
          <p:cNvPr id="321553" name="Object 17"/>
          <p:cNvGraphicFramePr>
            <a:graphicFrameLocks noChangeAspect="1"/>
          </p:cNvGraphicFramePr>
          <p:nvPr/>
        </p:nvGraphicFramePr>
        <p:xfrm>
          <a:off x="4487863" y="990600"/>
          <a:ext cx="2374900" cy="431800"/>
        </p:xfrm>
        <a:graphic>
          <a:graphicData uri="http://schemas.openxmlformats.org/presentationml/2006/ole">
            <mc:AlternateContent xmlns:mc="http://schemas.openxmlformats.org/markup-compatibility/2006">
              <mc:Choice xmlns:v="urn:schemas-microsoft-com:vml" Requires="v">
                <p:oleObj spid="_x0000_s184200" name="Equation" r:id="rId25" imgW="1066165" imgH="215900" progId="Equation.3">
                  <p:embed/>
                </p:oleObj>
              </mc:Choice>
              <mc:Fallback>
                <p:oleObj name="Equation" r:id="rId25" imgW="1066165" imgH="215900" progId="Equation.3">
                  <p:embed/>
                  <p:pic>
                    <p:nvPicPr>
                      <p:cNvPr id="0" name="Object 1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87863" y="990600"/>
                        <a:ext cx="2374900" cy="431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graphicFrame>
        <p:nvGraphicFramePr>
          <p:cNvPr id="321554" name="Object 18"/>
          <p:cNvGraphicFramePr>
            <a:graphicFrameLocks noChangeAspect="1"/>
          </p:cNvGraphicFramePr>
          <p:nvPr/>
        </p:nvGraphicFramePr>
        <p:xfrm>
          <a:off x="7002463" y="762000"/>
          <a:ext cx="1865312" cy="787400"/>
        </p:xfrm>
        <a:graphic>
          <a:graphicData uri="http://schemas.openxmlformats.org/presentationml/2006/ole">
            <mc:AlternateContent xmlns:mc="http://schemas.openxmlformats.org/markup-compatibility/2006">
              <mc:Choice xmlns:v="urn:schemas-microsoft-com:vml" Requires="v">
                <p:oleObj spid="_x0000_s184201" name="Equation" r:id="rId27" imgW="837565" imgH="393700" progId="Equation.3">
                  <p:embed/>
                </p:oleObj>
              </mc:Choice>
              <mc:Fallback>
                <p:oleObj name="Equation" r:id="rId27" imgW="837565" imgH="393700" progId="Equation.3">
                  <p:embed/>
                  <p:pic>
                    <p:nvPicPr>
                      <p:cNvPr id="0" name="Object 1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7002463" y="762000"/>
                        <a:ext cx="1865312" cy="787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spTree>
    <p:custDataLst>
      <p:tags r:id="rId29"/>
    </p:custDataLst>
  </p:cSld>
  <p:clrMapOvr>
    <a:masterClrMapping/>
  </p:clrMapOvr>
  <mc:AlternateContent xmlns:mc="http://schemas.openxmlformats.org/markup-compatibility/2006">
    <mc:Choice xmlns:p14="http://schemas.microsoft.com/office/powerpoint/2010/main" Requires="p14">
      <p:transition spd="slow" p14:dur="2000" advTm="100510"/>
    </mc:Choice>
    <mc:Fallback>
      <p:transition spd="slow" advTm="10051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1543"/>
                                        </p:tgtEl>
                                        <p:attrNameLst>
                                          <p:attrName>style.visibility</p:attrName>
                                        </p:attrNameLst>
                                      </p:cBhvr>
                                      <p:to>
                                        <p:strVal val="visible"/>
                                      </p:to>
                                    </p:set>
                                    <p:anim calcmode="lin" valueType="num">
                                      <p:cBhvr additive="base">
                                        <p:cTn id="7" dur="500" fill="hold"/>
                                        <p:tgtEl>
                                          <p:spTgt spid="321543"/>
                                        </p:tgtEl>
                                        <p:attrNameLst>
                                          <p:attrName>ppt_x</p:attrName>
                                        </p:attrNameLst>
                                      </p:cBhvr>
                                      <p:tavLst>
                                        <p:tav tm="0">
                                          <p:val>
                                            <p:strVal val="0-#ppt_w/2"/>
                                          </p:val>
                                        </p:tav>
                                        <p:tav tm="100000">
                                          <p:val>
                                            <p:strVal val="#ppt_x"/>
                                          </p:val>
                                        </p:tav>
                                      </p:tavLst>
                                    </p:anim>
                                    <p:anim calcmode="lin" valueType="num">
                                      <p:cBhvr additive="base">
                                        <p:cTn id="8" dur="500" fill="hold"/>
                                        <p:tgtEl>
                                          <p:spTgt spid="32154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321552"/>
                                        </p:tgtEl>
                                        <p:attrNameLst>
                                          <p:attrName>style.visibility</p:attrName>
                                        </p:attrNameLst>
                                      </p:cBhvr>
                                      <p:to>
                                        <p:strVal val="visible"/>
                                      </p:to>
                                    </p:set>
                                    <p:animEffect transition="in" filter="dissolve">
                                      <p:cBhvr>
                                        <p:cTn id="12" dur="500"/>
                                        <p:tgtEl>
                                          <p:spTgt spid="321552"/>
                                        </p:tgtEl>
                                      </p:cBhvr>
                                    </p:animEffect>
                                  </p:childTnLst>
                                </p:cTn>
                              </p:par>
                            </p:childTnLst>
                          </p:cTn>
                        </p:par>
                        <p:par>
                          <p:cTn id="13" fill="hold">
                            <p:stCondLst>
                              <p:cond delay="1000"/>
                            </p:stCondLst>
                            <p:childTnLst>
                              <p:par>
                                <p:cTn id="14" presetID="9" presetClass="entr" presetSubtype="0" fill="hold" nodeType="afterEffect">
                                  <p:stCondLst>
                                    <p:cond delay="0"/>
                                  </p:stCondLst>
                                  <p:childTnLst>
                                    <p:set>
                                      <p:cBhvr>
                                        <p:cTn id="15" dur="1" fill="hold">
                                          <p:stCondLst>
                                            <p:cond delay="0"/>
                                          </p:stCondLst>
                                        </p:cTn>
                                        <p:tgtEl>
                                          <p:spTgt spid="321553"/>
                                        </p:tgtEl>
                                        <p:attrNameLst>
                                          <p:attrName>style.visibility</p:attrName>
                                        </p:attrNameLst>
                                      </p:cBhvr>
                                      <p:to>
                                        <p:strVal val="visible"/>
                                      </p:to>
                                    </p:set>
                                    <p:animEffect transition="in" filter="dissolve">
                                      <p:cBhvr>
                                        <p:cTn id="16" dur="500"/>
                                        <p:tgtEl>
                                          <p:spTgt spid="321553"/>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21554"/>
                                        </p:tgtEl>
                                        <p:attrNameLst>
                                          <p:attrName>style.visibility</p:attrName>
                                        </p:attrNameLst>
                                      </p:cBhvr>
                                      <p:to>
                                        <p:strVal val="visible"/>
                                      </p:to>
                                    </p:set>
                                    <p:animEffect transition="in" filter="dissolve">
                                      <p:cBhvr>
                                        <p:cTn id="21" dur="500"/>
                                        <p:tgtEl>
                                          <p:spTgt spid="321554"/>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6" fill="hold" nodeType="clickEffect">
                                  <p:stCondLst>
                                    <p:cond delay="0"/>
                                  </p:stCondLst>
                                  <p:childTnLst>
                                    <p:set>
                                      <p:cBhvr>
                                        <p:cTn id="25" dur="1" fill="hold">
                                          <p:stCondLst>
                                            <p:cond delay="0"/>
                                          </p:stCondLst>
                                        </p:cTn>
                                        <p:tgtEl>
                                          <p:spTgt spid="321542"/>
                                        </p:tgtEl>
                                        <p:attrNameLst>
                                          <p:attrName>style.visibility</p:attrName>
                                        </p:attrNameLst>
                                      </p:cBhvr>
                                      <p:to>
                                        <p:strVal val="visible"/>
                                      </p:to>
                                    </p:set>
                                    <p:animEffect transition="in" filter="barn(inHorizontal)">
                                      <p:cBhvr>
                                        <p:cTn id="26" dur="500"/>
                                        <p:tgtEl>
                                          <p:spTgt spid="321542"/>
                                        </p:tgtEl>
                                      </p:cBhvr>
                                    </p:animEffect>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nodeType="clickEffect">
                                  <p:stCondLst>
                                    <p:cond delay="0"/>
                                  </p:stCondLst>
                                  <p:childTnLst>
                                    <p:set>
                                      <p:cBhvr>
                                        <p:cTn id="30" dur="1" fill="hold">
                                          <p:stCondLst>
                                            <p:cond delay="0"/>
                                          </p:stCondLst>
                                        </p:cTn>
                                        <p:tgtEl>
                                          <p:spTgt spid="321548"/>
                                        </p:tgtEl>
                                        <p:attrNameLst>
                                          <p:attrName>style.visibility</p:attrName>
                                        </p:attrNameLst>
                                      </p:cBhvr>
                                      <p:to>
                                        <p:strVal val="visible"/>
                                      </p:to>
                                    </p:set>
                                    <p:anim calcmode="lin" valueType="num">
                                      <p:cBhvr>
                                        <p:cTn id="31" dur="1000" fill="hold"/>
                                        <p:tgtEl>
                                          <p:spTgt spid="321548"/>
                                        </p:tgtEl>
                                        <p:attrNameLst>
                                          <p:attrName>ppt_w</p:attrName>
                                        </p:attrNameLst>
                                      </p:cBhvr>
                                      <p:tavLst>
                                        <p:tav tm="0">
                                          <p:val>
                                            <p:fltVal val="0"/>
                                          </p:val>
                                        </p:tav>
                                        <p:tav tm="100000">
                                          <p:val>
                                            <p:strVal val="#ppt_w"/>
                                          </p:val>
                                        </p:tav>
                                      </p:tavLst>
                                    </p:anim>
                                    <p:anim calcmode="lin" valueType="num">
                                      <p:cBhvr>
                                        <p:cTn id="32" dur="1000" fill="hold"/>
                                        <p:tgtEl>
                                          <p:spTgt spid="321548"/>
                                        </p:tgtEl>
                                        <p:attrNameLst>
                                          <p:attrName>ppt_h</p:attrName>
                                        </p:attrNameLst>
                                      </p:cBhvr>
                                      <p:tavLst>
                                        <p:tav tm="0">
                                          <p:val>
                                            <p:fltVal val="0"/>
                                          </p:val>
                                        </p:tav>
                                        <p:tav tm="100000">
                                          <p:val>
                                            <p:strVal val="#ppt_h"/>
                                          </p:val>
                                        </p:tav>
                                      </p:tavLst>
                                    </p:anim>
                                    <p:anim calcmode="lin" valueType="num">
                                      <p:cBhvr>
                                        <p:cTn id="33" dur="1000" fill="hold"/>
                                        <p:tgtEl>
                                          <p:spTgt spid="321548"/>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32154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3215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3215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nodeType="clickEffect">
                                  <p:stCondLst>
                                    <p:cond delay="0"/>
                                  </p:stCondLst>
                                  <p:childTnLst>
                                    <p:set>
                                      <p:cBhvr>
                                        <p:cTn id="46" dur="1" fill="hold">
                                          <p:stCondLst>
                                            <p:cond delay="0"/>
                                          </p:stCondLst>
                                        </p:cTn>
                                        <p:tgtEl>
                                          <p:spTgt spid="321547"/>
                                        </p:tgtEl>
                                        <p:attrNameLst>
                                          <p:attrName>style.visibility</p:attrName>
                                        </p:attrNameLst>
                                      </p:cBhvr>
                                      <p:to>
                                        <p:strVal val="visible"/>
                                      </p:to>
                                    </p:set>
                                    <p:animEffect transition="in" filter="slide(fromLeft)">
                                      <p:cBhvr>
                                        <p:cTn id="47" dur="500"/>
                                        <p:tgtEl>
                                          <p:spTgt spid="321547"/>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nodeType="clickEffect">
                                  <p:stCondLst>
                                    <p:cond delay="0"/>
                                  </p:stCondLst>
                                  <p:childTnLst>
                                    <p:set>
                                      <p:cBhvr>
                                        <p:cTn id="51" dur="1" fill="hold">
                                          <p:stCondLst>
                                            <p:cond delay="0"/>
                                          </p:stCondLst>
                                        </p:cTn>
                                        <p:tgtEl>
                                          <p:spTgt spid="321545"/>
                                        </p:tgtEl>
                                        <p:attrNameLst>
                                          <p:attrName>style.visibility</p:attrName>
                                        </p:attrNameLst>
                                      </p:cBhvr>
                                      <p:to>
                                        <p:strVal val="visible"/>
                                      </p:to>
                                    </p:set>
                                    <p:animEffect transition="in" filter="slide(fromLeft)">
                                      <p:cBhvr>
                                        <p:cTn id="52" dur="500"/>
                                        <p:tgtEl>
                                          <p:spTgt spid="321545"/>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321538"/>
                                        </p:tgtEl>
                                        <p:attrNameLst>
                                          <p:attrName>style.visibility</p:attrName>
                                        </p:attrNameLst>
                                      </p:cBhvr>
                                      <p:to>
                                        <p:strVal val="visible"/>
                                      </p:to>
                                    </p:set>
                                    <p:anim calcmode="lin" valueType="num">
                                      <p:cBhvr additive="base">
                                        <p:cTn id="57" dur="500" fill="hold"/>
                                        <p:tgtEl>
                                          <p:spTgt spid="321538"/>
                                        </p:tgtEl>
                                        <p:attrNameLst>
                                          <p:attrName>ppt_x</p:attrName>
                                        </p:attrNameLst>
                                      </p:cBhvr>
                                      <p:tavLst>
                                        <p:tav tm="0">
                                          <p:val>
                                            <p:strVal val="1+#ppt_w/2"/>
                                          </p:val>
                                        </p:tav>
                                        <p:tav tm="100000">
                                          <p:val>
                                            <p:strVal val="#ppt_x"/>
                                          </p:val>
                                        </p:tav>
                                      </p:tavLst>
                                    </p:anim>
                                    <p:anim calcmode="lin" valueType="num">
                                      <p:cBhvr additive="base">
                                        <p:cTn id="58" dur="500" fill="hold"/>
                                        <p:tgtEl>
                                          <p:spTgt spid="321538"/>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321551"/>
                                        </p:tgtEl>
                                        <p:attrNameLst>
                                          <p:attrName>style.visibility</p:attrName>
                                        </p:attrNameLst>
                                      </p:cBhvr>
                                      <p:to>
                                        <p:strVal val="visible"/>
                                      </p:to>
                                    </p:set>
                                    <p:anim calcmode="lin" valueType="num">
                                      <p:cBhvr additive="base">
                                        <p:cTn id="63" dur="500" fill="hold"/>
                                        <p:tgtEl>
                                          <p:spTgt spid="321551"/>
                                        </p:tgtEl>
                                        <p:attrNameLst>
                                          <p:attrName>ppt_x</p:attrName>
                                        </p:attrNameLst>
                                      </p:cBhvr>
                                      <p:tavLst>
                                        <p:tav tm="0">
                                          <p:val>
                                            <p:strVal val="0-#ppt_w/2"/>
                                          </p:val>
                                        </p:tav>
                                        <p:tav tm="100000">
                                          <p:val>
                                            <p:strVal val="#ppt_x"/>
                                          </p:val>
                                        </p:tav>
                                      </p:tavLst>
                                    </p:anim>
                                    <p:anim calcmode="lin" valueType="num">
                                      <p:cBhvr additive="base">
                                        <p:cTn id="64" dur="500" fill="hold"/>
                                        <p:tgtEl>
                                          <p:spTgt spid="321551"/>
                                        </p:tgtEl>
                                        <p:attrNameLst>
                                          <p:attrName>ppt_y</p:attrName>
                                        </p:attrNameLst>
                                      </p:cBhvr>
                                      <p:tavLst>
                                        <p:tav tm="0">
                                          <p:val>
                                            <p:strVal val="#ppt_y"/>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321546"/>
                                        </p:tgtEl>
                                        <p:attrNameLst>
                                          <p:attrName>style.visibility</p:attrName>
                                        </p:attrNameLst>
                                      </p:cBhvr>
                                      <p:to>
                                        <p:strVal val="visible"/>
                                      </p:to>
                                    </p:set>
                                    <p:anim calcmode="lin" valueType="num">
                                      <p:cBhvr additive="base">
                                        <p:cTn id="69" dur="500" fill="hold"/>
                                        <p:tgtEl>
                                          <p:spTgt spid="321546"/>
                                        </p:tgtEl>
                                        <p:attrNameLst>
                                          <p:attrName>ppt_x</p:attrName>
                                        </p:attrNameLst>
                                      </p:cBhvr>
                                      <p:tavLst>
                                        <p:tav tm="0">
                                          <p:val>
                                            <p:strVal val="#ppt_x"/>
                                          </p:val>
                                        </p:tav>
                                        <p:tav tm="100000">
                                          <p:val>
                                            <p:strVal val="#ppt_x"/>
                                          </p:val>
                                        </p:tav>
                                      </p:tavLst>
                                    </p:anim>
                                    <p:anim calcmode="lin" valueType="num">
                                      <p:cBhvr additive="base">
                                        <p:cTn id="70" dur="500" fill="hold"/>
                                        <p:tgtEl>
                                          <p:spTgt spid="321546"/>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2" fill="hold" nodeType="clickEffect">
                                  <p:stCondLst>
                                    <p:cond delay="0"/>
                                  </p:stCondLst>
                                  <p:childTnLst>
                                    <p:set>
                                      <p:cBhvr>
                                        <p:cTn id="74" dur="1" fill="hold">
                                          <p:stCondLst>
                                            <p:cond delay="0"/>
                                          </p:stCondLst>
                                        </p:cTn>
                                        <p:tgtEl>
                                          <p:spTgt spid="321544"/>
                                        </p:tgtEl>
                                        <p:attrNameLst>
                                          <p:attrName>style.visibility</p:attrName>
                                        </p:attrNameLst>
                                      </p:cBhvr>
                                      <p:to>
                                        <p:strVal val="visible"/>
                                      </p:to>
                                    </p:set>
                                    <p:anim calcmode="lin" valueType="num">
                                      <p:cBhvr additive="base">
                                        <p:cTn id="75" dur="500" fill="hold"/>
                                        <p:tgtEl>
                                          <p:spTgt spid="321544"/>
                                        </p:tgtEl>
                                        <p:attrNameLst>
                                          <p:attrName>ppt_x</p:attrName>
                                        </p:attrNameLst>
                                      </p:cBhvr>
                                      <p:tavLst>
                                        <p:tav tm="0">
                                          <p:val>
                                            <p:strVal val="1+#ppt_w/2"/>
                                          </p:val>
                                        </p:tav>
                                        <p:tav tm="100000">
                                          <p:val>
                                            <p:strVal val="#ppt_x"/>
                                          </p:val>
                                        </p:tav>
                                      </p:tavLst>
                                    </p:anim>
                                    <p:anim calcmode="lin" valueType="num">
                                      <p:cBhvr additive="base">
                                        <p:cTn id="76" dur="500" fill="hold"/>
                                        <p:tgtEl>
                                          <p:spTgt spid="3215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43" grpId="0" autoUpdateAnimBg="0"/>
      <p:bldP spid="321551" grpId="0" autoUpdateAnimBg="0"/>
    </p:bldLst>
  </p:timing>
</p:sld>
</file>

<file path=ppt/slides/slide1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日期占位符 3"/>
          <p:cNvSpPr>
            <a:spLocks noGrp="1"/>
          </p:cNvSpPr>
          <p:nvPr>
            <p:ph type="dt" sz="quarter" idx="10"/>
          </p:nvPr>
        </p:nvSpPr>
        <p:spPr/>
        <p:txBody>
          <a:bodyPr/>
          <a:lstStyle/>
          <a:p>
            <a:pPr>
              <a:defRPr/>
            </a:pPr>
            <a:fld id="{6C9C7BBF-EEE1-47C7-BE2D-E9ECFA37433A}" type="datetime1">
              <a:rPr lang="zh-CN" altLang="en-US"/>
            </a:fld>
            <a:endParaRPr lang="zh-CN" altLang="en-US"/>
          </a:p>
        </p:txBody>
      </p:sp>
      <p:graphicFrame>
        <p:nvGraphicFramePr>
          <p:cNvPr id="322562" name="Object 2"/>
          <p:cNvGraphicFramePr>
            <a:graphicFrameLocks noChangeAspect="1"/>
          </p:cNvGraphicFramePr>
          <p:nvPr/>
        </p:nvGraphicFramePr>
        <p:xfrm>
          <a:off x="6029325" y="4076700"/>
          <a:ext cx="3114675" cy="2266950"/>
        </p:xfrm>
        <a:graphic>
          <a:graphicData uri="http://schemas.openxmlformats.org/presentationml/2006/ole">
            <mc:AlternateContent xmlns:mc="http://schemas.openxmlformats.org/markup-compatibility/2006">
              <mc:Choice xmlns:v="urn:schemas-microsoft-com:vml" Requires="v">
                <p:oleObj spid="_x0000_s184961" name="位图图像" r:id="rId1" imgW="3114675" imgH="2266950" progId="Paint.Picture">
                  <p:embed/>
                </p:oleObj>
              </mc:Choice>
              <mc:Fallback>
                <p:oleObj name="位图图像" r:id="rId1" imgW="3114675" imgH="2266950"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9325" y="4076700"/>
                        <a:ext cx="311467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24" name="Text Box 3"/>
          <p:cNvSpPr txBox="1">
            <a:spLocks noChangeArrowheads="1"/>
          </p:cNvSpPr>
          <p:nvPr/>
        </p:nvSpPr>
        <p:spPr bwMode="auto">
          <a:xfrm>
            <a:off x="746125" y="1865313"/>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kumimoji="1" lang="zh-CN" altLang="en-US" sz="2400" b="1">
                <a:solidFill>
                  <a:srgbClr val="000000"/>
                </a:solidFill>
                <a:latin typeface="Times New Roman" panose="02020603050405020304" pitchFamily="18" charset="0"/>
                <a:ea typeface="宋体" panose="02010600030101010101" pitchFamily="2" charset="-122"/>
              </a:rPr>
              <a:t>解：</a:t>
            </a:r>
            <a:endParaRPr kumimoji="1" lang="zh-CN" altLang="en-US" sz="2400" b="1" baseline="-25000">
              <a:solidFill>
                <a:srgbClr val="000000"/>
              </a:solidFill>
              <a:latin typeface="Times New Roman" panose="02020603050405020304" pitchFamily="18" charset="0"/>
              <a:ea typeface="宋体" panose="02010600030101010101" pitchFamily="2" charset="-122"/>
            </a:endParaRPr>
          </a:p>
        </p:txBody>
      </p:sp>
      <p:sp>
        <p:nvSpPr>
          <p:cNvPr id="184325" name="Rectangle 4"/>
          <p:cNvSpPr>
            <a:spLocks noChangeArrowheads="1"/>
          </p:cNvSpPr>
          <p:nvPr/>
        </p:nvSpPr>
        <p:spPr bwMode="auto">
          <a:xfrm>
            <a:off x="386715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sp>
        <p:nvSpPr>
          <p:cNvPr id="184326" name="Rectangle 5"/>
          <p:cNvSpPr>
            <a:spLocks noChangeArrowheads="1"/>
          </p:cNvSpPr>
          <p:nvPr/>
        </p:nvSpPr>
        <p:spPr bwMode="auto">
          <a:xfrm>
            <a:off x="327660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algn="ctr" eaLnBrk="1" hangingPunct="1">
              <a:lnSpc>
                <a:spcPct val="85000"/>
              </a:lnSpc>
              <a:buFont typeface="Wingdings" panose="05000000000000000000" pitchFamily="2" charset="2"/>
              <a:buNone/>
            </a:pPr>
            <a:endParaRPr lang="zh-CN" altLang="en-US" sz="2800">
              <a:latin typeface="黑体" panose="02010609060101010101" pitchFamily="49" charset="-122"/>
            </a:endParaRPr>
          </a:p>
        </p:txBody>
      </p:sp>
      <p:sp>
        <p:nvSpPr>
          <p:cNvPr id="184327" name="Rectangle 6"/>
          <p:cNvSpPr>
            <a:spLocks noGrp="1" noChangeArrowheads="1"/>
          </p:cNvSpPr>
          <p:nvPr>
            <p:ph type="title" idx="4294967295"/>
          </p:nvPr>
        </p:nvSpPr>
        <p:spPr>
          <a:xfrm>
            <a:off x="1187450" y="260350"/>
            <a:ext cx="1444625" cy="439738"/>
          </a:xfrm>
        </p:spPr>
        <p:txBody>
          <a:bodyPr/>
          <a:lstStyle/>
          <a:p>
            <a:r>
              <a:rPr lang="zh-CN" altLang="en-US" sz="1900" b="1">
                <a:solidFill>
                  <a:srgbClr val="FF0000"/>
                </a:solidFill>
              </a:rPr>
              <a:t>例</a:t>
            </a:r>
            <a:r>
              <a:rPr lang="en-US" altLang="zh-CN" sz="1900" b="1">
                <a:solidFill>
                  <a:srgbClr val="FF0000"/>
                </a:solidFill>
              </a:rPr>
              <a:t>2</a:t>
            </a:r>
            <a:r>
              <a:rPr lang="zh-CN" altLang="en-US" sz="1900" b="1">
                <a:solidFill>
                  <a:srgbClr val="FF0000"/>
                </a:solidFill>
              </a:rPr>
              <a:t>：</a:t>
            </a:r>
            <a:endParaRPr lang="zh-CN" altLang="en-US" b="1"/>
          </a:p>
        </p:txBody>
      </p:sp>
      <p:graphicFrame>
        <p:nvGraphicFramePr>
          <p:cNvPr id="184328" name="Object 7"/>
          <p:cNvGraphicFramePr>
            <a:graphicFrameLocks noChangeAspect="1"/>
          </p:cNvGraphicFramePr>
          <p:nvPr/>
        </p:nvGraphicFramePr>
        <p:xfrm>
          <a:off x="1028700" y="1000125"/>
          <a:ext cx="2260600" cy="457200"/>
        </p:xfrm>
        <a:graphic>
          <a:graphicData uri="http://schemas.openxmlformats.org/presentationml/2006/ole">
            <mc:AlternateContent xmlns:mc="http://schemas.openxmlformats.org/markup-compatibility/2006">
              <mc:Choice xmlns:v="urn:schemas-microsoft-com:vml" Requires="v">
                <p:oleObj spid="_x0000_s184962" name="公式" r:id="rId3" imgW="1016000" imgH="228600" progId="Equation.3">
                  <p:embed/>
                </p:oleObj>
              </mc:Choice>
              <mc:Fallback>
                <p:oleObj name="公式" r:id="rId3" imgW="10160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1000125"/>
                        <a:ext cx="2260600" cy="4572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graphicFrame>
        <p:nvGraphicFramePr>
          <p:cNvPr id="184329" name="Object 8"/>
          <p:cNvGraphicFramePr>
            <a:graphicFrameLocks noChangeAspect="1"/>
          </p:cNvGraphicFramePr>
          <p:nvPr/>
        </p:nvGraphicFramePr>
        <p:xfrm>
          <a:off x="3348038" y="1052513"/>
          <a:ext cx="5411787" cy="404812"/>
        </p:xfrm>
        <a:graphic>
          <a:graphicData uri="http://schemas.openxmlformats.org/presentationml/2006/ole">
            <mc:AlternateContent xmlns:mc="http://schemas.openxmlformats.org/markup-compatibility/2006">
              <mc:Choice xmlns:v="urn:schemas-microsoft-com:vml" Requires="v">
                <p:oleObj spid="_x0000_s184963" name="Equation" r:id="rId5" imgW="3708400" imgH="241300" progId="Equation.3">
                  <p:embed/>
                </p:oleObj>
              </mc:Choice>
              <mc:Fallback>
                <p:oleObj name="Equation" r:id="rId5" imgW="3708400" imgH="2413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8038" y="1052513"/>
                        <a:ext cx="5411787"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2569" name="Object 9"/>
          <p:cNvGraphicFramePr>
            <a:graphicFrameLocks noChangeAspect="1"/>
          </p:cNvGraphicFramePr>
          <p:nvPr/>
        </p:nvGraphicFramePr>
        <p:xfrm>
          <a:off x="1620838" y="1789113"/>
          <a:ext cx="1846262" cy="687387"/>
        </p:xfrm>
        <a:graphic>
          <a:graphicData uri="http://schemas.openxmlformats.org/presentationml/2006/ole">
            <mc:AlternateContent xmlns:mc="http://schemas.openxmlformats.org/markup-compatibility/2006">
              <mc:Choice xmlns:v="urn:schemas-microsoft-com:vml" Requires="v">
                <p:oleObj spid="_x0000_s184964" name="Equation" r:id="rId7" imgW="1219200" imgH="393700" progId="Equation.3">
                  <p:embed/>
                </p:oleObj>
              </mc:Choice>
              <mc:Fallback>
                <p:oleObj name="Equation" r:id="rId7" imgW="1219200" imgH="3937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0838" y="1789113"/>
                        <a:ext cx="1846262"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0" name="Object 10"/>
          <p:cNvGraphicFramePr>
            <a:graphicFrameLocks noChangeAspect="1"/>
          </p:cNvGraphicFramePr>
          <p:nvPr/>
        </p:nvGraphicFramePr>
        <p:xfrm>
          <a:off x="3641725" y="1789113"/>
          <a:ext cx="1503363" cy="687387"/>
        </p:xfrm>
        <a:graphic>
          <a:graphicData uri="http://schemas.openxmlformats.org/presentationml/2006/ole">
            <mc:AlternateContent xmlns:mc="http://schemas.openxmlformats.org/markup-compatibility/2006">
              <mc:Choice xmlns:v="urn:schemas-microsoft-com:vml" Requires="v">
                <p:oleObj spid="_x0000_s184965" name="Equation" r:id="rId9" imgW="977900" imgH="393700" progId="Equation.3">
                  <p:embed/>
                </p:oleObj>
              </mc:Choice>
              <mc:Fallback>
                <p:oleObj name="Equation" r:id="rId9" imgW="977900" imgH="3937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1725" y="1789113"/>
                        <a:ext cx="1503363"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1" name="Object 11"/>
          <p:cNvGraphicFramePr>
            <a:graphicFrameLocks noChangeAspect="1"/>
          </p:cNvGraphicFramePr>
          <p:nvPr/>
        </p:nvGraphicFramePr>
        <p:xfrm>
          <a:off x="5219700" y="1916113"/>
          <a:ext cx="1241425" cy="422275"/>
        </p:xfrm>
        <a:graphic>
          <a:graphicData uri="http://schemas.openxmlformats.org/presentationml/2006/ole">
            <mc:AlternateContent xmlns:mc="http://schemas.openxmlformats.org/markup-compatibility/2006">
              <mc:Choice xmlns:v="urn:schemas-microsoft-com:vml" Requires="v">
                <p:oleObj spid="_x0000_s184966" name="Equation" r:id="rId11" imgW="698500" imgH="215900" progId="Equation.3">
                  <p:embed/>
                </p:oleObj>
              </mc:Choice>
              <mc:Fallback>
                <p:oleObj name="Equation" r:id="rId11" imgW="698500" imgH="2159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9700" y="1916113"/>
                        <a:ext cx="124142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2" name="Object 12"/>
          <p:cNvGraphicFramePr>
            <a:graphicFrameLocks noChangeAspect="1"/>
          </p:cNvGraphicFramePr>
          <p:nvPr/>
        </p:nvGraphicFramePr>
        <p:xfrm>
          <a:off x="1282700" y="2997200"/>
          <a:ext cx="2168525" cy="890588"/>
        </p:xfrm>
        <a:graphic>
          <a:graphicData uri="http://schemas.openxmlformats.org/presentationml/2006/ole">
            <mc:AlternateContent xmlns:mc="http://schemas.openxmlformats.org/markup-compatibility/2006">
              <mc:Choice xmlns:v="urn:schemas-microsoft-com:vml" Requires="v">
                <p:oleObj spid="_x0000_s184967" name="Equation" r:id="rId13" imgW="1320800" imgH="508000" progId="Equation.3">
                  <p:embed/>
                </p:oleObj>
              </mc:Choice>
              <mc:Fallback>
                <p:oleObj name="Equation" r:id="rId13" imgW="1320800" imgH="50800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2700" y="2997200"/>
                        <a:ext cx="2168525" cy="89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3" name="Object 13"/>
          <p:cNvGraphicFramePr>
            <a:graphicFrameLocks noChangeAspect="1"/>
          </p:cNvGraphicFramePr>
          <p:nvPr/>
        </p:nvGraphicFramePr>
        <p:xfrm>
          <a:off x="3492500" y="2997200"/>
          <a:ext cx="3186113" cy="917575"/>
        </p:xfrm>
        <a:graphic>
          <a:graphicData uri="http://schemas.openxmlformats.org/presentationml/2006/ole">
            <mc:AlternateContent xmlns:mc="http://schemas.openxmlformats.org/markup-compatibility/2006">
              <mc:Choice xmlns:v="urn:schemas-microsoft-com:vml" Requires="v">
                <p:oleObj spid="_x0000_s184968" name="Equation" r:id="rId15" imgW="1968500" imgH="520700" progId="Equation.3">
                  <p:embed/>
                </p:oleObj>
              </mc:Choice>
              <mc:Fallback>
                <p:oleObj name="Equation" r:id="rId15" imgW="1968500" imgH="520700"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2500" y="2997200"/>
                        <a:ext cx="3186113"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4" name="Object 14"/>
          <p:cNvGraphicFramePr>
            <a:graphicFrameLocks noChangeAspect="1"/>
          </p:cNvGraphicFramePr>
          <p:nvPr/>
        </p:nvGraphicFramePr>
        <p:xfrm>
          <a:off x="962025" y="4314825"/>
          <a:ext cx="3279775" cy="839788"/>
        </p:xfrm>
        <a:graphic>
          <a:graphicData uri="http://schemas.openxmlformats.org/presentationml/2006/ole">
            <mc:AlternateContent xmlns:mc="http://schemas.openxmlformats.org/markup-compatibility/2006">
              <mc:Choice xmlns:v="urn:schemas-microsoft-com:vml" Requires="v">
                <p:oleObj spid="_x0000_s184969" name="公式" r:id="rId17" imgW="1485900" imgH="393700" progId="Equation.3">
                  <p:embed/>
                </p:oleObj>
              </mc:Choice>
              <mc:Fallback>
                <p:oleObj name="公式" r:id="rId17" imgW="1485900" imgH="39370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62025" y="4314825"/>
                        <a:ext cx="3279775"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2575" name="Object 15"/>
          <p:cNvGraphicFramePr>
            <a:graphicFrameLocks noChangeAspect="1"/>
          </p:cNvGraphicFramePr>
          <p:nvPr/>
        </p:nvGraphicFramePr>
        <p:xfrm>
          <a:off x="4211638" y="4292600"/>
          <a:ext cx="1660525" cy="836613"/>
        </p:xfrm>
        <a:graphic>
          <a:graphicData uri="http://schemas.openxmlformats.org/presentationml/2006/ole">
            <mc:AlternateContent xmlns:mc="http://schemas.openxmlformats.org/markup-compatibility/2006">
              <mc:Choice xmlns:v="urn:schemas-microsoft-com:vml" Requires="v">
                <p:oleObj spid="_x0000_s184970" name="公式" r:id="rId19" imgW="1003300" imgH="469900" progId="Equation.3">
                  <p:embed/>
                </p:oleObj>
              </mc:Choice>
              <mc:Fallback>
                <p:oleObj name="公式" r:id="rId19" imgW="1003300" imgH="46990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11638" y="4292600"/>
                        <a:ext cx="1660525"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ustDataLst>
      <p:tags r:id="rId21"/>
    </p:custDataLst>
  </p:cSld>
  <p:clrMapOvr>
    <a:masterClrMapping/>
  </p:clrMapOvr>
  <mc:AlternateContent xmlns:mc="http://schemas.openxmlformats.org/markup-compatibility/2006">
    <mc:Choice xmlns:p14="http://schemas.microsoft.com/office/powerpoint/2010/main" Requires="p14">
      <p:transition spd="slow" p14:dur="2000" advTm="13559"/>
    </mc:Choice>
    <mc:Fallback>
      <p:transition spd="slow" advTm="1355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22569"/>
                                        </p:tgtEl>
                                        <p:attrNameLst>
                                          <p:attrName>style.visibility</p:attrName>
                                        </p:attrNameLst>
                                      </p:cBhvr>
                                      <p:to>
                                        <p:strVal val="visible"/>
                                      </p:to>
                                    </p:set>
                                    <p:anim calcmode="lin" valueType="num">
                                      <p:cBhvr additive="base">
                                        <p:cTn id="7" dur="500" fill="hold"/>
                                        <p:tgtEl>
                                          <p:spTgt spid="322569"/>
                                        </p:tgtEl>
                                        <p:attrNameLst>
                                          <p:attrName>ppt_x</p:attrName>
                                        </p:attrNameLst>
                                      </p:cBhvr>
                                      <p:tavLst>
                                        <p:tav tm="0">
                                          <p:val>
                                            <p:strVal val="1+#ppt_w/2"/>
                                          </p:val>
                                        </p:tav>
                                        <p:tav tm="100000">
                                          <p:val>
                                            <p:strVal val="#ppt_x"/>
                                          </p:val>
                                        </p:tav>
                                      </p:tavLst>
                                    </p:anim>
                                    <p:anim calcmode="lin" valueType="num">
                                      <p:cBhvr additive="base">
                                        <p:cTn id="8" dur="500" fill="hold"/>
                                        <p:tgtEl>
                                          <p:spTgt spid="32256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22570"/>
                                        </p:tgtEl>
                                        <p:attrNameLst>
                                          <p:attrName>style.visibility</p:attrName>
                                        </p:attrNameLst>
                                      </p:cBhvr>
                                      <p:to>
                                        <p:strVal val="visible"/>
                                      </p:to>
                                    </p:set>
                                    <p:anim calcmode="lin" valueType="num">
                                      <p:cBhvr additive="base">
                                        <p:cTn id="13" dur="500" fill="hold"/>
                                        <p:tgtEl>
                                          <p:spTgt spid="322570"/>
                                        </p:tgtEl>
                                        <p:attrNameLst>
                                          <p:attrName>ppt_x</p:attrName>
                                        </p:attrNameLst>
                                      </p:cBhvr>
                                      <p:tavLst>
                                        <p:tav tm="0">
                                          <p:val>
                                            <p:strVal val="1+#ppt_w/2"/>
                                          </p:val>
                                        </p:tav>
                                        <p:tav tm="100000">
                                          <p:val>
                                            <p:strVal val="#ppt_x"/>
                                          </p:val>
                                        </p:tav>
                                      </p:tavLst>
                                    </p:anim>
                                    <p:anim calcmode="lin" valueType="num">
                                      <p:cBhvr additive="base">
                                        <p:cTn id="14" dur="500" fill="hold"/>
                                        <p:tgtEl>
                                          <p:spTgt spid="32257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22571"/>
                                        </p:tgtEl>
                                        <p:attrNameLst>
                                          <p:attrName>style.visibility</p:attrName>
                                        </p:attrNameLst>
                                      </p:cBhvr>
                                      <p:to>
                                        <p:strVal val="visible"/>
                                      </p:to>
                                    </p:set>
                                    <p:anim calcmode="lin" valueType="num">
                                      <p:cBhvr additive="base">
                                        <p:cTn id="19" dur="500" fill="hold"/>
                                        <p:tgtEl>
                                          <p:spTgt spid="322571"/>
                                        </p:tgtEl>
                                        <p:attrNameLst>
                                          <p:attrName>ppt_x</p:attrName>
                                        </p:attrNameLst>
                                      </p:cBhvr>
                                      <p:tavLst>
                                        <p:tav tm="0">
                                          <p:val>
                                            <p:strVal val="1+#ppt_w/2"/>
                                          </p:val>
                                        </p:tav>
                                        <p:tav tm="100000">
                                          <p:val>
                                            <p:strVal val="#ppt_x"/>
                                          </p:val>
                                        </p:tav>
                                      </p:tavLst>
                                    </p:anim>
                                    <p:anim calcmode="lin" valueType="num">
                                      <p:cBhvr additive="base">
                                        <p:cTn id="20" dur="500" fill="hold"/>
                                        <p:tgtEl>
                                          <p:spTgt spid="32257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6" fill="hold" nodeType="clickEffect">
                                  <p:stCondLst>
                                    <p:cond delay="0"/>
                                  </p:stCondLst>
                                  <p:childTnLst>
                                    <p:set>
                                      <p:cBhvr>
                                        <p:cTn id="24" dur="1" fill="hold">
                                          <p:stCondLst>
                                            <p:cond delay="0"/>
                                          </p:stCondLst>
                                        </p:cTn>
                                        <p:tgtEl>
                                          <p:spTgt spid="322572"/>
                                        </p:tgtEl>
                                        <p:attrNameLst>
                                          <p:attrName>style.visibility</p:attrName>
                                        </p:attrNameLst>
                                      </p:cBhvr>
                                      <p:to>
                                        <p:strVal val="visible"/>
                                      </p:to>
                                    </p:set>
                                    <p:animEffect transition="in" filter="barn(inHorizontal)">
                                      <p:cBhvr>
                                        <p:cTn id="25" dur="500"/>
                                        <p:tgtEl>
                                          <p:spTgt spid="322572"/>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6" fill="hold" nodeType="clickEffect">
                                  <p:stCondLst>
                                    <p:cond delay="0"/>
                                  </p:stCondLst>
                                  <p:childTnLst>
                                    <p:set>
                                      <p:cBhvr>
                                        <p:cTn id="29" dur="1" fill="hold">
                                          <p:stCondLst>
                                            <p:cond delay="0"/>
                                          </p:stCondLst>
                                        </p:cTn>
                                        <p:tgtEl>
                                          <p:spTgt spid="322573"/>
                                        </p:tgtEl>
                                        <p:attrNameLst>
                                          <p:attrName>style.visibility</p:attrName>
                                        </p:attrNameLst>
                                      </p:cBhvr>
                                      <p:to>
                                        <p:strVal val="visible"/>
                                      </p:to>
                                    </p:set>
                                    <p:animEffect transition="in" filter="barn(inHorizontal)">
                                      <p:cBhvr>
                                        <p:cTn id="30" dur="500"/>
                                        <p:tgtEl>
                                          <p:spTgt spid="322573"/>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nodeType="clickEffect">
                                  <p:stCondLst>
                                    <p:cond delay="0"/>
                                  </p:stCondLst>
                                  <p:childTnLst>
                                    <p:set>
                                      <p:cBhvr>
                                        <p:cTn id="34" dur="1" fill="hold">
                                          <p:stCondLst>
                                            <p:cond delay="0"/>
                                          </p:stCondLst>
                                        </p:cTn>
                                        <p:tgtEl>
                                          <p:spTgt spid="322574"/>
                                        </p:tgtEl>
                                        <p:attrNameLst>
                                          <p:attrName>style.visibility</p:attrName>
                                        </p:attrNameLst>
                                      </p:cBhvr>
                                      <p:to>
                                        <p:strVal val="visible"/>
                                      </p:to>
                                    </p:set>
                                    <p:anim calcmode="lin" valueType="num">
                                      <p:cBhvr>
                                        <p:cTn id="35" dur="500" fill="hold"/>
                                        <p:tgtEl>
                                          <p:spTgt spid="322574"/>
                                        </p:tgtEl>
                                        <p:attrNameLst>
                                          <p:attrName>ppt_w</p:attrName>
                                        </p:attrNameLst>
                                      </p:cBhvr>
                                      <p:tavLst>
                                        <p:tav tm="0">
                                          <p:val>
                                            <p:fltVal val="0"/>
                                          </p:val>
                                        </p:tav>
                                        <p:tav tm="100000">
                                          <p:val>
                                            <p:strVal val="#ppt_w"/>
                                          </p:val>
                                        </p:tav>
                                      </p:tavLst>
                                    </p:anim>
                                    <p:anim calcmode="lin" valueType="num">
                                      <p:cBhvr>
                                        <p:cTn id="36" dur="500" fill="hold"/>
                                        <p:tgtEl>
                                          <p:spTgt spid="322574"/>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6" fill="hold" nodeType="clickEffect">
                                  <p:stCondLst>
                                    <p:cond delay="0"/>
                                  </p:stCondLst>
                                  <p:childTnLst>
                                    <p:set>
                                      <p:cBhvr>
                                        <p:cTn id="40" dur="1" fill="hold">
                                          <p:stCondLst>
                                            <p:cond delay="0"/>
                                          </p:stCondLst>
                                        </p:cTn>
                                        <p:tgtEl>
                                          <p:spTgt spid="322575"/>
                                        </p:tgtEl>
                                        <p:attrNameLst>
                                          <p:attrName>style.visibility</p:attrName>
                                        </p:attrNameLst>
                                      </p:cBhvr>
                                      <p:to>
                                        <p:strVal val="visible"/>
                                      </p:to>
                                    </p:set>
                                    <p:animEffect transition="in" filter="barn(inHorizontal)">
                                      <p:cBhvr>
                                        <p:cTn id="41" dur="500"/>
                                        <p:tgtEl>
                                          <p:spTgt spid="322575"/>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nodeType="clickEffect">
                                  <p:stCondLst>
                                    <p:cond delay="0"/>
                                  </p:stCondLst>
                                  <p:childTnLst>
                                    <p:set>
                                      <p:cBhvr>
                                        <p:cTn id="45" dur="1" fill="hold">
                                          <p:stCondLst>
                                            <p:cond delay="0"/>
                                          </p:stCondLst>
                                        </p:cTn>
                                        <p:tgtEl>
                                          <p:spTgt spid="322562"/>
                                        </p:tgtEl>
                                        <p:attrNameLst>
                                          <p:attrName>style.visibility</p:attrName>
                                        </p:attrNameLst>
                                      </p:cBhvr>
                                      <p:to>
                                        <p:strVal val="visible"/>
                                      </p:to>
                                    </p:set>
                                    <p:anim calcmode="lin" valueType="num">
                                      <p:cBhvr additive="base">
                                        <p:cTn id="46" dur="500" fill="hold"/>
                                        <p:tgtEl>
                                          <p:spTgt spid="322562"/>
                                        </p:tgtEl>
                                        <p:attrNameLst>
                                          <p:attrName>ppt_x</p:attrName>
                                        </p:attrNameLst>
                                      </p:cBhvr>
                                      <p:tavLst>
                                        <p:tav tm="0">
                                          <p:val>
                                            <p:strVal val="1+#ppt_w/2"/>
                                          </p:val>
                                        </p:tav>
                                        <p:tav tm="100000">
                                          <p:val>
                                            <p:strVal val="#ppt_x"/>
                                          </p:val>
                                        </p:tav>
                                      </p:tavLst>
                                    </p:anim>
                                    <p:anim calcmode="lin" valueType="num">
                                      <p:cBhvr additive="base">
                                        <p:cTn id="47" dur="500" fill="hold"/>
                                        <p:tgtEl>
                                          <p:spTgt spid="3225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028B33D5-B0D9-4ACC-87AF-9FA9FED70AD4}" type="datetime1">
              <a:rPr lang="zh-CN" altLang="en-US"/>
            </a:fld>
            <a:endParaRPr lang="zh-CN" altLang="en-US"/>
          </a:p>
        </p:txBody>
      </p:sp>
      <p:sp>
        <p:nvSpPr>
          <p:cNvPr id="185347" name="Rectangle 2"/>
          <p:cNvSpPr>
            <a:spLocks noGrp="1" noChangeArrowheads="1"/>
          </p:cNvSpPr>
          <p:nvPr>
            <p:ph type="title" idx="4294967295"/>
          </p:nvPr>
        </p:nvSpPr>
        <p:spPr>
          <a:xfrm>
            <a:off x="727075" y="374650"/>
            <a:ext cx="1524000" cy="304800"/>
          </a:xfrm>
        </p:spPr>
        <p:txBody>
          <a:bodyPr/>
          <a:lstStyle/>
          <a:p>
            <a:r>
              <a:rPr lang="zh-CN" altLang="en-US" sz="2100" b="1">
                <a:solidFill>
                  <a:srgbClr val="0000FF"/>
                </a:solidFill>
              </a:rPr>
              <a:t>结论：</a:t>
            </a:r>
            <a:endParaRPr lang="zh-CN" altLang="en-US" sz="2100" b="1">
              <a:solidFill>
                <a:srgbClr val="0000FF"/>
              </a:solidFill>
            </a:endParaRPr>
          </a:p>
        </p:txBody>
      </p:sp>
      <p:sp>
        <p:nvSpPr>
          <p:cNvPr id="323587" name="Text Box 3"/>
          <p:cNvSpPr txBox="1">
            <a:spLocks noChangeArrowheads="1"/>
          </p:cNvSpPr>
          <p:nvPr/>
        </p:nvSpPr>
        <p:spPr bwMode="auto">
          <a:xfrm>
            <a:off x="1331913" y="908050"/>
            <a:ext cx="7308850" cy="5059363"/>
          </a:xfrm>
          <a:prstGeom prst="rect">
            <a:avLst/>
          </a:prstGeom>
          <a:solidFill>
            <a:schemeClr val="bg1"/>
          </a:solidFill>
          <a:ln w="38100">
            <a:solidFill>
              <a:srgbClr val="FF0000"/>
            </a:solidFill>
            <a:miter lim="800000"/>
          </a:ln>
          <a:effectLst>
            <a:outerShdw dist="35921" dir="2700000" algn="ctr" rotWithShape="0">
              <a:schemeClr val="bg2"/>
            </a:outerShdw>
          </a:effectLst>
        </p:spPr>
        <p:txBody>
          <a:bodyPr>
            <a:spAutoFit/>
          </a:bodyPr>
          <a:lstStyle>
            <a:lvl1pPr marL="805180" indent="-80518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kumimoji="1" lang="zh-CN" altLang="en-US" sz="2400" b="1">
                <a:solidFill>
                  <a:srgbClr val="FF0000"/>
                </a:solidFill>
                <a:latin typeface="Tahoma" panose="020B0604030504040204" pitchFamily="34" charset="0"/>
                <a:ea typeface="宋体" panose="02010600030101010101" pitchFamily="2" charset="-122"/>
              </a:rPr>
              <a:t>（</a:t>
            </a:r>
            <a:r>
              <a:rPr kumimoji="1" lang="en-US" altLang="zh-CN" sz="2400" b="1">
                <a:solidFill>
                  <a:srgbClr val="FF0000"/>
                </a:solidFill>
                <a:latin typeface="Tahoma" panose="020B0604030504040204" pitchFamily="34" charset="0"/>
                <a:ea typeface="宋体" panose="02010600030101010101" pitchFamily="2" charset="-122"/>
              </a:rPr>
              <a:t>1</a:t>
            </a:r>
            <a:r>
              <a:rPr kumimoji="1" lang="zh-CN" altLang="en-US" sz="2400" b="1">
                <a:solidFill>
                  <a:srgbClr val="FF0000"/>
                </a:solidFill>
                <a:latin typeface="Tahoma" panose="020B0604030504040204" pitchFamily="34" charset="0"/>
                <a:ea typeface="宋体" panose="02010600030101010101" pitchFamily="2" charset="-122"/>
              </a:rPr>
              <a:t>）</a:t>
            </a:r>
            <a:r>
              <a:rPr kumimoji="1" lang="zh-CN" altLang="en-US" sz="2400" b="1">
                <a:solidFill>
                  <a:srgbClr val="003300"/>
                </a:solidFill>
                <a:latin typeface="Tahoma" panose="020B0604030504040204" pitchFamily="34" charset="0"/>
                <a:ea typeface="宋体" panose="02010600030101010101" pitchFamily="2" charset="-122"/>
              </a:rPr>
              <a:t>时域内信号平均功率等于频域平均功率；</a:t>
            </a:r>
            <a:endParaRPr kumimoji="1" lang="zh-CN" altLang="en-US" sz="2400" b="1">
              <a:solidFill>
                <a:srgbClr val="003300"/>
              </a:solidFill>
              <a:latin typeface="Tahoma" panose="020B0604030504040204" pitchFamily="34" charset="0"/>
              <a:ea typeface="宋体" panose="02010600030101010101" pitchFamily="2" charset="-122"/>
            </a:endParaRPr>
          </a:p>
          <a:p>
            <a:pPr eaLnBrk="1" hangingPunct="1">
              <a:spcBef>
                <a:spcPct val="50000"/>
              </a:spcBef>
              <a:buClrTx/>
              <a:buFontTx/>
              <a:buNone/>
            </a:pPr>
            <a:r>
              <a:rPr kumimoji="1" lang="zh-CN" altLang="en-US" sz="2400" b="1">
                <a:solidFill>
                  <a:srgbClr val="FF0000"/>
                </a:solidFill>
                <a:latin typeface="Tahoma" panose="020B0604030504040204" pitchFamily="34" charset="0"/>
                <a:ea typeface="宋体" panose="02010600030101010101" pitchFamily="2" charset="-122"/>
              </a:rPr>
              <a:t>（</a:t>
            </a:r>
            <a:r>
              <a:rPr kumimoji="1" lang="en-US" altLang="zh-CN" sz="2400" b="1">
                <a:solidFill>
                  <a:srgbClr val="FF0000"/>
                </a:solidFill>
                <a:latin typeface="Tahoma" panose="020B0604030504040204" pitchFamily="34" charset="0"/>
                <a:ea typeface="宋体" panose="02010600030101010101" pitchFamily="2" charset="-122"/>
              </a:rPr>
              <a:t>2</a:t>
            </a:r>
            <a:r>
              <a:rPr kumimoji="1" lang="zh-CN" altLang="en-US" sz="2400" b="1">
                <a:solidFill>
                  <a:srgbClr val="FF0000"/>
                </a:solidFill>
                <a:latin typeface="Tahoma" panose="020B0604030504040204" pitchFamily="34" charset="0"/>
                <a:ea typeface="宋体" panose="02010600030101010101" pitchFamily="2" charset="-122"/>
              </a:rPr>
              <a:t>）</a:t>
            </a:r>
            <a:r>
              <a:rPr kumimoji="1" lang="zh-CN" altLang="en-US" sz="2400" b="1">
                <a:solidFill>
                  <a:srgbClr val="003300"/>
                </a:solidFill>
                <a:latin typeface="Tahoma" panose="020B0604030504040204" pitchFamily="34" charset="0"/>
                <a:ea typeface="宋体" panose="02010600030101010101" pitchFamily="2" charset="-122"/>
              </a:rPr>
              <a:t>时域内信号的能量等于频域的能量；</a:t>
            </a:r>
            <a:endParaRPr kumimoji="1" lang="zh-CN" altLang="en-US" sz="2400" b="1">
              <a:solidFill>
                <a:srgbClr val="003300"/>
              </a:solidFill>
              <a:latin typeface="Tahoma" panose="020B0604030504040204" pitchFamily="34" charset="0"/>
              <a:ea typeface="宋体" panose="02010600030101010101" pitchFamily="2" charset="-122"/>
            </a:endParaRPr>
          </a:p>
          <a:p>
            <a:pPr eaLnBrk="1" hangingPunct="1">
              <a:spcBef>
                <a:spcPct val="50000"/>
              </a:spcBef>
              <a:buClrTx/>
              <a:buFontTx/>
              <a:buNone/>
            </a:pPr>
            <a:r>
              <a:rPr kumimoji="1" lang="zh-CN" altLang="en-US" sz="2400" b="1">
                <a:solidFill>
                  <a:srgbClr val="FF0000"/>
                </a:solidFill>
                <a:latin typeface="Tahoma" panose="020B0604030504040204" pitchFamily="34" charset="0"/>
                <a:ea typeface="宋体" panose="02010600030101010101" pitchFamily="2" charset="-122"/>
              </a:rPr>
              <a:t>（</a:t>
            </a:r>
            <a:r>
              <a:rPr kumimoji="1" lang="en-US" altLang="zh-CN" sz="2400" b="1">
                <a:solidFill>
                  <a:srgbClr val="FF0000"/>
                </a:solidFill>
                <a:latin typeface="Tahoma" panose="020B0604030504040204" pitchFamily="34" charset="0"/>
                <a:ea typeface="宋体" panose="02010600030101010101" pitchFamily="2" charset="-122"/>
              </a:rPr>
              <a:t>3</a:t>
            </a:r>
            <a:r>
              <a:rPr kumimoji="1" lang="zh-CN" altLang="en-US" sz="2400" b="1">
                <a:solidFill>
                  <a:srgbClr val="FF0000"/>
                </a:solidFill>
                <a:latin typeface="Tahoma" panose="020B0604030504040204" pitchFamily="34" charset="0"/>
                <a:ea typeface="宋体" panose="02010600030101010101" pitchFamily="2" charset="-122"/>
              </a:rPr>
              <a:t>）</a:t>
            </a:r>
            <a:r>
              <a:rPr kumimoji="1" lang="zh-CN" altLang="en-US" sz="2400" b="1">
                <a:solidFill>
                  <a:srgbClr val="003300"/>
                </a:solidFill>
                <a:latin typeface="Tahoma" panose="020B0604030504040204" pitchFamily="34" charset="0"/>
                <a:ea typeface="宋体" panose="02010600030101010101" pitchFamily="2" charset="-122"/>
              </a:rPr>
              <a:t>在信号有效频谱宽度</a:t>
            </a:r>
            <a:r>
              <a:rPr kumimoji="1" lang="en-US" altLang="zh-CN" sz="2400" b="1">
                <a:solidFill>
                  <a:srgbClr val="003300"/>
                </a:solidFill>
                <a:latin typeface="Tahoma" panose="020B0604030504040204" pitchFamily="34" charset="0"/>
                <a:ea typeface="宋体" panose="02010600030101010101" pitchFamily="2" charset="-122"/>
              </a:rPr>
              <a:t>B</a:t>
            </a:r>
            <a:r>
              <a:rPr kumimoji="1" lang="zh-CN" altLang="en-US" sz="2400" b="1">
                <a:solidFill>
                  <a:srgbClr val="003300"/>
                </a:solidFill>
                <a:latin typeface="Tahoma" panose="020B0604030504040204" pitchFamily="34" charset="0"/>
                <a:ea typeface="宋体" panose="02010600030101010101" pitchFamily="2" charset="-122"/>
              </a:rPr>
              <a:t>内，集中信号</a:t>
            </a:r>
            <a:r>
              <a:rPr kumimoji="1" lang="en-US" altLang="zh-CN" sz="2400" b="1">
                <a:solidFill>
                  <a:srgbClr val="003300"/>
                </a:solidFill>
                <a:latin typeface="Tahoma" panose="020B0604030504040204" pitchFamily="34" charset="0"/>
                <a:ea typeface="宋体" panose="02010600030101010101" pitchFamily="2" charset="-122"/>
              </a:rPr>
              <a:t>90%</a:t>
            </a:r>
            <a:r>
              <a:rPr kumimoji="1" lang="zh-CN" altLang="en-US" sz="2400" b="1">
                <a:solidFill>
                  <a:srgbClr val="003300"/>
                </a:solidFill>
                <a:latin typeface="Tahoma" panose="020B0604030504040204" pitchFamily="34" charset="0"/>
                <a:ea typeface="宋体" panose="02010600030101010101" pitchFamily="2" charset="-122"/>
              </a:rPr>
              <a:t>以上的能量。</a:t>
            </a:r>
            <a:endParaRPr kumimoji="1" lang="zh-CN" altLang="en-US" sz="2400" b="1">
              <a:solidFill>
                <a:srgbClr val="003300"/>
              </a:solidFill>
              <a:latin typeface="Tahoma" panose="020B0604030504040204" pitchFamily="34" charset="0"/>
              <a:ea typeface="宋体" panose="02010600030101010101" pitchFamily="2" charset="-122"/>
            </a:endParaRPr>
          </a:p>
          <a:p>
            <a:pPr eaLnBrk="1" hangingPunct="1">
              <a:spcBef>
                <a:spcPct val="50000"/>
              </a:spcBef>
              <a:buClrTx/>
              <a:buFontTx/>
              <a:buNone/>
            </a:pPr>
            <a:r>
              <a:rPr kumimoji="1" lang="zh-CN" altLang="en-US" sz="2400" b="1">
                <a:solidFill>
                  <a:srgbClr val="003300"/>
                </a:solidFill>
                <a:latin typeface="Tahoma" panose="020B0604030504040204" pitchFamily="34" charset="0"/>
                <a:ea typeface="宋体" panose="02010600030101010101" pitchFamily="2" charset="-122"/>
              </a:rPr>
              <a:t>        </a:t>
            </a:r>
            <a:r>
              <a:rPr kumimoji="1" lang="en-US" altLang="zh-CN" sz="2400" b="1">
                <a:solidFill>
                  <a:srgbClr val="003300"/>
                </a:solidFill>
                <a:latin typeface="Tahoma" panose="020B0604030504040204" pitchFamily="34" charset="0"/>
                <a:ea typeface="宋体" panose="02010600030101010101" pitchFamily="2" charset="-122"/>
              </a:rPr>
              <a:t>(</a:t>
            </a:r>
            <a:r>
              <a:rPr kumimoji="1" lang="zh-CN" altLang="en-US" sz="2400" b="1">
                <a:solidFill>
                  <a:srgbClr val="800000"/>
                </a:solidFill>
                <a:latin typeface="Tahoma" panose="020B0604030504040204" pitchFamily="34" charset="0"/>
                <a:ea typeface="宋体" panose="02010600030101010101" pitchFamily="2" charset="-122"/>
              </a:rPr>
              <a:t>信号占有频宽</a:t>
            </a:r>
            <a:r>
              <a:rPr kumimoji="1" lang="en-US" altLang="zh-CN" sz="2400" b="1">
                <a:solidFill>
                  <a:srgbClr val="800000"/>
                </a:solidFill>
                <a:latin typeface="Tahoma" panose="020B0604030504040204" pitchFamily="34" charset="0"/>
                <a:ea typeface="宋体" panose="02010600030101010101" pitchFamily="2" charset="-122"/>
              </a:rPr>
              <a:t>B</a:t>
            </a:r>
            <a:r>
              <a:rPr kumimoji="1" lang="en-US" altLang="zh-CN" sz="2400" b="1">
                <a:solidFill>
                  <a:srgbClr val="003300"/>
                </a:solidFill>
                <a:latin typeface="Tahoma" panose="020B0604030504040204" pitchFamily="34" charset="0"/>
                <a:ea typeface="宋体" panose="02010600030101010101" pitchFamily="2" charset="-122"/>
              </a:rPr>
              <a:t>)</a:t>
            </a:r>
            <a:endParaRPr kumimoji="1" lang="en-US" altLang="zh-CN" sz="2400" b="1">
              <a:solidFill>
                <a:srgbClr val="003300"/>
              </a:solidFill>
              <a:latin typeface="Tahoma" panose="020B0604030504040204" pitchFamily="34" charset="0"/>
              <a:ea typeface="宋体" panose="02010600030101010101" pitchFamily="2" charset="-122"/>
            </a:endParaRPr>
          </a:p>
          <a:p>
            <a:pPr eaLnBrk="1" hangingPunct="1">
              <a:spcBef>
                <a:spcPct val="50000"/>
              </a:spcBef>
              <a:buClrTx/>
              <a:buFontTx/>
              <a:buNone/>
            </a:pPr>
            <a:r>
              <a:rPr kumimoji="1" lang="zh-CN" altLang="en-US" sz="2400" b="1">
                <a:solidFill>
                  <a:srgbClr val="FF0000"/>
                </a:solidFill>
                <a:latin typeface="Tahoma" panose="020B0604030504040204" pitchFamily="34" charset="0"/>
                <a:ea typeface="宋体" panose="02010600030101010101" pitchFamily="2" charset="-122"/>
              </a:rPr>
              <a:t>（</a:t>
            </a:r>
            <a:r>
              <a:rPr kumimoji="1" lang="en-US" altLang="zh-CN" sz="2400" b="1">
                <a:solidFill>
                  <a:srgbClr val="FF0000"/>
                </a:solidFill>
                <a:latin typeface="Tahoma" panose="020B0604030504040204" pitchFamily="34" charset="0"/>
                <a:ea typeface="宋体" panose="02010600030101010101" pitchFamily="2" charset="-122"/>
              </a:rPr>
              <a:t>4</a:t>
            </a:r>
            <a:r>
              <a:rPr kumimoji="1" lang="zh-CN" altLang="en-US" sz="2400" b="1">
                <a:solidFill>
                  <a:srgbClr val="FF0000"/>
                </a:solidFill>
                <a:latin typeface="Tahoma" panose="020B0604030504040204" pitchFamily="34" charset="0"/>
                <a:ea typeface="宋体" panose="02010600030101010101" pitchFamily="2" charset="-122"/>
              </a:rPr>
              <a:t>）</a:t>
            </a:r>
            <a:r>
              <a:rPr kumimoji="1" lang="zh-CN" altLang="en-US" sz="2400" b="1">
                <a:solidFill>
                  <a:srgbClr val="003300"/>
                </a:solidFill>
                <a:latin typeface="Tahoma" panose="020B0604030504040204" pitchFamily="34" charset="0"/>
                <a:ea typeface="宋体" panose="02010600030101010101" pitchFamily="2" charset="-122"/>
              </a:rPr>
              <a:t>在信号有效持续时间</a:t>
            </a:r>
            <a:r>
              <a:rPr kumimoji="1" lang="zh-CN" altLang="en-US" sz="2400" b="1">
                <a:solidFill>
                  <a:srgbClr val="003300"/>
                </a:solidFill>
                <a:latin typeface="Tahoma" panose="020B0604030504040204" pitchFamily="34" charset="0"/>
                <a:ea typeface="宋体" panose="02010600030101010101" pitchFamily="2" charset="-122"/>
                <a:sym typeface="Symbol" panose="05050102010706020507" pitchFamily="18" charset="2"/>
              </a:rPr>
              <a:t></a:t>
            </a:r>
            <a:r>
              <a:rPr kumimoji="1" lang="zh-CN" altLang="en-US" sz="2400" b="1">
                <a:solidFill>
                  <a:srgbClr val="003300"/>
                </a:solidFill>
                <a:latin typeface="Tahoma" panose="020B0604030504040204" pitchFamily="34" charset="0"/>
                <a:ea typeface="宋体" panose="02010600030101010101" pitchFamily="2" charset="-122"/>
              </a:rPr>
              <a:t>内，集中信号</a:t>
            </a:r>
            <a:r>
              <a:rPr kumimoji="1" lang="en-US" altLang="zh-CN" sz="2400" b="1">
                <a:solidFill>
                  <a:srgbClr val="003300"/>
                </a:solidFill>
                <a:latin typeface="Tahoma" panose="020B0604030504040204" pitchFamily="34" charset="0"/>
                <a:ea typeface="宋体" panose="02010600030101010101" pitchFamily="2" charset="-122"/>
              </a:rPr>
              <a:t>90%</a:t>
            </a:r>
            <a:r>
              <a:rPr kumimoji="1" lang="zh-CN" altLang="en-US" sz="2400" b="1">
                <a:solidFill>
                  <a:srgbClr val="003300"/>
                </a:solidFill>
                <a:latin typeface="Tahoma" panose="020B0604030504040204" pitchFamily="34" charset="0"/>
                <a:ea typeface="宋体" panose="02010600030101010101" pitchFamily="2" charset="-122"/>
              </a:rPr>
              <a:t>以上的能量。</a:t>
            </a:r>
            <a:endParaRPr kumimoji="1" lang="zh-CN" altLang="en-US" sz="2400" b="1">
              <a:solidFill>
                <a:srgbClr val="003300"/>
              </a:solidFill>
              <a:latin typeface="Tahoma" panose="020B0604030504040204" pitchFamily="34" charset="0"/>
              <a:ea typeface="宋体" panose="02010600030101010101" pitchFamily="2" charset="-122"/>
            </a:endParaRPr>
          </a:p>
          <a:p>
            <a:pPr eaLnBrk="1" hangingPunct="1">
              <a:spcBef>
                <a:spcPct val="50000"/>
              </a:spcBef>
              <a:buClrTx/>
              <a:buFontTx/>
              <a:buNone/>
            </a:pPr>
            <a:r>
              <a:rPr kumimoji="1" lang="zh-CN" altLang="en-US" sz="2400" b="1">
                <a:solidFill>
                  <a:srgbClr val="003300"/>
                </a:solidFill>
                <a:latin typeface="Tahoma" panose="020B0604030504040204" pitchFamily="34" charset="0"/>
                <a:ea typeface="宋体" panose="02010600030101010101" pitchFamily="2" charset="-122"/>
              </a:rPr>
              <a:t>        </a:t>
            </a:r>
            <a:r>
              <a:rPr kumimoji="1" lang="en-US" altLang="zh-CN" sz="2400" b="1">
                <a:solidFill>
                  <a:srgbClr val="003300"/>
                </a:solidFill>
                <a:latin typeface="Tahoma" panose="020B0604030504040204" pitchFamily="34" charset="0"/>
                <a:ea typeface="宋体" panose="02010600030101010101" pitchFamily="2" charset="-122"/>
              </a:rPr>
              <a:t>(</a:t>
            </a:r>
            <a:r>
              <a:rPr kumimoji="1" lang="zh-CN" altLang="en-US" sz="2400" b="1">
                <a:solidFill>
                  <a:srgbClr val="800000"/>
                </a:solidFill>
                <a:latin typeface="Tahoma" panose="020B0604030504040204" pitchFamily="34" charset="0"/>
                <a:ea typeface="宋体" panose="02010600030101010101" pitchFamily="2" charset="-122"/>
              </a:rPr>
              <a:t>信号有效持续时间</a:t>
            </a:r>
            <a:r>
              <a:rPr kumimoji="1" lang="zh-CN" altLang="en-US" sz="2400" b="1">
                <a:solidFill>
                  <a:srgbClr val="800000"/>
                </a:solidFill>
                <a:latin typeface="Tahoma" panose="020B0604030504040204" pitchFamily="34" charset="0"/>
                <a:ea typeface="宋体" panose="02010600030101010101" pitchFamily="2" charset="-122"/>
                <a:sym typeface="Symbol" panose="05050102010706020507" pitchFamily="18" charset="2"/>
              </a:rPr>
              <a:t></a:t>
            </a:r>
            <a:r>
              <a:rPr kumimoji="1" lang="en-US" altLang="zh-CN" sz="2400" b="1">
                <a:solidFill>
                  <a:srgbClr val="003300"/>
                </a:solidFill>
                <a:latin typeface="Tahoma" panose="020B0604030504040204" pitchFamily="34" charset="0"/>
                <a:ea typeface="宋体" panose="02010600030101010101" pitchFamily="2" charset="-122"/>
              </a:rPr>
              <a:t>)</a:t>
            </a:r>
            <a:endParaRPr kumimoji="1" lang="en-US" altLang="zh-CN" sz="2400" b="1">
              <a:solidFill>
                <a:srgbClr val="003300"/>
              </a:solidFill>
              <a:latin typeface="Tahoma" panose="020B0604030504040204" pitchFamily="34" charset="0"/>
              <a:ea typeface="宋体" panose="02010600030101010101" pitchFamily="2" charset="-122"/>
            </a:endParaRPr>
          </a:p>
          <a:p>
            <a:pPr eaLnBrk="1" hangingPunct="1">
              <a:spcBef>
                <a:spcPct val="50000"/>
              </a:spcBef>
              <a:buClrTx/>
              <a:buFontTx/>
              <a:buNone/>
            </a:pPr>
            <a:r>
              <a:rPr kumimoji="1" lang="zh-CN" altLang="en-US" sz="2400" b="1">
                <a:solidFill>
                  <a:srgbClr val="FF0000"/>
                </a:solidFill>
                <a:latin typeface="Tahoma" panose="020B0604030504040204" pitchFamily="34" charset="0"/>
                <a:ea typeface="宋体" panose="02010600030101010101" pitchFamily="2" charset="-122"/>
              </a:rPr>
              <a:t>（</a:t>
            </a:r>
            <a:r>
              <a:rPr kumimoji="1" lang="en-US" altLang="zh-CN" sz="2400" b="1">
                <a:solidFill>
                  <a:srgbClr val="FF0000"/>
                </a:solidFill>
                <a:latin typeface="Tahoma" panose="020B0604030504040204" pitchFamily="34" charset="0"/>
                <a:ea typeface="宋体" panose="02010600030101010101" pitchFamily="2" charset="-122"/>
              </a:rPr>
              <a:t>5</a:t>
            </a:r>
            <a:r>
              <a:rPr kumimoji="1" lang="zh-CN" altLang="en-US" sz="2400" b="1">
                <a:solidFill>
                  <a:srgbClr val="FF0000"/>
                </a:solidFill>
                <a:latin typeface="Tahoma" panose="020B0604030504040204" pitchFamily="34" charset="0"/>
                <a:ea typeface="宋体" panose="02010600030101010101" pitchFamily="2" charset="-122"/>
              </a:rPr>
              <a:t>）</a:t>
            </a:r>
            <a:r>
              <a:rPr kumimoji="1" lang="zh-CN" altLang="en-US" sz="2400" b="1">
                <a:solidFill>
                  <a:srgbClr val="003300"/>
                </a:solidFill>
                <a:latin typeface="Tahoma" panose="020B0604030504040204" pitchFamily="34" charset="0"/>
                <a:ea typeface="宋体" panose="02010600030101010101" pitchFamily="2" charset="-122"/>
              </a:rPr>
              <a:t>信号有效频谱宽度</a:t>
            </a:r>
            <a:r>
              <a:rPr kumimoji="1" lang="en-US" altLang="zh-CN" sz="2400" b="1">
                <a:solidFill>
                  <a:srgbClr val="003300"/>
                </a:solidFill>
                <a:latin typeface="Tahoma" panose="020B0604030504040204" pitchFamily="34" charset="0"/>
                <a:ea typeface="宋体" panose="02010600030101010101" pitchFamily="2" charset="-122"/>
              </a:rPr>
              <a:t>B </a:t>
            </a:r>
            <a:r>
              <a:rPr kumimoji="1" lang="zh-CN" altLang="en-US" sz="2400" b="1">
                <a:solidFill>
                  <a:srgbClr val="003300"/>
                </a:solidFill>
                <a:latin typeface="Tahoma" panose="020B0604030504040204" pitchFamily="34" charset="0"/>
                <a:ea typeface="宋体" panose="02010600030101010101" pitchFamily="2" charset="-122"/>
              </a:rPr>
              <a:t>与有效持续时间</a:t>
            </a:r>
            <a:r>
              <a:rPr kumimoji="1" lang="zh-CN" altLang="en-US" sz="2400" b="1">
                <a:solidFill>
                  <a:srgbClr val="003300"/>
                </a:solidFill>
                <a:latin typeface="Tahoma" panose="020B0604030504040204" pitchFamily="34" charset="0"/>
                <a:ea typeface="宋体" panose="02010600030101010101" pitchFamily="2" charset="-122"/>
                <a:sym typeface="Symbol" panose="05050102010706020507" pitchFamily="18" charset="2"/>
              </a:rPr>
              <a:t>成反比。</a:t>
            </a:r>
            <a:endParaRPr kumimoji="1" lang="zh-CN" altLang="en-US" sz="2400" b="1">
              <a:solidFill>
                <a:srgbClr val="003300"/>
              </a:solidFill>
              <a:latin typeface="Tahoma" panose="020B0604030504040204" pitchFamily="34" charset="0"/>
              <a:ea typeface="宋体" panose="02010600030101010101" pitchFamily="2" charset="-122"/>
            </a:endParaRPr>
          </a:p>
          <a:p>
            <a:pPr eaLnBrk="1" hangingPunct="1">
              <a:spcBef>
                <a:spcPct val="50000"/>
              </a:spcBef>
              <a:buClrTx/>
              <a:buFontTx/>
              <a:buNone/>
            </a:pPr>
            <a:endParaRPr kumimoji="1" lang="zh-CN" altLang="en-US" sz="2400" b="1">
              <a:solidFill>
                <a:srgbClr val="003300"/>
              </a:solidFill>
              <a:latin typeface="Tahoma" panose="020B060403050404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58881"/>
    </mc:Choice>
    <mc:Fallback>
      <p:transition spd="slow" advTm="588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23587">
                                            <p:txEl>
                                              <p:pRg st="0" end="0"/>
                                            </p:txEl>
                                          </p:spTgt>
                                        </p:tgtEl>
                                        <p:attrNameLst>
                                          <p:attrName>style.visibility</p:attrName>
                                        </p:attrNameLst>
                                      </p:cBhvr>
                                      <p:to>
                                        <p:strVal val="visible"/>
                                      </p:to>
                                    </p:set>
                                    <p:anim calcmode="lin" valueType="num">
                                      <p:cBhvr>
                                        <p:cTn id="7" dur="1000" fill="hold"/>
                                        <p:tgtEl>
                                          <p:spTgt spid="323587">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23587">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23587">
                                            <p:txEl>
                                              <p:pRg st="0" end="0"/>
                                            </p:txEl>
                                          </p:spTgt>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323587">
                                            <p:txEl>
                                              <p:pRg st="1" end="1"/>
                                            </p:txEl>
                                          </p:spTgt>
                                        </p:tgtEl>
                                        <p:attrNameLst>
                                          <p:attrName>style.visibility</p:attrName>
                                        </p:attrNameLst>
                                      </p:cBhvr>
                                      <p:to>
                                        <p:strVal val="visible"/>
                                      </p:to>
                                    </p:set>
                                    <p:anim calcmode="lin" valueType="num">
                                      <p:cBhvr>
                                        <p:cTn id="13" dur="1000" fill="hold"/>
                                        <p:tgtEl>
                                          <p:spTgt spid="323587">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323587">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32358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323587">
                                            <p:txEl>
                                              <p:pRg st="2" end="2"/>
                                            </p:txEl>
                                          </p:spTgt>
                                        </p:tgtEl>
                                        <p:attrNameLst>
                                          <p:attrName>style.visibility</p:attrName>
                                        </p:attrNameLst>
                                      </p:cBhvr>
                                      <p:to>
                                        <p:strVal val="visible"/>
                                      </p:to>
                                    </p:set>
                                    <p:anim calcmode="lin" valueType="num">
                                      <p:cBhvr>
                                        <p:cTn id="20" dur="1000" fill="hold"/>
                                        <p:tgtEl>
                                          <p:spTgt spid="323587">
                                            <p:txEl>
                                              <p:pRg st="2" end="2"/>
                                            </p:txEl>
                                          </p:spTgt>
                                        </p:tgtEl>
                                        <p:attrNameLst>
                                          <p:attrName>ppt_w</p:attrName>
                                        </p:attrNameLst>
                                      </p:cBhvr>
                                      <p:tavLst>
                                        <p:tav tm="0">
                                          <p:val>
                                            <p:strVal val="#ppt_w*0.70"/>
                                          </p:val>
                                        </p:tav>
                                        <p:tav tm="100000">
                                          <p:val>
                                            <p:strVal val="#ppt_w"/>
                                          </p:val>
                                        </p:tav>
                                      </p:tavLst>
                                    </p:anim>
                                    <p:anim calcmode="lin" valueType="num">
                                      <p:cBhvr>
                                        <p:cTn id="21" dur="1000" fill="hold"/>
                                        <p:tgtEl>
                                          <p:spTgt spid="323587">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323587">
                                            <p:txEl>
                                              <p:pRg st="2" end="2"/>
                                            </p:txEl>
                                          </p:spTgt>
                                        </p:tgtEl>
                                      </p:cBhvr>
                                    </p:animEffect>
                                  </p:childTnLst>
                                </p:cTn>
                              </p:par>
                            </p:childTnLst>
                          </p:cTn>
                        </p:par>
                        <p:par>
                          <p:cTn id="23" fill="hold">
                            <p:stCondLst>
                              <p:cond delay="1000"/>
                            </p:stCondLst>
                            <p:childTnLst>
                              <p:par>
                                <p:cTn id="24" presetID="55" presetClass="entr" presetSubtype="0" fill="hold" nodeType="afterEffect">
                                  <p:stCondLst>
                                    <p:cond delay="0"/>
                                  </p:stCondLst>
                                  <p:childTnLst>
                                    <p:set>
                                      <p:cBhvr>
                                        <p:cTn id="25" dur="1" fill="hold">
                                          <p:stCondLst>
                                            <p:cond delay="0"/>
                                          </p:stCondLst>
                                        </p:cTn>
                                        <p:tgtEl>
                                          <p:spTgt spid="323587">
                                            <p:txEl>
                                              <p:pRg st="3" end="3"/>
                                            </p:txEl>
                                          </p:spTgt>
                                        </p:tgtEl>
                                        <p:attrNameLst>
                                          <p:attrName>style.visibility</p:attrName>
                                        </p:attrNameLst>
                                      </p:cBhvr>
                                      <p:to>
                                        <p:strVal val="visible"/>
                                      </p:to>
                                    </p:set>
                                    <p:anim calcmode="lin" valueType="num">
                                      <p:cBhvr>
                                        <p:cTn id="26" dur="1000" fill="hold"/>
                                        <p:tgtEl>
                                          <p:spTgt spid="323587">
                                            <p:txEl>
                                              <p:pRg st="3" end="3"/>
                                            </p:txEl>
                                          </p:spTgt>
                                        </p:tgtEl>
                                        <p:attrNameLst>
                                          <p:attrName>ppt_w</p:attrName>
                                        </p:attrNameLst>
                                      </p:cBhvr>
                                      <p:tavLst>
                                        <p:tav tm="0">
                                          <p:val>
                                            <p:strVal val="#ppt_w*0.70"/>
                                          </p:val>
                                        </p:tav>
                                        <p:tav tm="100000">
                                          <p:val>
                                            <p:strVal val="#ppt_w"/>
                                          </p:val>
                                        </p:tav>
                                      </p:tavLst>
                                    </p:anim>
                                    <p:anim calcmode="lin" valueType="num">
                                      <p:cBhvr>
                                        <p:cTn id="27" dur="1000" fill="hold"/>
                                        <p:tgtEl>
                                          <p:spTgt spid="323587">
                                            <p:txEl>
                                              <p:pRg st="3" end="3"/>
                                            </p:txEl>
                                          </p:spTgt>
                                        </p:tgtEl>
                                        <p:attrNameLst>
                                          <p:attrName>ppt_h</p:attrName>
                                        </p:attrNameLst>
                                      </p:cBhvr>
                                      <p:tavLst>
                                        <p:tav tm="0">
                                          <p:val>
                                            <p:strVal val="#ppt_h"/>
                                          </p:val>
                                        </p:tav>
                                        <p:tav tm="100000">
                                          <p:val>
                                            <p:strVal val="#ppt_h"/>
                                          </p:val>
                                        </p:tav>
                                      </p:tavLst>
                                    </p:anim>
                                    <p:animEffect transition="in" filter="fade">
                                      <p:cBhvr>
                                        <p:cTn id="28" dur="1000"/>
                                        <p:tgtEl>
                                          <p:spTgt spid="32358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323587">
                                            <p:txEl>
                                              <p:pRg st="4" end="4"/>
                                            </p:txEl>
                                          </p:spTgt>
                                        </p:tgtEl>
                                        <p:attrNameLst>
                                          <p:attrName>style.visibility</p:attrName>
                                        </p:attrNameLst>
                                      </p:cBhvr>
                                      <p:to>
                                        <p:strVal val="visible"/>
                                      </p:to>
                                    </p:set>
                                    <p:anim calcmode="lin" valueType="num">
                                      <p:cBhvr>
                                        <p:cTn id="33" dur="1000" fill="hold"/>
                                        <p:tgtEl>
                                          <p:spTgt spid="323587">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323587">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323587">
                                            <p:txEl>
                                              <p:pRg st="4" end="4"/>
                                            </p:txEl>
                                          </p:spTgt>
                                        </p:tgtEl>
                                      </p:cBhvr>
                                    </p:animEffect>
                                  </p:childTnLst>
                                </p:cTn>
                              </p:par>
                            </p:childTnLst>
                          </p:cTn>
                        </p:par>
                        <p:par>
                          <p:cTn id="36" fill="hold">
                            <p:stCondLst>
                              <p:cond delay="1000"/>
                            </p:stCondLst>
                            <p:childTnLst>
                              <p:par>
                                <p:cTn id="37" presetID="55" presetClass="entr" presetSubtype="0" fill="hold" nodeType="afterEffect">
                                  <p:stCondLst>
                                    <p:cond delay="0"/>
                                  </p:stCondLst>
                                  <p:childTnLst>
                                    <p:set>
                                      <p:cBhvr>
                                        <p:cTn id="38" dur="1" fill="hold">
                                          <p:stCondLst>
                                            <p:cond delay="0"/>
                                          </p:stCondLst>
                                        </p:cTn>
                                        <p:tgtEl>
                                          <p:spTgt spid="323587">
                                            <p:txEl>
                                              <p:pRg st="5" end="5"/>
                                            </p:txEl>
                                          </p:spTgt>
                                        </p:tgtEl>
                                        <p:attrNameLst>
                                          <p:attrName>style.visibility</p:attrName>
                                        </p:attrNameLst>
                                      </p:cBhvr>
                                      <p:to>
                                        <p:strVal val="visible"/>
                                      </p:to>
                                    </p:set>
                                    <p:anim calcmode="lin" valueType="num">
                                      <p:cBhvr>
                                        <p:cTn id="39" dur="1000" fill="hold"/>
                                        <p:tgtEl>
                                          <p:spTgt spid="323587">
                                            <p:txEl>
                                              <p:pRg st="5" end="5"/>
                                            </p:txEl>
                                          </p:spTgt>
                                        </p:tgtEl>
                                        <p:attrNameLst>
                                          <p:attrName>ppt_w</p:attrName>
                                        </p:attrNameLst>
                                      </p:cBhvr>
                                      <p:tavLst>
                                        <p:tav tm="0">
                                          <p:val>
                                            <p:strVal val="#ppt_w*0.70"/>
                                          </p:val>
                                        </p:tav>
                                        <p:tav tm="100000">
                                          <p:val>
                                            <p:strVal val="#ppt_w"/>
                                          </p:val>
                                        </p:tav>
                                      </p:tavLst>
                                    </p:anim>
                                    <p:anim calcmode="lin" valueType="num">
                                      <p:cBhvr>
                                        <p:cTn id="40" dur="1000" fill="hold"/>
                                        <p:tgtEl>
                                          <p:spTgt spid="323587">
                                            <p:txEl>
                                              <p:pRg st="5" end="5"/>
                                            </p:txEl>
                                          </p:spTgt>
                                        </p:tgtEl>
                                        <p:attrNameLst>
                                          <p:attrName>ppt_h</p:attrName>
                                        </p:attrNameLst>
                                      </p:cBhvr>
                                      <p:tavLst>
                                        <p:tav tm="0">
                                          <p:val>
                                            <p:strVal val="#ppt_h"/>
                                          </p:val>
                                        </p:tav>
                                        <p:tav tm="100000">
                                          <p:val>
                                            <p:strVal val="#ppt_h"/>
                                          </p:val>
                                        </p:tav>
                                      </p:tavLst>
                                    </p:anim>
                                    <p:animEffect transition="in" filter="fade">
                                      <p:cBhvr>
                                        <p:cTn id="41" dur="1000"/>
                                        <p:tgtEl>
                                          <p:spTgt spid="323587">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323587">
                                            <p:txEl>
                                              <p:pRg st="6" end="6"/>
                                            </p:txEl>
                                          </p:spTgt>
                                        </p:tgtEl>
                                        <p:attrNameLst>
                                          <p:attrName>style.visibility</p:attrName>
                                        </p:attrNameLst>
                                      </p:cBhvr>
                                      <p:to>
                                        <p:strVal val="visible"/>
                                      </p:to>
                                    </p:set>
                                    <p:anim calcmode="lin" valueType="num">
                                      <p:cBhvr>
                                        <p:cTn id="46" dur="1000" fill="hold"/>
                                        <p:tgtEl>
                                          <p:spTgt spid="323587">
                                            <p:txEl>
                                              <p:pRg st="6" end="6"/>
                                            </p:txEl>
                                          </p:spTgt>
                                        </p:tgtEl>
                                        <p:attrNameLst>
                                          <p:attrName>ppt_w</p:attrName>
                                        </p:attrNameLst>
                                      </p:cBhvr>
                                      <p:tavLst>
                                        <p:tav tm="0">
                                          <p:val>
                                            <p:strVal val="#ppt_w*0.70"/>
                                          </p:val>
                                        </p:tav>
                                        <p:tav tm="100000">
                                          <p:val>
                                            <p:strVal val="#ppt_w"/>
                                          </p:val>
                                        </p:tav>
                                      </p:tavLst>
                                    </p:anim>
                                    <p:anim calcmode="lin" valueType="num">
                                      <p:cBhvr>
                                        <p:cTn id="47" dur="1000" fill="hold"/>
                                        <p:tgtEl>
                                          <p:spTgt spid="323587">
                                            <p:txEl>
                                              <p:pRg st="6" end="6"/>
                                            </p:txEl>
                                          </p:spTgt>
                                        </p:tgtEl>
                                        <p:attrNameLst>
                                          <p:attrName>ppt_h</p:attrName>
                                        </p:attrNameLst>
                                      </p:cBhvr>
                                      <p:tavLst>
                                        <p:tav tm="0">
                                          <p:val>
                                            <p:strVal val="#ppt_h"/>
                                          </p:val>
                                        </p:tav>
                                        <p:tav tm="100000">
                                          <p:val>
                                            <p:strVal val="#ppt_h"/>
                                          </p:val>
                                        </p:tav>
                                      </p:tavLst>
                                    </p:anim>
                                    <p:animEffect transition="in" filter="fade">
                                      <p:cBhvr>
                                        <p:cTn id="48" dur="1000"/>
                                        <p:tgtEl>
                                          <p:spTgt spid="3235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 name="日期占位符 3"/>
          <p:cNvSpPr>
            <a:spLocks noGrp="1"/>
          </p:cNvSpPr>
          <p:nvPr>
            <p:ph type="dt" sz="quarter" idx="10"/>
          </p:nvPr>
        </p:nvSpPr>
        <p:spPr/>
        <p:txBody>
          <a:bodyPr/>
          <a:lstStyle/>
          <a:p>
            <a:pPr>
              <a:defRPr/>
            </a:pPr>
            <a:fld id="{82D7F2C6-E998-41B9-BF5A-1E9F45FADC86}" type="datetime1">
              <a:rPr lang="zh-CN" altLang="en-US"/>
            </a:fld>
            <a:endParaRPr lang="zh-CN" altLang="en-US"/>
          </a:p>
        </p:txBody>
      </p:sp>
      <p:sp>
        <p:nvSpPr>
          <p:cNvPr id="186371" name="Rectangle 2"/>
          <p:cNvSpPr>
            <a:spLocks noGrp="1" noChangeArrowheads="1"/>
          </p:cNvSpPr>
          <p:nvPr>
            <p:ph type="title" idx="4294967295"/>
          </p:nvPr>
        </p:nvSpPr>
        <p:spPr>
          <a:xfrm>
            <a:off x="1116013" y="260350"/>
            <a:ext cx="2543175" cy="398463"/>
          </a:xfrm>
        </p:spPr>
        <p:txBody>
          <a:bodyPr/>
          <a:lstStyle/>
          <a:p>
            <a:r>
              <a:rPr lang="zh-CN" altLang="en-US" sz="1900" b="1">
                <a:solidFill>
                  <a:srgbClr val="0000FF"/>
                </a:solidFill>
              </a:rPr>
              <a:t>本章要点：</a:t>
            </a:r>
            <a:endParaRPr lang="zh-CN" altLang="en-US" sz="1900" b="1">
              <a:solidFill>
                <a:srgbClr val="0000FF"/>
              </a:solidFill>
            </a:endParaRPr>
          </a:p>
        </p:txBody>
      </p:sp>
      <p:sp>
        <p:nvSpPr>
          <p:cNvPr id="324611" name="Rectangle 3" descr="Rectangle: Click to edit Master text styles&#10;Second level&#10;Third level&#10;Fourth level&#10;Fifth level"/>
          <p:cNvSpPr>
            <a:spLocks noGrp="1" noChangeArrowheads="1"/>
          </p:cNvSpPr>
          <p:nvPr>
            <p:ph type="body" idx="4294967295"/>
          </p:nvPr>
        </p:nvSpPr>
        <p:spPr>
          <a:xfrm>
            <a:off x="457200" y="609600"/>
            <a:ext cx="7620000" cy="3048000"/>
          </a:xfrm>
        </p:spPr>
        <p:txBody>
          <a:bodyPr/>
          <a:lstStyle/>
          <a:p>
            <a:pPr>
              <a:lnSpc>
                <a:spcPct val="150000"/>
              </a:lnSpc>
              <a:buFont typeface="Monotype Sorts" pitchFamily="2" charset="2"/>
              <a:buChar char=" "/>
            </a:pPr>
            <a:r>
              <a:rPr lang="en-US" altLang="zh-CN" sz="2100" b="1">
                <a:solidFill>
                  <a:srgbClr val="FF0000"/>
                </a:solidFill>
              </a:rPr>
              <a:t>1</a:t>
            </a:r>
            <a:r>
              <a:rPr lang="zh-CN" altLang="en-US" sz="2100" b="1">
                <a:solidFill>
                  <a:srgbClr val="FF0000"/>
                </a:solidFill>
              </a:rPr>
              <a:t>、</a:t>
            </a:r>
            <a:r>
              <a:rPr lang="zh-CN" altLang="en-US" sz="2100" b="1">
                <a:solidFill>
                  <a:srgbClr val="1C5C21"/>
                </a:solidFill>
              </a:rPr>
              <a:t>信号的分解；</a:t>
            </a:r>
            <a:endParaRPr lang="zh-CN" altLang="en-US" sz="2100" b="1">
              <a:solidFill>
                <a:srgbClr val="58CC60"/>
              </a:solidFill>
              <a:ea typeface="楷体_GB2312" pitchFamily="49" charset="-122"/>
            </a:endParaRPr>
          </a:p>
          <a:p>
            <a:pPr>
              <a:lnSpc>
                <a:spcPct val="150000"/>
              </a:lnSpc>
              <a:buFont typeface="Monotype Sorts" pitchFamily="2" charset="2"/>
              <a:buChar char=" "/>
            </a:pPr>
            <a:r>
              <a:rPr lang="en-US" altLang="zh-CN" sz="2100" b="1">
                <a:solidFill>
                  <a:srgbClr val="FF0000"/>
                </a:solidFill>
              </a:rPr>
              <a:t>2</a:t>
            </a:r>
            <a:r>
              <a:rPr lang="zh-CN" altLang="en-US" sz="2100" b="1">
                <a:solidFill>
                  <a:srgbClr val="FF0000"/>
                </a:solidFill>
              </a:rPr>
              <a:t>、</a:t>
            </a:r>
            <a:r>
              <a:rPr lang="zh-CN" altLang="en-US" sz="2100" b="1">
                <a:solidFill>
                  <a:srgbClr val="1C5C21"/>
                </a:solidFill>
              </a:rPr>
              <a:t>周期信号频域分析</a:t>
            </a:r>
            <a:r>
              <a:rPr lang="zh-CN" altLang="en-US" sz="2100" b="1"/>
              <a:t>：</a:t>
            </a:r>
            <a:endParaRPr lang="zh-CN" altLang="en-US" sz="2100" b="1"/>
          </a:p>
          <a:p>
            <a:pPr>
              <a:lnSpc>
                <a:spcPct val="150000"/>
              </a:lnSpc>
              <a:buFont typeface="Monotype Sorts" pitchFamily="2" charset="2"/>
              <a:buChar char=" "/>
            </a:pPr>
            <a:r>
              <a:rPr lang="zh-CN" altLang="en-US" sz="2100" b="1"/>
              <a:t>                  </a:t>
            </a:r>
            <a:r>
              <a:rPr lang="zh-CN" altLang="en-US" sz="2100" b="1">
                <a:solidFill>
                  <a:srgbClr val="800000"/>
                </a:solidFill>
                <a:ea typeface="楷体_GB2312" pitchFamily="49" charset="-122"/>
              </a:rPr>
              <a:t>傅立叶级数形式</a:t>
            </a:r>
            <a:r>
              <a:rPr lang="zh-CN" altLang="en-US" sz="2100" b="1">
                <a:solidFill>
                  <a:srgbClr val="05013F"/>
                </a:solidFill>
                <a:ea typeface="楷体_GB2312" pitchFamily="49" charset="-122"/>
              </a:rPr>
              <a:t>、性质、频谱特点；</a:t>
            </a:r>
            <a:endParaRPr lang="zh-CN" altLang="en-US" sz="2100" b="1">
              <a:solidFill>
                <a:srgbClr val="05013F"/>
              </a:solidFill>
              <a:ea typeface="楷体_GB2312" pitchFamily="49" charset="-122"/>
            </a:endParaRPr>
          </a:p>
          <a:p>
            <a:pPr>
              <a:lnSpc>
                <a:spcPct val="150000"/>
              </a:lnSpc>
              <a:buFont typeface="Monotype Sorts" pitchFamily="2" charset="2"/>
              <a:buChar char=" "/>
            </a:pPr>
            <a:r>
              <a:rPr lang="en-US" altLang="zh-CN" sz="2100" b="1">
                <a:solidFill>
                  <a:srgbClr val="FF0000"/>
                </a:solidFill>
              </a:rPr>
              <a:t>3</a:t>
            </a:r>
            <a:r>
              <a:rPr lang="zh-CN" altLang="en-US" sz="2100" b="1">
                <a:solidFill>
                  <a:srgbClr val="FF0000"/>
                </a:solidFill>
              </a:rPr>
              <a:t>、</a:t>
            </a:r>
            <a:r>
              <a:rPr lang="zh-CN" altLang="en-US" sz="2100" b="1" u="sng">
                <a:solidFill>
                  <a:srgbClr val="1C5C21"/>
                </a:solidFill>
              </a:rPr>
              <a:t>非周期信号频域分析</a:t>
            </a:r>
            <a:r>
              <a:rPr lang="zh-CN" altLang="en-US" sz="2100" b="1" u="sng"/>
              <a:t>：</a:t>
            </a:r>
            <a:endParaRPr lang="zh-CN" altLang="en-US" sz="2100" b="1" u="sng"/>
          </a:p>
          <a:p>
            <a:pPr>
              <a:lnSpc>
                <a:spcPct val="150000"/>
              </a:lnSpc>
              <a:buFont typeface="Monotype Sorts" pitchFamily="2" charset="2"/>
              <a:buNone/>
            </a:pPr>
            <a:r>
              <a:rPr lang="zh-CN" altLang="en-US" sz="2100" b="1">
                <a:solidFill>
                  <a:srgbClr val="800000"/>
                </a:solidFill>
                <a:ea typeface="楷体_GB2312" pitchFamily="49" charset="-122"/>
              </a:rPr>
              <a:t>      傅立叶变换与反变换</a:t>
            </a:r>
            <a:r>
              <a:rPr lang="zh-CN" altLang="en-US" sz="2100" b="1">
                <a:solidFill>
                  <a:srgbClr val="800000"/>
                </a:solidFill>
              </a:rPr>
              <a:t>；                 </a:t>
            </a:r>
            <a:endParaRPr lang="zh-CN" altLang="en-US" sz="2100" b="1">
              <a:solidFill>
                <a:srgbClr val="1C5C21"/>
              </a:solidFill>
            </a:endParaRPr>
          </a:p>
          <a:p>
            <a:pPr>
              <a:lnSpc>
                <a:spcPct val="90000"/>
              </a:lnSpc>
              <a:buFont typeface="Monotype Sorts" pitchFamily="2" charset="2"/>
              <a:buChar char=" "/>
            </a:pPr>
            <a:endParaRPr lang="zh-CN" altLang="en-US" sz="1900" b="1"/>
          </a:p>
          <a:p>
            <a:pPr>
              <a:lnSpc>
                <a:spcPct val="150000"/>
              </a:lnSpc>
              <a:buFont typeface="Monotype Sorts" pitchFamily="2" charset="2"/>
              <a:buChar char=" "/>
            </a:pPr>
            <a:endParaRPr lang="zh-CN" altLang="en-US" sz="2100" b="1">
              <a:solidFill>
                <a:srgbClr val="1C5C21"/>
              </a:solidFill>
            </a:endParaRPr>
          </a:p>
        </p:txBody>
      </p:sp>
      <p:graphicFrame>
        <p:nvGraphicFramePr>
          <p:cNvPr id="324612" name="Object 4"/>
          <p:cNvGraphicFramePr>
            <a:graphicFrameLocks noChangeAspect="1"/>
          </p:cNvGraphicFramePr>
          <p:nvPr/>
        </p:nvGraphicFramePr>
        <p:xfrm>
          <a:off x="4500563" y="2565400"/>
          <a:ext cx="4114800" cy="623888"/>
        </p:xfrm>
        <a:graphic>
          <a:graphicData uri="http://schemas.openxmlformats.org/presentationml/2006/ole">
            <mc:AlternateContent xmlns:mc="http://schemas.openxmlformats.org/markup-compatibility/2006">
              <mc:Choice xmlns:v="urn:schemas-microsoft-com:vml" Requires="v">
                <p:oleObj spid="_x0000_s186882" name="Equation" r:id="rId1" imgW="2070100" imgH="330200" progId="Equation.3">
                  <p:embed/>
                </p:oleObj>
              </mc:Choice>
              <mc:Fallback>
                <p:oleObj name="Equation" r:id="rId1" imgW="2070100" imgH="330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2565400"/>
                        <a:ext cx="4114800" cy="62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4613" name="Rectangle 5"/>
          <p:cNvSpPr>
            <a:spLocks noChangeArrowheads="1"/>
          </p:cNvSpPr>
          <p:nvPr/>
        </p:nvSpPr>
        <p:spPr bwMode="auto">
          <a:xfrm>
            <a:off x="685800" y="3810000"/>
            <a:ext cx="4030663"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lnSpc>
                <a:spcPct val="150000"/>
              </a:lnSpc>
              <a:spcBef>
                <a:spcPct val="50000"/>
              </a:spcBef>
              <a:buClr>
                <a:schemeClr val="hlink"/>
              </a:buClr>
              <a:buSzPct val="110000"/>
              <a:buFont typeface="Monotype Sorts" pitchFamily="2" charset="2"/>
              <a:buChar char=" "/>
            </a:pPr>
            <a:r>
              <a:rPr kumimoji="1" lang="zh-CN" altLang="en-US" sz="2400" b="1">
                <a:solidFill>
                  <a:srgbClr val="800000"/>
                </a:solidFill>
                <a:latin typeface="Tahoma" panose="020B0604030504040204" pitchFamily="34" charset="0"/>
                <a:ea typeface="楷体_GB2312" pitchFamily="49" charset="-122"/>
              </a:rPr>
              <a:t>常用信号的频谱函数</a:t>
            </a:r>
            <a:r>
              <a:rPr kumimoji="1" lang="zh-CN" altLang="en-US" sz="2400" b="1">
                <a:solidFill>
                  <a:srgbClr val="05013F"/>
                </a:solidFill>
                <a:latin typeface="Tahoma" panose="020B0604030504040204" pitchFamily="34" charset="0"/>
                <a:ea typeface="宋体" panose="02010600030101010101" pitchFamily="2" charset="-122"/>
              </a:rPr>
              <a:t>；</a:t>
            </a:r>
            <a:r>
              <a:rPr kumimoji="1" lang="zh-CN" altLang="en-US" sz="2400" b="1">
                <a:solidFill>
                  <a:srgbClr val="05013F"/>
                </a:solidFill>
                <a:latin typeface="Tahoma" panose="020B0604030504040204" pitchFamily="34" charset="0"/>
                <a:ea typeface="楷体_GB2312" pitchFamily="49" charset="-122"/>
              </a:rPr>
              <a:t>                 </a:t>
            </a:r>
            <a:endParaRPr kumimoji="1" lang="zh-CN" altLang="en-US" sz="2400" b="1">
              <a:solidFill>
                <a:srgbClr val="1C5C21"/>
              </a:solidFill>
              <a:latin typeface="Tahoma" panose="020B0604030504040204" pitchFamily="34" charset="0"/>
              <a:ea typeface="宋体" panose="02010600030101010101" pitchFamily="2" charset="-122"/>
            </a:endParaRPr>
          </a:p>
        </p:txBody>
      </p:sp>
      <p:graphicFrame>
        <p:nvGraphicFramePr>
          <p:cNvPr id="324614" name="Object 6"/>
          <p:cNvGraphicFramePr>
            <a:graphicFrameLocks noChangeAspect="1"/>
          </p:cNvGraphicFramePr>
          <p:nvPr/>
        </p:nvGraphicFramePr>
        <p:xfrm>
          <a:off x="4321175" y="3213100"/>
          <a:ext cx="4822825" cy="747713"/>
        </p:xfrm>
        <a:graphic>
          <a:graphicData uri="http://schemas.openxmlformats.org/presentationml/2006/ole">
            <mc:AlternateContent xmlns:mc="http://schemas.openxmlformats.org/markup-compatibility/2006">
              <mc:Choice xmlns:v="urn:schemas-microsoft-com:vml" Requires="v">
                <p:oleObj spid="_x0000_s186883" name="Equation" r:id="rId3" imgW="2463800" imgH="393700" progId="Equation.3">
                  <p:embed/>
                </p:oleObj>
              </mc:Choice>
              <mc:Fallback>
                <p:oleObj name="Equation" r:id="rId3" imgW="2463800" imgH="393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1175" y="3213100"/>
                        <a:ext cx="4822825"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4615" name="Object 7"/>
          <p:cNvGraphicFramePr>
            <a:graphicFrameLocks noChangeAspect="1"/>
          </p:cNvGraphicFramePr>
          <p:nvPr/>
        </p:nvGraphicFramePr>
        <p:xfrm>
          <a:off x="1828800" y="4495800"/>
          <a:ext cx="852488" cy="344488"/>
        </p:xfrm>
        <a:graphic>
          <a:graphicData uri="http://schemas.openxmlformats.org/presentationml/2006/ole">
            <mc:AlternateContent xmlns:mc="http://schemas.openxmlformats.org/markup-compatibility/2006">
              <mc:Choice xmlns:v="urn:schemas-microsoft-com:vml" Requires="v">
                <p:oleObj spid="_x0000_s186884" name="Equation" r:id="rId5" imgW="532765" imgH="215900" progId="Equation.3">
                  <p:embed/>
                </p:oleObj>
              </mc:Choice>
              <mc:Fallback>
                <p:oleObj name="Equation" r:id="rId5" imgW="532765" imgH="2159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4495800"/>
                        <a:ext cx="852488"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4616" name="Object 8"/>
          <p:cNvGraphicFramePr>
            <a:graphicFrameLocks noChangeAspect="1"/>
          </p:cNvGraphicFramePr>
          <p:nvPr/>
        </p:nvGraphicFramePr>
        <p:xfrm>
          <a:off x="3962400" y="4267200"/>
          <a:ext cx="1973263" cy="668338"/>
        </p:xfrm>
        <a:graphic>
          <a:graphicData uri="http://schemas.openxmlformats.org/presentationml/2006/ole">
            <mc:AlternateContent xmlns:mc="http://schemas.openxmlformats.org/markup-compatibility/2006">
              <mc:Choice xmlns:v="urn:schemas-microsoft-com:vml" Requires="v">
                <p:oleObj spid="_x0000_s186885" name="公式" r:id="rId7" imgW="1231265" imgH="419100" progId="Equation.3">
                  <p:embed/>
                </p:oleObj>
              </mc:Choice>
              <mc:Fallback>
                <p:oleObj name="公式" r:id="rId7" imgW="1231265" imgH="4191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0" y="4267200"/>
                        <a:ext cx="1973263"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4617" name="Object 9"/>
          <p:cNvGraphicFramePr>
            <a:graphicFrameLocks noChangeAspect="1"/>
          </p:cNvGraphicFramePr>
          <p:nvPr/>
        </p:nvGraphicFramePr>
        <p:xfrm>
          <a:off x="6781800" y="4191000"/>
          <a:ext cx="1847850" cy="690563"/>
        </p:xfrm>
        <a:graphic>
          <a:graphicData uri="http://schemas.openxmlformats.org/presentationml/2006/ole">
            <mc:AlternateContent xmlns:mc="http://schemas.openxmlformats.org/markup-compatibility/2006">
              <mc:Choice xmlns:v="urn:schemas-microsoft-com:vml" Requires="v">
                <p:oleObj spid="_x0000_s186886" name="Equation" r:id="rId9" imgW="1155700" imgH="431800" progId="Equation.3">
                  <p:embed/>
                </p:oleObj>
              </mc:Choice>
              <mc:Fallback>
                <p:oleObj name="Equation" r:id="rId9" imgW="1155700" imgH="4318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81800" y="4191000"/>
                        <a:ext cx="1847850"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4618" name="Object 10"/>
          <p:cNvGraphicFramePr>
            <a:graphicFrameLocks noChangeAspect="1"/>
          </p:cNvGraphicFramePr>
          <p:nvPr/>
        </p:nvGraphicFramePr>
        <p:xfrm>
          <a:off x="1676400" y="4953000"/>
          <a:ext cx="1343025" cy="669925"/>
        </p:xfrm>
        <a:graphic>
          <a:graphicData uri="http://schemas.openxmlformats.org/presentationml/2006/ole">
            <mc:AlternateContent xmlns:mc="http://schemas.openxmlformats.org/markup-compatibility/2006">
              <mc:Choice xmlns:v="urn:schemas-microsoft-com:vml" Requires="v">
                <p:oleObj spid="_x0000_s186887" name="Equation" r:id="rId11" imgW="838200" imgH="419100" progId="Equation.3">
                  <p:embed/>
                </p:oleObj>
              </mc:Choice>
              <mc:Fallback>
                <p:oleObj name="Equation" r:id="rId11" imgW="838200" imgH="4191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6400" y="4953000"/>
                        <a:ext cx="1343025"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4619" name="Object 11"/>
          <p:cNvGraphicFramePr>
            <a:graphicFrameLocks noChangeAspect="1"/>
          </p:cNvGraphicFramePr>
          <p:nvPr/>
        </p:nvGraphicFramePr>
        <p:xfrm>
          <a:off x="3895725" y="4953000"/>
          <a:ext cx="2049463" cy="669925"/>
        </p:xfrm>
        <a:graphic>
          <a:graphicData uri="http://schemas.openxmlformats.org/presentationml/2006/ole">
            <mc:AlternateContent xmlns:mc="http://schemas.openxmlformats.org/markup-compatibility/2006">
              <mc:Choice xmlns:v="urn:schemas-microsoft-com:vml" Requires="v">
                <p:oleObj spid="_x0000_s186888" name="公式" r:id="rId13" imgW="1282700" imgH="419100" progId="Equation.3">
                  <p:embed/>
                </p:oleObj>
              </mc:Choice>
              <mc:Fallback>
                <p:oleObj name="公式" r:id="rId13" imgW="1282700" imgH="419100"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95725" y="4953000"/>
                        <a:ext cx="2049463"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4620" name="Object 12"/>
          <p:cNvGraphicFramePr>
            <a:graphicFrameLocks noChangeAspect="1"/>
          </p:cNvGraphicFramePr>
          <p:nvPr/>
        </p:nvGraphicFramePr>
        <p:xfrm>
          <a:off x="7010400" y="5105400"/>
          <a:ext cx="1319213" cy="344488"/>
        </p:xfrm>
        <a:graphic>
          <a:graphicData uri="http://schemas.openxmlformats.org/presentationml/2006/ole">
            <mc:AlternateContent xmlns:mc="http://schemas.openxmlformats.org/markup-compatibility/2006">
              <mc:Choice xmlns:v="urn:schemas-microsoft-com:vml" Requires="v">
                <p:oleObj spid="_x0000_s186889" name="Equation" r:id="rId15" imgW="824865" imgH="215900" progId="Equation.3">
                  <p:embed/>
                </p:oleObj>
              </mc:Choice>
              <mc:Fallback>
                <p:oleObj name="Equation" r:id="rId15" imgW="824865" imgH="215900"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10400" y="5105400"/>
                        <a:ext cx="1319213" cy="344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48316"/>
    </mc:Choice>
    <mc:Fallback>
      <p:transition spd="slow" advTm="483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24611">
                                            <p:txEl>
                                              <p:pRg st="0" end="0"/>
                                            </p:txEl>
                                          </p:spTgt>
                                        </p:tgtEl>
                                        <p:attrNameLst>
                                          <p:attrName>style.visibility</p:attrName>
                                        </p:attrNameLst>
                                      </p:cBhvr>
                                      <p:to>
                                        <p:strVal val="visible"/>
                                      </p:to>
                                    </p:set>
                                    <p:anim calcmode="lin" valueType="num">
                                      <p:cBhvr>
                                        <p:cTn id="7" dur="500" fill="hold"/>
                                        <p:tgtEl>
                                          <p:spTgt spid="324611">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324611">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24611">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324611">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324611">
                                            <p:txEl>
                                              <p:pRg st="1" end="1"/>
                                            </p:txEl>
                                          </p:spTgt>
                                        </p:tgtEl>
                                        <p:attrNameLst>
                                          <p:attrName>style.visibility</p:attrName>
                                        </p:attrNameLst>
                                      </p:cBhvr>
                                      <p:to>
                                        <p:strVal val="visible"/>
                                      </p:to>
                                    </p:set>
                                    <p:anim calcmode="lin" valueType="num">
                                      <p:cBhvr>
                                        <p:cTn id="15" dur="500" fill="hold"/>
                                        <p:tgtEl>
                                          <p:spTgt spid="324611">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324611">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324611">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324611">
                                            <p:txEl>
                                              <p:pRg st="1" end="1"/>
                                            </p:txEl>
                                          </p:spTgt>
                                        </p:tgtEl>
                                        <p:attrNameLst>
                                          <p:attrName>ppt_h</p:attrName>
                                        </p:attrNameLst>
                                      </p:cBhvr>
                                      <p:tavLst>
                                        <p:tav tm="0">
                                          <p:val>
                                            <p:strVal val="#ppt_h"/>
                                          </p:val>
                                        </p:tav>
                                        <p:tav tm="100000">
                                          <p:val>
                                            <p:strVal val="#ppt_h"/>
                                          </p:val>
                                        </p:tav>
                                      </p:tavLst>
                                    </p:anim>
                                  </p:childTnLst>
                                </p:cTn>
                              </p:par>
                            </p:childTnLst>
                          </p:cTn>
                        </p:par>
                        <p:par>
                          <p:cTn id="19" fill="hold">
                            <p:stCondLst>
                              <p:cond delay="500"/>
                            </p:stCondLst>
                            <p:childTnLst>
                              <p:par>
                                <p:cTn id="20" presetID="17" presetClass="entr" presetSubtype="8" fill="hold" grpId="0" nodeType="afterEffect">
                                  <p:stCondLst>
                                    <p:cond delay="0"/>
                                  </p:stCondLst>
                                  <p:childTnLst>
                                    <p:set>
                                      <p:cBhvr>
                                        <p:cTn id="21" dur="1" fill="hold">
                                          <p:stCondLst>
                                            <p:cond delay="0"/>
                                          </p:stCondLst>
                                        </p:cTn>
                                        <p:tgtEl>
                                          <p:spTgt spid="324611">
                                            <p:txEl>
                                              <p:pRg st="2" end="2"/>
                                            </p:txEl>
                                          </p:spTgt>
                                        </p:tgtEl>
                                        <p:attrNameLst>
                                          <p:attrName>style.visibility</p:attrName>
                                        </p:attrNameLst>
                                      </p:cBhvr>
                                      <p:to>
                                        <p:strVal val="visible"/>
                                      </p:to>
                                    </p:set>
                                    <p:anim calcmode="lin" valueType="num">
                                      <p:cBhvr>
                                        <p:cTn id="22" dur="500" fill="hold"/>
                                        <p:tgtEl>
                                          <p:spTgt spid="324611">
                                            <p:txEl>
                                              <p:pRg st="2" end="2"/>
                                            </p:txEl>
                                          </p:spTgt>
                                        </p:tgtEl>
                                        <p:attrNameLst>
                                          <p:attrName>ppt_x</p:attrName>
                                        </p:attrNameLst>
                                      </p:cBhvr>
                                      <p:tavLst>
                                        <p:tav tm="0">
                                          <p:val>
                                            <p:strVal val="#ppt_x-#ppt_w/2"/>
                                          </p:val>
                                        </p:tav>
                                        <p:tav tm="100000">
                                          <p:val>
                                            <p:strVal val="#ppt_x"/>
                                          </p:val>
                                        </p:tav>
                                      </p:tavLst>
                                    </p:anim>
                                    <p:anim calcmode="lin" valueType="num">
                                      <p:cBhvr>
                                        <p:cTn id="23" dur="500" fill="hold"/>
                                        <p:tgtEl>
                                          <p:spTgt spid="324611">
                                            <p:txEl>
                                              <p:pRg st="2" end="2"/>
                                            </p:txEl>
                                          </p:spTgt>
                                        </p:tgtEl>
                                        <p:attrNameLst>
                                          <p:attrName>ppt_y</p:attrName>
                                        </p:attrNameLst>
                                      </p:cBhvr>
                                      <p:tavLst>
                                        <p:tav tm="0">
                                          <p:val>
                                            <p:strVal val="#ppt_y"/>
                                          </p:val>
                                        </p:tav>
                                        <p:tav tm="100000">
                                          <p:val>
                                            <p:strVal val="#ppt_y"/>
                                          </p:val>
                                        </p:tav>
                                      </p:tavLst>
                                    </p:anim>
                                    <p:anim calcmode="lin" valueType="num">
                                      <p:cBhvr>
                                        <p:cTn id="24" dur="500" fill="hold"/>
                                        <p:tgtEl>
                                          <p:spTgt spid="324611">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24611">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8" fill="hold" grpId="0" nodeType="clickEffect">
                                  <p:stCondLst>
                                    <p:cond delay="0"/>
                                  </p:stCondLst>
                                  <p:childTnLst>
                                    <p:set>
                                      <p:cBhvr>
                                        <p:cTn id="29" dur="1" fill="hold">
                                          <p:stCondLst>
                                            <p:cond delay="0"/>
                                          </p:stCondLst>
                                        </p:cTn>
                                        <p:tgtEl>
                                          <p:spTgt spid="324611">
                                            <p:txEl>
                                              <p:pRg st="3" end="3"/>
                                            </p:txEl>
                                          </p:spTgt>
                                        </p:tgtEl>
                                        <p:attrNameLst>
                                          <p:attrName>style.visibility</p:attrName>
                                        </p:attrNameLst>
                                      </p:cBhvr>
                                      <p:to>
                                        <p:strVal val="visible"/>
                                      </p:to>
                                    </p:set>
                                    <p:anim calcmode="lin" valueType="num">
                                      <p:cBhvr>
                                        <p:cTn id="30" dur="500" fill="hold"/>
                                        <p:tgtEl>
                                          <p:spTgt spid="324611">
                                            <p:txEl>
                                              <p:pRg st="3" end="3"/>
                                            </p:txEl>
                                          </p:spTgt>
                                        </p:tgtEl>
                                        <p:attrNameLst>
                                          <p:attrName>ppt_x</p:attrName>
                                        </p:attrNameLst>
                                      </p:cBhvr>
                                      <p:tavLst>
                                        <p:tav tm="0">
                                          <p:val>
                                            <p:strVal val="#ppt_x-#ppt_w/2"/>
                                          </p:val>
                                        </p:tav>
                                        <p:tav tm="100000">
                                          <p:val>
                                            <p:strVal val="#ppt_x"/>
                                          </p:val>
                                        </p:tav>
                                      </p:tavLst>
                                    </p:anim>
                                    <p:anim calcmode="lin" valueType="num">
                                      <p:cBhvr>
                                        <p:cTn id="31" dur="500" fill="hold"/>
                                        <p:tgtEl>
                                          <p:spTgt spid="324611">
                                            <p:txEl>
                                              <p:pRg st="3" end="3"/>
                                            </p:txEl>
                                          </p:spTgt>
                                        </p:tgtEl>
                                        <p:attrNameLst>
                                          <p:attrName>ppt_y</p:attrName>
                                        </p:attrNameLst>
                                      </p:cBhvr>
                                      <p:tavLst>
                                        <p:tav tm="0">
                                          <p:val>
                                            <p:strVal val="#ppt_y"/>
                                          </p:val>
                                        </p:tav>
                                        <p:tav tm="100000">
                                          <p:val>
                                            <p:strVal val="#ppt_y"/>
                                          </p:val>
                                        </p:tav>
                                      </p:tavLst>
                                    </p:anim>
                                    <p:anim calcmode="lin" valueType="num">
                                      <p:cBhvr>
                                        <p:cTn id="32" dur="500" fill="hold"/>
                                        <p:tgtEl>
                                          <p:spTgt spid="324611">
                                            <p:txEl>
                                              <p:pRg st="3" end="3"/>
                                            </p:txEl>
                                          </p:spTgt>
                                        </p:tgtEl>
                                        <p:attrNameLst>
                                          <p:attrName>ppt_w</p:attrName>
                                        </p:attrNameLst>
                                      </p:cBhvr>
                                      <p:tavLst>
                                        <p:tav tm="0">
                                          <p:val>
                                            <p:fltVal val="0"/>
                                          </p:val>
                                        </p:tav>
                                        <p:tav tm="100000">
                                          <p:val>
                                            <p:strVal val="#ppt_w"/>
                                          </p:val>
                                        </p:tav>
                                      </p:tavLst>
                                    </p:anim>
                                    <p:anim calcmode="lin" valueType="num">
                                      <p:cBhvr>
                                        <p:cTn id="33" dur="500" fill="hold"/>
                                        <p:tgtEl>
                                          <p:spTgt spid="324611">
                                            <p:txEl>
                                              <p:pRg st="3" end="3"/>
                                            </p:txEl>
                                          </p:spTgt>
                                        </p:tgtEl>
                                        <p:attrNameLst>
                                          <p:attrName>ppt_h</p:attrName>
                                        </p:attrNameLst>
                                      </p:cBhvr>
                                      <p:tavLst>
                                        <p:tav tm="0">
                                          <p:val>
                                            <p:strVal val="#ppt_h"/>
                                          </p:val>
                                        </p:tav>
                                        <p:tav tm="100000">
                                          <p:val>
                                            <p:strVal val="#ppt_h"/>
                                          </p:val>
                                        </p:tav>
                                      </p:tavLst>
                                    </p:anim>
                                  </p:childTnLst>
                                </p:cTn>
                              </p:par>
                            </p:childTnLst>
                          </p:cTn>
                        </p:par>
                        <p:par>
                          <p:cTn id="34" fill="hold">
                            <p:stCondLst>
                              <p:cond delay="500"/>
                            </p:stCondLst>
                            <p:childTnLst>
                              <p:par>
                                <p:cTn id="35" presetID="17" presetClass="entr" presetSubtype="8" fill="hold" grpId="0" nodeType="afterEffect">
                                  <p:stCondLst>
                                    <p:cond delay="0"/>
                                  </p:stCondLst>
                                  <p:childTnLst>
                                    <p:set>
                                      <p:cBhvr>
                                        <p:cTn id="36" dur="1" fill="hold">
                                          <p:stCondLst>
                                            <p:cond delay="0"/>
                                          </p:stCondLst>
                                        </p:cTn>
                                        <p:tgtEl>
                                          <p:spTgt spid="324611">
                                            <p:txEl>
                                              <p:pRg st="4" end="4"/>
                                            </p:txEl>
                                          </p:spTgt>
                                        </p:tgtEl>
                                        <p:attrNameLst>
                                          <p:attrName>style.visibility</p:attrName>
                                        </p:attrNameLst>
                                      </p:cBhvr>
                                      <p:to>
                                        <p:strVal val="visible"/>
                                      </p:to>
                                    </p:set>
                                    <p:anim calcmode="lin" valueType="num">
                                      <p:cBhvr>
                                        <p:cTn id="37" dur="500" fill="hold"/>
                                        <p:tgtEl>
                                          <p:spTgt spid="324611">
                                            <p:txEl>
                                              <p:pRg st="4" end="4"/>
                                            </p:txEl>
                                          </p:spTgt>
                                        </p:tgtEl>
                                        <p:attrNameLst>
                                          <p:attrName>ppt_x</p:attrName>
                                        </p:attrNameLst>
                                      </p:cBhvr>
                                      <p:tavLst>
                                        <p:tav tm="0">
                                          <p:val>
                                            <p:strVal val="#ppt_x-#ppt_w/2"/>
                                          </p:val>
                                        </p:tav>
                                        <p:tav tm="100000">
                                          <p:val>
                                            <p:strVal val="#ppt_x"/>
                                          </p:val>
                                        </p:tav>
                                      </p:tavLst>
                                    </p:anim>
                                    <p:anim calcmode="lin" valueType="num">
                                      <p:cBhvr>
                                        <p:cTn id="38" dur="500" fill="hold"/>
                                        <p:tgtEl>
                                          <p:spTgt spid="324611">
                                            <p:txEl>
                                              <p:pRg st="4" end="4"/>
                                            </p:txEl>
                                          </p:spTgt>
                                        </p:tgtEl>
                                        <p:attrNameLst>
                                          <p:attrName>ppt_y</p:attrName>
                                        </p:attrNameLst>
                                      </p:cBhvr>
                                      <p:tavLst>
                                        <p:tav tm="0">
                                          <p:val>
                                            <p:strVal val="#ppt_y"/>
                                          </p:val>
                                        </p:tav>
                                        <p:tav tm="100000">
                                          <p:val>
                                            <p:strVal val="#ppt_y"/>
                                          </p:val>
                                        </p:tav>
                                      </p:tavLst>
                                    </p:anim>
                                    <p:anim calcmode="lin" valueType="num">
                                      <p:cBhvr>
                                        <p:cTn id="39" dur="500" fill="hold"/>
                                        <p:tgtEl>
                                          <p:spTgt spid="324611">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324611">
                                            <p:txEl>
                                              <p:pRg st="4" end="4"/>
                                            </p:txEl>
                                          </p:spTgt>
                                        </p:tgtEl>
                                        <p:attrNameLst>
                                          <p:attrName>ppt_h</p:attrName>
                                        </p:attrNameLst>
                                      </p:cBhvr>
                                      <p:tavLst>
                                        <p:tav tm="0">
                                          <p:val>
                                            <p:strVal val="#ppt_h"/>
                                          </p:val>
                                        </p:tav>
                                        <p:tav tm="100000">
                                          <p:val>
                                            <p:strVal val="#ppt_h"/>
                                          </p:val>
                                        </p:tav>
                                      </p:tavLst>
                                    </p:anim>
                                  </p:childTnLst>
                                </p:cTn>
                              </p:par>
                            </p:childTnLst>
                          </p:cTn>
                        </p:par>
                        <p:par>
                          <p:cTn id="41" fill="hold">
                            <p:stCondLst>
                              <p:cond delay="1000"/>
                            </p:stCondLst>
                            <p:childTnLst>
                              <p:par>
                                <p:cTn id="42" presetID="2" presetClass="entr" presetSubtype="2" fill="hold" nodeType="afterEffect">
                                  <p:stCondLst>
                                    <p:cond delay="0"/>
                                  </p:stCondLst>
                                  <p:childTnLst>
                                    <p:set>
                                      <p:cBhvr>
                                        <p:cTn id="43" dur="1" fill="hold">
                                          <p:stCondLst>
                                            <p:cond delay="0"/>
                                          </p:stCondLst>
                                        </p:cTn>
                                        <p:tgtEl>
                                          <p:spTgt spid="324612"/>
                                        </p:tgtEl>
                                        <p:attrNameLst>
                                          <p:attrName>style.visibility</p:attrName>
                                        </p:attrNameLst>
                                      </p:cBhvr>
                                      <p:to>
                                        <p:strVal val="visible"/>
                                      </p:to>
                                    </p:set>
                                    <p:anim calcmode="lin" valueType="num">
                                      <p:cBhvr additive="base">
                                        <p:cTn id="44" dur="500" fill="hold"/>
                                        <p:tgtEl>
                                          <p:spTgt spid="324612"/>
                                        </p:tgtEl>
                                        <p:attrNameLst>
                                          <p:attrName>ppt_x</p:attrName>
                                        </p:attrNameLst>
                                      </p:cBhvr>
                                      <p:tavLst>
                                        <p:tav tm="0">
                                          <p:val>
                                            <p:strVal val="1+#ppt_w/2"/>
                                          </p:val>
                                        </p:tav>
                                        <p:tav tm="100000">
                                          <p:val>
                                            <p:strVal val="#ppt_x"/>
                                          </p:val>
                                        </p:tav>
                                      </p:tavLst>
                                    </p:anim>
                                    <p:anim calcmode="lin" valueType="num">
                                      <p:cBhvr additive="base">
                                        <p:cTn id="45" dur="500" fill="hold"/>
                                        <p:tgtEl>
                                          <p:spTgt spid="324612"/>
                                        </p:tgtEl>
                                        <p:attrNameLst>
                                          <p:attrName>ppt_y</p:attrName>
                                        </p:attrNameLst>
                                      </p:cBhvr>
                                      <p:tavLst>
                                        <p:tav tm="0">
                                          <p:val>
                                            <p:strVal val="#ppt_y"/>
                                          </p:val>
                                        </p:tav>
                                        <p:tav tm="100000">
                                          <p:val>
                                            <p:strVal val="#ppt_y"/>
                                          </p:val>
                                        </p:tav>
                                      </p:tavLst>
                                    </p:anim>
                                  </p:childTnLst>
                                </p:cTn>
                              </p:par>
                            </p:childTnLst>
                          </p:cTn>
                        </p:par>
                        <p:par>
                          <p:cTn id="46" fill="hold">
                            <p:stCondLst>
                              <p:cond delay="1500"/>
                            </p:stCondLst>
                            <p:childTnLst>
                              <p:par>
                                <p:cTn id="47" presetID="2" presetClass="entr" presetSubtype="2" fill="hold" nodeType="afterEffect">
                                  <p:stCondLst>
                                    <p:cond delay="0"/>
                                  </p:stCondLst>
                                  <p:childTnLst>
                                    <p:set>
                                      <p:cBhvr>
                                        <p:cTn id="48" dur="1" fill="hold">
                                          <p:stCondLst>
                                            <p:cond delay="0"/>
                                          </p:stCondLst>
                                        </p:cTn>
                                        <p:tgtEl>
                                          <p:spTgt spid="324614"/>
                                        </p:tgtEl>
                                        <p:attrNameLst>
                                          <p:attrName>style.visibility</p:attrName>
                                        </p:attrNameLst>
                                      </p:cBhvr>
                                      <p:to>
                                        <p:strVal val="visible"/>
                                      </p:to>
                                    </p:set>
                                    <p:anim calcmode="lin" valueType="num">
                                      <p:cBhvr additive="base">
                                        <p:cTn id="49" dur="500" fill="hold"/>
                                        <p:tgtEl>
                                          <p:spTgt spid="324614"/>
                                        </p:tgtEl>
                                        <p:attrNameLst>
                                          <p:attrName>ppt_x</p:attrName>
                                        </p:attrNameLst>
                                      </p:cBhvr>
                                      <p:tavLst>
                                        <p:tav tm="0">
                                          <p:val>
                                            <p:strVal val="1+#ppt_w/2"/>
                                          </p:val>
                                        </p:tav>
                                        <p:tav tm="100000">
                                          <p:val>
                                            <p:strVal val="#ppt_x"/>
                                          </p:val>
                                        </p:tav>
                                      </p:tavLst>
                                    </p:anim>
                                    <p:anim calcmode="lin" valueType="num">
                                      <p:cBhvr additive="base">
                                        <p:cTn id="50" dur="500" fill="hold"/>
                                        <p:tgtEl>
                                          <p:spTgt spid="32461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324613"/>
                                        </p:tgtEl>
                                        <p:attrNameLst>
                                          <p:attrName>style.visibility</p:attrName>
                                        </p:attrNameLst>
                                      </p:cBhvr>
                                      <p:to>
                                        <p:strVal val="visible"/>
                                      </p:to>
                                    </p:set>
                                    <p:anim calcmode="lin" valueType="num">
                                      <p:cBhvr additive="base">
                                        <p:cTn id="55" dur="500" fill="hold"/>
                                        <p:tgtEl>
                                          <p:spTgt spid="324613"/>
                                        </p:tgtEl>
                                        <p:attrNameLst>
                                          <p:attrName>ppt_x</p:attrName>
                                        </p:attrNameLst>
                                      </p:cBhvr>
                                      <p:tavLst>
                                        <p:tav tm="0">
                                          <p:val>
                                            <p:strVal val="0-#ppt_w/2"/>
                                          </p:val>
                                        </p:tav>
                                        <p:tav tm="100000">
                                          <p:val>
                                            <p:strVal val="#ppt_x"/>
                                          </p:val>
                                        </p:tav>
                                      </p:tavLst>
                                    </p:anim>
                                    <p:anim calcmode="lin" valueType="num">
                                      <p:cBhvr additive="base">
                                        <p:cTn id="56" dur="500" fill="hold"/>
                                        <p:tgtEl>
                                          <p:spTgt spid="324613"/>
                                        </p:tgtEl>
                                        <p:attrNameLst>
                                          <p:attrName>ppt_y</p:attrName>
                                        </p:attrNameLst>
                                      </p:cBhvr>
                                      <p:tavLst>
                                        <p:tav tm="0">
                                          <p:val>
                                            <p:strVal val="#ppt_y"/>
                                          </p:val>
                                        </p:tav>
                                        <p:tav tm="100000">
                                          <p:val>
                                            <p:strVal val="#ppt_y"/>
                                          </p:val>
                                        </p:tav>
                                      </p:tavLst>
                                    </p:anim>
                                  </p:childTnLst>
                                </p:cTn>
                              </p:par>
                            </p:childTnLst>
                          </p:cTn>
                        </p:par>
                        <p:par>
                          <p:cTn id="57" fill="hold">
                            <p:stCondLst>
                              <p:cond delay="500"/>
                            </p:stCondLst>
                            <p:childTnLst>
                              <p:par>
                                <p:cTn id="58" presetID="2" presetClass="entr" presetSubtype="8" fill="hold" nodeType="afterEffect">
                                  <p:stCondLst>
                                    <p:cond delay="0"/>
                                  </p:stCondLst>
                                  <p:childTnLst>
                                    <p:set>
                                      <p:cBhvr>
                                        <p:cTn id="59" dur="1" fill="hold">
                                          <p:stCondLst>
                                            <p:cond delay="0"/>
                                          </p:stCondLst>
                                        </p:cTn>
                                        <p:tgtEl>
                                          <p:spTgt spid="324615"/>
                                        </p:tgtEl>
                                        <p:attrNameLst>
                                          <p:attrName>style.visibility</p:attrName>
                                        </p:attrNameLst>
                                      </p:cBhvr>
                                      <p:to>
                                        <p:strVal val="visible"/>
                                      </p:to>
                                    </p:set>
                                    <p:anim calcmode="lin" valueType="num">
                                      <p:cBhvr additive="base">
                                        <p:cTn id="60" dur="500" fill="hold"/>
                                        <p:tgtEl>
                                          <p:spTgt spid="324615"/>
                                        </p:tgtEl>
                                        <p:attrNameLst>
                                          <p:attrName>ppt_x</p:attrName>
                                        </p:attrNameLst>
                                      </p:cBhvr>
                                      <p:tavLst>
                                        <p:tav tm="0">
                                          <p:val>
                                            <p:strVal val="0-#ppt_w/2"/>
                                          </p:val>
                                        </p:tav>
                                        <p:tav tm="100000">
                                          <p:val>
                                            <p:strVal val="#ppt_x"/>
                                          </p:val>
                                        </p:tav>
                                      </p:tavLst>
                                    </p:anim>
                                    <p:anim calcmode="lin" valueType="num">
                                      <p:cBhvr additive="base">
                                        <p:cTn id="61" dur="500" fill="hold"/>
                                        <p:tgtEl>
                                          <p:spTgt spid="324615"/>
                                        </p:tgtEl>
                                        <p:attrNameLst>
                                          <p:attrName>ppt_y</p:attrName>
                                        </p:attrNameLst>
                                      </p:cBhvr>
                                      <p:tavLst>
                                        <p:tav tm="0">
                                          <p:val>
                                            <p:strVal val="#ppt_y"/>
                                          </p:val>
                                        </p:tav>
                                        <p:tav tm="100000">
                                          <p:val>
                                            <p:strVal val="#ppt_y"/>
                                          </p:val>
                                        </p:tav>
                                      </p:tavLst>
                                    </p:anim>
                                  </p:childTnLst>
                                </p:cTn>
                              </p:par>
                            </p:childTnLst>
                          </p:cTn>
                        </p:par>
                        <p:par>
                          <p:cTn id="62" fill="hold">
                            <p:stCondLst>
                              <p:cond delay="1000"/>
                            </p:stCondLst>
                            <p:childTnLst>
                              <p:par>
                                <p:cTn id="63" presetID="1" presetClass="entr" presetSubtype="0" fill="hold" nodeType="afterEffect">
                                  <p:stCondLst>
                                    <p:cond delay="0"/>
                                  </p:stCondLst>
                                  <p:childTnLst>
                                    <p:set>
                                      <p:cBhvr>
                                        <p:cTn id="64" dur="1" fill="hold">
                                          <p:stCondLst>
                                            <p:cond delay="499"/>
                                          </p:stCondLst>
                                        </p:cTn>
                                        <p:tgtEl>
                                          <p:spTgt spid="324616"/>
                                        </p:tgtEl>
                                        <p:attrNameLst>
                                          <p:attrName>style.visibility</p:attrName>
                                        </p:attrNameLst>
                                      </p:cBhvr>
                                      <p:to>
                                        <p:strVal val="visible"/>
                                      </p:to>
                                    </p:set>
                                  </p:childTnLst>
                                </p:cTn>
                              </p:par>
                            </p:childTnLst>
                          </p:cTn>
                        </p:par>
                        <p:par>
                          <p:cTn id="65" fill="hold">
                            <p:stCondLst>
                              <p:cond delay="1500"/>
                            </p:stCondLst>
                            <p:childTnLst>
                              <p:par>
                                <p:cTn id="66" presetID="2" presetClass="entr" presetSubtype="2" fill="hold" nodeType="afterEffect">
                                  <p:stCondLst>
                                    <p:cond delay="0"/>
                                  </p:stCondLst>
                                  <p:childTnLst>
                                    <p:set>
                                      <p:cBhvr>
                                        <p:cTn id="67" dur="1" fill="hold">
                                          <p:stCondLst>
                                            <p:cond delay="0"/>
                                          </p:stCondLst>
                                        </p:cTn>
                                        <p:tgtEl>
                                          <p:spTgt spid="324617"/>
                                        </p:tgtEl>
                                        <p:attrNameLst>
                                          <p:attrName>style.visibility</p:attrName>
                                        </p:attrNameLst>
                                      </p:cBhvr>
                                      <p:to>
                                        <p:strVal val="visible"/>
                                      </p:to>
                                    </p:set>
                                    <p:anim calcmode="lin" valueType="num">
                                      <p:cBhvr additive="base">
                                        <p:cTn id="68" dur="500" fill="hold"/>
                                        <p:tgtEl>
                                          <p:spTgt spid="324617"/>
                                        </p:tgtEl>
                                        <p:attrNameLst>
                                          <p:attrName>ppt_x</p:attrName>
                                        </p:attrNameLst>
                                      </p:cBhvr>
                                      <p:tavLst>
                                        <p:tav tm="0">
                                          <p:val>
                                            <p:strVal val="1+#ppt_w/2"/>
                                          </p:val>
                                        </p:tav>
                                        <p:tav tm="100000">
                                          <p:val>
                                            <p:strVal val="#ppt_x"/>
                                          </p:val>
                                        </p:tav>
                                      </p:tavLst>
                                    </p:anim>
                                    <p:anim calcmode="lin" valueType="num">
                                      <p:cBhvr additive="base">
                                        <p:cTn id="69" dur="500" fill="hold"/>
                                        <p:tgtEl>
                                          <p:spTgt spid="324617"/>
                                        </p:tgtEl>
                                        <p:attrNameLst>
                                          <p:attrName>ppt_y</p:attrName>
                                        </p:attrNameLst>
                                      </p:cBhvr>
                                      <p:tavLst>
                                        <p:tav tm="0">
                                          <p:val>
                                            <p:strVal val="#ppt_y"/>
                                          </p:val>
                                        </p:tav>
                                        <p:tav tm="100000">
                                          <p:val>
                                            <p:strVal val="#ppt_y"/>
                                          </p:val>
                                        </p:tav>
                                      </p:tavLst>
                                    </p:anim>
                                  </p:childTnLst>
                                </p:cTn>
                              </p:par>
                            </p:childTnLst>
                          </p:cTn>
                        </p:par>
                        <p:par>
                          <p:cTn id="70" fill="hold">
                            <p:stCondLst>
                              <p:cond delay="2000"/>
                            </p:stCondLst>
                            <p:childTnLst>
                              <p:par>
                                <p:cTn id="71" presetID="1" presetClass="entr" presetSubtype="0" fill="hold" nodeType="afterEffect">
                                  <p:stCondLst>
                                    <p:cond delay="0"/>
                                  </p:stCondLst>
                                  <p:childTnLst>
                                    <p:set>
                                      <p:cBhvr>
                                        <p:cTn id="72" dur="1" fill="hold">
                                          <p:stCondLst>
                                            <p:cond delay="499"/>
                                          </p:stCondLst>
                                        </p:cTn>
                                        <p:tgtEl>
                                          <p:spTgt spid="324618"/>
                                        </p:tgtEl>
                                        <p:attrNameLst>
                                          <p:attrName>style.visibility</p:attrName>
                                        </p:attrNameLst>
                                      </p:cBhvr>
                                      <p:to>
                                        <p:strVal val="visible"/>
                                      </p:to>
                                    </p:set>
                                  </p:childTnLst>
                                </p:cTn>
                              </p:par>
                            </p:childTnLst>
                          </p:cTn>
                        </p:par>
                        <p:par>
                          <p:cTn id="73" fill="hold">
                            <p:stCondLst>
                              <p:cond delay="2500"/>
                            </p:stCondLst>
                            <p:childTnLst>
                              <p:par>
                                <p:cTn id="74" presetID="1" presetClass="entr" presetSubtype="0" fill="hold" nodeType="afterEffect">
                                  <p:stCondLst>
                                    <p:cond delay="0"/>
                                  </p:stCondLst>
                                  <p:childTnLst>
                                    <p:set>
                                      <p:cBhvr>
                                        <p:cTn id="75" dur="1" fill="hold">
                                          <p:stCondLst>
                                            <p:cond delay="499"/>
                                          </p:stCondLst>
                                        </p:cTn>
                                        <p:tgtEl>
                                          <p:spTgt spid="324619"/>
                                        </p:tgtEl>
                                        <p:attrNameLst>
                                          <p:attrName>style.visibility</p:attrName>
                                        </p:attrNameLst>
                                      </p:cBhvr>
                                      <p:to>
                                        <p:strVal val="visible"/>
                                      </p:to>
                                    </p:set>
                                  </p:childTnLst>
                                </p:cTn>
                              </p:par>
                            </p:childTnLst>
                          </p:cTn>
                        </p:par>
                        <p:par>
                          <p:cTn id="76" fill="hold">
                            <p:stCondLst>
                              <p:cond delay="3000"/>
                            </p:stCondLst>
                            <p:childTnLst>
                              <p:par>
                                <p:cTn id="77" presetID="2" presetClass="entr" presetSubtype="2" fill="hold" nodeType="afterEffect">
                                  <p:stCondLst>
                                    <p:cond delay="0"/>
                                  </p:stCondLst>
                                  <p:childTnLst>
                                    <p:set>
                                      <p:cBhvr>
                                        <p:cTn id="78" dur="1" fill="hold">
                                          <p:stCondLst>
                                            <p:cond delay="0"/>
                                          </p:stCondLst>
                                        </p:cTn>
                                        <p:tgtEl>
                                          <p:spTgt spid="324620"/>
                                        </p:tgtEl>
                                        <p:attrNameLst>
                                          <p:attrName>style.visibility</p:attrName>
                                        </p:attrNameLst>
                                      </p:cBhvr>
                                      <p:to>
                                        <p:strVal val="visible"/>
                                      </p:to>
                                    </p:set>
                                    <p:anim calcmode="lin" valueType="num">
                                      <p:cBhvr additive="base">
                                        <p:cTn id="79" dur="500" fill="hold"/>
                                        <p:tgtEl>
                                          <p:spTgt spid="324620"/>
                                        </p:tgtEl>
                                        <p:attrNameLst>
                                          <p:attrName>ppt_x</p:attrName>
                                        </p:attrNameLst>
                                      </p:cBhvr>
                                      <p:tavLst>
                                        <p:tav tm="0">
                                          <p:val>
                                            <p:strVal val="1+#ppt_w/2"/>
                                          </p:val>
                                        </p:tav>
                                        <p:tav tm="100000">
                                          <p:val>
                                            <p:strVal val="#ppt_x"/>
                                          </p:val>
                                        </p:tav>
                                      </p:tavLst>
                                    </p:anim>
                                    <p:anim calcmode="lin" valueType="num">
                                      <p:cBhvr additive="base">
                                        <p:cTn id="80" dur="500" fill="hold"/>
                                        <p:tgtEl>
                                          <p:spTgt spid="3246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autoUpdateAnimBg="0" build="p"/>
      <p:bldP spid="324613" grpId="0" autoUpdateAnimBg="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日期占位符 3"/>
          <p:cNvSpPr>
            <a:spLocks noGrp="1"/>
          </p:cNvSpPr>
          <p:nvPr>
            <p:ph type="dt" sz="quarter" idx="10"/>
          </p:nvPr>
        </p:nvSpPr>
        <p:spPr/>
        <p:txBody>
          <a:bodyPr/>
          <a:lstStyle/>
          <a:p>
            <a:pPr>
              <a:defRPr/>
            </a:pPr>
            <a:fld id="{B8A9D811-DFB0-4D29-97AB-13B1A963DECF}" type="datetime1">
              <a:rPr lang="zh-CN" altLang="en-US"/>
            </a:fld>
            <a:endParaRPr lang="zh-CN" altLang="en-US"/>
          </a:p>
        </p:txBody>
      </p:sp>
      <p:sp>
        <p:nvSpPr>
          <p:cNvPr id="325634" name="Rectangle 2"/>
          <p:cNvSpPr>
            <a:spLocks noChangeArrowheads="1"/>
          </p:cNvSpPr>
          <p:nvPr/>
        </p:nvSpPr>
        <p:spPr bwMode="auto">
          <a:xfrm>
            <a:off x="685800" y="817563"/>
            <a:ext cx="12192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线性性质</a:t>
            </a:r>
            <a:endParaRPr kumimoji="1" lang="zh-CN" altLang="en-US" sz="2000" b="1">
              <a:solidFill>
                <a:schemeClr val="tx2"/>
              </a:solidFill>
              <a:latin typeface="Tahoma" panose="020B0604030504040204" pitchFamily="34" charset="0"/>
            </a:endParaRPr>
          </a:p>
        </p:txBody>
      </p:sp>
      <p:graphicFrame>
        <p:nvGraphicFramePr>
          <p:cNvPr id="187396" name="Object 3"/>
          <p:cNvGraphicFramePr>
            <a:graphicFrameLocks noChangeAspect="1"/>
          </p:cNvGraphicFramePr>
          <p:nvPr/>
        </p:nvGraphicFramePr>
        <p:xfrm>
          <a:off x="5105400" y="284163"/>
          <a:ext cx="1676400" cy="441325"/>
        </p:xfrm>
        <a:graphic>
          <a:graphicData uri="http://schemas.openxmlformats.org/presentationml/2006/ole">
            <mc:AlternateContent xmlns:mc="http://schemas.openxmlformats.org/markup-compatibility/2006">
              <mc:Choice xmlns:v="urn:schemas-microsoft-com:vml" Requires="v">
                <p:oleObj spid="_x0000_s188295" name="Equation" r:id="rId1" imgW="1257300" imgH="241300" progId="Equation.3">
                  <p:embed/>
                </p:oleObj>
              </mc:Choice>
              <mc:Fallback>
                <p:oleObj name="Equation" r:id="rId1" imgW="1257300" imgH="2413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84163"/>
                        <a:ext cx="167640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7397" name="Object 4"/>
          <p:cNvGraphicFramePr>
            <a:graphicFrameLocks noChangeAspect="1"/>
          </p:cNvGraphicFramePr>
          <p:nvPr/>
        </p:nvGraphicFramePr>
        <p:xfrm>
          <a:off x="7162800" y="284163"/>
          <a:ext cx="1752600" cy="441325"/>
        </p:xfrm>
        <a:graphic>
          <a:graphicData uri="http://schemas.openxmlformats.org/presentationml/2006/ole">
            <mc:AlternateContent xmlns:mc="http://schemas.openxmlformats.org/markup-compatibility/2006">
              <mc:Choice xmlns:v="urn:schemas-microsoft-com:vml" Requires="v">
                <p:oleObj spid="_x0000_s188296" name="Equation" r:id="rId3" imgW="1282700" imgH="241300" progId="Equation.3">
                  <p:embed/>
                </p:oleObj>
              </mc:Choice>
              <mc:Fallback>
                <p:oleObj name="Equation" r:id="rId3" imgW="12827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284163"/>
                        <a:ext cx="175260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25637" name="Object 5"/>
          <p:cNvGraphicFramePr>
            <a:graphicFrameLocks noChangeAspect="1"/>
          </p:cNvGraphicFramePr>
          <p:nvPr/>
        </p:nvGraphicFramePr>
        <p:xfrm>
          <a:off x="1905000" y="893763"/>
          <a:ext cx="5199063" cy="441325"/>
        </p:xfrm>
        <a:graphic>
          <a:graphicData uri="http://schemas.openxmlformats.org/presentationml/2006/ole">
            <mc:AlternateContent xmlns:mc="http://schemas.openxmlformats.org/markup-compatibility/2006">
              <mc:Choice xmlns:v="urn:schemas-microsoft-com:vml" Requires="v">
                <p:oleObj spid="_x0000_s188297" name="Equation" r:id="rId5" imgW="2908300" imgH="241300" progId="Equation.3">
                  <p:embed/>
                </p:oleObj>
              </mc:Choice>
              <mc:Fallback>
                <p:oleObj name="Equation" r:id="rId5" imgW="29083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893763"/>
                        <a:ext cx="5199063"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38" name="Rectangle 6"/>
          <p:cNvSpPr>
            <a:spLocks noChangeArrowheads="1"/>
          </p:cNvSpPr>
          <p:nvPr/>
        </p:nvSpPr>
        <p:spPr bwMode="auto">
          <a:xfrm>
            <a:off x="611188" y="260350"/>
            <a:ext cx="5334000" cy="381000"/>
          </a:xfrm>
          <a:prstGeom prst="rect">
            <a:avLst/>
          </a:prstGeom>
          <a:noFill/>
          <a:ln w="9525">
            <a:noFill/>
            <a:miter lim="800000"/>
          </a:ln>
          <a:effectLst/>
        </p:spPr>
        <p:txBody>
          <a:bodyPr anchor="b"/>
          <a:lstStyle/>
          <a:p>
            <a:pPr eaLnBrk="1" hangingPunct="1">
              <a:defRPr/>
            </a:pPr>
            <a:r>
              <a:rPr kumimoji="1" lang="en-US" altLang="zh-CN" sz="2400" b="1">
                <a:solidFill>
                  <a:srgbClr val="FF0000"/>
                </a:solidFill>
                <a:latin typeface="宋体" panose="02010600030101010101" pitchFamily="2" charset="-122"/>
              </a:rPr>
              <a:t>4</a:t>
            </a:r>
            <a:r>
              <a:rPr kumimoji="1" lang="zh-CN" altLang="en-US" sz="2400" b="1">
                <a:solidFill>
                  <a:srgbClr val="FF0000"/>
                </a:solidFill>
                <a:latin typeface="宋体" panose="02010600030101010101" pitchFamily="2" charset="-122"/>
              </a:rPr>
              <a:t>、</a:t>
            </a:r>
            <a:r>
              <a:rPr kumimoji="1" lang="zh-CN" altLang="en-US" sz="2400" b="1">
                <a:solidFill>
                  <a:srgbClr val="800000"/>
                </a:solidFill>
                <a:latin typeface="宋体" panose="02010600030101010101" pitchFamily="2" charset="-122"/>
              </a:rPr>
              <a:t> </a:t>
            </a:r>
            <a:r>
              <a:rPr kumimoji="1" lang="zh-CN" altLang="en-US" sz="2400" b="1">
                <a:solidFill>
                  <a:srgbClr val="05050B"/>
                </a:solidFill>
                <a:latin typeface="宋体" panose="02010600030101010101" pitchFamily="2" charset="-122"/>
              </a:rPr>
              <a:t>傅立叶变换</a:t>
            </a:r>
            <a:r>
              <a:rPr kumimoji="1" lang="zh-CN" altLang="en-US" sz="2400" b="1">
                <a:solidFill>
                  <a:srgbClr val="05050B"/>
                </a:solidFill>
                <a:effectLst>
                  <a:outerShdw blurRad="38100" dist="38100" dir="2700000" algn="tl">
                    <a:srgbClr val="C0C0C0"/>
                  </a:outerShdw>
                </a:effectLst>
                <a:latin typeface="Times New Roman" panose="02020603050405020304" pitchFamily="18" charset="0"/>
              </a:rPr>
              <a:t>的基本性质</a:t>
            </a:r>
            <a:endParaRPr kumimoji="1" lang="zh-CN" altLang="en-US" sz="2400" b="1">
              <a:solidFill>
                <a:srgbClr val="05050B"/>
              </a:solidFill>
              <a:effectLst>
                <a:outerShdw blurRad="38100" dist="38100" dir="2700000" algn="tl">
                  <a:srgbClr val="C0C0C0"/>
                </a:outerShdw>
              </a:effectLst>
              <a:latin typeface="Times New Roman" panose="02020603050405020304" pitchFamily="18" charset="0"/>
            </a:endParaRPr>
          </a:p>
        </p:txBody>
      </p:sp>
      <p:graphicFrame>
        <p:nvGraphicFramePr>
          <p:cNvPr id="325639" name="Object 7"/>
          <p:cNvGraphicFramePr>
            <a:graphicFrameLocks noChangeAspect="1"/>
          </p:cNvGraphicFramePr>
          <p:nvPr/>
        </p:nvGraphicFramePr>
        <p:xfrm>
          <a:off x="1981200" y="1579563"/>
          <a:ext cx="2555875" cy="346075"/>
        </p:xfrm>
        <a:graphic>
          <a:graphicData uri="http://schemas.openxmlformats.org/presentationml/2006/ole">
            <mc:AlternateContent xmlns:mc="http://schemas.openxmlformats.org/markup-compatibility/2006">
              <mc:Choice xmlns:v="urn:schemas-microsoft-com:vml" Requires="v">
                <p:oleObj spid="_x0000_s188298" name="Equation" r:id="rId7" imgW="1409700" imgH="215900" progId="Equation.3">
                  <p:embed/>
                </p:oleObj>
              </mc:Choice>
              <mc:Fallback>
                <p:oleObj name="Equation" r:id="rId7" imgW="1409700" imgH="2159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1579563"/>
                        <a:ext cx="255587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40" name="Rectangle 8"/>
          <p:cNvSpPr>
            <a:spLocks noChangeArrowheads="1"/>
          </p:cNvSpPr>
          <p:nvPr/>
        </p:nvSpPr>
        <p:spPr bwMode="auto">
          <a:xfrm>
            <a:off x="762000" y="1427163"/>
            <a:ext cx="10668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折叠性</a:t>
            </a:r>
            <a:endParaRPr kumimoji="1" lang="zh-CN" altLang="en-US" sz="2000" b="1">
              <a:solidFill>
                <a:schemeClr val="tx2"/>
              </a:solidFill>
              <a:latin typeface="Times New Roman" panose="02020603050405020304" pitchFamily="18" charset="0"/>
            </a:endParaRPr>
          </a:p>
        </p:txBody>
      </p:sp>
      <p:sp>
        <p:nvSpPr>
          <p:cNvPr id="325641" name="Rectangle 9"/>
          <p:cNvSpPr>
            <a:spLocks noChangeArrowheads="1"/>
          </p:cNvSpPr>
          <p:nvPr/>
        </p:nvSpPr>
        <p:spPr bwMode="auto">
          <a:xfrm>
            <a:off x="762000" y="1960563"/>
            <a:ext cx="10668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对称性</a:t>
            </a:r>
            <a:endParaRPr kumimoji="1" lang="zh-CN" altLang="en-US" sz="2000" b="1">
              <a:solidFill>
                <a:schemeClr val="tx2"/>
              </a:solidFill>
              <a:latin typeface="Tahoma" panose="020B0604030504040204" pitchFamily="34" charset="0"/>
            </a:endParaRPr>
          </a:p>
        </p:txBody>
      </p:sp>
      <p:graphicFrame>
        <p:nvGraphicFramePr>
          <p:cNvPr id="325642" name="Object 10"/>
          <p:cNvGraphicFramePr>
            <a:graphicFrameLocks noChangeAspect="1"/>
          </p:cNvGraphicFramePr>
          <p:nvPr/>
        </p:nvGraphicFramePr>
        <p:xfrm>
          <a:off x="1905000" y="2036763"/>
          <a:ext cx="2282825" cy="449262"/>
        </p:xfrm>
        <a:graphic>
          <a:graphicData uri="http://schemas.openxmlformats.org/presentationml/2006/ole">
            <mc:AlternateContent xmlns:mc="http://schemas.openxmlformats.org/markup-compatibility/2006">
              <mc:Choice xmlns:v="urn:schemas-microsoft-com:vml" Requires="v">
                <p:oleObj spid="_x0000_s188299" name="Equation" r:id="rId9" imgW="1511300" imgH="266700" progId="Equation.3">
                  <p:embed/>
                </p:oleObj>
              </mc:Choice>
              <mc:Fallback>
                <p:oleObj name="Equation" r:id="rId9" imgW="1511300" imgH="2667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5000" y="2036763"/>
                        <a:ext cx="2282825"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43" name="Rectangle 11"/>
          <p:cNvSpPr>
            <a:spLocks noChangeArrowheads="1"/>
          </p:cNvSpPr>
          <p:nvPr/>
        </p:nvSpPr>
        <p:spPr bwMode="auto">
          <a:xfrm>
            <a:off x="663575" y="2417763"/>
            <a:ext cx="16764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时频展缩性</a:t>
            </a:r>
            <a:endParaRPr kumimoji="1" lang="zh-CN" altLang="en-US" sz="2000" b="1">
              <a:solidFill>
                <a:schemeClr val="tx2"/>
              </a:solidFill>
              <a:latin typeface="Times New Roman" panose="02020603050405020304" pitchFamily="18" charset="0"/>
            </a:endParaRPr>
          </a:p>
        </p:txBody>
      </p:sp>
      <p:graphicFrame>
        <p:nvGraphicFramePr>
          <p:cNvPr id="325644" name="Object 12"/>
          <p:cNvGraphicFramePr>
            <a:graphicFrameLocks noChangeAspect="1"/>
          </p:cNvGraphicFramePr>
          <p:nvPr/>
        </p:nvGraphicFramePr>
        <p:xfrm>
          <a:off x="2057400" y="2417763"/>
          <a:ext cx="2438400" cy="762000"/>
        </p:xfrm>
        <a:graphic>
          <a:graphicData uri="http://schemas.openxmlformats.org/presentationml/2006/ole">
            <mc:AlternateContent xmlns:mc="http://schemas.openxmlformats.org/markup-compatibility/2006">
              <mc:Choice xmlns:v="urn:schemas-microsoft-com:vml" Requires="v">
                <p:oleObj spid="_x0000_s188300" name="Equation" r:id="rId11" imgW="1218565" imgH="444500" progId="Equation.3">
                  <p:embed/>
                </p:oleObj>
              </mc:Choice>
              <mc:Fallback>
                <p:oleObj name="Equation" r:id="rId11" imgW="1218565" imgH="4445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7400" y="2417763"/>
                        <a:ext cx="243840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5645" name="Rectangle 13"/>
          <p:cNvSpPr>
            <a:spLocks noChangeArrowheads="1"/>
          </p:cNvSpPr>
          <p:nvPr/>
        </p:nvSpPr>
        <p:spPr bwMode="auto">
          <a:xfrm>
            <a:off x="762000" y="3027363"/>
            <a:ext cx="990600" cy="3810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时移性</a:t>
            </a:r>
            <a:endParaRPr kumimoji="1" lang="zh-CN" altLang="en-US" sz="2000" b="1">
              <a:solidFill>
                <a:schemeClr val="tx2"/>
              </a:solidFill>
              <a:latin typeface="Times New Roman" panose="02020603050405020304" pitchFamily="18" charset="0"/>
            </a:endParaRPr>
          </a:p>
        </p:txBody>
      </p:sp>
      <p:graphicFrame>
        <p:nvGraphicFramePr>
          <p:cNvPr id="325646" name="Object 14"/>
          <p:cNvGraphicFramePr>
            <a:graphicFrameLocks noChangeAspect="1"/>
          </p:cNvGraphicFramePr>
          <p:nvPr/>
        </p:nvGraphicFramePr>
        <p:xfrm>
          <a:off x="1219200" y="3408363"/>
          <a:ext cx="3429000" cy="406400"/>
        </p:xfrm>
        <a:graphic>
          <a:graphicData uri="http://schemas.openxmlformats.org/presentationml/2006/ole">
            <mc:AlternateContent xmlns:mc="http://schemas.openxmlformats.org/markup-compatibility/2006">
              <mc:Choice xmlns:v="urn:schemas-microsoft-com:vml" Requires="v">
                <p:oleObj spid="_x0000_s188301" name="Equation" r:id="rId13" imgW="1930400" imgH="266700" progId="Equation.3">
                  <p:embed/>
                </p:oleObj>
              </mc:Choice>
              <mc:Fallback>
                <p:oleObj name="Equation" r:id="rId13" imgW="1930400" imgH="2667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19200" y="3408363"/>
                        <a:ext cx="34290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47" name="Rectangle 15"/>
          <p:cNvSpPr>
            <a:spLocks noChangeArrowheads="1"/>
          </p:cNvSpPr>
          <p:nvPr/>
        </p:nvSpPr>
        <p:spPr bwMode="auto">
          <a:xfrm>
            <a:off x="762000" y="3789363"/>
            <a:ext cx="9906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频移性</a:t>
            </a:r>
            <a:endParaRPr kumimoji="1" lang="zh-CN" altLang="en-US" sz="2000" b="1">
              <a:solidFill>
                <a:schemeClr val="tx2"/>
              </a:solidFill>
              <a:latin typeface="Tahoma" panose="020B0604030504040204" pitchFamily="34" charset="0"/>
            </a:endParaRPr>
          </a:p>
        </p:txBody>
      </p:sp>
      <p:graphicFrame>
        <p:nvGraphicFramePr>
          <p:cNvPr id="325648" name="Object 16"/>
          <p:cNvGraphicFramePr>
            <a:graphicFrameLocks noChangeAspect="1"/>
          </p:cNvGraphicFramePr>
          <p:nvPr/>
        </p:nvGraphicFramePr>
        <p:xfrm>
          <a:off x="1676400" y="3865563"/>
          <a:ext cx="2971800" cy="419100"/>
        </p:xfrm>
        <a:graphic>
          <a:graphicData uri="http://schemas.openxmlformats.org/presentationml/2006/ole">
            <mc:AlternateContent xmlns:mc="http://schemas.openxmlformats.org/markup-compatibility/2006">
              <mc:Choice xmlns:v="urn:schemas-microsoft-com:vml" Requires="v">
                <p:oleObj spid="_x0000_s188302" name="Equation" r:id="rId15" imgW="2133600" imgH="266700" progId="Equation.3">
                  <p:embed/>
                </p:oleObj>
              </mc:Choice>
              <mc:Fallback>
                <p:oleObj name="Equation" r:id="rId15" imgW="2133600" imgH="2667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3865563"/>
                        <a:ext cx="29718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49" name="Rectangle 17"/>
          <p:cNvSpPr>
            <a:spLocks noChangeArrowheads="1"/>
          </p:cNvSpPr>
          <p:nvPr/>
        </p:nvSpPr>
        <p:spPr bwMode="auto">
          <a:xfrm>
            <a:off x="815975" y="4365625"/>
            <a:ext cx="16002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时域</a:t>
            </a: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微分性</a:t>
            </a:r>
            <a:endParaRPr kumimoji="1" lang="zh-CN" altLang="en-US" sz="2000" b="1">
              <a:solidFill>
                <a:srgbClr val="FF0000"/>
              </a:solidFill>
              <a:effectLst>
                <a:outerShdw blurRad="38100" dist="38100" dir="2700000" algn="tl">
                  <a:srgbClr val="C0C0C0"/>
                </a:outerShdw>
              </a:effectLst>
              <a:latin typeface="Times New Roman" panose="02020603050405020304" pitchFamily="18" charset="0"/>
            </a:endParaRPr>
          </a:p>
        </p:txBody>
      </p:sp>
      <p:graphicFrame>
        <p:nvGraphicFramePr>
          <p:cNvPr id="325650" name="Object 18"/>
          <p:cNvGraphicFramePr>
            <a:graphicFrameLocks noChangeAspect="1"/>
          </p:cNvGraphicFramePr>
          <p:nvPr/>
        </p:nvGraphicFramePr>
        <p:xfrm>
          <a:off x="2339975" y="4365625"/>
          <a:ext cx="2362200" cy="603250"/>
        </p:xfrm>
        <a:graphic>
          <a:graphicData uri="http://schemas.openxmlformats.org/presentationml/2006/ole">
            <mc:AlternateContent xmlns:mc="http://schemas.openxmlformats.org/markup-compatibility/2006">
              <mc:Choice xmlns:v="urn:schemas-microsoft-com:vml" Requires="v">
                <p:oleObj spid="_x0000_s188303" name="Equation" r:id="rId17" imgW="1524000" imgH="469900" progId="Equation.3">
                  <p:embed/>
                </p:oleObj>
              </mc:Choice>
              <mc:Fallback>
                <p:oleObj name="Equation" r:id="rId17" imgW="1524000" imgH="469900"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339975" y="4365625"/>
                        <a:ext cx="23622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51" name="Rectangle 19"/>
          <p:cNvSpPr>
            <a:spLocks noChangeArrowheads="1"/>
          </p:cNvSpPr>
          <p:nvPr/>
        </p:nvSpPr>
        <p:spPr bwMode="auto">
          <a:xfrm>
            <a:off x="815975" y="4933950"/>
            <a:ext cx="1524000" cy="3048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时域积分性</a:t>
            </a:r>
            <a:endParaRPr kumimoji="1" lang="zh-CN" altLang="en-US" sz="2000" b="1">
              <a:solidFill>
                <a:schemeClr val="tx2"/>
              </a:solidFill>
              <a:latin typeface="Tahoma" panose="020B0604030504040204" pitchFamily="34" charset="0"/>
            </a:endParaRPr>
          </a:p>
        </p:txBody>
      </p:sp>
      <p:graphicFrame>
        <p:nvGraphicFramePr>
          <p:cNvPr id="325652" name="Object 20"/>
          <p:cNvGraphicFramePr>
            <a:graphicFrameLocks noChangeAspect="1"/>
          </p:cNvGraphicFramePr>
          <p:nvPr/>
        </p:nvGraphicFramePr>
        <p:xfrm>
          <a:off x="1425575" y="5162550"/>
          <a:ext cx="3200400" cy="652463"/>
        </p:xfrm>
        <a:graphic>
          <a:graphicData uri="http://schemas.openxmlformats.org/presentationml/2006/ole">
            <mc:AlternateContent xmlns:mc="http://schemas.openxmlformats.org/markup-compatibility/2006">
              <mc:Choice xmlns:v="urn:schemas-microsoft-com:vml" Requires="v">
                <p:oleObj spid="_x0000_s188304" name="Equation" r:id="rId19" imgW="2794000" imgH="508000" progId="Equation.3">
                  <p:embed/>
                </p:oleObj>
              </mc:Choice>
              <mc:Fallback>
                <p:oleObj name="Equation" r:id="rId19" imgW="2794000" imgH="508000" progId="Equation.3">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25575" y="5162550"/>
                        <a:ext cx="3200400"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53" name="Rectangle 21"/>
          <p:cNvSpPr>
            <a:spLocks noChangeArrowheads="1"/>
          </p:cNvSpPr>
          <p:nvPr/>
        </p:nvSpPr>
        <p:spPr bwMode="auto">
          <a:xfrm>
            <a:off x="4876800" y="2057400"/>
            <a:ext cx="15240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频域微分性</a:t>
            </a:r>
            <a:endParaRPr kumimoji="1" lang="zh-CN" altLang="en-US" sz="2000" b="1">
              <a:solidFill>
                <a:srgbClr val="FF0000"/>
              </a:solidFill>
              <a:effectLst>
                <a:outerShdw blurRad="38100" dist="38100" dir="2700000" algn="tl">
                  <a:srgbClr val="C0C0C0"/>
                </a:outerShdw>
              </a:effectLst>
              <a:latin typeface="Times New Roman" panose="02020603050405020304" pitchFamily="18" charset="0"/>
            </a:endParaRPr>
          </a:p>
        </p:txBody>
      </p:sp>
      <p:graphicFrame>
        <p:nvGraphicFramePr>
          <p:cNvPr id="325654" name="Object 22"/>
          <p:cNvGraphicFramePr>
            <a:graphicFrameLocks noChangeAspect="1"/>
          </p:cNvGraphicFramePr>
          <p:nvPr/>
        </p:nvGraphicFramePr>
        <p:xfrm>
          <a:off x="6443663" y="1989138"/>
          <a:ext cx="2209800" cy="676275"/>
        </p:xfrm>
        <a:graphic>
          <a:graphicData uri="http://schemas.openxmlformats.org/presentationml/2006/ole">
            <mc:AlternateContent xmlns:mc="http://schemas.openxmlformats.org/markup-compatibility/2006">
              <mc:Choice xmlns:v="urn:schemas-microsoft-com:vml" Requires="v">
                <p:oleObj spid="_x0000_s188305" name="Equation" r:id="rId21" imgW="1727200" imgH="469900" progId="Equation.3">
                  <p:embed/>
                </p:oleObj>
              </mc:Choice>
              <mc:Fallback>
                <p:oleObj name="Equation" r:id="rId21" imgW="1727200" imgH="469900" progId="Equation.3">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43663" y="1989138"/>
                        <a:ext cx="22098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55" name="Rectangle 23"/>
          <p:cNvSpPr>
            <a:spLocks noChangeArrowheads="1"/>
          </p:cNvSpPr>
          <p:nvPr/>
        </p:nvSpPr>
        <p:spPr bwMode="auto">
          <a:xfrm>
            <a:off x="4876800" y="2667000"/>
            <a:ext cx="23622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频域积分性</a:t>
            </a:r>
            <a:endParaRPr kumimoji="1" lang="zh-CN" altLang="en-US" sz="2000" b="1">
              <a:solidFill>
                <a:srgbClr val="FF0000"/>
              </a:solidFill>
              <a:effectLst>
                <a:outerShdw blurRad="38100" dist="38100" dir="2700000" algn="tl">
                  <a:srgbClr val="C0C0C0"/>
                </a:outerShdw>
              </a:effectLst>
              <a:latin typeface="Times New Roman" panose="02020603050405020304" pitchFamily="18" charset="0"/>
            </a:endParaRPr>
          </a:p>
        </p:txBody>
      </p:sp>
      <p:graphicFrame>
        <p:nvGraphicFramePr>
          <p:cNvPr id="325656" name="Object 24"/>
          <p:cNvGraphicFramePr>
            <a:graphicFrameLocks noChangeAspect="1"/>
          </p:cNvGraphicFramePr>
          <p:nvPr/>
        </p:nvGraphicFramePr>
        <p:xfrm>
          <a:off x="5867400" y="2971800"/>
          <a:ext cx="3276600" cy="630238"/>
        </p:xfrm>
        <a:graphic>
          <a:graphicData uri="http://schemas.openxmlformats.org/presentationml/2006/ole">
            <mc:AlternateContent xmlns:mc="http://schemas.openxmlformats.org/markup-compatibility/2006">
              <mc:Choice xmlns:v="urn:schemas-microsoft-com:vml" Requires="v">
                <p:oleObj spid="_x0000_s188306" name="Equation" r:id="rId23" imgW="2641600" imgH="508000" progId="Equation.3">
                  <p:embed/>
                </p:oleObj>
              </mc:Choice>
              <mc:Fallback>
                <p:oleObj name="Equation" r:id="rId23" imgW="2641600" imgH="508000" progId="Equation.3">
                  <p:embed/>
                  <p:pic>
                    <p:nvPicPr>
                      <p:cNvPr id="0" name="Object 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67400" y="2971800"/>
                        <a:ext cx="3276600" cy="63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57" name="Rectangle 25"/>
          <p:cNvSpPr>
            <a:spLocks noChangeArrowheads="1"/>
          </p:cNvSpPr>
          <p:nvPr/>
        </p:nvSpPr>
        <p:spPr bwMode="auto">
          <a:xfrm>
            <a:off x="4876800" y="3505200"/>
            <a:ext cx="1828800" cy="3810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anose="02020603050405020304" pitchFamily="18" charset="0"/>
              </a:rPr>
              <a:t>时域卷积定理</a:t>
            </a:r>
            <a:endParaRPr kumimoji="1" lang="zh-CN" altLang="en-US" sz="2000" b="1">
              <a:solidFill>
                <a:schemeClr val="tx2"/>
              </a:solidFill>
              <a:latin typeface="Times New Roman" panose="02020603050405020304" pitchFamily="18" charset="0"/>
            </a:endParaRPr>
          </a:p>
        </p:txBody>
      </p:sp>
      <p:graphicFrame>
        <p:nvGraphicFramePr>
          <p:cNvPr id="325658" name="Object 26"/>
          <p:cNvGraphicFramePr>
            <a:graphicFrameLocks noChangeAspect="1"/>
          </p:cNvGraphicFramePr>
          <p:nvPr/>
        </p:nvGraphicFramePr>
        <p:xfrm>
          <a:off x="5791200" y="3962400"/>
          <a:ext cx="3287713" cy="365125"/>
        </p:xfrm>
        <a:graphic>
          <a:graphicData uri="http://schemas.openxmlformats.org/presentationml/2006/ole">
            <mc:AlternateContent xmlns:mc="http://schemas.openxmlformats.org/markup-compatibility/2006">
              <mc:Choice xmlns:v="urn:schemas-microsoft-com:vml" Requires="v">
                <p:oleObj spid="_x0000_s188307" name="Equation" r:id="rId25" imgW="2387600" imgH="241300" progId="Equation.3">
                  <p:embed/>
                </p:oleObj>
              </mc:Choice>
              <mc:Fallback>
                <p:oleObj name="Equation" r:id="rId25" imgW="2387600" imgH="241300" progId="Equation.3">
                  <p:embed/>
                  <p:pic>
                    <p:nvPicPr>
                      <p:cNvPr id="0" name="Object 2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791200" y="3962400"/>
                        <a:ext cx="32877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59" name="Rectangle 27"/>
          <p:cNvSpPr>
            <a:spLocks noChangeArrowheads="1"/>
          </p:cNvSpPr>
          <p:nvPr/>
        </p:nvSpPr>
        <p:spPr bwMode="auto">
          <a:xfrm>
            <a:off x="4876800" y="4343400"/>
            <a:ext cx="1828800" cy="457200"/>
          </a:xfrm>
          <a:prstGeom prst="rect">
            <a:avLst/>
          </a:prstGeom>
          <a:noFill/>
          <a:ln w="9525">
            <a:noFill/>
            <a:miter lim="800000"/>
          </a:ln>
          <a:effectLst/>
        </p:spPr>
        <p:txBody>
          <a:bodyPr anchor="b"/>
          <a:lstStyle/>
          <a:p>
            <a:pPr eaLnBrk="1" hangingPunct="1">
              <a:defRPr/>
            </a:pPr>
            <a:r>
              <a:rPr kumimoji="1" lang="zh-CN" altLang="en-US" sz="2000" b="1">
                <a:solidFill>
                  <a:srgbClr val="FF0000"/>
                </a:solidFill>
                <a:effectLst>
                  <a:outerShdw blurRad="38100" dist="38100" dir="2700000" algn="tl">
                    <a:srgbClr val="C0C0C0"/>
                  </a:outerShdw>
                </a:effectLst>
                <a:latin typeface="Tahoma" panose="020B0604030504040204" pitchFamily="34" charset="0"/>
              </a:rPr>
              <a:t>频域卷积定理</a:t>
            </a:r>
            <a:endParaRPr kumimoji="1" lang="zh-CN" altLang="en-US" sz="2000" b="1">
              <a:solidFill>
                <a:schemeClr val="tx2"/>
              </a:solidFill>
              <a:latin typeface="Tahoma" panose="020B0604030504040204" pitchFamily="34" charset="0"/>
            </a:endParaRPr>
          </a:p>
        </p:txBody>
      </p:sp>
      <p:graphicFrame>
        <p:nvGraphicFramePr>
          <p:cNvPr id="325660" name="Object 28"/>
          <p:cNvGraphicFramePr>
            <a:graphicFrameLocks noChangeAspect="1"/>
          </p:cNvGraphicFramePr>
          <p:nvPr/>
        </p:nvGraphicFramePr>
        <p:xfrm>
          <a:off x="5715000" y="4724400"/>
          <a:ext cx="3429000" cy="614363"/>
        </p:xfrm>
        <a:graphic>
          <a:graphicData uri="http://schemas.openxmlformats.org/presentationml/2006/ole">
            <mc:AlternateContent xmlns:mc="http://schemas.openxmlformats.org/markup-compatibility/2006">
              <mc:Choice xmlns:v="urn:schemas-microsoft-com:vml" Requires="v">
                <p:oleObj spid="_x0000_s188308" name="Equation" r:id="rId27" imgW="2679700" imgH="469900" progId="Equation.3">
                  <p:embed/>
                </p:oleObj>
              </mc:Choice>
              <mc:Fallback>
                <p:oleObj name="Equation" r:id="rId27" imgW="2679700" imgH="469900" progId="Equation.3">
                  <p:embed/>
                  <p:pic>
                    <p:nvPicPr>
                      <p:cNvPr id="0" name="Object 2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15000" y="4724400"/>
                        <a:ext cx="3429000" cy="61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5661" name="Rectangle 29" descr="Rectangle: Click to edit Master text styles&#10;Second level&#10;Third level&#10;Fourth level&#10;Fifth level"/>
          <p:cNvSpPr>
            <a:spLocks noChangeArrowheads="1"/>
          </p:cNvSpPr>
          <p:nvPr/>
        </p:nvSpPr>
        <p:spPr bwMode="auto">
          <a:xfrm>
            <a:off x="609600" y="5922963"/>
            <a:ext cx="5791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pitchFamily="49" charset="-122"/>
              </a:defRPr>
            </a:lvl9pPr>
          </a:lstStyle>
          <a:p>
            <a:pPr eaLnBrk="1" hangingPunct="1">
              <a:buClr>
                <a:schemeClr val="hlink"/>
              </a:buClr>
              <a:buSzPct val="110000"/>
              <a:buFont typeface="Wingdings" panose="05000000000000000000" pitchFamily="2" charset="2"/>
              <a:buNone/>
            </a:pPr>
            <a:r>
              <a:rPr kumimoji="1" lang="en-US" altLang="zh-CN" sz="2400" b="1">
                <a:solidFill>
                  <a:srgbClr val="FF0000"/>
                </a:solidFill>
                <a:latin typeface="宋体" panose="02010600030101010101" pitchFamily="2" charset="-122"/>
                <a:ea typeface="宋体" panose="02010600030101010101" pitchFamily="2" charset="-122"/>
              </a:rPr>
              <a:t>5</a:t>
            </a:r>
            <a:r>
              <a:rPr kumimoji="1" lang="zh-CN" altLang="en-US" sz="2400" b="1">
                <a:solidFill>
                  <a:srgbClr val="FF0000"/>
                </a:solidFill>
                <a:latin typeface="宋体" panose="02010600030101010101" pitchFamily="2" charset="-122"/>
                <a:ea typeface="宋体" panose="02010600030101010101" pitchFamily="2" charset="-122"/>
              </a:rPr>
              <a:t>、</a:t>
            </a:r>
            <a:r>
              <a:rPr kumimoji="1" lang="zh-CN" altLang="en-US" sz="2400" b="1">
                <a:solidFill>
                  <a:srgbClr val="05013F"/>
                </a:solidFill>
                <a:latin typeface="宋体" panose="02010600030101010101" pitchFamily="2" charset="-122"/>
                <a:ea typeface="宋体" panose="02010600030101010101" pitchFamily="2" charset="-122"/>
              </a:rPr>
              <a:t>功率信号和能量信号及频谱的概念</a:t>
            </a:r>
            <a:r>
              <a:rPr kumimoji="1" lang="zh-CN" altLang="en-US" sz="2400" b="1">
                <a:solidFill>
                  <a:srgbClr val="1C5C21"/>
                </a:solidFill>
                <a:latin typeface="宋体" panose="02010600030101010101" pitchFamily="2" charset="-122"/>
                <a:ea typeface="宋体" panose="02010600030101010101" pitchFamily="2" charset="-122"/>
              </a:rPr>
              <a:t>。</a:t>
            </a:r>
            <a:endParaRPr kumimoji="1" lang="zh-CN" altLang="en-US" sz="2400" b="1">
              <a:solidFill>
                <a:srgbClr val="1C5C21"/>
              </a:solidFill>
              <a:latin typeface="宋体" panose="02010600030101010101" pitchFamily="2" charset="-122"/>
              <a:ea typeface="宋体" panose="02010600030101010101" pitchFamily="2" charset="-122"/>
            </a:endParaRPr>
          </a:p>
        </p:txBody>
      </p:sp>
    </p:spTree>
    <p:custDataLst>
      <p:tags r:id="rId29"/>
    </p:custDataLst>
  </p:cSld>
  <p:clrMapOvr>
    <a:masterClrMapping/>
  </p:clrMapOvr>
  <mc:AlternateContent xmlns:mc="http://schemas.openxmlformats.org/markup-compatibility/2006">
    <mc:Choice xmlns:p14="http://schemas.microsoft.com/office/powerpoint/2010/main" Requires="p14">
      <p:transition spd="slow" p14:dur="2000" advTm="6806"/>
    </mc:Choice>
    <mc:Fallback>
      <p:transition spd="slow" advTm="680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25637"/>
                                        </p:tgtEl>
                                        <p:attrNameLst>
                                          <p:attrName>style.visibility</p:attrName>
                                        </p:attrNameLst>
                                      </p:cBhvr>
                                      <p:to>
                                        <p:strVal val="visible"/>
                                      </p:to>
                                    </p:set>
                                    <p:anim calcmode="lin" valueType="num">
                                      <p:cBhvr additive="base">
                                        <p:cTn id="7" dur="500" fill="hold"/>
                                        <p:tgtEl>
                                          <p:spTgt spid="325637"/>
                                        </p:tgtEl>
                                        <p:attrNameLst>
                                          <p:attrName>ppt_x</p:attrName>
                                        </p:attrNameLst>
                                      </p:cBhvr>
                                      <p:tavLst>
                                        <p:tav tm="0">
                                          <p:val>
                                            <p:strVal val="1+#ppt_w/2"/>
                                          </p:val>
                                        </p:tav>
                                        <p:tav tm="100000">
                                          <p:val>
                                            <p:strVal val="#ppt_x"/>
                                          </p:val>
                                        </p:tav>
                                      </p:tavLst>
                                    </p:anim>
                                    <p:anim calcmode="lin" valueType="num">
                                      <p:cBhvr additive="base">
                                        <p:cTn id="8" dur="500" fill="hold"/>
                                        <p:tgtEl>
                                          <p:spTgt spid="3256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25639"/>
                                        </p:tgtEl>
                                        <p:attrNameLst>
                                          <p:attrName>style.visibility</p:attrName>
                                        </p:attrNameLst>
                                      </p:cBhvr>
                                      <p:to>
                                        <p:strVal val="visible"/>
                                      </p:to>
                                    </p:set>
                                    <p:anim calcmode="lin" valueType="num">
                                      <p:cBhvr additive="base">
                                        <p:cTn id="13" dur="500" fill="hold"/>
                                        <p:tgtEl>
                                          <p:spTgt spid="325639"/>
                                        </p:tgtEl>
                                        <p:attrNameLst>
                                          <p:attrName>ppt_x</p:attrName>
                                        </p:attrNameLst>
                                      </p:cBhvr>
                                      <p:tavLst>
                                        <p:tav tm="0">
                                          <p:val>
                                            <p:strVal val="1+#ppt_w/2"/>
                                          </p:val>
                                        </p:tav>
                                        <p:tav tm="100000">
                                          <p:val>
                                            <p:strVal val="#ppt_x"/>
                                          </p:val>
                                        </p:tav>
                                      </p:tavLst>
                                    </p:anim>
                                    <p:anim calcmode="lin" valueType="num">
                                      <p:cBhvr additive="base">
                                        <p:cTn id="14" dur="500" fill="hold"/>
                                        <p:tgtEl>
                                          <p:spTgt spid="3256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325642"/>
                                        </p:tgtEl>
                                        <p:attrNameLst>
                                          <p:attrName>style.visibility</p:attrName>
                                        </p:attrNameLst>
                                      </p:cBhvr>
                                      <p:to>
                                        <p:strVal val="visible"/>
                                      </p:to>
                                    </p:set>
                                    <p:animEffect transition="in" filter="dissolve">
                                      <p:cBhvr>
                                        <p:cTn id="19" dur="500"/>
                                        <p:tgtEl>
                                          <p:spTgt spid="32564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325644"/>
                                        </p:tgtEl>
                                        <p:attrNameLst>
                                          <p:attrName>style.visibility</p:attrName>
                                        </p:attrNameLst>
                                      </p:cBhvr>
                                      <p:to>
                                        <p:strVal val="visible"/>
                                      </p:to>
                                    </p:set>
                                    <p:anim calcmode="lin" valueType="num">
                                      <p:cBhvr additive="base">
                                        <p:cTn id="24" dur="500" fill="hold"/>
                                        <p:tgtEl>
                                          <p:spTgt spid="325644"/>
                                        </p:tgtEl>
                                        <p:attrNameLst>
                                          <p:attrName>ppt_x</p:attrName>
                                        </p:attrNameLst>
                                      </p:cBhvr>
                                      <p:tavLst>
                                        <p:tav tm="0">
                                          <p:val>
                                            <p:strVal val="1+#ppt_w/2"/>
                                          </p:val>
                                        </p:tav>
                                        <p:tav tm="100000">
                                          <p:val>
                                            <p:strVal val="#ppt_x"/>
                                          </p:val>
                                        </p:tav>
                                      </p:tavLst>
                                    </p:anim>
                                    <p:anim calcmode="lin" valueType="num">
                                      <p:cBhvr additive="base">
                                        <p:cTn id="25" dur="500" fill="hold"/>
                                        <p:tgtEl>
                                          <p:spTgt spid="32564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nodeType="clickEffect">
                                  <p:stCondLst>
                                    <p:cond delay="0"/>
                                  </p:stCondLst>
                                  <p:childTnLst>
                                    <p:set>
                                      <p:cBhvr>
                                        <p:cTn id="29" dur="1" fill="hold">
                                          <p:stCondLst>
                                            <p:cond delay="0"/>
                                          </p:stCondLst>
                                        </p:cTn>
                                        <p:tgtEl>
                                          <p:spTgt spid="325646"/>
                                        </p:tgtEl>
                                        <p:attrNameLst>
                                          <p:attrName>style.visibility</p:attrName>
                                        </p:attrNameLst>
                                      </p:cBhvr>
                                      <p:to>
                                        <p:strVal val="visible"/>
                                      </p:to>
                                    </p:set>
                                    <p:anim calcmode="lin" valueType="num">
                                      <p:cBhvr additive="base">
                                        <p:cTn id="30" dur="500" fill="hold"/>
                                        <p:tgtEl>
                                          <p:spTgt spid="325646"/>
                                        </p:tgtEl>
                                        <p:attrNameLst>
                                          <p:attrName>ppt_x</p:attrName>
                                        </p:attrNameLst>
                                      </p:cBhvr>
                                      <p:tavLst>
                                        <p:tav tm="0">
                                          <p:val>
                                            <p:strVal val="1+#ppt_w/2"/>
                                          </p:val>
                                        </p:tav>
                                        <p:tav tm="100000">
                                          <p:val>
                                            <p:strVal val="#ppt_x"/>
                                          </p:val>
                                        </p:tav>
                                      </p:tavLst>
                                    </p:anim>
                                    <p:anim calcmode="lin" valueType="num">
                                      <p:cBhvr additive="base">
                                        <p:cTn id="31" dur="500" fill="hold"/>
                                        <p:tgtEl>
                                          <p:spTgt spid="325646"/>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25648"/>
                                        </p:tgtEl>
                                        <p:attrNameLst>
                                          <p:attrName>style.visibility</p:attrName>
                                        </p:attrNameLst>
                                      </p:cBhvr>
                                      <p:to>
                                        <p:strVal val="visible"/>
                                      </p:to>
                                    </p:set>
                                    <p:anim calcmode="lin" valueType="num">
                                      <p:cBhvr additive="base">
                                        <p:cTn id="36" dur="500" fill="hold"/>
                                        <p:tgtEl>
                                          <p:spTgt spid="325648"/>
                                        </p:tgtEl>
                                        <p:attrNameLst>
                                          <p:attrName>ppt_x</p:attrName>
                                        </p:attrNameLst>
                                      </p:cBhvr>
                                      <p:tavLst>
                                        <p:tav tm="0">
                                          <p:val>
                                            <p:strVal val="#ppt_x"/>
                                          </p:val>
                                        </p:tav>
                                        <p:tav tm="100000">
                                          <p:val>
                                            <p:strVal val="#ppt_x"/>
                                          </p:val>
                                        </p:tav>
                                      </p:tavLst>
                                    </p:anim>
                                    <p:anim calcmode="lin" valueType="num">
                                      <p:cBhvr additive="base">
                                        <p:cTn id="37" dur="500" fill="hold"/>
                                        <p:tgtEl>
                                          <p:spTgt spid="32564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1" fill="hold" nodeType="clickEffect">
                                  <p:stCondLst>
                                    <p:cond delay="0"/>
                                  </p:stCondLst>
                                  <p:childTnLst>
                                    <p:set>
                                      <p:cBhvr>
                                        <p:cTn id="41" dur="1" fill="hold">
                                          <p:stCondLst>
                                            <p:cond delay="0"/>
                                          </p:stCondLst>
                                        </p:cTn>
                                        <p:tgtEl>
                                          <p:spTgt spid="325650"/>
                                        </p:tgtEl>
                                        <p:attrNameLst>
                                          <p:attrName>style.visibility</p:attrName>
                                        </p:attrNameLst>
                                      </p:cBhvr>
                                      <p:to>
                                        <p:strVal val="visible"/>
                                      </p:to>
                                    </p:set>
                                    <p:anim calcmode="lin" valueType="num">
                                      <p:cBhvr additive="base">
                                        <p:cTn id="42" dur="500" fill="hold"/>
                                        <p:tgtEl>
                                          <p:spTgt spid="325650"/>
                                        </p:tgtEl>
                                        <p:attrNameLst>
                                          <p:attrName>ppt_x</p:attrName>
                                        </p:attrNameLst>
                                      </p:cBhvr>
                                      <p:tavLst>
                                        <p:tav tm="0">
                                          <p:val>
                                            <p:strVal val="#ppt_x"/>
                                          </p:val>
                                        </p:tav>
                                        <p:tav tm="100000">
                                          <p:val>
                                            <p:strVal val="#ppt_x"/>
                                          </p:val>
                                        </p:tav>
                                      </p:tavLst>
                                    </p:anim>
                                    <p:anim calcmode="lin" valueType="num">
                                      <p:cBhvr additive="base">
                                        <p:cTn id="43" dur="500" fill="hold"/>
                                        <p:tgtEl>
                                          <p:spTgt spid="3256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0" name="DING.WAV"/>
                                        </p:tgtEl>
                                      </p:cMediaNode>
                                    </p:audio>
                                  </p:subTnLst>
                                </p:cTn>
                              </p:par>
                            </p:childTnLst>
                          </p:cTn>
                        </p:par>
                      </p:childTnLst>
                    </p:cTn>
                  </p:par>
                  <p:par>
                    <p:cTn id="44" fill="hold">
                      <p:stCondLst>
                        <p:cond delay="indefinite"/>
                      </p:stCondLst>
                      <p:childTnLst>
                        <p:par>
                          <p:cTn id="45" fill="hold">
                            <p:stCondLst>
                              <p:cond delay="0"/>
                            </p:stCondLst>
                            <p:childTnLst>
                              <p:par>
                                <p:cTn id="46" presetID="16" presetClass="entr" presetSubtype="26" fill="hold" nodeType="clickEffect">
                                  <p:stCondLst>
                                    <p:cond delay="0"/>
                                  </p:stCondLst>
                                  <p:childTnLst>
                                    <p:set>
                                      <p:cBhvr>
                                        <p:cTn id="47" dur="1" fill="hold">
                                          <p:stCondLst>
                                            <p:cond delay="0"/>
                                          </p:stCondLst>
                                        </p:cTn>
                                        <p:tgtEl>
                                          <p:spTgt spid="325652"/>
                                        </p:tgtEl>
                                        <p:attrNameLst>
                                          <p:attrName>style.visibility</p:attrName>
                                        </p:attrNameLst>
                                      </p:cBhvr>
                                      <p:to>
                                        <p:strVal val="visible"/>
                                      </p:to>
                                    </p:set>
                                    <p:animEffect transition="in" filter="barn(inHorizontal)">
                                      <p:cBhvr>
                                        <p:cTn id="48" dur="500"/>
                                        <p:tgtEl>
                                          <p:spTgt spid="325652"/>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nodeType="clickEffect">
                                  <p:stCondLst>
                                    <p:cond delay="0"/>
                                  </p:stCondLst>
                                  <p:childTnLst>
                                    <p:set>
                                      <p:cBhvr>
                                        <p:cTn id="52" dur="1" fill="hold">
                                          <p:stCondLst>
                                            <p:cond delay="0"/>
                                          </p:stCondLst>
                                        </p:cTn>
                                        <p:tgtEl>
                                          <p:spTgt spid="325654"/>
                                        </p:tgtEl>
                                        <p:attrNameLst>
                                          <p:attrName>style.visibility</p:attrName>
                                        </p:attrNameLst>
                                      </p:cBhvr>
                                      <p:to>
                                        <p:strVal val="visible"/>
                                      </p:to>
                                    </p:set>
                                    <p:anim calcmode="lin" valueType="num">
                                      <p:cBhvr additive="base">
                                        <p:cTn id="53" dur="500" fill="hold"/>
                                        <p:tgtEl>
                                          <p:spTgt spid="325654"/>
                                        </p:tgtEl>
                                        <p:attrNameLst>
                                          <p:attrName>ppt_x</p:attrName>
                                        </p:attrNameLst>
                                      </p:cBhvr>
                                      <p:tavLst>
                                        <p:tav tm="0">
                                          <p:val>
                                            <p:strVal val="1+#ppt_w/2"/>
                                          </p:val>
                                        </p:tav>
                                        <p:tav tm="100000">
                                          <p:val>
                                            <p:strVal val="#ppt_x"/>
                                          </p:val>
                                        </p:tav>
                                      </p:tavLst>
                                    </p:anim>
                                    <p:anim calcmode="lin" valueType="num">
                                      <p:cBhvr additive="base">
                                        <p:cTn id="54" dur="500" fill="hold"/>
                                        <p:tgtEl>
                                          <p:spTgt spid="325654"/>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325656"/>
                                        </p:tgtEl>
                                        <p:attrNameLst>
                                          <p:attrName>style.visibility</p:attrName>
                                        </p:attrNameLst>
                                      </p:cBhvr>
                                      <p:to>
                                        <p:strVal val="visible"/>
                                      </p:to>
                                    </p:set>
                                    <p:anim calcmode="lin" valueType="num">
                                      <p:cBhvr additive="base">
                                        <p:cTn id="59" dur="500" fill="hold"/>
                                        <p:tgtEl>
                                          <p:spTgt spid="325656"/>
                                        </p:tgtEl>
                                        <p:attrNameLst>
                                          <p:attrName>ppt_x</p:attrName>
                                        </p:attrNameLst>
                                      </p:cBhvr>
                                      <p:tavLst>
                                        <p:tav tm="0">
                                          <p:val>
                                            <p:strVal val="1+#ppt_w/2"/>
                                          </p:val>
                                        </p:tav>
                                        <p:tav tm="100000">
                                          <p:val>
                                            <p:strVal val="#ppt_x"/>
                                          </p:val>
                                        </p:tav>
                                      </p:tavLst>
                                    </p:anim>
                                    <p:anim calcmode="lin" valueType="num">
                                      <p:cBhvr additive="base">
                                        <p:cTn id="60" dur="500" fill="hold"/>
                                        <p:tgtEl>
                                          <p:spTgt spid="325656"/>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nodeType="clickEffect">
                                  <p:stCondLst>
                                    <p:cond delay="0"/>
                                  </p:stCondLst>
                                  <p:childTnLst>
                                    <p:set>
                                      <p:cBhvr>
                                        <p:cTn id="64" dur="1" fill="hold">
                                          <p:stCondLst>
                                            <p:cond delay="0"/>
                                          </p:stCondLst>
                                        </p:cTn>
                                        <p:tgtEl>
                                          <p:spTgt spid="325658"/>
                                        </p:tgtEl>
                                        <p:attrNameLst>
                                          <p:attrName>style.visibility</p:attrName>
                                        </p:attrNameLst>
                                      </p:cBhvr>
                                      <p:to>
                                        <p:strVal val="visible"/>
                                      </p:to>
                                    </p:set>
                                    <p:anim calcmode="lin" valueType="num">
                                      <p:cBhvr additive="base">
                                        <p:cTn id="65" dur="500" fill="hold"/>
                                        <p:tgtEl>
                                          <p:spTgt spid="325658"/>
                                        </p:tgtEl>
                                        <p:attrNameLst>
                                          <p:attrName>ppt_x</p:attrName>
                                        </p:attrNameLst>
                                      </p:cBhvr>
                                      <p:tavLst>
                                        <p:tav tm="0">
                                          <p:val>
                                            <p:strVal val="1+#ppt_w/2"/>
                                          </p:val>
                                        </p:tav>
                                        <p:tav tm="100000">
                                          <p:val>
                                            <p:strVal val="#ppt_x"/>
                                          </p:val>
                                        </p:tav>
                                      </p:tavLst>
                                    </p:anim>
                                    <p:anim calcmode="lin" valueType="num">
                                      <p:cBhvr additive="base">
                                        <p:cTn id="66" dur="500" fill="hold"/>
                                        <p:tgtEl>
                                          <p:spTgt spid="325658"/>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325660"/>
                                        </p:tgtEl>
                                        <p:attrNameLst>
                                          <p:attrName>style.visibility</p:attrName>
                                        </p:attrNameLst>
                                      </p:cBhvr>
                                      <p:to>
                                        <p:strVal val="visible"/>
                                      </p:to>
                                    </p:set>
                                    <p:animEffect transition="in" filter="dissolve">
                                      <p:cBhvr>
                                        <p:cTn id="71" dur="500"/>
                                        <p:tgtEl>
                                          <p:spTgt spid="325660"/>
                                        </p:tgtEl>
                                      </p:cBhvr>
                                    </p:animEffect>
                                  </p:childTnLst>
                                  <p:subTnLst>
                                    <p:audio>
                                      <p:cMediaNode>
                                        <p:cTn display="0" masterRel="sameClick">
                                          <p:stCondLst>
                                            <p:cond evt="begin" delay="0">
                                              <p:tn val="69"/>
                                            </p:cond>
                                          </p:stCondLst>
                                          <p:endCondLst>
                                            <p:cond evt="onStopAudio" delay="0">
                                              <p:tgtEl>
                                                <p:sldTgt/>
                                              </p:tgtEl>
                                            </p:cond>
                                          </p:endCondLst>
                                        </p:cTn>
                                        <p:tgtEl>
                                          <p:sndTgt r:embed="rId30" name="DING.WAV"/>
                                        </p:tgtEl>
                                      </p:cMediaNode>
                                    </p:audio>
                                  </p:sub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325661"/>
                                        </p:tgtEl>
                                        <p:attrNameLst>
                                          <p:attrName>style.visibility</p:attrName>
                                        </p:attrNameLst>
                                      </p:cBhvr>
                                      <p:to>
                                        <p:strVal val="visible"/>
                                      </p:to>
                                    </p:set>
                                    <p:anim calcmode="lin" valueType="num">
                                      <p:cBhvr additive="base">
                                        <p:cTn id="76" dur="500" fill="hold"/>
                                        <p:tgtEl>
                                          <p:spTgt spid="325661"/>
                                        </p:tgtEl>
                                        <p:attrNameLst>
                                          <p:attrName>ppt_x</p:attrName>
                                        </p:attrNameLst>
                                      </p:cBhvr>
                                      <p:tavLst>
                                        <p:tav tm="0">
                                          <p:val>
                                            <p:strVal val="0-#ppt_w/2"/>
                                          </p:val>
                                        </p:tav>
                                        <p:tav tm="100000">
                                          <p:val>
                                            <p:strVal val="#ppt_x"/>
                                          </p:val>
                                        </p:tav>
                                      </p:tavLst>
                                    </p:anim>
                                    <p:anim calcmode="lin" valueType="num">
                                      <p:cBhvr additive="base">
                                        <p:cTn id="77" dur="500" fill="hold"/>
                                        <p:tgtEl>
                                          <p:spTgt spid="3256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61" grpId="0" autoUpdateAnimBg="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3"/>
          <p:cNvSpPr>
            <a:spLocks noGrp="1"/>
          </p:cNvSpPr>
          <p:nvPr>
            <p:ph type="dt" sz="quarter" idx="10"/>
          </p:nvPr>
        </p:nvSpPr>
        <p:spPr/>
        <p:txBody>
          <a:bodyPr/>
          <a:lstStyle/>
          <a:p>
            <a:pPr>
              <a:defRPr/>
            </a:pPr>
            <a:fld id="{AE85312F-37CA-4473-A84D-DC6560C32B95}" type="datetime1">
              <a:rPr lang="zh-CN" altLang="en-US"/>
            </a:fld>
            <a:endParaRPr lang="zh-CN" altLang="en-US"/>
          </a:p>
        </p:txBody>
      </p:sp>
      <p:sp>
        <p:nvSpPr>
          <p:cNvPr id="188419" name="Rectangle 2"/>
          <p:cNvSpPr>
            <a:spLocks noGrp="1" noChangeArrowheads="1"/>
          </p:cNvSpPr>
          <p:nvPr>
            <p:ph type="title" idx="4294967295"/>
          </p:nvPr>
        </p:nvSpPr>
        <p:spPr>
          <a:xfrm>
            <a:off x="611188" y="188913"/>
            <a:ext cx="6624637" cy="608012"/>
          </a:xfrm>
          <a:solidFill>
            <a:schemeClr val="bg1"/>
          </a:solidFill>
          <a:effectLst>
            <a:outerShdw dist="35921" dir="2700000" algn="ctr" rotWithShape="0">
              <a:srgbClr val="808080"/>
            </a:outerShdw>
          </a:effectLst>
        </p:spPr>
        <p:txBody>
          <a:bodyPr/>
          <a:lstStyle/>
          <a:p>
            <a:r>
              <a:rPr lang="zh-CN" altLang="en-US" sz="2500" b="1">
                <a:solidFill>
                  <a:srgbClr val="0000CC"/>
                </a:solidFill>
              </a:rPr>
              <a:t>函数的对称性质与谐波分量的关系</a:t>
            </a:r>
            <a:endParaRPr lang="zh-CN" altLang="en-US" sz="2500" b="1">
              <a:solidFill>
                <a:srgbClr val="0000CC"/>
              </a:solidFill>
            </a:endParaRPr>
          </a:p>
        </p:txBody>
      </p:sp>
      <p:sp>
        <p:nvSpPr>
          <p:cNvPr id="326659" name="Rectangle 3"/>
          <p:cNvSpPr>
            <a:spLocks noGrp="1" noChangeArrowheads="1"/>
          </p:cNvSpPr>
          <p:nvPr>
            <p:ph type="body" sz="half" idx="4294967295"/>
          </p:nvPr>
        </p:nvSpPr>
        <p:spPr>
          <a:xfrm>
            <a:off x="385763" y="1185863"/>
            <a:ext cx="3957637" cy="4648200"/>
          </a:xfrm>
          <a:ln w="38100">
            <a:solidFill>
              <a:srgbClr val="0000CC"/>
            </a:solidFill>
            <a:miter lim="800000"/>
          </a:ln>
        </p:spPr>
        <p:txBody>
          <a:bodyPr/>
          <a:lstStyle/>
          <a:p>
            <a:pPr>
              <a:lnSpc>
                <a:spcPct val="110000"/>
              </a:lnSpc>
              <a:buFont typeface="Wingdings" panose="05000000000000000000" pitchFamily="2" charset="2"/>
              <a:buNone/>
            </a:pPr>
            <a:r>
              <a:rPr lang="zh-CN" altLang="en-US" sz="2000" b="1">
                <a:solidFill>
                  <a:srgbClr val="FF0000"/>
                </a:solidFill>
              </a:rPr>
              <a:t>四种对称：</a:t>
            </a:r>
            <a:endParaRPr lang="zh-CN" altLang="en-US" sz="2000" b="1">
              <a:solidFill>
                <a:srgbClr val="FF0000"/>
              </a:solidFill>
            </a:endParaRPr>
          </a:p>
          <a:p>
            <a:pPr>
              <a:lnSpc>
                <a:spcPct val="110000"/>
              </a:lnSpc>
            </a:pPr>
            <a:r>
              <a:rPr lang="zh-CN" altLang="en-US" sz="2000" b="1"/>
              <a:t>偶函数 ：</a:t>
            </a:r>
            <a:r>
              <a:rPr lang="en-US" altLang="zh-CN" sz="2000" b="1"/>
              <a:t>f (t )=f (-t)</a:t>
            </a:r>
            <a:endParaRPr lang="en-US" altLang="zh-CN" sz="2000" b="1"/>
          </a:p>
          <a:p>
            <a:pPr>
              <a:lnSpc>
                <a:spcPct val="110000"/>
              </a:lnSpc>
              <a:buFont typeface="Wingdings" panose="05000000000000000000" pitchFamily="2" charset="2"/>
              <a:buNone/>
            </a:pPr>
            <a:endParaRPr lang="en-US" altLang="zh-CN" sz="2000" b="1"/>
          </a:p>
          <a:p>
            <a:pPr>
              <a:lnSpc>
                <a:spcPct val="110000"/>
              </a:lnSpc>
            </a:pPr>
            <a:r>
              <a:rPr lang="zh-CN" altLang="en-US" sz="2000" b="1"/>
              <a:t>奇函数 ：</a:t>
            </a:r>
            <a:r>
              <a:rPr lang="en-US" altLang="zh-CN" sz="2000" b="1"/>
              <a:t>f (t )= - f (-t)</a:t>
            </a:r>
            <a:endParaRPr lang="en-US" altLang="zh-CN" sz="2000" b="1"/>
          </a:p>
          <a:p>
            <a:pPr>
              <a:lnSpc>
                <a:spcPct val="110000"/>
              </a:lnSpc>
            </a:pPr>
            <a:endParaRPr lang="en-US" altLang="zh-CN" sz="2000" b="1"/>
          </a:p>
          <a:p>
            <a:pPr>
              <a:lnSpc>
                <a:spcPct val="110000"/>
              </a:lnSpc>
            </a:pPr>
            <a:r>
              <a:rPr lang="zh-CN" altLang="en-US" sz="2000" b="1"/>
              <a:t>偶谐函数 ：半周期重叠对称</a:t>
            </a:r>
            <a:r>
              <a:rPr lang="en-US" altLang="zh-CN" sz="2000" b="1"/>
              <a:t>f(t)=f(t</a:t>
            </a:r>
            <a:r>
              <a:rPr lang="en-US" altLang="zh-CN" sz="2000" b="1">
                <a:sym typeface="Symbol" panose="05050102010706020507" pitchFamily="18" charset="2"/>
              </a:rPr>
              <a:t>T/2)</a:t>
            </a:r>
            <a:endParaRPr lang="en-US" altLang="zh-CN" sz="2000" b="1">
              <a:sym typeface="Symbol" panose="05050102010706020507" pitchFamily="18" charset="2"/>
            </a:endParaRPr>
          </a:p>
          <a:p>
            <a:pPr>
              <a:lnSpc>
                <a:spcPct val="110000"/>
              </a:lnSpc>
              <a:buFont typeface="Wingdings" panose="05000000000000000000" pitchFamily="2" charset="2"/>
              <a:buNone/>
            </a:pPr>
            <a:endParaRPr lang="en-US" altLang="zh-CN" sz="2000" b="1"/>
          </a:p>
          <a:p>
            <a:pPr>
              <a:lnSpc>
                <a:spcPct val="110000"/>
              </a:lnSpc>
            </a:pPr>
            <a:r>
              <a:rPr lang="zh-CN" altLang="en-US" sz="2000" b="1"/>
              <a:t>奇谐函数 ：半周期镜像对称</a:t>
            </a:r>
            <a:r>
              <a:rPr lang="en-US" altLang="zh-CN" sz="2000" b="1"/>
              <a:t>f(t)=-f(t</a:t>
            </a:r>
            <a:r>
              <a:rPr lang="en-US" altLang="zh-CN" sz="2000" b="1">
                <a:sym typeface="Symbol" panose="05050102010706020507" pitchFamily="18" charset="2"/>
              </a:rPr>
              <a:t>T/2)</a:t>
            </a:r>
            <a:endParaRPr lang="en-US" altLang="zh-CN" sz="2000" b="1">
              <a:sym typeface="Symbol" panose="05050102010706020507" pitchFamily="18" charset="2"/>
            </a:endParaRPr>
          </a:p>
        </p:txBody>
      </p:sp>
      <p:grpSp>
        <p:nvGrpSpPr>
          <p:cNvPr id="184325" name="Group 13"/>
          <p:cNvGrpSpPr/>
          <p:nvPr/>
        </p:nvGrpSpPr>
        <p:grpSpPr bwMode="auto">
          <a:xfrm>
            <a:off x="3886200" y="1433513"/>
            <a:ext cx="5257800" cy="473075"/>
            <a:chOff x="2336" y="909"/>
            <a:chExt cx="3312" cy="298"/>
          </a:xfrm>
        </p:grpSpPr>
        <p:graphicFrame>
          <p:nvGraphicFramePr>
            <p:cNvPr id="188431" name="Object 4"/>
            <p:cNvGraphicFramePr>
              <a:graphicFrameLocks noChangeAspect="1"/>
            </p:cNvGraphicFramePr>
            <p:nvPr/>
          </p:nvGraphicFramePr>
          <p:xfrm>
            <a:off x="2752" y="909"/>
            <a:ext cx="2896" cy="271"/>
          </p:xfrm>
          <a:graphic>
            <a:graphicData uri="http://schemas.openxmlformats.org/presentationml/2006/ole">
              <mc:AlternateContent xmlns:mc="http://schemas.openxmlformats.org/markup-compatibility/2006">
                <mc:Choice xmlns:v="urn:schemas-microsoft-com:vml" Requires="v">
                  <p:oleObj spid="_x0000_s188685" name="公式" r:id="rId1" imgW="2171700" imgH="203200" progId="Equation.3">
                    <p:embed/>
                  </p:oleObj>
                </mc:Choice>
                <mc:Fallback>
                  <p:oleObj name="公式" r:id="rId1" imgW="2171700" imgH="203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2" y="909"/>
                          <a:ext cx="2896" cy="271"/>
                        </a:xfrm>
                        <a:prstGeom prst="rect">
                          <a:avLst/>
                        </a:prstGeom>
                        <a:solidFill>
                          <a:schemeClr val="bg1"/>
                        </a:solidFill>
                        <a:ln w="19050">
                          <a:solidFill>
                            <a:srgbClr val="FF0000"/>
                          </a:solidFill>
                          <a:miter lim="800000"/>
                          <a:headEnd/>
                          <a:tailEnd/>
                        </a:ln>
                        <a:effectLst>
                          <a:outerShdw dist="35921" dir="2700000" algn="ctr" rotWithShape="0">
                            <a:srgbClr val="808080"/>
                          </a:outerShdw>
                        </a:effectLst>
                      </p:spPr>
                    </p:pic>
                  </p:oleObj>
                </mc:Fallback>
              </mc:AlternateContent>
            </a:graphicData>
          </a:graphic>
        </p:graphicFrame>
        <p:sp>
          <p:nvSpPr>
            <p:cNvPr id="188432" name="Line 8"/>
            <p:cNvSpPr>
              <a:spLocks noChangeShapeType="1"/>
            </p:cNvSpPr>
            <p:nvPr/>
          </p:nvSpPr>
          <p:spPr bwMode="auto">
            <a:xfrm flipV="1">
              <a:off x="2336" y="1026"/>
              <a:ext cx="363" cy="18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84326" name="Group 12"/>
          <p:cNvGrpSpPr/>
          <p:nvPr/>
        </p:nvGrpSpPr>
        <p:grpSpPr bwMode="auto">
          <a:xfrm>
            <a:off x="4062413" y="2420938"/>
            <a:ext cx="3457575" cy="425450"/>
            <a:chOff x="2559" y="1525"/>
            <a:chExt cx="2178" cy="268"/>
          </a:xfrm>
        </p:grpSpPr>
        <p:graphicFrame>
          <p:nvGraphicFramePr>
            <p:cNvPr id="188429" name="Object 5"/>
            <p:cNvGraphicFramePr>
              <a:graphicFrameLocks noChangeAspect="1"/>
            </p:cNvGraphicFramePr>
            <p:nvPr/>
          </p:nvGraphicFramePr>
          <p:xfrm>
            <a:off x="2877" y="1525"/>
            <a:ext cx="1860" cy="268"/>
          </p:xfrm>
          <a:graphic>
            <a:graphicData uri="http://schemas.openxmlformats.org/presentationml/2006/ole">
              <mc:AlternateContent xmlns:mc="http://schemas.openxmlformats.org/markup-compatibility/2006">
                <mc:Choice xmlns:v="urn:schemas-microsoft-com:vml" Requires="v">
                  <p:oleObj spid="_x0000_s188686" name="公式" r:id="rId3" imgW="1409065" imgH="203200" progId="Equation.3">
                    <p:embed/>
                  </p:oleObj>
                </mc:Choice>
                <mc:Fallback>
                  <p:oleObj name="公式" r:id="rId3" imgW="1409065" imgH="203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7" y="1525"/>
                          <a:ext cx="1860" cy="268"/>
                        </a:xfrm>
                        <a:prstGeom prst="rect">
                          <a:avLst/>
                        </a:prstGeom>
                        <a:solidFill>
                          <a:schemeClr val="bg1"/>
                        </a:solidFill>
                        <a:ln w="19050">
                          <a:solidFill>
                            <a:srgbClr val="FF0000"/>
                          </a:solidFill>
                          <a:miter lim="800000"/>
                          <a:headEnd/>
                          <a:tailEnd/>
                        </a:ln>
                        <a:effectLst>
                          <a:outerShdw dist="35921" dir="2700000" algn="ctr" rotWithShape="0">
                            <a:srgbClr val="808080"/>
                          </a:outerShdw>
                        </a:effectLst>
                      </p:spPr>
                    </p:pic>
                  </p:oleObj>
                </mc:Fallback>
              </mc:AlternateContent>
            </a:graphicData>
          </a:graphic>
        </p:graphicFrame>
        <p:sp>
          <p:nvSpPr>
            <p:cNvPr id="188430" name="Line 9"/>
            <p:cNvSpPr>
              <a:spLocks noChangeShapeType="1"/>
            </p:cNvSpPr>
            <p:nvPr/>
          </p:nvSpPr>
          <p:spPr bwMode="auto">
            <a:xfrm>
              <a:off x="2559" y="1661"/>
              <a:ext cx="31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84327" name="Group 14"/>
          <p:cNvGrpSpPr/>
          <p:nvPr/>
        </p:nvGrpSpPr>
        <p:grpSpPr bwMode="auto">
          <a:xfrm>
            <a:off x="4040188" y="3541713"/>
            <a:ext cx="4470400" cy="425450"/>
            <a:chOff x="2545" y="2231"/>
            <a:chExt cx="2816" cy="268"/>
          </a:xfrm>
        </p:grpSpPr>
        <p:graphicFrame>
          <p:nvGraphicFramePr>
            <p:cNvPr id="188427" name="Object 6"/>
            <p:cNvGraphicFramePr>
              <a:graphicFrameLocks noChangeAspect="1"/>
            </p:cNvGraphicFramePr>
            <p:nvPr/>
          </p:nvGraphicFramePr>
          <p:xfrm>
            <a:off x="2897" y="2231"/>
            <a:ext cx="2464" cy="268"/>
          </p:xfrm>
          <a:graphic>
            <a:graphicData uri="http://schemas.openxmlformats.org/presentationml/2006/ole">
              <mc:AlternateContent xmlns:mc="http://schemas.openxmlformats.org/markup-compatibility/2006">
                <mc:Choice xmlns:v="urn:schemas-microsoft-com:vml" Requires="v">
                  <p:oleObj spid="_x0000_s188687" name="公式" r:id="rId5" imgW="1866265" imgH="203200" progId="Equation.3">
                    <p:embed/>
                  </p:oleObj>
                </mc:Choice>
                <mc:Fallback>
                  <p:oleObj name="公式" r:id="rId5" imgW="1866265" imgH="203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7" y="2231"/>
                          <a:ext cx="2464" cy="268"/>
                        </a:xfrm>
                        <a:prstGeom prst="rect">
                          <a:avLst/>
                        </a:prstGeom>
                        <a:solidFill>
                          <a:schemeClr val="bg1"/>
                        </a:solidFill>
                        <a:ln w="19050">
                          <a:solidFill>
                            <a:srgbClr val="FF0000"/>
                          </a:solidFill>
                          <a:miter lim="800000"/>
                          <a:headEnd/>
                          <a:tailEnd/>
                        </a:ln>
                        <a:effectLst>
                          <a:outerShdw dist="35921" dir="2700000" algn="ctr" rotWithShape="0">
                            <a:srgbClr val="808080"/>
                          </a:outerShdw>
                        </a:effectLst>
                      </p:spPr>
                    </p:pic>
                  </p:oleObj>
                </mc:Fallback>
              </mc:AlternateContent>
            </a:graphicData>
          </a:graphic>
        </p:graphicFrame>
        <p:sp>
          <p:nvSpPr>
            <p:cNvPr id="188428" name="Line 10"/>
            <p:cNvSpPr>
              <a:spLocks noChangeShapeType="1"/>
            </p:cNvSpPr>
            <p:nvPr/>
          </p:nvSpPr>
          <p:spPr bwMode="auto">
            <a:xfrm>
              <a:off x="2545" y="2277"/>
              <a:ext cx="318"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84328" name="Group 15"/>
          <p:cNvGrpSpPr/>
          <p:nvPr/>
        </p:nvGrpSpPr>
        <p:grpSpPr bwMode="auto">
          <a:xfrm>
            <a:off x="3924300" y="4724400"/>
            <a:ext cx="3770313" cy="425450"/>
            <a:chOff x="2472" y="2976"/>
            <a:chExt cx="2375" cy="268"/>
          </a:xfrm>
        </p:grpSpPr>
        <p:graphicFrame>
          <p:nvGraphicFramePr>
            <p:cNvPr id="188425" name="Object 7"/>
            <p:cNvGraphicFramePr>
              <a:graphicFrameLocks noChangeAspect="1"/>
            </p:cNvGraphicFramePr>
            <p:nvPr/>
          </p:nvGraphicFramePr>
          <p:xfrm>
            <a:off x="2986" y="2976"/>
            <a:ext cx="1861" cy="268"/>
          </p:xfrm>
          <a:graphic>
            <a:graphicData uri="http://schemas.openxmlformats.org/presentationml/2006/ole">
              <mc:AlternateContent xmlns:mc="http://schemas.openxmlformats.org/markup-compatibility/2006">
                <mc:Choice xmlns:v="urn:schemas-microsoft-com:vml" Requires="v">
                  <p:oleObj spid="_x0000_s188688" name="公式" r:id="rId7" imgW="1409065" imgH="203200" progId="Equation.3">
                    <p:embed/>
                  </p:oleObj>
                </mc:Choice>
                <mc:Fallback>
                  <p:oleObj name="公式" r:id="rId7" imgW="1409065" imgH="2032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6" y="2976"/>
                          <a:ext cx="1861" cy="268"/>
                        </a:xfrm>
                        <a:prstGeom prst="rect">
                          <a:avLst/>
                        </a:prstGeom>
                        <a:solidFill>
                          <a:schemeClr val="bg1"/>
                        </a:solidFill>
                        <a:ln w="19050">
                          <a:solidFill>
                            <a:srgbClr val="FF0000"/>
                          </a:solidFill>
                          <a:miter lim="800000"/>
                          <a:headEnd/>
                          <a:tailEnd/>
                        </a:ln>
                        <a:effectLst>
                          <a:outerShdw dist="35921" dir="2700000" algn="ctr" rotWithShape="0">
                            <a:srgbClr val="808080"/>
                          </a:outerShdw>
                        </a:effectLst>
                      </p:spPr>
                    </p:pic>
                  </p:oleObj>
                </mc:Fallback>
              </mc:AlternateContent>
            </a:graphicData>
          </a:graphic>
        </p:graphicFrame>
        <p:sp>
          <p:nvSpPr>
            <p:cNvPr id="188426" name="Line 11"/>
            <p:cNvSpPr>
              <a:spLocks noChangeShapeType="1"/>
            </p:cNvSpPr>
            <p:nvPr/>
          </p:nvSpPr>
          <p:spPr bwMode="auto">
            <a:xfrm>
              <a:off x="2472" y="2976"/>
              <a:ext cx="453" cy="13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9"/>
    </p:custDataLst>
  </p:cSld>
  <p:clrMapOvr>
    <a:masterClrMapping/>
  </p:clrMapOvr>
  <p:transition advTm="327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26659">
                                            <p:bg/>
                                          </p:spTgt>
                                        </p:tgtEl>
                                        <p:attrNameLst>
                                          <p:attrName>style.visibility</p:attrName>
                                        </p:attrNameLst>
                                      </p:cBhvr>
                                      <p:to>
                                        <p:strVal val="visible"/>
                                      </p:to>
                                    </p:set>
                                    <p:anim calcmode="lin" valueType="num">
                                      <p:cBhvr>
                                        <p:cTn id="7" dur="1000" fill="hold"/>
                                        <p:tgtEl>
                                          <p:spTgt spid="326659">
                                            <p:bg/>
                                          </p:spTgt>
                                        </p:tgtEl>
                                        <p:attrNameLst>
                                          <p:attrName>ppt_w</p:attrName>
                                        </p:attrNameLst>
                                      </p:cBhvr>
                                      <p:tavLst>
                                        <p:tav tm="0">
                                          <p:val>
                                            <p:strVal val="#ppt_w*0.70"/>
                                          </p:val>
                                        </p:tav>
                                        <p:tav tm="100000">
                                          <p:val>
                                            <p:strVal val="#ppt_w"/>
                                          </p:val>
                                        </p:tav>
                                      </p:tavLst>
                                    </p:anim>
                                    <p:anim calcmode="lin" valueType="num">
                                      <p:cBhvr>
                                        <p:cTn id="8" dur="1000" fill="hold"/>
                                        <p:tgtEl>
                                          <p:spTgt spid="326659">
                                            <p:bg/>
                                          </p:spTgt>
                                        </p:tgtEl>
                                        <p:attrNameLst>
                                          <p:attrName>ppt_h</p:attrName>
                                        </p:attrNameLst>
                                      </p:cBhvr>
                                      <p:tavLst>
                                        <p:tav tm="0">
                                          <p:val>
                                            <p:strVal val="#ppt_h"/>
                                          </p:val>
                                        </p:tav>
                                        <p:tav tm="100000">
                                          <p:val>
                                            <p:strVal val="#ppt_h"/>
                                          </p:val>
                                        </p:tav>
                                      </p:tavLst>
                                    </p:anim>
                                    <p:animEffect transition="in" filter="fade">
                                      <p:cBhvr>
                                        <p:cTn id="9" dur="1000"/>
                                        <p:tgtEl>
                                          <p:spTgt spid="326659">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326659">
                                            <p:txEl>
                                              <p:pRg st="0" end="0"/>
                                            </p:txEl>
                                          </p:spTgt>
                                        </p:tgtEl>
                                        <p:attrNameLst>
                                          <p:attrName>style.visibility</p:attrName>
                                        </p:attrNameLst>
                                      </p:cBhvr>
                                      <p:to>
                                        <p:strVal val="visible"/>
                                      </p:to>
                                    </p:set>
                                    <p:anim calcmode="lin" valueType="num">
                                      <p:cBhvr>
                                        <p:cTn id="12" dur="1000" fill="hold"/>
                                        <p:tgtEl>
                                          <p:spTgt spid="326659">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326659">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326659">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26659">
                                            <p:txEl>
                                              <p:pRg st="1" end="1"/>
                                            </p:txEl>
                                          </p:spTgt>
                                        </p:tgtEl>
                                        <p:attrNameLst>
                                          <p:attrName>style.visibility</p:attrName>
                                        </p:attrNameLst>
                                      </p:cBhvr>
                                      <p:to>
                                        <p:strVal val="visible"/>
                                      </p:to>
                                    </p:set>
                                    <p:anim calcmode="lin" valueType="num">
                                      <p:cBhvr>
                                        <p:cTn id="17" dur="1000" fill="hold"/>
                                        <p:tgtEl>
                                          <p:spTgt spid="326659">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326659">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326659">
                                            <p:txEl>
                                              <p:pRg st="1" end="1"/>
                                            </p:txEl>
                                          </p:spTgt>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326659">
                                            <p:txEl>
                                              <p:pRg st="3" end="3"/>
                                            </p:txEl>
                                          </p:spTgt>
                                        </p:tgtEl>
                                        <p:attrNameLst>
                                          <p:attrName>style.visibility</p:attrName>
                                        </p:attrNameLst>
                                      </p:cBhvr>
                                      <p:to>
                                        <p:strVal val="visible"/>
                                      </p:to>
                                    </p:set>
                                    <p:anim calcmode="lin" valueType="num">
                                      <p:cBhvr>
                                        <p:cTn id="22" dur="1000" fill="hold"/>
                                        <p:tgtEl>
                                          <p:spTgt spid="326659">
                                            <p:txEl>
                                              <p:pRg st="3" end="3"/>
                                            </p:txEl>
                                          </p:spTgt>
                                        </p:tgtEl>
                                        <p:attrNameLst>
                                          <p:attrName>ppt_w</p:attrName>
                                        </p:attrNameLst>
                                      </p:cBhvr>
                                      <p:tavLst>
                                        <p:tav tm="0">
                                          <p:val>
                                            <p:strVal val="#ppt_w*0.70"/>
                                          </p:val>
                                        </p:tav>
                                        <p:tav tm="100000">
                                          <p:val>
                                            <p:strVal val="#ppt_w"/>
                                          </p:val>
                                        </p:tav>
                                      </p:tavLst>
                                    </p:anim>
                                    <p:anim calcmode="lin" valueType="num">
                                      <p:cBhvr>
                                        <p:cTn id="23" dur="1000" fill="hold"/>
                                        <p:tgtEl>
                                          <p:spTgt spid="326659">
                                            <p:txEl>
                                              <p:pRg st="3" end="3"/>
                                            </p:txEl>
                                          </p:spTgt>
                                        </p:tgtEl>
                                        <p:attrNameLst>
                                          <p:attrName>ppt_h</p:attrName>
                                        </p:attrNameLst>
                                      </p:cBhvr>
                                      <p:tavLst>
                                        <p:tav tm="0">
                                          <p:val>
                                            <p:strVal val="#ppt_h"/>
                                          </p:val>
                                        </p:tav>
                                        <p:tav tm="100000">
                                          <p:val>
                                            <p:strVal val="#ppt_h"/>
                                          </p:val>
                                        </p:tav>
                                      </p:tavLst>
                                    </p:anim>
                                    <p:animEffect transition="in" filter="fade">
                                      <p:cBhvr>
                                        <p:cTn id="24" dur="1000"/>
                                        <p:tgtEl>
                                          <p:spTgt spid="326659">
                                            <p:txEl>
                                              <p:pRg st="3" end="3"/>
                                            </p:txEl>
                                          </p:spTgt>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326659">
                                            <p:txEl>
                                              <p:pRg st="5" end="5"/>
                                            </p:txEl>
                                          </p:spTgt>
                                        </p:tgtEl>
                                        <p:attrNameLst>
                                          <p:attrName>style.visibility</p:attrName>
                                        </p:attrNameLst>
                                      </p:cBhvr>
                                      <p:to>
                                        <p:strVal val="visible"/>
                                      </p:to>
                                    </p:set>
                                    <p:anim calcmode="lin" valueType="num">
                                      <p:cBhvr>
                                        <p:cTn id="27" dur="1000" fill="hold"/>
                                        <p:tgtEl>
                                          <p:spTgt spid="326659">
                                            <p:txEl>
                                              <p:pRg st="5" end="5"/>
                                            </p:txEl>
                                          </p:spTgt>
                                        </p:tgtEl>
                                        <p:attrNameLst>
                                          <p:attrName>ppt_w</p:attrName>
                                        </p:attrNameLst>
                                      </p:cBhvr>
                                      <p:tavLst>
                                        <p:tav tm="0">
                                          <p:val>
                                            <p:strVal val="#ppt_w*0.70"/>
                                          </p:val>
                                        </p:tav>
                                        <p:tav tm="100000">
                                          <p:val>
                                            <p:strVal val="#ppt_w"/>
                                          </p:val>
                                        </p:tav>
                                      </p:tavLst>
                                    </p:anim>
                                    <p:anim calcmode="lin" valueType="num">
                                      <p:cBhvr>
                                        <p:cTn id="28" dur="1000" fill="hold"/>
                                        <p:tgtEl>
                                          <p:spTgt spid="326659">
                                            <p:txEl>
                                              <p:pRg st="5" end="5"/>
                                            </p:txEl>
                                          </p:spTgt>
                                        </p:tgtEl>
                                        <p:attrNameLst>
                                          <p:attrName>ppt_h</p:attrName>
                                        </p:attrNameLst>
                                      </p:cBhvr>
                                      <p:tavLst>
                                        <p:tav tm="0">
                                          <p:val>
                                            <p:strVal val="#ppt_h"/>
                                          </p:val>
                                        </p:tav>
                                        <p:tav tm="100000">
                                          <p:val>
                                            <p:strVal val="#ppt_h"/>
                                          </p:val>
                                        </p:tav>
                                      </p:tavLst>
                                    </p:anim>
                                    <p:animEffect transition="in" filter="fade">
                                      <p:cBhvr>
                                        <p:cTn id="29" dur="1000"/>
                                        <p:tgtEl>
                                          <p:spTgt spid="326659">
                                            <p:txEl>
                                              <p:pRg st="5" end="5"/>
                                            </p:txEl>
                                          </p:spTgt>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326659">
                                            <p:txEl>
                                              <p:pRg st="7" end="7"/>
                                            </p:txEl>
                                          </p:spTgt>
                                        </p:tgtEl>
                                        <p:attrNameLst>
                                          <p:attrName>style.visibility</p:attrName>
                                        </p:attrNameLst>
                                      </p:cBhvr>
                                      <p:to>
                                        <p:strVal val="visible"/>
                                      </p:to>
                                    </p:set>
                                    <p:anim calcmode="lin" valueType="num">
                                      <p:cBhvr>
                                        <p:cTn id="32" dur="1000" fill="hold"/>
                                        <p:tgtEl>
                                          <p:spTgt spid="326659">
                                            <p:txEl>
                                              <p:pRg st="7" end="7"/>
                                            </p:txEl>
                                          </p:spTgt>
                                        </p:tgtEl>
                                        <p:attrNameLst>
                                          <p:attrName>ppt_w</p:attrName>
                                        </p:attrNameLst>
                                      </p:cBhvr>
                                      <p:tavLst>
                                        <p:tav tm="0">
                                          <p:val>
                                            <p:strVal val="#ppt_w*0.70"/>
                                          </p:val>
                                        </p:tav>
                                        <p:tav tm="100000">
                                          <p:val>
                                            <p:strVal val="#ppt_w"/>
                                          </p:val>
                                        </p:tav>
                                      </p:tavLst>
                                    </p:anim>
                                    <p:anim calcmode="lin" valueType="num">
                                      <p:cBhvr>
                                        <p:cTn id="33" dur="1000" fill="hold"/>
                                        <p:tgtEl>
                                          <p:spTgt spid="326659">
                                            <p:txEl>
                                              <p:pRg st="7" end="7"/>
                                            </p:txEl>
                                          </p:spTgt>
                                        </p:tgtEl>
                                        <p:attrNameLst>
                                          <p:attrName>ppt_h</p:attrName>
                                        </p:attrNameLst>
                                      </p:cBhvr>
                                      <p:tavLst>
                                        <p:tav tm="0">
                                          <p:val>
                                            <p:strVal val="#ppt_h"/>
                                          </p:val>
                                        </p:tav>
                                        <p:tav tm="100000">
                                          <p:val>
                                            <p:strVal val="#ppt_h"/>
                                          </p:val>
                                        </p:tav>
                                      </p:tavLst>
                                    </p:anim>
                                    <p:animEffect transition="in" filter="fade">
                                      <p:cBhvr>
                                        <p:cTn id="34" dur="1000"/>
                                        <p:tgtEl>
                                          <p:spTgt spid="326659">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43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43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84327"/>
                                        </p:tgtEl>
                                        <p:attrNameLst>
                                          <p:attrName>style.visibility</p:attrName>
                                        </p:attrNameLst>
                                      </p:cBhvr>
                                      <p:to>
                                        <p:strVal val="visible"/>
                                      </p:to>
                                    </p:set>
                                    <p:anim calcmode="lin" valueType="num">
                                      <p:cBhvr additive="base">
                                        <p:cTn id="47" dur="500" fill="hold"/>
                                        <p:tgtEl>
                                          <p:spTgt spid="184327"/>
                                        </p:tgtEl>
                                        <p:attrNameLst>
                                          <p:attrName>ppt_x</p:attrName>
                                        </p:attrNameLst>
                                      </p:cBhvr>
                                      <p:tavLst>
                                        <p:tav tm="0">
                                          <p:val>
                                            <p:strVal val="#ppt_x"/>
                                          </p:val>
                                        </p:tav>
                                        <p:tav tm="100000">
                                          <p:val>
                                            <p:strVal val="#ppt_x"/>
                                          </p:val>
                                        </p:tav>
                                      </p:tavLst>
                                    </p:anim>
                                    <p:anim calcmode="lin" valueType="num">
                                      <p:cBhvr additive="base">
                                        <p:cTn id="48" dur="500" fill="hold"/>
                                        <p:tgtEl>
                                          <p:spTgt spid="18432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4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659" grpId="0" animBg="1" build="p"/>
    </p:bldLst>
  </p:timing>
</p:sld>
</file>

<file path=ppt/tags/tag1.xml><?xml version="1.0" encoding="utf-8"?>
<p:tagLst xmlns:p="http://schemas.openxmlformats.org/presentationml/2006/main">
  <p:tag name="TIMING" val="|19.5|84|22.5|22.3"/>
</p:tagLst>
</file>

<file path=ppt/tags/tag2.xml><?xml version="1.0" encoding="utf-8"?>
<p:tagLst xmlns:p="http://schemas.openxmlformats.org/presentationml/2006/main">
  <p:tag name="TIMING" val="|6.3|150.2|71.4"/>
</p:tagLst>
</file>

<file path=ppt/tags/tag3.xml><?xml version="1.0" encoding="utf-8"?>
<p:tagLst xmlns:p="http://schemas.openxmlformats.org/presentationml/2006/main">
  <p:tag name="TIMING" val="|17.6"/>
</p:tagLst>
</file>

<file path=ppt/tags/tag4.xml><?xml version="1.0" encoding="utf-8"?>
<p:tagLst xmlns:p="http://schemas.openxmlformats.org/presentationml/2006/main">
  <p:tag name="TIMING" val="|50.9"/>
</p:tagLst>
</file>

<file path=ppt/tags/tag5.xml><?xml version="1.0" encoding="utf-8"?>
<p:tagLst xmlns:p="http://schemas.openxmlformats.org/presentationml/2006/main">
  <p:tag name="TIMING" val="|3.4"/>
</p:tagLst>
</file>

<file path=ppt/tags/tag6.xml><?xml version="1.0" encoding="utf-8"?>
<p:tagLst xmlns:p="http://schemas.openxmlformats.org/presentationml/2006/main">
  <p:tag name="TIMING" val="|1.8|4.2|38.6"/>
</p:tagLst>
</file>

<file path=ppt/tags/tag7.xml><?xml version="1.0" encoding="utf-8"?>
<p:tagLst xmlns:p="http://schemas.openxmlformats.org/presentationml/2006/main">
  <p:tag name="TIMING" val="|1.9|16|68.6"/>
</p:tagLst>
</file>

<file path=ppt/tags/tag8.xml><?xml version="1.0" encoding="utf-8"?>
<p:tagLst xmlns:p="http://schemas.openxmlformats.org/presentationml/2006/main">
  <p:tag name="TIMING" val="|2.2|42.3|181.8"/>
</p:tagLst>
</file>

<file path=ppt/tags/tag9.xml><?xml version="1.0" encoding="utf-8"?>
<p:tagLst xmlns:p="http://schemas.openxmlformats.org/presentationml/2006/main">
  <p:tag name="TIMING" val="|66.2|86.7|33.3"/>
</p:tagLst>
</file>

<file path=ppt/tags/tag10.xml><?xml version="1.0" encoding="utf-8"?>
<p:tagLst xmlns:p="http://schemas.openxmlformats.org/presentationml/2006/main">
  <p:tag name="TIMING" val="|16.7|84.4"/>
</p:tagLst>
</file>

<file path=ppt/tags/tag11.xml><?xml version="1.0" encoding="utf-8"?>
<p:tagLst xmlns:p="http://schemas.openxmlformats.org/presentationml/2006/main">
  <p:tag name="TIMING" val="|50.7"/>
</p:tagLst>
</file>

<file path=ppt/tags/tag12.xml><?xml version="1.0" encoding="utf-8"?>
<p:tagLst xmlns:p="http://schemas.openxmlformats.org/presentationml/2006/main">
  <p:tag name="TIMING" val="|60|56.2|33.2"/>
</p:tagLst>
</file>

<file path=ppt/tags/tag13.xml><?xml version="1.0" encoding="utf-8"?>
<p:tagLst xmlns:p="http://schemas.openxmlformats.org/presentationml/2006/main">
  <p:tag name="TIMING" val="|61.9"/>
</p:tagLst>
</file>

<file path=ppt/tags/tag14.xml><?xml version="1.0" encoding="utf-8"?>
<p:tagLst xmlns:p="http://schemas.openxmlformats.org/presentationml/2006/main">
  <p:tag name="TIMING" val="|1.9"/>
</p:tagLst>
</file>

<file path=ppt/tags/tag15.xml><?xml version="1.0" encoding="utf-8"?>
<p:tagLst xmlns:p="http://schemas.openxmlformats.org/presentationml/2006/main">
  <p:tag name="TIMING" val="|19|37.4"/>
</p:tagLst>
</file>

<file path=ppt/tags/tag16.xml><?xml version="1.0" encoding="utf-8"?>
<p:tagLst xmlns:p="http://schemas.openxmlformats.org/presentationml/2006/main">
  <p:tag name="TIMING" val="|3.4"/>
</p:tagLst>
</file>

<file path=ppt/tags/tag17.xml><?xml version="1.0" encoding="utf-8"?>
<p:tagLst xmlns:p="http://schemas.openxmlformats.org/presentationml/2006/main">
  <p:tag name="TIMING" val="|50.7"/>
</p:tagLst>
</file>

<file path=ppt/tags/tag18.xml><?xml version="1.0" encoding="utf-8"?>
<p:tagLst xmlns:p="http://schemas.openxmlformats.org/presentationml/2006/main">
  <p:tag name="TIMING" val="|35|34.2"/>
</p:tagLst>
</file>

<file path=ppt/tags/tag19.xml><?xml version="1.0" encoding="utf-8"?>
<p:tagLst xmlns:p="http://schemas.openxmlformats.org/presentationml/2006/main">
  <p:tag name="TIMING" val="|67.2"/>
</p:tagLst>
</file>

<file path=ppt/tags/tag20.xml><?xml version="1.0" encoding="utf-8"?>
<p:tagLst xmlns:p="http://schemas.openxmlformats.org/presentationml/2006/main">
  <p:tag name="TIMING" val="|36.7"/>
</p:tagLst>
</file>

<file path=ppt/tags/tag21.xml><?xml version="1.0" encoding="utf-8"?>
<p:tagLst xmlns:p="http://schemas.openxmlformats.org/presentationml/2006/main">
  <p:tag name="TIMING" val="|71.4"/>
</p:tagLst>
</file>

<file path=ppt/tags/tag22.xml><?xml version="1.0" encoding="utf-8"?>
<p:tagLst xmlns:p="http://schemas.openxmlformats.org/presentationml/2006/main">
  <p:tag name="TIMING" val="|113.7"/>
</p:tagLst>
</file>

<file path=ppt/tags/tag23.xml><?xml version="1.0" encoding="utf-8"?>
<p:tagLst xmlns:p="http://schemas.openxmlformats.org/presentationml/2006/main">
  <p:tag name="TIMING" val="|242.9"/>
</p:tagLst>
</file>

<file path=ppt/tags/tag24.xml><?xml version="1.0" encoding="utf-8"?>
<p:tagLst xmlns:p="http://schemas.openxmlformats.org/presentationml/2006/main">
  <p:tag name="TIMING" val="|21.4"/>
</p:tagLst>
</file>

<file path=ppt/tags/tag25.xml><?xml version="1.0" encoding="utf-8"?>
<p:tagLst xmlns:p="http://schemas.openxmlformats.org/presentationml/2006/main">
  <p:tag name="TIMING" val="|4.1|23.5"/>
</p:tagLst>
</file>

<file path=ppt/tags/tag26.xml><?xml version="1.0" encoding="utf-8"?>
<p:tagLst xmlns:p="http://schemas.openxmlformats.org/presentationml/2006/main">
  <p:tag name="TIMING" val="|52.7|1.9|3.7"/>
</p:tagLst>
</file>

<file path=ppt/tags/tag27.xml><?xml version="1.0" encoding="utf-8"?>
<p:tagLst xmlns:p="http://schemas.openxmlformats.org/presentationml/2006/main">
  <p:tag name="TIMING" val="|129.8|55.3|45.2"/>
</p:tagLst>
</file>

<file path=ppt/tags/tag28.xml><?xml version="1.0" encoding="utf-8"?>
<p:tagLst xmlns:p="http://schemas.openxmlformats.org/presentationml/2006/main">
  <p:tag name="TIMING" val="|221.2|98.4|36.9"/>
</p:tagLst>
</file>

<file path=ppt/tags/tag29.xml><?xml version="1.0" encoding="utf-8"?>
<p:tagLst xmlns:p="http://schemas.openxmlformats.org/presentationml/2006/main">
  <p:tag name="TIMING" val="|16.7"/>
</p:tagLst>
</file>

<file path=ppt/tags/tag30.xml><?xml version="1.0" encoding="utf-8"?>
<p:tagLst xmlns:p="http://schemas.openxmlformats.org/presentationml/2006/main">
  <p:tag name="TIMING" val="|0.6|0.4|0.4|0.2|0.3|0.4"/>
</p:tagLst>
</file>

<file path=ppt/tags/tag31.xml><?xml version="1.0" encoding="utf-8"?>
<p:tagLst xmlns:p="http://schemas.openxmlformats.org/presentationml/2006/main">
  <p:tag name="TIMING" val="|0.6|0.5|0.3|0.4|0.8"/>
</p:tagLst>
</file>

<file path=ppt/tags/tag32.xml><?xml version="1.0" encoding="utf-8"?>
<p:tagLst xmlns:p="http://schemas.openxmlformats.org/presentationml/2006/main">
  <p:tag name="TIMING" val="|26.5"/>
</p:tagLst>
</file>

<file path=ppt/tags/tag33.xml><?xml version="1.0" encoding="utf-8"?>
<p:tagLst xmlns:p="http://schemas.openxmlformats.org/presentationml/2006/main">
  <p:tag name="TIMING" val="|62"/>
</p:tagLst>
</file>

<file path=ppt/tags/tag34.xml><?xml version="1.0" encoding="utf-8"?>
<p:tagLst xmlns:p="http://schemas.openxmlformats.org/presentationml/2006/main">
  <p:tag name="TIMING" val="|246.4"/>
</p:tagLst>
</file>

<file path=ppt/tags/tag35.xml><?xml version="1.0" encoding="utf-8"?>
<p:tagLst xmlns:p="http://schemas.openxmlformats.org/presentationml/2006/main">
  <p:tag name="TIMING" val="|54.4|146.7|19.9"/>
</p:tagLst>
</file>

<file path=ppt/tags/tag36.xml><?xml version="1.0" encoding="utf-8"?>
<p:tagLst xmlns:p="http://schemas.openxmlformats.org/presentationml/2006/main">
  <p:tag name="TIMING" val="|115.4"/>
</p:tagLst>
</file>

<file path=ppt/tags/tag37.xml><?xml version="1.0" encoding="utf-8"?>
<p:tagLst xmlns:p="http://schemas.openxmlformats.org/presentationml/2006/main">
  <p:tag name="TIMING" val="|98.1"/>
</p:tagLst>
</file>

<file path=ppt/tags/tag38.xml><?xml version="1.0" encoding="utf-8"?>
<p:tagLst xmlns:p="http://schemas.openxmlformats.org/presentationml/2006/main">
  <p:tag name="TIMING" val="|1.6"/>
</p:tagLst>
</file>

<file path=ppt/tags/tag39.xml><?xml version="1.0" encoding="utf-8"?>
<p:tagLst xmlns:p="http://schemas.openxmlformats.org/presentationml/2006/main">
  <p:tag name="TIMING" val="|19.4|8.1|11"/>
</p:tagLst>
</file>

<file path=ppt/tags/tag40.xml><?xml version="1.0" encoding="utf-8"?>
<p:tagLst xmlns:p="http://schemas.openxmlformats.org/presentationml/2006/main">
  <p:tag name="TIMING" val="|14.1|17.1|7.4"/>
</p:tagLst>
</file>

<file path=ppt/tags/tag41.xml><?xml version="1.0" encoding="utf-8"?>
<p:tagLst xmlns:p="http://schemas.openxmlformats.org/presentationml/2006/main">
  <p:tag name="TIMING" val="|37.1|34.1"/>
</p:tagLst>
</file>

<file path=ppt/tags/tag42.xml><?xml version="1.0" encoding="utf-8"?>
<p:tagLst xmlns:p="http://schemas.openxmlformats.org/presentationml/2006/main">
  <p:tag name="TIMING" val="|30.1"/>
</p:tagLst>
</file>

<file path=ppt/tags/tag43.xml><?xml version="1.0" encoding="utf-8"?>
<p:tagLst xmlns:p="http://schemas.openxmlformats.org/presentationml/2006/main">
  <p:tag name="TIMING" val="|59|30.6|12.5|13.2|16.3"/>
</p:tagLst>
</file>

<file path=ppt/tags/tag44.xml><?xml version="1.0" encoding="utf-8"?>
<p:tagLst xmlns:p="http://schemas.openxmlformats.org/presentationml/2006/main">
  <p:tag name="TIMING" val="|21.4"/>
</p:tagLst>
</file>

<file path=ppt/tags/tag45.xml><?xml version="1.0" encoding="utf-8"?>
<p:tagLst xmlns:p="http://schemas.openxmlformats.org/presentationml/2006/main">
  <p:tag name="TIMING" val="|4.1|23.5"/>
</p:tagLst>
</file>

<file path=ppt/tags/tag46.xml><?xml version="1.0" encoding="utf-8"?>
<p:tagLst xmlns:p="http://schemas.openxmlformats.org/presentationml/2006/main">
  <p:tag name="TIMING" val="|16.7"/>
</p:tagLst>
</file>

<file path=ppt/tags/tag47.xml><?xml version="1.0" encoding="utf-8"?>
<p:tagLst xmlns:p="http://schemas.openxmlformats.org/presentationml/2006/main">
  <p:tag name="TIMING" val="|48.9"/>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TIMING" val="|115.4"/>
</p:tagLst>
</file>

<file path=ppt/tags/tag51.xml><?xml version="1.0" encoding="utf-8"?>
<p:tagLst xmlns:p="http://schemas.openxmlformats.org/presentationml/2006/main">
  <p:tag name="TIMING" val="|49.4|51.5|33.7"/>
</p:tagLst>
</file>

<file path=ppt/tags/tag52.xml><?xml version="1.0" encoding="utf-8"?>
<p:tagLst xmlns:p="http://schemas.openxmlformats.org/presentationml/2006/main">
  <p:tag name="TIMING" val="|8.3|71.2"/>
</p:tagLst>
</file>

<file path=ppt/tags/tag53.xml><?xml version="1.0" encoding="utf-8"?>
<p:tagLst xmlns:p="http://schemas.openxmlformats.org/presentationml/2006/main">
  <p:tag name="TIMING" val="|32.4|13.8|169.8"/>
</p:tagLst>
</file>

<file path=ppt/tags/tag54.xml><?xml version="1.0" encoding="utf-8"?>
<p:tagLst xmlns:p="http://schemas.openxmlformats.org/presentationml/2006/main">
  <p:tag name="TIMING" val="|37.1|1.4|16.1|4.4|14.9|12.3|66.1|62.6|189.8|1.2|0.9"/>
</p:tagLst>
</file>

<file path=ppt/tags/tag55.xml><?xml version="1.0" encoding="utf-8"?>
<p:tagLst xmlns:p="http://schemas.openxmlformats.org/presentationml/2006/main">
  <p:tag name="TIMING" val="|50.5"/>
</p:tagLst>
</file>

<file path=ppt/tags/tag56.xml><?xml version="1.0" encoding="utf-8"?>
<p:tagLst xmlns:p="http://schemas.openxmlformats.org/presentationml/2006/main">
  <p:tag name="TIMING" val="|74.1|2|6.3|15.6"/>
</p:tagLst>
</file>

<file path=ppt/tags/tag57.xml><?xml version="1.0" encoding="utf-8"?>
<p:tagLst xmlns:p="http://schemas.openxmlformats.org/presentationml/2006/main">
  <p:tag name="TIMING" val="|1.7|0.2|0.2"/>
</p:tagLst>
</file>

<file path=ppt/tags/tag58.xml><?xml version="1.0" encoding="utf-8"?>
<p:tagLst xmlns:p="http://schemas.openxmlformats.org/presentationml/2006/main">
  <p:tag name="TIMING" val="|0.3|7.6"/>
</p:tagLst>
</file>

<file path=ppt/tags/tag59.xml><?xml version="1.0" encoding="utf-8"?>
<p:tagLst xmlns:p="http://schemas.openxmlformats.org/presentationml/2006/main">
  <p:tag name="TIMING" val="|13.5|92.4"/>
</p:tagLst>
</file>

<file path=ppt/tags/tag60.xml><?xml version="1.0" encoding="utf-8"?>
<p:tagLst xmlns:p="http://schemas.openxmlformats.org/presentationml/2006/main">
  <p:tag name="TIMING" val="|72.9"/>
</p:tagLst>
</file>

<file path=ppt/tags/tag61.xml><?xml version="1.0" encoding="utf-8"?>
<p:tagLst xmlns:p="http://schemas.openxmlformats.org/presentationml/2006/main">
  <p:tag name="TIMING" val="|44.3"/>
</p:tagLst>
</file>

<file path=ppt/tags/tag62.xml><?xml version="1.0" encoding="utf-8"?>
<p:tagLst xmlns:p="http://schemas.openxmlformats.org/presentationml/2006/main">
  <p:tag name="TIMING" val="|44.3"/>
</p:tagLst>
</file>

<file path=ppt/tags/tag63.xml><?xml version="1.0" encoding="utf-8"?>
<p:tagLst xmlns:p="http://schemas.openxmlformats.org/presentationml/2006/main">
  <p:tag name="TIMING" val="|138"/>
</p:tagLst>
</file>

<file path=ppt/tags/tag64.xml><?xml version="1.0" encoding="utf-8"?>
<p:tagLst xmlns:p="http://schemas.openxmlformats.org/presentationml/2006/main">
  <p:tag name="TIMING" val="|3|83.9"/>
</p:tagLst>
</file>

<file path=ppt/tags/tag65.xml><?xml version="1.0" encoding="utf-8"?>
<p:tagLst xmlns:p="http://schemas.openxmlformats.org/presentationml/2006/main">
  <p:tag name="TIMING" val="|12.3|9.3"/>
</p:tagLst>
</file>

<file path=ppt/tags/tag66.xml><?xml version="1.0" encoding="utf-8"?>
<p:tagLst xmlns:p="http://schemas.openxmlformats.org/presentationml/2006/main">
  <p:tag name="TIMING" val="|2.3|75.6"/>
</p:tagLst>
</file>

<file path=ppt/tags/tag67.xml><?xml version="1.0" encoding="utf-8"?>
<p:tagLst xmlns:p="http://schemas.openxmlformats.org/presentationml/2006/main">
  <p:tag name="TIMING" val="|35.6|58.8|5|6.4"/>
</p:tagLst>
</file>

<file path=ppt/tags/tag68.xml><?xml version="1.0" encoding="utf-8"?>
<p:tagLst xmlns:p="http://schemas.openxmlformats.org/presentationml/2006/main">
  <p:tag name="TIMING" val="|35.4|75.8|5.3|1.8"/>
</p:tagLst>
</file>

<file path=ppt/tags/tag69.xml><?xml version="1.0" encoding="utf-8"?>
<p:tagLst xmlns:p="http://schemas.openxmlformats.org/presentationml/2006/main">
  <p:tag name="TIMING" val="|108.7|104.7"/>
</p:tagLst>
</file>

<file path=ppt/tags/tag70.xml><?xml version="1.0" encoding="utf-8"?>
<p:tagLst xmlns:p="http://schemas.openxmlformats.org/presentationml/2006/main">
  <p:tag name="TIMING" val="|44.3"/>
</p:tagLst>
</file>

<file path=ppt/tags/tag71.xml><?xml version="1.0" encoding="utf-8"?>
<p:tagLst xmlns:p="http://schemas.openxmlformats.org/presentationml/2006/main">
  <p:tag name="TIMING" val="|12.3|9.3"/>
</p:tagLst>
</file>

<file path=ppt/tags/tag72.xml><?xml version="1.0" encoding="utf-8"?>
<p:tagLst xmlns:p="http://schemas.openxmlformats.org/presentationml/2006/main">
  <p:tag name="TIMING" val="|108.7|104.7"/>
</p:tagLst>
</file>

<file path=ppt/tags/tag73.xml><?xml version="1.0" encoding="utf-8"?>
<p:tagLst xmlns:p="http://schemas.openxmlformats.org/presentationml/2006/main">
  <p:tag name="TIMING" val="|210.2|12.5"/>
</p:tagLst>
</file>

<file path=ppt/tags/tag74.xml><?xml version="1.0" encoding="utf-8"?>
<p:tagLst xmlns:p="http://schemas.openxmlformats.org/presentationml/2006/main">
  <p:tag name="TIMING" val="|174.6|65.2|21.8|63.2"/>
</p:tagLst>
</file>

<file path=ppt/tags/tag75.xml><?xml version="1.0" encoding="utf-8"?>
<p:tagLst xmlns:p="http://schemas.openxmlformats.org/presentationml/2006/main">
  <p:tag name="TIMING" val="|42.7|302.2|31.3"/>
</p:tagLst>
</file>

<file path=ppt/tags/tag76.xml><?xml version="1.0" encoding="utf-8"?>
<p:tagLst xmlns:p="http://schemas.openxmlformats.org/presentationml/2006/main">
  <p:tag name="TIMING" val="|14.3"/>
</p:tagLst>
</file>

<file path=ppt/tags/tag77.xml><?xml version="1.0" encoding="utf-8"?>
<p:tagLst xmlns:p="http://schemas.openxmlformats.org/presentationml/2006/main">
  <p:tag name="TIMING" val="|31.1"/>
</p:tagLst>
</file>

<file path=ppt/tags/tag78.xml><?xml version="1.0" encoding="utf-8"?>
<p:tagLst xmlns:p="http://schemas.openxmlformats.org/presentationml/2006/main">
  <p:tag name="TIMING" val="|37.5"/>
</p:tagLst>
</file>

<file path=ppt/tags/tag79.xml><?xml version="1.0" encoding="utf-8"?>
<p:tagLst xmlns:p="http://schemas.openxmlformats.org/presentationml/2006/main">
  <p:tag name="TIMING" val="|23.1"/>
</p:tagLst>
</file>

<file path=ppt/tags/tag80.xml><?xml version="1.0" encoding="utf-8"?>
<p:tagLst xmlns:p="http://schemas.openxmlformats.org/presentationml/2006/main">
  <p:tag name="TIMING" val="|1.6"/>
</p:tagLst>
</file>

<file path=ppt/tags/tag81.xml><?xml version="1.0" encoding="utf-8"?>
<p:tagLst xmlns:p="http://schemas.openxmlformats.org/presentationml/2006/main">
  <p:tag name="TIMING" val="|3.8|7.7"/>
</p:tagLst>
</file>

<file path=ppt/tags/tag82.xml><?xml version="1.0" encoding="utf-8"?>
<p:tagLst xmlns:p="http://schemas.openxmlformats.org/presentationml/2006/main">
  <p:tag name="TIMING" val="|10|35.8"/>
</p:tagLst>
</file>

<file path=ppt/tags/tag83.xml><?xml version="1.0" encoding="utf-8"?>
<p:tagLst xmlns:p="http://schemas.openxmlformats.org/presentationml/2006/main">
  <p:tag name="TIMING" val="|14.5"/>
</p:tagLst>
</file>

<file path=ppt/tags/tag84.xml><?xml version="1.0" encoding="utf-8"?>
<p:tagLst xmlns:p="http://schemas.openxmlformats.org/presentationml/2006/main">
  <p:tag name="TIMING" val="|19"/>
</p:tagLst>
</file>

<file path=ppt/tags/tag85.xml><?xml version="1.0" encoding="utf-8"?>
<p:tagLst xmlns:p="http://schemas.openxmlformats.org/presentationml/2006/main">
  <p:tag name="TIMING" val="|25.8|25.2|44.6|16.8|35.7|44.1|52.2|75.2"/>
</p:tagLst>
</file>

<file path=ppt/tags/tag86.xml><?xml version="1.0" encoding="utf-8"?>
<p:tagLst xmlns:p="http://schemas.openxmlformats.org/presentationml/2006/main">
  <p:tag name="TIMING" val="|17.6|48.7|76.2|85.5"/>
</p:tagLst>
</file>

<file path=ppt/tags/tag87.xml><?xml version="1.0" encoding="utf-8"?>
<p:tagLst xmlns:p="http://schemas.openxmlformats.org/presentationml/2006/main">
  <p:tag name="TIMING" val="|83.2|27.9"/>
</p:tagLst>
</file>

<file path=ppt/tags/tag88.xml><?xml version="1.0" encoding="utf-8"?>
<p:tagLst xmlns:p="http://schemas.openxmlformats.org/presentationml/2006/main">
  <p:tag name="TIMING" val="|6.1|22.2|5.7"/>
</p:tagLst>
</file>

<file path=ppt/tags/tag89.xml><?xml version="1.0" encoding="utf-8"?>
<p:tagLst xmlns:p="http://schemas.openxmlformats.org/presentationml/2006/main">
  <p:tag name="TIMING" val="|29.6|39.7|28|28.7"/>
</p:tagLst>
</file>

<file path=ppt/tags/tag90.xml><?xml version="1.0" encoding="utf-8"?>
<p:tagLst xmlns:p="http://schemas.openxmlformats.org/presentationml/2006/main">
  <p:tag name="TIMING" val="|1.1|28.2"/>
</p:tagLst>
</file>

<file path=ppt/tags/tag91.xml><?xml version="1.0" encoding="utf-8"?>
<p:tagLst xmlns:p="http://schemas.openxmlformats.org/presentationml/2006/main">
  <p:tag name="TIMING" val="|60.1|34.3|102.3|35.4|5.4"/>
</p:tagLst>
</file>

<file path=ppt/tags/tag92.xml><?xml version="1.0" encoding="utf-8"?>
<p:tagLst xmlns:p="http://schemas.openxmlformats.org/presentationml/2006/main">
  <p:tag name="TIMING" val="|5.4|15.9|27.4"/>
</p:tagLst>
</file>

<file path=ppt/tags/tag93.xml><?xml version="1.0" encoding="utf-8"?>
<p:tagLst xmlns:p="http://schemas.openxmlformats.org/presentationml/2006/main">
  <p:tag name="TIMING" val="|140.5|18.2|70.5|47.4"/>
</p:tagLst>
</file>

<file path=ppt/tags/tag94.xml><?xml version="1.0" encoding="utf-8"?>
<p:tagLst xmlns:p="http://schemas.openxmlformats.org/presentationml/2006/main">
  <p:tag name="TIMING" val="|96.9|30.7"/>
</p:tagLst>
</file>

<file path=ppt/tags/tag95.xml><?xml version="1.0" encoding="utf-8"?>
<p:tagLst xmlns:p="http://schemas.openxmlformats.org/presentationml/2006/main">
  <p:tag name="TIMING" val="|155.3|122.6|3.2"/>
</p:tagLst>
</file>

<file path=ppt/tags/tag96.xml><?xml version="1.0" encoding="utf-8"?>
<p:tagLst xmlns:p="http://schemas.openxmlformats.org/presentationml/2006/main">
  <p:tag name="TIMING" val="|67|46.7|143.2|2.7"/>
</p:tagLst>
</file>

<file path=ppt/tags/tag97.xml><?xml version="1.0" encoding="utf-8"?>
<p:tagLst xmlns:p="http://schemas.openxmlformats.org/presentationml/2006/main">
  <p:tag name="TIMING" val="|98.6|15|3.8"/>
</p:tagLst>
</file>

<file path=ppt/tags/tag98.xml><?xml version="1.0" encoding="utf-8"?>
<p:tagLst xmlns:p="http://schemas.openxmlformats.org/presentationml/2006/main">
  <p:tag name="TIMING" val="|28|29.6|52.8|5.6"/>
</p:tagLst>
</file>

<file path=ppt/tags/tag99.xml><?xml version="1.0" encoding="utf-8"?>
<p:tagLst xmlns:p="http://schemas.openxmlformats.org/presentationml/2006/main">
  <p:tag name="TIMING" val="|33.8"/>
</p:tagLst>
</file>

<file path=ppt/tags/tag100.xml><?xml version="1.0" encoding="utf-8"?>
<p:tagLst xmlns:p="http://schemas.openxmlformats.org/presentationml/2006/main">
  <p:tag name="TIMING" val="|3.2|18.3|39.4"/>
</p:tagLst>
</file>

<file path=ppt/tags/tag101.xml><?xml version="1.0" encoding="utf-8"?>
<p:tagLst xmlns:p="http://schemas.openxmlformats.org/presentationml/2006/main">
  <p:tag name="TIMING" val="|29.9"/>
</p:tagLst>
</file>

<file path=ppt/tags/tag102.xml><?xml version="1.0" encoding="utf-8"?>
<p:tagLst xmlns:p="http://schemas.openxmlformats.org/presentationml/2006/main">
  <p:tag name="TIMING" val="|28.7|5|7.5|2.9|68.3|21.7|74.8|6.3"/>
</p:tagLst>
</file>

<file path=ppt/tags/tag103.xml><?xml version="1.0" encoding="utf-8"?>
<p:tagLst xmlns:p="http://schemas.openxmlformats.org/presentationml/2006/main">
  <p:tag name="TIMING" val="|1.4|0.8"/>
</p:tagLst>
</file>

<file path=ppt/tags/tag104.xml><?xml version="1.0" encoding="utf-8"?>
<p:tagLst xmlns:p="http://schemas.openxmlformats.org/presentationml/2006/main">
  <p:tag name="TIMING" val="|2.6"/>
</p:tagLst>
</file>

<file path=ppt/tags/tag105.xml><?xml version="1.0" encoding="utf-8"?>
<p:tagLst xmlns:p="http://schemas.openxmlformats.org/presentationml/2006/main">
  <p:tag name="TIMING" val="|1.1"/>
</p:tagLst>
</file>

<file path=ppt/tags/tag106.xml><?xml version="1.0" encoding="utf-8"?>
<p:tagLst xmlns:p="http://schemas.openxmlformats.org/presentationml/2006/main">
  <p:tag name="TIMING" val="|16.5|8.5|34.9|21.7|48.1|115.1|52.2|18"/>
</p:tagLst>
</file>

<file path=ppt/tags/tag107.xml><?xml version="1.0" encoding="utf-8"?>
<p:tagLst xmlns:p="http://schemas.openxmlformats.org/presentationml/2006/main">
  <p:tag name="TIMING" val="|2.4|2.2|14.5|30.2|4.5|137.6|94.6|4.4|30.4|8.1|11|90.3"/>
</p:tagLst>
</file>

<file path=ppt/tags/tag108.xml><?xml version="1.0" encoding="utf-8"?>
<p:tagLst xmlns:p="http://schemas.openxmlformats.org/presentationml/2006/main">
  <p:tag name="TIMING" val="|142.2|44.6|19.6|34.3"/>
</p:tagLst>
</file>

<file path=ppt/tags/tag109.xml><?xml version="1.0" encoding="utf-8"?>
<p:tagLst xmlns:p="http://schemas.openxmlformats.org/presentationml/2006/main">
  <p:tag name="TIMING" val="|37.3|34.1|27|38.5|54.4"/>
</p:tagLst>
</file>

<file path=ppt/tags/tag110.xml><?xml version="1.0" encoding="utf-8"?>
<p:tagLst xmlns:p="http://schemas.openxmlformats.org/presentationml/2006/main">
  <p:tag name="TIMING" val="|8.7|12.1|15.5|24.3"/>
</p:tagLst>
</file>

<file path=ppt/tags/tag111.xml><?xml version="1.0" encoding="utf-8"?>
<p:tagLst xmlns:p="http://schemas.openxmlformats.org/presentationml/2006/main">
  <p:tag name="TIMING" val="|6.4|29.7|9|12.5|11.5|24.8"/>
</p:tagLst>
</file>

<file path=ppt/tags/tag112.xml><?xml version="1.0" encoding="utf-8"?>
<p:tagLst xmlns:p="http://schemas.openxmlformats.org/presentationml/2006/main">
  <p:tag name="TIMING" val="|12.3"/>
</p:tagLst>
</file>

<file path=ppt/tags/tag113.xml><?xml version="1.0" encoding="utf-8"?>
<p:tagLst xmlns:p="http://schemas.openxmlformats.org/presentationml/2006/main">
  <p:tag name="TIMING" val="|53.8|1.3|16.6|71.2|60.3|10.9|14.4"/>
</p:tagLst>
</file>

<file path=ppt/tags/tag114.xml><?xml version="1.0" encoding="utf-8"?>
<p:tagLst xmlns:p="http://schemas.openxmlformats.org/presentationml/2006/main">
  <p:tag name="TIMING" val="|101.4|16.4|56.5"/>
</p:tagLst>
</file>

<file path=ppt/tags/tag115.xml><?xml version="1.0" encoding="utf-8"?>
<p:tagLst xmlns:p="http://schemas.openxmlformats.org/presentationml/2006/main">
  <p:tag name="TIMING" val="|23.7|30.6|8.9|48.8|40.3"/>
</p:tagLst>
</file>

<file path=ppt/tags/tag116.xml><?xml version="1.0" encoding="utf-8"?>
<p:tagLst xmlns:p="http://schemas.openxmlformats.org/presentationml/2006/main">
  <p:tag name="TIMING" val="|5.1|1.3|33.5|6.7"/>
</p:tagLst>
</file>

<file path=ppt/tags/tag117.xml><?xml version="1.0" encoding="utf-8"?>
<p:tagLst xmlns:p="http://schemas.openxmlformats.org/presentationml/2006/main">
  <p:tag name="TIMING" val="|11.9|21.4|75.4|107.3|47.8|85"/>
</p:tagLst>
</file>

<file path=ppt/tags/tag118.xml><?xml version="1.0" encoding="utf-8"?>
<p:tagLst xmlns:p="http://schemas.openxmlformats.org/presentationml/2006/main">
  <p:tag name="TIMING" val="|45.8|10.5|32.6|12.6|18|46.5|21.4|8.6|1.6|11.1|22.4"/>
</p:tagLst>
</file>

<file path=ppt/tags/tag119.xml><?xml version="1.0" encoding="utf-8"?>
<p:tagLst xmlns:p="http://schemas.openxmlformats.org/presentationml/2006/main">
  <p:tag name="TIMING" val="|7.5|25.5|50.4|32.5|7.7|54.7|5.9|5.9|12.7"/>
</p:tagLst>
</file>

<file path=ppt/tags/tag120.xml><?xml version="1.0" encoding="utf-8"?>
<p:tagLst xmlns:p="http://schemas.openxmlformats.org/presentationml/2006/main">
  <p:tag name="TIMING" val="|0|34.6|12.9|13|49.4|18.5|2.4"/>
</p:tagLst>
</file>

<file path=ppt/tags/tag121.xml><?xml version="1.0" encoding="utf-8"?>
<p:tagLst xmlns:p="http://schemas.openxmlformats.org/presentationml/2006/main">
  <p:tag name="TIMING" val="|16.1|6"/>
</p:tagLst>
</file>

<file path=ppt/tags/tag122.xml><?xml version="1.0" encoding="utf-8"?>
<p:tagLst xmlns:p="http://schemas.openxmlformats.org/presentationml/2006/main">
  <p:tag name="TIMING" val="|133.6|98.5|47.4"/>
</p:tagLst>
</file>

<file path=ppt/tags/tag123.xml><?xml version="1.0" encoding="utf-8"?>
<p:tagLst xmlns:p="http://schemas.openxmlformats.org/presentationml/2006/main">
  <p:tag name="TIMING" val="|32.8|56.4|1.2|0.4|0.5|0.7|0.5|0.6"/>
</p:tagLst>
</file>

<file path=ppt/tags/tag124.xml><?xml version="1.0" encoding="utf-8"?>
<p:tagLst xmlns:p="http://schemas.openxmlformats.org/presentationml/2006/main">
  <p:tag name="TIMING" val="|31.5|42.5"/>
</p:tagLst>
</file>

<file path=ppt/tags/tag125.xml><?xml version="1.0" encoding="utf-8"?>
<p:tagLst xmlns:p="http://schemas.openxmlformats.org/presentationml/2006/main">
  <p:tag name="TIMING" val="|31.2"/>
</p:tagLst>
</file>

<file path=ppt/tags/tag126.xml><?xml version="1.0" encoding="utf-8"?>
<p:tagLst xmlns:p="http://schemas.openxmlformats.org/presentationml/2006/main">
  <p:tag name="TIMING" val="|2.7|22.1|8.5|28.2|69.7|3.4|52.3"/>
</p:tagLst>
</file>

<file path=ppt/tags/tag127.xml><?xml version="1.0" encoding="utf-8"?>
<p:tagLst xmlns:p="http://schemas.openxmlformats.org/presentationml/2006/main">
  <p:tag name="TIMING" val="|2.7|1.8|93.1"/>
</p:tagLst>
</file>

<file path=ppt/tags/tag128.xml><?xml version="1.0" encoding="utf-8"?>
<p:tagLst xmlns:p="http://schemas.openxmlformats.org/presentationml/2006/main">
  <p:tag name="TIMING" val="|3.2|1.1|7|18.7|10.7|5.3|9.7|11.1|10.5|6.8|3.1|8.4"/>
</p:tagLst>
</file>

<file path=ppt/tags/tag129.xml><?xml version="1.0" encoding="utf-8"?>
<p:tagLst xmlns:p="http://schemas.openxmlformats.org/presentationml/2006/main">
  <p:tag name="TIMING" val="|1.1|1.7|1.6|5.3|0.7|0.7|0.6|0.8"/>
</p:tagLst>
</file>

<file path=ppt/tags/tag130.xml><?xml version="1.0" encoding="utf-8"?>
<p:tagLst xmlns:p="http://schemas.openxmlformats.org/presentationml/2006/main">
  <p:tag name="TIMING" val="|1.5|1.7|42"/>
</p:tagLst>
</file>

<file path=ppt/tags/tag131.xml><?xml version="1.0" encoding="utf-8"?>
<p:tagLst xmlns:p="http://schemas.openxmlformats.org/presentationml/2006/main">
  <p:tag name="TIMING" val="|1.3|0.5|0.3|0.3|0.3|0.2|0.2|0.3|0.3|0.4|0.5|0.4|0.4"/>
</p:tagLst>
</file>

<file path=ppt/tags/tag132.xml><?xml version="1.0" encoding="utf-8"?>
<p:tagLst xmlns:p="http://schemas.openxmlformats.org/presentationml/2006/main">
  <p:tag name="TIMING" val="|1.3|0.6|0.6|0.3"/>
</p:tagLst>
</file>

<file path=ppt/tags/tag133.xml><?xml version="1.0" encoding="utf-8"?>
<p:tagLst xmlns:p="http://schemas.openxmlformats.org/presentationml/2006/main">
  <p:tag name="KSO_WPP_MARK_KEY" val="16c8ce81-a50a-4e24-a738-a465876ef71d"/>
  <p:tag name="COMMONDATA" val="eyJoZGlkIjoiMDQ3N2M3OGY5N2U1NTk3NjVkMjdjOWRiMTdmZGJmZDAifQ=="/>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sm" len="sm"/>
        </a:ln>
      </a:spPr>
      <a:bodyPr vert="horz" wrap="square" lIns="91440" tIns="45720" rIns="91440" bIns="45720" numCol="1" anchor="t" anchorCtr="0" compatLnSpc="1">
        <a:spAutoFit/>
      </a:bodyPr>
      <a:lstStyle>
        <a:def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def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spDef>
    <a:lnDef>
      <a:spPr bwMode="auto">
        <a:xfrm>
          <a:off x="0" y="0"/>
          <a:ext cx="1" cy="1"/>
        </a:xfrm>
        <a:custGeom>
          <a:avLst/>
          <a:gdLst/>
          <a:ahLst/>
          <a:cxnLst/>
          <a:rect l="0" t="0" r="0" b="0"/>
          <a:pathLst/>
        </a:custGeom>
        <a:solidFill>
          <a:schemeClr val="accent1"/>
        </a:solidFill>
        <a:ln w="19050" cap="flat" cmpd="sng" algn="ctr">
          <a:solidFill>
            <a:schemeClr val="tx1"/>
          </a:solidFill>
          <a:prstDash val="solid"/>
          <a:round/>
          <a:headEnd type="none" w="med" len="med"/>
          <a:tailEnd type="triangle" w="sm" len="sm"/>
        </a:ln>
      </a:spPr>
      <a:bodyPr vert="horz" wrap="square" lIns="91440" tIns="45720" rIns="91440" bIns="45720" numCol="1" anchor="t" anchorCtr="0" compatLnSpc="1">
        <a:spAutoFit/>
      </a:bodyPr>
      <a:lstStyle>
        <a:defPPr marL="367030" marR="0" indent="-187325" algn="ctr" defTabSz="914400" rtl="0" eaLnBrk="1" fontAlgn="base" latinLnBrk="0" hangingPunct="1">
          <a:lnSpc>
            <a:spcPct val="85000"/>
          </a:lnSpc>
          <a:spcBef>
            <a:spcPct val="20000"/>
          </a:spcBef>
          <a:spcAft>
            <a:spcPct val="0"/>
          </a:spcAft>
          <a:buClr>
            <a:schemeClr val="accent2"/>
          </a:buClr>
          <a:buSzTx/>
          <a:buFont typeface="Wingdings" panose="05000000000000000000" pitchFamily="2" charset="2"/>
          <a:buNone/>
          <a:def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Profile">
  <a:themeElements>
    <a:clrScheme name="7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7_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7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7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7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7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7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7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7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7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7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0</TotalTime>
  <Words>23967</Words>
  <Application>WPS 演示</Application>
  <PresentationFormat>全屏显示(4:3)</PresentationFormat>
  <Paragraphs>1885</Paragraphs>
  <Slides>174</Slides>
  <Notes>7</Notes>
  <HiddenSlides>0</HiddenSlides>
  <MMClips>0</MMClips>
  <ScaleCrop>false</ScaleCrop>
  <HeadingPairs>
    <vt:vector size="8" baseType="variant">
      <vt:variant>
        <vt:lpstr>已用的字体</vt:lpstr>
      </vt:variant>
      <vt:variant>
        <vt:i4>27</vt:i4>
      </vt:variant>
      <vt:variant>
        <vt:lpstr>主题</vt:lpstr>
      </vt:variant>
      <vt:variant>
        <vt:i4>2</vt:i4>
      </vt:variant>
      <vt:variant>
        <vt:lpstr>嵌入 OLE 服务器</vt:lpstr>
      </vt:variant>
      <vt:variant>
        <vt:i4>582</vt:i4>
      </vt:variant>
      <vt:variant>
        <vt:lpstr>幻灯片标题</vt:lpstr>
      </vt:variant>
      <vt:variant>
        <vt:i4>174</vt:i4>
      </vt:variant>
    </vt:vector>
  </HeadingPairs>
  <TitlesOfParts>
    <vt:vector size="785" baseType="lpstr">
      <vt:lpstr>Arial</vt:lpstr>
      <vt:lpstr>宋体</vt:lpstr>
      <vt:lpstr>Wingdings</vt:lpstr>
      <vt:lpstr>黑体</vt:lpstr>
      <vt:lpstr>华文行楷</vt:lpstr>
      <vt:lpstr>Verdana</vt:lpstr>
      <vt:lpstr>Times New Roman</vt:lpstr>
      <vt:lpstr>隶书</vt:lpstr>
      <vt:lpstr>楷体_GB2312</vt:lpstr>
      <vt:lpstr>新宋体</vt:lpstr>
      <vt:lpstr>华文中宋</vt:lpstr>
      <vt:lpstr>微软雅黑</vt:lpstr>
      <vt:lpstr>Arial Unicode MS</vt:lpstr>
      <vt:lpstr>Cambria Math</vt:lpstr>
      <vt:lpstr>Tahoma</vt:lpstr>
      <vt:lpstr>Symbol</vt:lpstr>
      <vt:lpstr>华文楷体</vt:lpstr>
      <vt:lpstr>MS Mincho</vt:lpstr>
      <vt:lpstr>华文新魏</vt:lpstr>
      <vt:lpstr>ˎ̥</vt:lpstr>
      <vt:lpstr>AMGDT</vt:lpstr>
      <vt:lpstr>UniversalMath1 BT</vt:lpstr>
      <vt:lpstr>Magneto</vt:lpstr>
      <vt:lpstr>幼圆</vt:lpstr>
      <vt:lpstr>Monotype Corsiva</vt:lpstr>
      <vt:lpstr>Monotype Sorts</vt:lpstr>
      <vt:lpstr>Wingdings</vt:lpstr>
      <vt:lpstr>Profile</vt:lpstr>
      <vt:lpstr>7_Profile</vt:lpstr>
      <vt:lpstr>MS_ClipArt_Gallery.2</vt:lpstr>
      <vt:lpstr>Equation.3</vt:lpstr>
      <vt:lpstr>Equation.3</vt:lpstr>
      <vt:lpstr>Equation.3</vt:lpstr>
      <vt:lpstr>Equation.3</vt:lpstr>
      <vt:lpstr>Equation.3</vt:lpstr>
      <vt:lpstr>Paint.Picture</vt:lpstr>
      <vt:lpstr>Word.Document.8</vt:lpstr>
      <vt:lpstr>Equation.3</vt:lpstr>
      <vt:lpstr>Equation.3</vt:lpstr>
      <vt:lpstr>Equation.3</vt:lpstr>
      <vt:lpstr>Equation.3</vt:lpstr>
      <vt:lpstr>Photoshop.Image.6</vt:lpstr>
      <vt:lpstr>Equation.3</vt:lpstr>
      <vt:lpstr>Equation.3</vt:lpstr>
      <vt:lpstr>Equation.3</vt:lpstr>
      <vt:lpstr>Paint.Picture</vt:lpstr>
      <vt:lpstr>Equation.3</vt:lpstr>
      <vt:lpstr>Equation.3</vt:lpstr>
      <vt:lpstr>Equation.3</vt:lpstr>
      <vt:lpstr>Equation.3</vt:lpstr>
      <vt:lpstr>Equation.3</vt:lpstr>
      <vt:lpstr>Equation.3</vt:lpstr>
      <vt:lpstr>Photoshop.Image.6</vt:lpstr>
      <vt:lpstr>Equation.3</vt:lpstr>
      <vt:lpstr>Equation.3</vt:lpstr>
      <vt:lpstr>Equation.3</vt:lpstr>
      <vt:lpstr>Equation.3</vt:lpstr>
      <vt:lpstr>Equation.3</vt:lpstr>
      <vt:lpstr>Equation.DSMT4</vt:lpstr>
      <vt:lpstr>Equation.3</vt:lpstr>
      <vt:lpstr>Equation.3</vt:lpstr>
      <vt:lpstr>Equation.3</vt:lpstr>
      <vt:lpstr>Equation.3</vt:lpstr>
      <vt:lpstr>Photoshop.Image.6</vt:lpstr>
      <vt:lpstr>Equation.3</vt:lpstr>
      <vt:lpstr>Equation.3</vt:lpstr>
      <vt:lpstr>Equation.3</vt:lpstr>
      <vt:lpstr>Photoshop.Image.6</vt:lpstr>
      <vt:lpstr>Photoshop.Image.6</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Word.Document.8</vt:lpstr>
      <vt:lpstr>Equation.3</vt:lpstr>
      <vt:lpstr>Equation.3</vt:lpstr>
      <vt:lpstr>Equation.3</vt:lpstr>
      <vt:lpstr>Equation.3</vt:lpstr>
      <vt:lpstr>Equation.3</vt:lpstr>
      <vt:lpstr>Photoshop.Image.6</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Equation.KSEE3</vt:lpstr>
      <vt:lpstr>Equation.3</vt:lpstr>
      <vt:lpstr>Equation.KSEE3</vt:lpstr>
      <vt:lpstr>Equation.KSEE3</vt:lpstr>
      <vt:lpstr>Equation.3</vt:lpstr>
      <vt:lpstr>Equation.3</vt:lpstr>
      <vt:lpstr>Equation.3</vt:lpstr>
      <vt:lpstr>Equation.3</vt:lpstr>
      <vt:lpstr>Equation.3</vt:lpstr>
      <vt:lpstr>Equation.3</vt:lpstr>
      <vt:lpstr>Equation.3</vt:lpstr>
      <vt:lpstr>Equation.3</vt:lpstr>
      <vt:lpstr>Photoshop.Image.6</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Photoshop.Image.6</vt:lpstr>
      <vt:lpstr>Equation.3</vt:lpstr>
      <vt:lpstr>Equation.DSMT4</vt:lpstr>
      <vt:lpstr>Equation.DSMT4</vt:lpstr>
      <vt:lpstr>Equation.3</vt:lpstr>
      <vt:lpstr>Equation.3</vt:lpstr>
      <vt:lpstr>Equation.3</vt:lpstr>
      <vt:lpstr>Equation.DSMT4</vt:lpstr>
      <vt:lpstr>Equation.3</vt:lpstr>
      <vt:lpstr>Equation.DSMT4</vt:lpstr>
      <vt:lpstr>Equation.DSMT4</vt:lpstr>
      <vt:lpstr>Equation.3</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Photoshop.Image.6</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Paint.Picture</vt:lpstr>
      <vt:lpstr>Equation.3</vt:lpstr>
      <vt:lpstr>Equation.3</vt:lpstr>
      <vt:lpstr>Equation.3</vt:lpstr>
      <vt:lpstr>Equation.3</vt:lpstr>
      <vt:lpstr>Equation.3</vt:lpstr>
      <vt:lpstr>Photoshop.Image.6</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Photoshop.Image.6</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Photoshop.Image.6</vt:lpstr>
      <vt:lpstr>Equation.3</vt:lpstr>
      <vt:lpstr>Equation.3</vt:lpstr>
      <vt:lpstr>Equation.DSMT4</vt:lpstr>
      <vt:lpstr>Equation.DSMT4</vt:lpstr>
      <vt:lpstr>Equation.3</vt:lpstr>
      <vt:lpstr>Equation.3</vt:lpstr>
      <vt:lpstr>Equation.3</vt:lpstr>
      <vt:lpstr>Equation.3</vt:lpstr>
      <vt:lpstr>Equation.3</vt:lpstr>
      <vt:lpstr>Equation.3</vt:lpstr>
      <vt:lpstr>Photoshop.Image.6</vt:lpstr>
      <vt:lpstr>Equation.3</vt:lpstr>
      <vt:lpstr>Equation.3</vt:lpstr>
      <vt:lpstr>Equation.3</vt:lpstr>
      <vt:lpstr>Equation.DSMT4</vt:lpstr>
      <vt:lpstr>Equation.DSMT4</vt:lpstr>
      <vt:lpstr>Equation.3</vt:lpstr>
      <vt:lpstr>Equation.3</vt:lpstr>
      <vt:lpstr>Equation.3</vt:lpstr>
      <vt:lpstr>Equation.DSMT4</vt:lpstr>
      <vt:lpstr>Equation.DSMT4</vt:lpstr>
      <vt:lpstr>Photoshop.Image.6</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1、学习内容及要求</vt:lpstr>
      <vt:lpstr>1、学习内容及要求</vt:lpstr>
      <vt:lpstr>§3.1 引言</vt:lpstr>
      <vt:lpstr>§3.1 引言</vt:lpstr>
      <vt:lpstr>§3.1 引言</vt:lpstr>
      <vt:lpstr>§3.2 正交函数集与信号分解</vt:lpstr>
      <vt:lpstr>PowerPoint 演示文稿</vt:lpstr>
      <vt:lpstr>PowerPoint 演示文稿</vt:lpstr>
      <vt:lpstr>§3.2 正交函数集与信号分解</vt:lpstr>
      <vt:lpstr>§3.2 正交函数集与信号分解</vt:lpstr>
      <vt:lpstr>§3.2 正交函数集与信号分解</vt:lpstr>
      <vt:lpstr>PowerPoint 演示文稿</vt:lpstr>
      <vt:lpstr>PowerPoint 演示文稿</vt:lpstr>
      <vt:lpstr>PowerPoint 演示文稿</vt:lpstr>
      <vt:lpstr>PowerPoint 演示文稿</vt:lpstr>
      <vt:lpstr>§3.2 正交函数集与信号分解</vt:lpstr>
      <vt:lpstr>§3.2 正交函数集与信号分解</vt:lpstr>
      <vt:lpstr>PowerPoint 演示文稿</vt:lpstr>
      <vt:lpstr>§3.2 正交函数集与信号分解</vt:lpstr>
      <vt:lpstr>PowerPoint 演示文稿</vt:lpstr>
      <vt:lpstr>§3.2 正交函数集与信号分解</vt:lpstr>
      <vt:lpstr>§3.2 正交函数集与信号分解</vt:lpstr>
      <vt:lpstr>§3.2 正交函数集与信号分解</vt:lpstr>
      <vt:lpstr>§3.2 正交函数集与信号分解</vt:lpstr>
      <vt:lpstr>§3.2 正交函数集与信号分解</vt:lpstr>
      <vt:lpstr>§3.2 正交函数集与信号分解</vt:lpstr>
      <vt:lpstr>§3.2 正交函数集与信号分解</vt:lpstr>
      <vt:lpstr>§3.2 正交函数集与信号分解</vt:lpstr>
      <vt:lpstr>§3.2 正交函数集与信号分解</vt:lpstr>
      <vt:lpstr>四、常用完备正交函数集</vt:lpstr>
      <vt:lpstr>傅里叶生平</vt:lpstr>
      <vt:lpstr>傅立叶的两个最主要的贡献——</vt:lpstr>
      <vt:lpstr>§3.3 信号表示为傅立叶级数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只含直流和余弦谐波项</vt:lpstr>
      <vt:lpstr>只含正弦项</vt:lpstr>
      <vt:lpstr>半周期重叠对称(偶谐函数)</vt:lpstr>
      <vt:lpstr>PowerPoint 演示文稿</vt:lpstr>
      <vt:lpstr>奇谐函数 </vt:lpstr>
      <vt:lpstr>利用傅立叶级数的对称性判断所含有的频率分量</vt:lpstr>
      <vt:lpstr>PowerPoint 演示文稿</vt:lpstr>
      <vt:lpstr>PowerPoint 演示文稿</vt:lpstr>
      <vt:lpstr>PowerPoint 演示文稿</vt:lpstr>
      <vt:lpstr>PowerPoint 演示文稿</vt:lpstr>
      <vt:lpstr>PowerPoint 演示文稿</vt:lpstr>
      <vt:lpstr>函数的对称性质与谐波分量的关系</vt:lpstr>
      <vt:lpstr>函数的对称性质与谐波分量的关系</vt:lpstr>
      <vt:lpstr>§3.4 周期信号的频谱</vt:lpstr>
      <vt:lpstr>PowerPoint 演示文稿</vt:lpstr>
      <vt:lpstr>§3.4 周期信号的频谱</vt:lpstr>
      <vt:lpstr>PowerPoint 演示文稿</vt:lpstr>
      <vt:lpstr>PowerPoint 演示文稿</vt:lpstr>
      <vt:lpstr>PowerPoint 演示文稿</vt:lpstr>
      <vt:lpstr>§3.4 周期信号的频谱</vt:lpstr>
      <vt:lpstr>§3.4 周期信号的频谱</vt:lpstr>
      <vt:lpstr>PowerPoint 演示文稿</vt:lpstr>
      <vt:lpstr>PowerPoint 演示文稿</vt:lpstr>
      <vt:lpstr>PowerPoint 演示文稿</vt:lpstr>
      <vt:lpstr>PowerPoint 演示文稿</vt:lpstr>
      <vt:lpstr>PowerPoint 演示文稿</vt:lpstr>
      <vt:lpstr>PowerPoint 演示文稿</vt:lpstr>
      <vt:lpstr>§3.4 周期信号的频谱</vt:lpstr>
      <vt:lpstr>§3.4 周期信号的频谱</vt:lpstr>
      <vt:lpstr>§3.4 周期信号的频谱</vt:lpstr>
      <vt:lpstr>§3.4 周期信号的频谱</vt:lpstr>
      <vt:lpstr>§3.4 周期信号的频谱</vt:lpstr>
      <vt:lpstr>§3.5 傅立叶变换与非周期信号的频谱</vt:lpstr>
      <vt:lpstr>§3.5 傅立叶变换与非周期信号的频谱</vt:lpstr>
      <vt:lpstr>PowerPoint 演示文稿</vt:lpstr>
      <vt:lpstr>§3.5 傅立叶变换与非周期信号的频谱</vt:lpstr>
      <vt:lpstr>§3.5 傅立叶变换与非周期信号的频谱</vt:lpstr>
      <vt:lpstr>PowerPoint 演示文稿</vt:lpstr>
      <vt:lpstr>§3.5 傅立叶变换与非周期信号的频谱</vt:lpstr>
      <vt:lpstr>§3.4 周期信号的频谱</vt:lpstr>
      <vt:lpstr>PowerPoint 演示文稿</vt:lpstr>
      <vt:lpstr>回顾3   傅立叶变换对</vt:lpstr>
      <vt:lpstr>§3.5 傅立叶变换与非周期信号的频谱</vt:lpstr>
      <vt:lpstr>PowerPoint 演示文稿</vt:lpstr>
      <vt:lpstr>PowerPoint 演示文稿</vt:lpstr>
      <vt:lpstr>PowerPoint 演示文稿</vt:lpstr>
      <vt:lpstr>§3.5 傅立叶变换与非周期信号的频谱</vt:lpstr>
      <vt:lpstr>§3.5 傅立叶变换与非周期信号的频谱</vt:lpstr>
      <vt:lpstr>PowerPoint 演示文稿</vt:lpstr>
      <vt:lpstr>PowerPoint 演示文稿</vt:lpstr>
      <vt:lpstr>§3.6 常用信号的傅立叶变换</vt:lpstr>
      <vt:lpstr>§3.6 常用信号的傅立叶变换</vt:lpstr>
      <vt:lpstr>§3.6 常用信号的傅立叶变换</vt:lpstr>
      <vt:lpstr>§3.6 常用信号的傅立叶变换</vt:lpstr>
      <vt:lpstr>§3.6 常用信号的傅立叶变换</vt:lpstr>
      <vt:lpstr>§3.6 常用信号的傅立叶变换</vt:lpstr>
      <vt:lpstr>§3.6 常用信号的傅立叶变换</vt:lpstr>
      <vt:lpstr>§3.6 常用信号的傅立叶变换</vt:lpstr>
      <vt:lpstr>§3.6 常用信号的傅立叶变换</vt:lpstr>
      <vt:lpstr>§3.6 常用信号的傅立叶变换</vt:lpstr>
      <vt:lpstr>§3.6 常用信号的傅立叶变换</vt:lpstr>
      <vt:lpstr>PowerPoint 演示文稿</vt:lpstr>
      <vt:lpstr>§3.6 常用信号的傅立叶变换</vt:lpstr>
      <vt:lpstr>回顾1   傅立叶变换</vt:lpstr>
      <vt:lpstr>PowerPoint 演示文稿</vt:lpstr>
      <vt:lpstr>PowerPoint 演示文稿</vt:lpstr>
      <vt:lpstr>PowerPoint 演示文稿</vt:lpstr>
      <vt:lpstr>PowerPoint 演示文稿</vt:lpstr>
      <vt:lpstr>PowerPoint 演示文稿</vt:lpstr>
      <vt:lpstr>§3.6 常用信号的傅立叶变换</vt:lpstr>
      <vt:lpstr>§3.7 傅立叶变换的性质</vt:lpstr>
      <vt:lpstr>§3.7 傅立叶变换的性质</vt:lpstr>
      <vt:lpstr>§3.7 傅立叶变换的性质</vt:lpstr>
      <vt:lpstr>Example</vt:lpstr>
      <vt:lpstr>§3.7 傅立叶变换的性质</vt:lpstr>
      <vt:lpstr>§3.7 傅立叶变换的性质</vt:lpstr>
      <vt:lpstr>§3.7 傅立叶变换的性质</vt:lpstr>
      <vt:lpstr>PowerPoint 演示文稿</vt:lpstr>
      <vt:lpstr>PowerPoint 演示文稿</vt:lpstr>
      <vt:lpstr>PowerPoint 演示文稿</vt:lpstr>
      <vt:lpstr>§3.7 傅立叶变换的性质</vt:lpstr>
      <vt:lpstr>PowerPoint 演示文稿</vt:lpstr>
      <vt:lpstr>§3.7 傅立叶变换的性质</vt:lpstr>
      <vt:lpstr>PowerPoint 演示文稿</vt:lpstr>
      <vt:lpstr>§3.7 傅立叶变换的性质</vt:lpstr>
      <vt:lpstr>§3.7 傅立叶变换的性质</vt:lpstr>
      <vt:lpstr>PowerPoint 演示文稿</vt:lpstr>
      <vt:lpstr>PowerPoint 演示文稿</vt:lpstr>
      <vt:lpstr>方法2</vt:lpstr>
      <vt:lpstr>§3.7 傅立叶变换的性质</vt:lpstr>
      <vt:lpstr>PowerPoint 演示文稿</vt:lpstr>
      <vt:lpstr>PowerPoint 演示文稿</vt:lpstr>
      <vt:lpstr>PowerPoint 演示文稿</vt:lpstr>
      <vt:lpstr>10、卷积特性</vt:lpstr>
      <vt:lpstr>§3.7 傅立叶变换的性质</vt:lpstr>
      <vt:lpstr>PowerPoint 演示文稿</vt:lpstr>
      <vt:lpstr>PowerPoint 演示文稿</vt:lpstr>
      <vt:lpstr>PowerPoint 演示文稿</vt:lpstr>
      <vt:lpstr>例1</vt:lpstr>
      <vt:lpstr>PowerPoint 演示文稿</vt:lpstr>
      <vt:lpstr>例3</vt:lpstr>
      <vt:lpstr>2）利用频域卷积定理求解</vt:lpstr>
      <vt:lpstr>3）利用傅立叶变换定义求</vt:lpstr>
      <vt:lpstr>§3.7 傅立叶变换的性质</vt:lpstr>
      <vt:lpstr>提问</vt:lpstr>
      <vt:lpstr>§3.8 Parserval定理与能量频谱</vt:lpstr>
      <vt:lpstr>PowerPoint 演示文稿</vt:lpstr>
      <vt:lpstr>§3.8 Parserval定理与能量频谱</vt:lpstr>
      <vt:lpstr>§3.8 Parserval定理与能量频谱</vt:lpstr>
      <vt:lpstr>§3.8 Parserval定理与能量频谱</vt:lpstr>
      <vt:lpstr>§3.8 Parserval定理与能量频谱</vt:lpstr>
      <vt:lpstr>§3.8 Parserval定理与能量频谱</vt:lpstr>
      <vt:lpstr>§3.8 Parserval定理与能量频谱</vt:lpstr>
      <vt:lpstr>§3.8 Parserval定理与能量频谱</vt:lpstr>
      <vt:lpstr>例1：</vt:lpstr>
      <vt:lpstr>例2：</vt:lpstr>
      <vt:lpstr>结论：</vt:lpstr>
      <vt:lpstr>本章要点：</vt:lpstr>
      <vt:lpstr>PowerPoint 演示文稿</vt:lpstr>
      <vt:lpstr>函数的对称性质与谐波分量的关系</vt:lpstr>
    </vt:vector>
  </TitlesOfParts>
  <Company>syict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翟正军</dc:creator>
  <cp:lastModifiedBy>Administrator</cp:lastModifiedBy>
  <cp:revision>369</cp:revision>
  <dcterms:created xsi:type="dcterms:W3CDTF">2000-06-04T02:32:00Z</dcterms:created>
  <dcterms:modified xsi:type="dcterms:W3CDTF">2026-03-24T07:49:16Z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A5459CEA0B834D508841B86CB745C94D</vt:lpwstr>
  </property>
  <property fmtid="{D5CDD505-2E9C-101B-9397-08002B2CF9AE}" pid="3" name="KSOProductBuildVer">
    <vt:lpwstr>2052-12.1.0.23542</vt:lpwstr>
  </property>
</Properties>
</file>