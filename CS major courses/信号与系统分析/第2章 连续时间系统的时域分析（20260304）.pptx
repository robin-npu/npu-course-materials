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0"/>
  </p:notesMasterIdLst>
  <p:handoutMasterIdLst>
    <p:handoutMasterId r:id="rId188"/>
  </p:handoutMasterIdLst>
  <p:sldIdLst>
    <p:sldId id="521" r:id="rId3"/>
    <p:sldId id="522" r:id="rId4"/>
    <p:sldId id="523" r:id="rId5"/>
    <p:sldId id="1790" r:id="rId6"/>
    <p:sldId id="525" r:id="rId7"/>
    <p:sldId id="526" r:id="rId8"/>
    <p:sldId id="1596" r:id="rId9"/>
    <p:sldId id="528" r:id="rId10"/>
    <p:sldId id="529" r:id="rId11"/>
    <p:sldId id="530" r:id="rId12"/>
    <p:sldId id="531" r:id="rId13"/>
    <p:sldId id="1275" r:id="rId14"/>
    <p:sldId id="532" r:id="rId15"/>
    <p:sldId id="1276" r:id="rId16"/>
    <p:sldId id="1277" r:id="rId17"/>
    <p:sldId id="533" r:id="rId18"/>
    <p:sldId id="1278" r:id="rId19"/>
    <p:sldId id="534" r:id="rId20"/>
    <p:sldId id="2263" r:id="rId21"/>
    <p:sldId id="1791" r:id="rId22"/>
    <p:sldId id="1792" r:id="rId23"/>
    <p:sldId id="1793" r:id="rId24"/>
    <p:sldId id="2093" r:id="rId25"/>
    <p:sldId id="1434" r:id="rId26"/>
    <p:sldId id="536" r:id="rId27"/>
    <p:sldId id="2258" r:id="rId28"/>
    <p:sldId id="1436" r:id="rId29"/>
    <p:sldId id="1437" r:id="rId30"/>
    <p:sldId id="1435" r:id="rId31"/>
    <p:sldId id="1438" r:id="rId32"/>
    <p:sldId id="1439" r:id="rId33"/>
    <p:sldId id="537" r:id="rId34"/>
    <p:sldId id="538" r:id="rId35"/>
    <p:sldId id="539" r:id="rId36"/>
    <p:sldId id="540" r:id="rId37"/>
    <p:sldId id="541" r:id="rId38"/>
    <p:sldId id="542" r:id="rId39"/>
    <p:sldId id="1444" r:id="rId40"/>
    <p:sldId id="543" r:id="rId41"/>
    <p:sldId id="544" r:id="rId42"/>
    <p:sldId id="545" r:id="rId43"/>
    <p:sldId id="546" r:id="rId44"/>
    <p:sldId id="1305" r:id="rId45"/>
    <p:sldId id="548" r:id="rId46"/>
    <p:sldId id="1603" r:id="rId47"/>
    <p:sldId id="549" r:id="rId48"/>
    <p:sldId id="550" r:id="rId49"/>
    <p:sldId id="551" r:id="rId50"/>
    <p:sldId id="552" r:id="rId51"/>
    <p:sldId id="1442" r:id="rId52"/>
    <p:sldId id="553" r:id="rId53"/>
    <p:sldId id="1440" r:id="rId54"/>
    <p:sldId id="1441" r:id="rId55"/>
    <p:sldId id="554" r:id="rId56"/>
    <p:sldId id="1443" r:id="rId57"/>
    <p:sldId id="555" r:id="rId58"/>
    <p:sldId id="556" r:id="rId59"/>
    <p:sldId id="557" r:id="rId60"/>
    <p:sldId id="2264" r:id="rId61"/>
    <p:sldId id="2265" r:id="rId62"/>
    <p:sldId id="2266" r:id="rId63"/>
    <p:sldId id="2267" r:id="rId64"/>
    <p:sldId id="2268" r:id="rId65"/>
    <p:sldId id="305" r:id="rId66"/>
    <p:sldId id="558" r:id="rId67"/>
    <p:sldId id="447" r:id="rId68"/>
    <p:sldId id="559" r:id="rId69"/>
    <p:sldId id="307" r:id="rId70"/>
    <p:sldId id="655" r:id="rId71"/>
    <p:sldId id="1448" r:id="rId72"/>
    <p:sldId id="561" r:id="rId73"/>
    <p:sldId id="562" r:id="rId74"/>
    <p:sldId id="563" r:id="rId75"/>
    <p:sldId id="564" r:id="rId76"/>
    <p:sldId id="565" r:id="rId77"/>
    <p:sldId id="566" r:id="rId78"/>
    <p:sldId id="567" r:id="rId79"/>
    <p:sldId id="658" r:id="rId81"/>
    <p:sldId id="568" r:id="rId82"/>
    <p:sldId id="569" r:id="rId83"/>
    <p:sldId id="570" r:id="rId84"/>
    <p:sldId id="659" r:id="rId85"/>
    <p:sldId id="571" r:id="rId86"/>
    <p:sldId id="572" r:id="rId87"/>
    <p:sldId id="573" r:id="rId88"/>
    <p:sldId id="574" r:id="rId89"/>
    <p:sldId id="575" r:id="rId90"/>
    <p:sldId id="576" r:id="rId91"/>
    <p:sldId id="488" r:id="rId92"/>
    <p:sldId id="489" r:id="rId93"/>
    <p:sldId id="577" r:id="rId94"/>
    <p:sldId id="578" r:id="rId95"/>
    <p:sldId id="579" r:id="rId96"/>
    <p:sldId id="580" r:id="rId97"/>
    <p:sldId id="581" r:id="rId98"/>
    <p:sldId id="582" r:id="rId99"/>
    <p:sldId id="583" r:id="rId100"/>
    <p:sldId id="2269" r:id="rId101"/>
    <p:sldId id="2270" r:id="rId102"/>
    <p:sldId id="2271" r:id="rId103"/>
    <p:sldId id="2272" r:id="rId104"/>
    <p:sldId id="2273" r:id="rId105"/>
    <p:sldId id="584" r:id="rId106"/>
    <p:sldId id="586" r:id="rId107"/>
    <p:sldId id="587" r:id="rId108"/>
    <p:sldId id="588" r:id="rId109"/>
    <p:sldId id="2092" r:id="rId110"/>
    <p:sldId id="356" r:id="rId111"/>
    <p:sldId id="590" r:id="rId112"/>
    <p:sldId id="591" r:id="rId113"/>
    <p:sldId id="592" r:id="rId114"/>
    <p:sldId id="593" r:id="rId115"/>
    <p:sldId id="594" r:id="rId116"/>
    <p:sldId id="595" r:id="rId117"/>
    <p:sldId id="596" r:id="rId118"/>
    <p:sldId id="597" r:id="rId119"/>
    <p:sldId id="598" r:id="rId120"/>
    <p:sldId id="599" r:id="rId121"/>
    <p:sldId id="600" r:id="rId122"/>
    <p:sldId id="601" r:id="rId123"/>
    <p:sldId id="602" r:id="rId124"/>
    <p:sldId id="603" r:id="rId125"/>
    <p:sldId id="604" r:id="rId126"/>
    <p:sldId id="605" r:id="rId127"/>
    <p:sldId id="457" r:id="rId128"/>
    <p:sldId id="437" r:id="rId129"/>
    <p:sldId id="608" r:id="rId130"/>
    <p:sldId id="609" r:id="rId131"/>
    <p:sldId id="612" r:id="rId132"/>
    <p:sldId id="2091" r:id="rId133"/>
    <p:sldId id="657" r:id="rId134"/>
    <p:sldId id="2259" r:id="rId135"/>
    <p:sldId id="2260" r:id="rId136"/>
    <p:sldId id="2261" r:id="rId137"/>
    <p:sldId id="613" r:id="rId138"/>
    <p:sldId id="614" r:id="rId139"/>
    <p:sldId id="615" r:id="rId140"/>
    <p:sldId id="616" r:id="rId141"/>
    <p:sldId id="617" r:id="rId142"/>
    <p:sldId id="391" r:id="rId143"/>
    <p:sldId id="1458" r:id="rId144"/>
    <p:sldId id="620" r:id="rId145"/>
    <p:sldId id="393" r:id="rId146"/>
    <p:sldId id="1272" r:id="rId147"/>
    <p:sldId id="622" r:id="rId148"/>
    <p:sldId id="623" r:id="rId149"/>
    <p:sldId id="624" r:id="rId150"/>
    <p:sldId id="625" r:id="rId151"/>
    <p:sldId id="398" r:id="rId152"/>
    <p:sldId id="884" r:id="rId153"/>
    <p:sldId id="627" r:id="rId154"/>
    <p:sldId id="628" r:id="rId155"/>
    <p:sldId id="514" r:id="rId156"/>
    <p:sldId id="516" r:id="rId157"/>
    <p:sldId id="515" r:id="rId158"/>
    <p:sldId id="633" r:id="rId159"/>
    <p:sldId id="634" r:id="rId160"/>
    <p:sldId id="637" r:id="rId161"/>
    <p:sldId id="635" r:id="rId162"/>
    <p:sldId id="638" r:id="rId163"/>
    <p:sldId id="640" r:id="rId164"/>
    <p:sldId id="641" r:id="rId165"/>
    <p:sldId id="642" r:id="rId166"/>
    <p:sldId id="513" r:id="rId167"/>
    <p:sldId id="644" r:id="rId168"/>
    <p:sldId id="418" r:id="rId169"/>
    <p:sldId id="520" r:id="rId170"/>
    <p:sldId id="1273" r:id="rId171"/>
    <p:sldId id="647" r:id="rId172"/>
    <p:sldId id="648" r:id="rId173"/>
    <p:sldId id="463" r:id="rId174"/>
    <p:sldId id="649" r:id="rId175"/>
    <p:sldId id="1027" r:id="rId176"/>
    <p:sldId id="1025" r:id="rId177"/>
    <p:sldId id="650" r:id="rId178"/>
    <p:sldId id="651" r:id="rId179"/>
    <p:sldId id="653" r:id="rId180"/>
    <p:sldId id="654" r:id="rId181"/>
    <p:sldId id="480" r:id="rId182"/>
    <p:sldId id="481" r:id="rId183"/>
    <p:sldId id="484" r:id="rId184"/>
    <p:sldId id="1267" r:id="rId185"/>
    <p:sldId id="1268" r:id="rId186"/>
    <p:sldId id="1269" r:id="rId187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6" userDrawn="1">
          <p15:clr>
            <a:srgbClr val="A4A3A4"/>
          </p15:clr>
        </p15:guide>
        <p15:guide id="2" pos="2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CC33"/>
    <a:srgbClr val="F0FE66"/>
    <a:srgbClr val="009999"/>
    <a:srgbClr val="CCFFFF"/>
    <a:srgbClr val="CC0066"/>
    <a:srgbClr val="A50021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90" autoAdjust="0"/>
    <p:restoredTop sz="89807" autoAdjust="0"/>
  </p:normalViewPr>
  <p:slideViewPr>
    <p:cSldViewPr snapToGrid="0" showGuides="1">
      <p:cViewPr varScale="1">
        <p:scale>
          <a:sx n="98" d="100"/>
          <a:sy n="98" d="100"/>
        </p:scale>
        <p:origin x="1004" y="112"/>
      </p:cViewPr>
      <p:guideLst>
        <p:guide orient="horz" pos="2866"/>
        <p:guide pos="20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82"/>
    </p:cViewPr>
  </p:sorterViewPr>
  <p:notesViewPr>
    <p:cSldViewPr snapToGrid="0">
      <p:cViewPr varScale="1">
        <p:scale>
          <a:sx n="113" d="100"/>
          <a:sy n="113" d="100"/>
        </p:scale>
        <p:origin x="-2388" y="-102"/>
      </p:cViewPr>
      <p:guideLst>
        <p:guide orient="horz" pos="2153"/>
        <p:guide pos="288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1" Type="http://schemas.openxmlformats.org/officeDocument/2006/relationships/tableStyles" Target="tableStyles.xml"/><Relationship Id="rId190" Type="http://schemas.openxmlformats.org/officeDocument/2006/relationships/viewProps" Target="viewProps.xml"/><Relationship Id="rId19" Type="http://schemas.openxmlformats.org/officeDocument/2006/relationships/slide" Target="slides/slide17.xml"/><Relationship Id="rId189" Type="http://schemas.openxmlformats.org/officeDocument/2006/relationships/presProps" Target="presProps.xml"/><Relationship Id="rId188" Type="http://schemas.openxmlformats.org/officeDocument/2006/relationships/handoutMaster" Target="handoutMasters/handoutMaster1.xml"/><Relationship Id="rId187" Type="http://schemas.openxmlformats.org/officeDocument/2006/relationships/slide" Target="slides/slide184.xml"/><Relationship Id="rId186" Type="http://schemas.openxmlformats.org/officeDocument/2006/relationships/slide" Target="slides/slide183.xml"/><Relationship Id="rId185" Type="http://schemas.openxmlformats.org/officeDocument/2006/relationships/slide" Target="slides/slide182.xml"/><Relationship Id="rId184" Type="http://schemas.openxmlformats.org/officeDocument/2006/relationships/slide" Target="slides/slide181.xml"/><Relationship Id="rId183" Type="http://schemas.openxmlformats.org/officeDocument/2006/relationships/slide" Target="slides/slide180.xml"/><Relationship Id="rId182" Type="http://schemas.openxmlformats.org/officeDocument/2006/relationships/slide" Target="slides/slide179.xml"/><Relationship Id="rId181" Type="http://schemas.openxmlformats.org/officeDocument/2006/relationships/slide" Target="slides/slide178.xml"/><Relationship Id="rId180" Type="http://schemas.openxmlformats.org/officeDocument/2006/relationships/slide" Target="slides/slide177.xml"/><Relationship Id="rId18" Type="http://schemas.openxmlformats.org/officeDocument/2006/relationships/slide" Target="slides/slide16.xml"/><Relationship Id="rId179" Type="http://schemas.openxmlformats.org/officeDocument/2006/relationships/slide" Target="slides/slide176.xml"/><Relationship Id="rId178" Type="http://schemas.openxmlformats.org/officeDocument/2006/relationships/slide" Target="slides/slide175.xml"/><Relationship Id="rId177" Type="http://schemas.openxmlformats.org/officeDocument/2006/relationships/slide" Target="slides/slide174.xml"/><Relationship Id="rId176" Type="http://schemas.openxmlformats.org/officeDocument/2006/relationships/slide" Target="slides/slide173.xml"/><Relationship Id="rId175" Type="http://schemas.openxmlformats.org/officeDocument/2006/relationships/slide" Target="slides/slide172.xml"/><Relationship Id="rId174" Type="http://schemas.openxmlformats.org/officeDocument/2006/relationships/slide" Target="slides/slide171.xml"/><Relationship Id="rId173" Type="http://schemas.openxmlformats.org/officeDocument/2006/relationships/slide" Target="slides/slide170.xml"/><Relationship Id="rId172" Type="http://schemas.openxmlformats.org/officeDocument/2006/relationships/slide" Target="slides/slide169.xml"/><Relationship Id="rId171" Type="http://schemas.openxmlformats.org/officeDocument/2006/relationships/slide" Target="slides/slide168.xml"/><Relationship Id="rId170" Type="http://schemas.openxmlformats.org/officeDocument/2006/relationships/slide" Target="slides/slide167.xml"/><Relationship Id="rId17" Type="http://schemas.openxmlformats.org/officeDocument/2006/relationships/slide" Target="slides/slide15.xml"/><Relationship Id="rId169" Type="http://schemas.openxmlformats.org/officeDocument/2006/relationships/slide" Target="slides/slide166.xml"/><Relationship Id="rId168" Type="http://schemas.openxmlformats.org/officeDocument/2006/relationships/slide" Target="slides/slide165.xml"/><Relationship Id="rId167" Type="http://schemas.openxmlformats.org/officeDocument/2006/relationships/slide" Target="slides/slide164.xml"/><Relationship Id="rId166" Type="http://schemas.openxmlformats.org/officeDocument/2006/relationships/slide" Target="slides/slide163.xml"/><Relationship Id="rId165" Type="http://schemas.openxmlformats.org/officeDocument/2006/relationships/slide" Target="slides/slide162.xml"/><Relationship Id="rId164" Type="http://schemas.openxmlformats.org/officeDocument/2006/relationships/slide" Target="slides/slide161.xml"/><Relationship Id="rId163" Type="http://schemas.openxmlformats.org/officeDocument/2006/relationships/slide" Target="slides/slide160.xml"/><Relationship Id="rId162" Type="http://schemas.openxmlformats.org/officeDocument/2006/relationships/slide" Target="slides/slide159.xml"/><Relationship Id="rId161" Type="http://schemas.openxmlformats.org/officeDocument/2006/relationships/slide" Target="slides/slide158.xml"/><Relationship Id="rId160" Type="http://schemas.openxmlformats.org/officeDocument/2006/relationships/slide" Target="slides/slide157.xml"/><Relationship Id="rId16" Type="http://schemas.openxmlformats.org/officeDocument/2006/relationships/slide" Target="slides/slide14.xml"/><Relationship Id="rId159" Type="http://schemas.openxmlformats.org/officeDocument/2006/relationships/slide" Target="slides/slide156.xml"/><Relationship Id="rId158" Type="http://schemas.openxmlformats.org/officeDocument/2006/relationships/slide" Target="slides/slide155.xml"/><Relationship Id="rId157" Type="http://schemas.openxmlformats.org/officeDocument/2006/relationships/slide" Target="slides/slide154.xml"/><Relationship Id="rId156" Type="http://schemas.openxmlformats.org/officeDocument/2006/relationships/slide" Target="slides/slide153.xml"/><Relationship Id="rId155" Type="http://schemas.openxmlformats.org/officeDocument/2006/relationships/slide" Target="slides/slide152.xml"/><Relationship Id="rId154" Type="http://schemas.openxmlformats.org/officeDocument/2006/relationships/slide" Target="slides/slide151.xml"/><Relationship Id="rId153" Type="http://schemas.openxmlformats.org/officeDocument/2006/relationships/slide" Target="slides/slide150.xml"/><Relationship Id="rId152" Type="http://schemas.openxmlformats.org/officeDocument/2006/relationships/slide" Target="slides/slide149.xml"/><Relationship Id="rId151" Type="http://schemas.openxmlformats.org/officeDocument/2006/relationships/slide" Target="slides/slide148.xml"/><Relationship Id="rId150" Type="http://schemas.openxmlformats.org/officeDocument/2006/relationships/slide" Target="slides/slide147.xml"/><Relationship Id="rId15" Type="http://schemas.openxmlformats.org/officeDocument/2006/relationships/slide" Target="slides/slide13.xml"/><Relationship Id="rId149" Type="http://schemas.openxmlformats.org/officeDocument/2006/relationships/slide" Target="slides/slide146.xml"/><Relationship Id="rId148" Type="http://schemas.openxmlformats.org/officeDocument/2006/relationships/slide" Target="slides/slide145.xml"/><Relationship Id="rId147" Type="http://schemas.openxmlformats.org/officeDocument/2006/relationships/slide" Target="slides/slide144.xml"/><Relationship Id="rId146" Type="http://schemas.openxmlformats.org/officeDocument/2006/relationships/slide" Target="slides/slide143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2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1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10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9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7" Type="http://schemas.openxmlformats.org/officeDocument/2006/relationships/image" Target="../media/image23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6.wmf"/><Relationship Id="rId3" Type="http://schemas.openxmlformats.org/officeDocument/2006/relationships/image" Target="../media/image2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59.e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wmf"/><Relationship Id="rId1" Type="http://schemas.openxmlformats.org/officeDocument/2006/relationships/image" Target="../media/image86.emf"/></Relationships>
</file>

<file path=ppt/drawings/_rels/vmlDrawing21.vml.rels><?xml version="1.0" encoding="UTF-8" standalone="yes"?>
<Relationships xmlns="http://schemas.openxmlformats.org/package/2006/relationships"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25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2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image" Target="../media/image120.w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emf"/><Relationship Id="rId1" Type="http://schemas.openxmlformats.org/officeDocument/2006/relationships/image" Target="../media/image122.wmf"/></Relationships>
</file>

<file path=ppt/drawings/_rels/vmlDrawing2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6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Relationship Id="rId3" Type="http://schemas.openxmlformats.org/officeDocument/2006/relationships/image" Target="../media/image132.wmf"/><Relationship Id="rId2" Type="http://schemas.openxmlformats.org/officeDocument/2006/relationships/image" Target="../media/image129.wmf"/><Relationship Id="rId1" Type="http://schemas.openxmlformats.org/officeDocument/2006/relationships/image" Target="../media/image128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wmf"/><Relationship Id="rId1" Type="http://schemas.openxmlformats.org/officeDocument/2006/relationships/image" Target="../media/image137.wmf"/></Relationships>
</file>

<file path=ppt/drawings/_rels/vmlDrawing3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6.wmf"/><Relationship Id="rId4" Type="http://schemas.openxmlformats.org/officeDocument/2006/relationships/image" Target="../media/image145.wmf"/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wmf"/><Relationship Id="rId1" Type="http://schemas.openxmlformats.org/officeDocument/2006/relationships/image" Target="../media/image149.wmf"/></Relationships>
</file>

<file path=ppt/drawings/_rels/vmlDrawing3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5.wmf"/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3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9.wmf"/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/Relationships>
</file>

<file path=ppt/drawings/_rels/vmlDrawing3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3.wmf"/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37.vml.rels><?xml version="1.0" encoding="UTF-8" standalone="yes"?>
<Relationships xmlns="http://schemas.openxmlformats.org/package/2006/relationships"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7.wmf"/></Relationships>
</file>

<file path=ppt/drawings/_rels/vmlDrawing3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3.wmf"/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wmf"/><Relationship Id="rId1" Type="http://schemas.openxmlformats.org/officeDocument/2006/relationships/image" Target="../media/image164.wmf"/></Relationships>
</file>

<file path=ppt/drawings/_rels/vmlDrawing4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4.wmf"/><Relationship Id="rId6" Type="http://schemas.openxmlformats.org/officeDocument/2006/relationships/image" Target="../media/image173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/Relationships>
</file>

<file path=ppt/drawings/_rels/vmlDrawing4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81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wmf"/><Relationship Id="rId1" Type="http://schemas.openxmlformats.org/officeDocument/2006/relationships/image" Target="../media/image182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2" Type="http://schemas.openxmlformats.org/officeDocument/2006/relationships/image" Target="../media/image182.wmf"/><Relationship Id="rId1" Type="http://schemas.openxmlformats.org/officeDocument/2006/relationships/image" Target="../media/image184.wmf"/></Relationships>
</file>

<file path=ppt/drawings/_rels/vmlDrawing4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2.wmf"/><Relationship Id="rId6" Type="http://schemas.openxmlformats.org/officeDocument/2006/relationships/image" Target="../media/image191.wmf"/><Relationship Id="rId5" Type="http://schemas.openxmlformats.org/officeDocument/2006/relationships/image" Target="../media/image190.wmf"/><Relationship Id="rId4" Type="http://schemas.openxmlformats.org/officeDocument/2006/relationships/image" Target="../media/image189.wmf"/><Relationship Id="rId3" Type="http://schemas.openxmlformats.org/officeDocument/2006/relationships/image" Target="../media/image188.wmf"/><Relationship Id="rId2" Type="http://schemas.openxmlformats.org/officeDocument/2006/relationships/image" Target="../media/image187.wmf"/><Relationship Id="rId1" Type="http://schemas.openxmlformats.org/officeDocument/2006/relationships/image" Target="../media/image186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7" Type="http://schemas.openxmlformats.org/officeDocument/2006/relationships/image" Target="../media/image199.wmf"/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1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3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5.emf"/></Relationships>
</file>

<file path=ppt/drawings/_rels/vmlDrawing5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3.wmf"/><Relationship Id="rId8" Type="http://schemas.openxmlformats.org/officeDocument/2006/relationships/image" Target="../media/image212.wmf"/><Relationship Id="rId7" Type="http://schemas.openxmlformats.org/officeDocument/2006/relationships/image" Target="../media/image211.wmf"/><Relationship Id="rId6" Type="http://schemas.openxmlformats.org/officeDocument/2006/relationships/image" Target="../media/image210.wmf"/><Relationship Id="rId5" Type="http://schemas.openxmlformats.org/officeDocument/2006/relationships/image" Target="../media/image205.emf"/><Relationship Id="rId4" Type="http://schemas.openxmlformats.org/officeDocument/2006/relationships/image" Target="../media/image209.wmf"/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2" Type="http://schemas.openxmlformats.org/officeDocument/2006/relationships/image" Target="../media/image199.wmf"/><Relationship Id="rId11" Type="http://schemas.openxmlformats.org/officeDocument/2006/relationships/image" Target="../media/image197.wmf"/><Relationship Id="rId10" Type="http://schemas.openxmlformats.org/officeDocument/2006/relationships/image" Target="../media/image198.wmf"/><Relationship Id="rId1" Type="http://schemas.openxmlformats.org/officeDocument/2006/relationships/image" Target="../media/image206.wmf"/></Relationships>
</file>

<file path=ppt/drawings/_rels/vmlDrawing52.vml.rels><?xml version="1.0" encoding="UTF-8" standalone="yes"?>
<Relationships xmlns="http://schemas.openxmlformats.org/package/2006/relationships"><Relationship Id="rId7" Type="http://schemas.openxmlformats.org/officeDocument/2006/relationships/image" Target="../media/image219.wmf"/><Relationship Id="rId6" Type="http://schemas.openxmlformats.org/officeDocument/2006/relationships/image" Target="../media/image218.wmf"/><Relationship Id="rId5" Type="http://schemas.openxmlformats.org/officeDocument/2006/relationships/image" Target="../media/image217.wmf"/><Relationship Id="rId4" Type="http://schemas.openxmlformats.org/officeDocument/2006/relationships/image" Target="../media/image216.wmf"/><Relationship Id="rId3" Type="http://schemas.openxmlformats.org/officeDocument/2006/relationships/image" Target="../media/image205.e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wmf"/><Relationship Id="rId1" Type="http://schemas.openxmlformats.org/officeDocument/2006/relationships/image" Target="../media/image220.wmf"/></Relationships>
</file>

<file path=ppt/drawings/_rels/vmlDrawing5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8.wmf"/><Relationship Id="rId8" Type="http://schemas.openxmlformats.org/officeDocument/2006/relationships/image" Target="../media/image227.wmf"/><Relationship Id="rId7" Type="http://schemas.openxmlformats.org/officeDocument/2006/relationships/image" Target="../media/image226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Relationship Id="rId3" Type="http://schemas.openxmlformats.org/officeDocument/2006/relationships/image" Target="../media/image205.emf"/><Relationship Id="rId2" Type="http://schemas.openxmlformats.org/officeDocument/2006/relationships/image" Target="../media/image222.wmf"/><Relationship Id="rId11" Type="http://schemas.openxmlformats.org/officeDocument/2006/relationships/image" Target="../media/image229.wmf"/><Relationship Id="rId10" Type="http://schemas.openxmlformats.org/officeDocument/2006/relationships/image" Target="../media/image209.wmf"/><Relationship Id="rId1" Type="http://schemas.openxmlformats.org/officeDocument/2006/relationships/image" Target="../media/image206.wmf"/></Relationships>
</file>

<file path=ppt/drawings/_rels/vmlDrawing5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8.wmf"/><Relationship Id="rId8" Type="http://schemas.openxmlformats.org/officeDocument/2006/relationships/image" Target="../media/image237.wmf"/><Relationship Id="rId7" Type="http://schemas.openxmlformats.org/officeDocument/2006/relationships/image" Target="../media/image236.wmf"/><Relationship Id="rId6" Type="http://schemas.openxmlformats.org/officeDocument/2006/relationships/image" Target="../media/image235.wmf"/><Relationship Id="rId5" Type="http://schemas.openxmlformats.org/officeDocument/2006/relationships/image" Target="../media/image234.wmf"/><Relationship Id="rId4" Type="http://schemas.openxmlformats.org/officeDocument/2006/relationships/image" Target="../media/image233.wmf"/><Relationship Id="rId3" Type="http://schemas.openxmlformats.org/officeDocument/2006/relationships/image" Target="../media/image232.wmf"/><Relationship Id="rId2" Type="http://schemas.openxmlformats.org/officeDocument/2006/relationships/image" Target="../media/image231.wmf"/><Relationship Id="rId10" Type="http://schemas.openxmlformats.org/officeDocument/2006/relationships/image" Target="../media/image239.wmf"/><Relationship Id="rId1" Type="http://schemas.openxmlformats.org/officeDocument/2006/relationships/image" Target="../media/image230.wmf"/></Relationships>
</file>

<file path=ppt/drawings/_rels/vmlDrawing5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wmf"/><Relationship Id="rId1" Type="http://schemas.openxmlformats.org/officeDocument/2006/relationships/image" Target="../media/image240.wmf"/></Relationships>
</file>

<file path=ppt/drawings/_rels/vmlDrawing5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5.wmf"/><Relationship Id="rId3" Type="http://schemas.openxmlformats.org/officeDocument/2006/relationships/image" Target="../media/image244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59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9.wmf"/><Relationship Id="rId3" Type="http://schemas.openxmlformats.org/officeDocument/2006/relationships/image" Target="../media/image239.wmf"/><Relationship Id="rId2" Type="http://schemas.openxmlformats.org/officeDocument/2006/relationships/image" Target="../media/image248.wmf"/><Relationship Id="rId1" Type="http://schemas.openxmlformats.org/officeDocument/2006/relationships/image" Target="../media/image230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wmf"/><Relationship Id="rId1" Type="http://schemas.openxmlformats.org/officeDocument/2006/relationships/image" Target="../media/image250.wmf"/></Relationships>
</file>

<file path=ppt/drawings/_rels/vmlDrawing6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wmf"/><Relationship Id="rId1" Type="http://schemas.openxmlformats.org/officeDocument/2006/relationships/image" Target="../media/image252.w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4.wmf"/></Relationships>
</file>

<file path=ppt/drawings/_rels/vmlDrawing6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59.wmf"/><Relationship Id="rId4" Type="http://schemas.openxmlformats.org/officeDocument/2006/relationships/image" Target="../media/image258.wmf"/><Relationship Id="rId3" Type="http://schemas.openxmlformats.org/officeDocument/2006/relationships/image" Target="../media/image257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/Relationships>
</file>

<file path=ppt/drawings/_rels/vmlDrawing6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64.wmf"/><Relationship Id="rId4" Type="http://schemas.openxmlformats.org/officeDocument/2006/relationships/image" Target="../media/image263.wmf"/><Relationship Id="rId3" Type="http://schemas.openxmlformats.org/officeDocument/2006/relationships/image" Target="../media/image262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5.wmf"/></Relationships>
</file>

<file path=ppt/drawings/_rels/vmlDrawing6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71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/Relationships>
</file>

<file path=ppt/drawings/_rels/vmlDrawing6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9.wmf"/><Relationship Id="rId8" Type="http://schemas.openxmlformats.org/officeDocument/2006/relationships/image" Target="../media/image278.wmf"/><Relationship Id="rId7" Type="http://schemas.openxmlformats.org/officeDocument/2006/relationships/image" Target="../media/image277.wmf"/><Relationship Id="rId6" Type="http://schemas.openxmlformats.org/officeDocument/2006/relationships/image" Target="../media/image276.wmf"/><Relationship Id="rId5" Type="http://schemas.openxmlformats.org/officeDocument/2006/relationships/image" Target="../media/image275.wmf"/><Relationship Id="rId4" Type="http://schemas.openxmlformats.org/officeDocument/2006/relationships/image" Target="../media/image274.wmf"/><Relationship Id="rId3" Type="http://schemas.openxmlformats.org/officeDocument/2006/relationships/image" Target="../media/image273.wmf"/><Relationship Id="rId2" Type="http://schemas.openxmlformats.org/officeDocument/2006/relationships/image" Target="../media/image272.wmf"/><Relationship Id="rId10" Type="http://schemas.openxmlformats.org/officeDocument/2006/relationships/image" Target="../media/image280.wmf"/><Relationship Id="rId1" Type="http://schemas.openxmlformats.org/officeDocument/2006/relationships/image" Target="../media/image266.wmf"/></Relationships>
</file>

<file path=ppt/drawings/_rels/vmlDrawing6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9.wmf"/><Relationship Id="rId8" Type="http://schemas.openxmlformats.org/officeDocument/2006/relationships/image" Target="../media/image288.wmf"/><Relationship Id="rId7" Type="http://schemas.openxmlformats.org/officeDocument/2006/relationships/image" Target="../media/image287.wmf"/><Relationship Id="rId6" Type="http://schemas.openxmlformats.org/officeDocument/2006/relationships/image" Target="../media/image286.wmf"/><Relationship Id="rId5" Type="http://schemas.openxmlformats.org/officeDocument/2006/relationships/image" Target="../media/image285.wmf"/><Relationship Id="rId4" Type="http://schemas.openxmlformats.org/officeDocument/2006/relationships/image" Target="../media/image284.wmf"/><Relationship Id="rId3" Type="http://schemas.openxmlformats.org/officeDocument/2006/relationships/image" Target="../media/image283.wmf"/><Relationship Id="rId2" Type="http://schemas.openxmlformats.org/officeDocument/2006/relationships/image" Target="../media/image282.wmf"/><Relationship Id="rId1" Type="http://schemas.openxmlformats.org/officeDocument/2006/relationships/image" Target="../media/image281.w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3.wmf"/></Relationships>
</file>

<file path=ppt/drawings/_rels/vmlDrawing7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wmf"/><Relationship Id="rId1" Type="http://schemas.openxmlformats.org/officeDocument/2006/relationships/image" Target="../media/image220.wmf"/></Relationships>
</file>

<file path=ppt/drawings/_rels/vmlDrawing7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1.emf"/></Relationships>
</file>

<file path=ppt/drawings/_rels/vmlDrawing73.vml.rels><?xml version="1.0" encoding="UTF-8" standalone="yes"?>
<Relationships xmlns="http://schemas.openxmlformats.org/package/2006/relationships"><Relationship Id="rId6" Type="http://schemas.openxmlformats.org/officeDocument/2006/relationships/image" Target="../media/image297.wmf"/><Relationship Id="rId5" Type="http://schemas.openxmlformats.org/officeDocument/2006/relationships/image" Target="../media/image296.wmf"/><Relationship Id="rId4" Type="http://schemas.openxmlformats.org/officeDocument/2006/relationships/image" Target="../media/image295.wmf"/><Relationship Id="rId3" Type="http://schemas.openxmlformats.org/officeDocument/2006/relationships/image" Target="../media/image294.wmf"/><Relationship Id="rId2" Type="http://schemas.openxmlformats.org/officeDocument/2006/relationships/image" Target="../media/image293.emf"/><Relationship Id="rId1" Type="http://schemas.openxmlformats.org/officeDocument/2006/relationships/image" Target="../media/image292.emf"/></Relationships>
</file>

<file path=ppt/drawings/_rels/vmlDrawing7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emf"/><Relationship Id="rId1" Type="http://schemas.openxmlformats.org/officeDocument/2006/relationships/image" Target="../media/image298.wmf"/></Relationships>
</file>

<file path=ppt/drawings/_rels/vmlDrawing75.vml.rels><?xml version="1.0" encoding="UTF-8" standalone="yes"?>
<Relationships xmlns="http://schemas.openxmlformats.org/package/2006/relationships"><Relationship Id="rId6" Type="http://schemas.openxmlformats.org/officeDocument/2006/relationships/image" Target="../media/image303.wmf"/><Relationship Id="rId5" Type="http://schemas.openxmlformats.org/officeDocument/2006/relationships/image" Target="../media/image302.wmf"/><Relationship Id="rId4" Type="http://schemas.openxmlformats.org/officeDocument/2006/relationships/image" Target="../media/image205.emf"/><Relationship Id="rId3" Type="http://schemas.openxmlformats.org/officeDocument/2006/relationships/image" Target="../media/image301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/Relationships>
</file>

<file path=ppt/drawings/_rels/vmlDrawing76.vml.rels><?xml version="1.0" encoding="UTF-8" standalone="yes"?>
<Relationships xmlns="http://schemas.openxmlformats.org/package/2006/relationships"><Relationship Id="rId6" Type="http://schemas.openxmlformats.org/officeDocument/2006/relationships/image" Target="../media/image309.wmf"/><Relationship Id="rId5" Type="http://schemas.openxmlformats.org/officeDocument/2006/relationships/image" Target="../media/image308.wmf"/><Relationship Id="rId4" Type="http://schemas.openxmlformats.org/officeDocument/2006/relationships/image" Target="../media/image307.wmf"/><Relationship Id="rId3" Type="http://schemas.openxmlformats.org/officeDocument/2006/relationships/image" Target="../media/image306.wmf"/><Relationship Id="rId2" Type="http://schemas.openxmlformats.org/officeDocument/2006/relationships/image" Target="../media/image305.wmf"/><Relationship Id="rId1" Type="http://schemas.openxmlformats.org/officeDocument/2006/relationships/image" Target="../media/image304.wmf"/></Relationships>
</file>

<file path=ppt/drawings/_rels/vmlDrawing7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wmf"/><Relationship Id="rId1" Type="http://schemas.openxmlformats.org/officeDocument/2006/relationships/image" Target="../media/image310.w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2.w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4.wmf"/></Relationships>
</file>

<file path=ppt/drawings/_rels/vmlDrawing8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3.wmf"/><Relationship Id="rId8" Type="http://schemas.openxmlformats.org/officeDocument/2006/relationships/image" Target="../media/image322.wmf"/><Relationship Id="rId7" Type="http://schemas.openxmlformats.org/officeDocument/2006/relationships/image" Target="../media/image321.emf"/><Relationship Id="rId6" Type="http://schemas.openxmlformats.org/officeDocument/2006/relationships/image" Target="../media/image320.wmf"/><Relationship Id="rId5" Type="http://schemas.openxmlformats.org/officeDocument/2006/relationships/image" Target="../media/image319.emf"/><Relationship Id="rId4" Type="http://schemas.openxmlformats.org/officeDocument/2006/relationships/image" Target="../media/image318.wmf"/><Relationship Id="rId3" Type="http://schemas.openxmlformats.org/officeDocument/2006/relationships/image" Target="../media/image317.emf"/><Relationship Id="rId2" Type="http://schemas.openxmlformats.org/officeDocument/2006/relationships/image" Target="../media/image316.emf"/><Relationship Id="rId11" Type="http://schemas.openxmlformats.org/officeDocument/2006/relationships/image" Target="../media/image325.wmf"/><Relationship Id="rId10" Type="http://schemas.openxmlformats.org/officeDocument/2006/relationships/image" Target="../media/image324.wmf"/><Relationship Id="rId1" Type="http://schemas.openxmlformats.org/officeDocument/2006/relationships/image" Target="../media/image315.wmf"/></Relationships>
</file>

<file path=ppt/drawings/_rels/vmlDrawing8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wmf"/><Relationship Id="rId2" Type="http://schemas.openxmlformats.org/officeDocument/2006/relationships/image" Target="../media/image327.wmf"/><Relationship Id="rId1" Type="http://schemas.openxmlformats.org/officeDocument/2006/relationships/image" Target="../media/image326.w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wmf"/><Relationship Id="rId2" Type="http://schemas.openxmlformats.org/officeDocument/2006/relationships/image" Target="../media/image330.wmf"/><Relationship Id="rId1" Type="http://schemas.openxmlformats.org/officeDocument/2006/relationships/image" Target="../media/image329.wmf"/></Relationships>
</file>

<file path=ppt/drawings/_rels/vmlDrawing8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wmf"/><Relationship Id="rId2" Type="http://schemas.openxmlformats.org/officeDocument/2006/relationships/image" Target="../media/image333.wmf"/><Relationship Id="rId1" Type="http://schemas.openxmlformats.org/officeDocument/2006/relationships/image" Target="../media/image332.wmf"/></Relationships>
</file>

<file path=ppt/drawings/_rels/vmlDrawing8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6.wmf"/><Relationship Id="rId1" Type="http://schemas.openxmlformats.org/officeDocument/2006/relationships/image" Target="../media/image335.wmf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7.emf"/></Relationships>
</file>

<file path=ppt/drawings/_rels/vmlDrawing8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9.wmf"/><Relationship Id="rId1" Type="http://schemas.openxmlformats.org/officeDocument/2006/relationships/image" Target="../media/image338.emf"/></Relationships>
</file>

<file path=ppt/drawings/_rels/vmlDrawing8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7.wmf"/><Relationship Id="rId8" Type="http://schemas.openxmlformats.org/officeDocument/2006/relationships/image" Target="../media/image346.wmf"/><Relationship Id="rId7" Type="http://schemas.openxmlformats.org/officeDocument/2006/relationships/image" Target="../media/image345.wmf"/><Relationship Id="rId6" Type="http://schemas.openxmlformats.org/officeDocument/2006/relationships/image" Target="../media/image344.wmf"/><Relationship Id="rId5" Type="http://schemas.openxmlformats.org/officeDocument/2006/relationships/image" Target="../media/image343.wmf"/><Relationship Id="rId4" Type="http://schemas.openxmlformats.org/officeDocument/2006/relationships/image" Target="../media/image342.wmf"/><Relationship Id="rId3" Type="http://schemas.openxmlformats.org/officeDocument/2006/relationships/image" Target="../media/image341.wmf"/><Relationship Id="rId2" Type="http://schemas.openxmlformats.org/officeDocument/2006/relationships/image" Target="../media/image338.emf"/><Relationship Id="rId19" Type="http://schemas.openxmlformats.org/officeDocument/2006/relationships/image" Target="../media/image357.wmf"/><Relationship Id="rId18" Type="http://schemas.openxmlformats.org/officeDocument/2006/relationships/image" Target="../media/image356.wmf"/><Relationship Id="rId17" Type="http://schemas.openxmlformats.org/officeDocument/2006/relationships/image" Target="../media/image355.wmf"/><Relationship Id="rId16" Type="http://schemas.openxmlformats.org/officeDocument/2006/relationships/image" Target="../media/image354.wmf"/><Relationship Id="rId15" Type="http://schemas.openxmlformats.org/officeDocument/2006/relationships/image" Target="../media/image353.wmf"/><Relationship Id="rId14" Type="http://schemas.openxmlformats.org/officeDocument/2006/relationships/image" Target="../media/image352.wmf"/><Relationship Id="rId13" Type="http://schemas.openxmlformats.org/officeDocument/2006/relationships/image" Target="../media/image351.wmf"/><Relationship Id="rId12" Type="http://schemas.openxmlformats.org/officeDocument/2006/relationships/image" Target="../media/image350.wmf"/><Relationship Id="rId11" Type="http://schemas.openxmlformats.org/officeDocument/2006/relationships/image" Target="../media/image349.wmf"/><Relationship Id="rId10" Type="http://schemas.openxmlformats.org/officeDocument/2006/relationships/image" Target="../media/image348.wmf"/><Relationship Id="rId1" Type="http://schemas.openxmlformats.org/officeDocument/2006/relationships/image" Target="../media/image340.wmf"/></Relationships>
</file>

<file path=ppt/drawings/_rels/vmlDrawing8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8.wmf"/></Relationships>
</file>

<file path=ppt/drawings/_rels/vmlDrawing8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62.wmf"/><Relationship Id="rId3" Type="http://schemas.openxmlformats.org/officeDocument/2006/relationships/image" Target="../media/image361.wmf"/><Relationship Id="rId2" Type="http://schemas.openxmlformats.org/officeDocument/2006/relationships/image" Target="../media/image360.wmf"/><Relationship Id="rId1" Type="http://schemas.openxmlformats.org/officeDocument/2006/relationships/image" Target="../media/image359.wmf"/></Relationships>
</file>

<file path=ppt/drawings/_rels/vmlDrawing90.vml.rels><?xml version="1.0" encoding="UTF-8" standalone="yes"?>
<Relationships xmlns="http://schemas.openxmlformats.org/package/2006/relationships"><Relationship Id="rId4" Type="http://schemas.openxmlformats.org/officeDocument/2006/relationships/image" Target="../media/image366.wmf"/><Relationship Id="rId3" Type="http://schemas.openxmlformats.org/officeDocument/2006/relationships/image" Target="../media/image365.wmf"/><Relationship Id="rId2" Type="http://schemas.openxmlformats.org/officeDocument/2006/relationships/image" Target="../media/image364.wmf"/><Relationship Id="rId1" Type="http://schemas.openxmlformats.org/officeDocument/2006/relationships/image" Target="../media/image363.wmf"/></Relationships>
</file>

<file path=ppt/drawings/_rels/vmlDrawing9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0.wmf"/><Relationship Id="rId3" Type="http://schemas.openxmlformats.org/officeDocument/2006/relationships/image" Target="../media/image369.wmf"/><Relationship Id="rId2" Type="http://schemas.openxmlformats.org/officeDocument/2006/relationships/image" Target="../media/image368.wmf"/><Relationship Id="rId1" Type="http://schemas.openxmlformats.org/officeDocument/2006/relationships/image" Target="../media/image367.wmf"/></Relationships>
</file>

<file path=ppt/drawings/_rels/vmlDrawing9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9.wmf"/><Relationship Id="rId8" Type="http://schemas.openxmlformats.org/officeDocument/2006/relationships/image" Target="../media/image378.wmf"/><Relationship Id="rId7" Type="http://schemas.openxmlformats.org/officeDocument/2006/relationships/image" Target="../media/image377.wmf"/><Relationship Id="rId6" Type="http://schemas.openxmlformats.org/officeDocument/2006/relationships/image" Target="../media/image376.wmf"/><Relationship Id="rId5" Type="http://schemas.openxmlformats.org/officeDocument/2006/relationships/image" Target="../media/image375.wmf"/><Relationship Id="rId4" Type="http://schemas.openxmlformats.org/officeDocument/2006/relationships/image" Target="../media/image374.wmf"/><Relationship Id="rId3" Type="http://schemas.openxmlformats.org/officeDocument/2006/relationships/image" Target="../media/image373.wmf"/><Relationship Id="rId2" Type="http://schemas.openxmlformats.org/officeDocument/2006/relationships/image" Target="../media/image372.wmf"/><Relationship Id="rId1" Type="http://schemas.openxmlformats.org/officeDocument/2006/relationships/image" Target="../media/image371.wmf"/></Relationships>
</file>

<file path=ppt/drawings/_rels/vmlDrawing93.vml.rels><?xml version="1.0" encoding="UTF-8" standalone="yes"?>
<Relationships xmlns="http://schemas.openxmlformats.org/package/2006/relationships"><Relationship Id="rId5" Type="http://schemas.openxmlformats.org/officeDocument/2006/relationships/image" Target="../media/image384.wmf"/><Relationship Id="rId4" Type="http://schemas.openxmlformats.org/officeDocument/2006/relationships/image" Target="../media/image383.wmf"/><Relationship Id="rId3" Type="http://schemas.openxmlformats.org/officeDocument/2006/relationships/image" Target="../media/image382.wmf"/><Relationship Id="rId2" Type="http://schemas.openxmlformats.org/officeDocument/2006/relationships/image" Target="../media/image381.emf"/><Relationship Id="rId1" Type="http://schemas.openxmlformats.org/officeDocument/2006/relationships/image" Target="../media/image380.emf"/></Relationships>
</file>

<file path=ppt/drawings/_rels/vmlDrawing94.vml.rels><?xml version="1.0" encoding="UTF-8" standalone="yes"?>
<Relationships xmlns="http://schemas.openxmlformats.org/package/2006/relationships"><Relationship Id="rId7" Type="http://schemas.openxmlformats.org/officeDocument/2006/relationships/image" Target="../media/image389.wmf"/><Relationship Id="rId6" Type="http://schemas.openxmlformats.org/officeDocument/2006/relationships/image" Target="../media/image388.wmf"/><Relationship Id="rId5" Type="http://schemas.openxmlformats.org/officeDocument/2006/relationships/image" Target="../media/image387.wmf"/><Relationship Id="rId4" Type="http://schemas.openxmlformats.org/officeDocument/2006/relationships/image" Target="../media/image382.wmf"/><Relationship Id="rId3" Type="http://schemas.openxmlformats.org/officeDocument/2006/relationships/image" Target="../media/image385.wmf"/><Relationship Id="rId2" Type="http://schemas.openxmlformats.org/officeDocument/2006/relationships/image" Target="../media/image381.emf"/><Relationship Id="rId1" Type="http://schemas.openxmlformats.org/officeDocument/2006/relationships/image" Target="../media/image380.emf"/></Relationships>
</file>

<file path=ppt/drawings/_rels/vmlDrawing9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wmf"/><Relationship Id="rId7" Type="http://schemas.openxmlformats.org/officeDocument/2006/relationships/image" Target="../media/image396.wmf"/><Relationship Id="rId6" Type="http://schemas.openxmlformats.org/officeDocument/2006/relationships/image" Target="../media/image395.wmf"/><Relationship Id="rId5" Type="http://schemas.openxmlformats.org/officeDocument/2006/relationships/image" Target="../media/image394.wmf"/><Relationship Id="rId4" Type="http://schemas.openxmlformats.org/officeDocument/2006/relationships/image" Target="../media/image393.wmf"/><Relationship Id="rId3" Type="http://schemas.openxmlformats.org/officeDocument/2006/relationships/image" Target="../media/image392.wmf"/><Relationship Id="rId2" Type="http://schemas.openxmlformats.org/officeDocument/2006/relationships/image" Target="../media/image391.wmf"/><Relationship Id="rId1" Type="http://schemas.openxmlformats.org/officeDocument/2006/relationships/image" Target="../media/image390.emf"/></Relationships>
</file>

<file path=ppt/drawings/_rels/vmlDrawing96.vml.rels><?xml version="1.0" encoding="UTF-8" standalone="yes"?>
<Relationships xmlns="http://schemas.openxmlformats.org/package/2006/relationships"><Relationship Id="rId6" Type="http://schemas.openxmlformats.org/officeDocument/2006/relationships/image" Target="../media/image403.wmf"/><Relationship Id="rId5" Type="http://schemas.openxmlformats.org/officeDocument/2006/relationships/image" Target="../media/image402.wmf"/><Relationship Id="rId4" Type="http://schemas.openxmlformats.org/officeDocument/2006/relationships/image" Target="../media/image401.wmf"/><Relationship Id="rId3" Type="http://schemas.openxmlformats.org/officeDocument/2006/relationships/image" Target="../media/image400.wmf"/><Relationship Id="rId2" Type="http://schemas.openxmlformats.org/officeDocument/2006/relationships/image" Target="../media/image399.wmf"/><Relationship Id="rId1" Type="http://schemas.openxmlformats.org/officeDocument/2006/relationships/image" Target="../media/image398.wmf"/></Relationships>
</file>

<file path=ppt/drawings/_rels/vmlDrawing97.vml.rels><?xml version="1.0" encoding="UTF-8" standalone="yes"?>
<Relationships xmlns="http://schemas.openxmlformats.org/package/2006/relationships"><Relationship Id="rId6" Type="http://schemas.openxmlformats.org/officeDocument/2006/relationships/image" Target="../media/image371.wmf"/><Relationship Id="rId5" Type="http://schemas.openxmlformats.org/officeDocument/2006/relationships/image" Target="../media/image408.wmf"/><Relationship Id="rId4" Type="http://schemas.openxmlformats.org/officeDocument/2006/relationships/image" Target="../media/image407.wmf"/><Relationship Id="rId3" Type="http://schemas.openxmlformats.org/officeDocument/2006/relationships/image" Target="../media/image406.wmf"/><Relationship Id="rId2" Type="http://schemas.openxmlformats.org/officeDocument/2006/relationships/image" Target="../media/image405.wmf"/><Relationship Id="rId1" Type="http://schemas.openxmlformats.org/officeDocument/2006/relationships/image" Target="../media/image404.wmf"/></Relationships>
</file>

<file path=ppt/drawings/_rels/vmlDrawing9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wmf"/><Relationship Id="rId1" Type="http://schemas.openxmlformats.org/officeDocument/2006/relationships/image" Target="../media/image409.wmf"/></Relationships>
</file>

<file path=ppt/drawings/_rels/vmlDrawing9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1.wmf"/></Relationships>
</file>

<file path=ppt/drawings/_rels/vmlDrawing10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4.wmf"/></Relationships>
</file>

<file path=ppt/drawings/_rels/vmlDrawing10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6.wmf"/></Relationships>
</file>

<file path=ppt/drawings/_rels/vmlDrawing10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9.wmf"/><Relationship Id="rId8" Type="http://schemas.openxmlformats.org/officeDocument/2006/relationships/image" Target="../media/image378.wmf"/><Relationship Id="rId7" Type="http://schemas.openxmlformats.org/officeDocument/2006/relationships/image" Target="../media/image377.wmf"/><Relationship Id="rId6" Type="http://schemas.openxmlformats.org/officeDocument/2006/relationships/image" Target="../media/image376.wmf"/><Relationship Id="rId5" Type="http://schemas.openxmlformats.org/officeDocument/2006/relationships/image" Target="../media/image375.wmf"/><Relationship Id="rId4" Type="http://schemas.openxmlformats.org/officeDocument/2006/relationships/image" Target="../media/image374.wmf"/><Relationship Id="rId3" Type="http://schemas.openxmlformats.org/officeDocument/2006/relationships/image" Target="../media/image373.wmf"/><Relationship Id="rId2" Type="http://schemas.openxmlformats.org/officeDocument/2006/relationships/image" Target="../media/image372.wmf"/><Relationship Id="rId1" Type="http://schemas.openxmlformats.org/officeDocument/2006/relationships/image" Target="../media/image371.wmf"/></Relationships>
</file>

<file path=ppt/drawings/_rels/vmlDrawing10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4.wmf"/><Relationship Id="rId2" Type="http://schemas.openxmlformats.org/officeDocument/2006/relationships/image" Target="../media/image413.wmf"/><Relationship Id="rId1" Type="http://schemas.openxmlformats.org/officeDocument/2006/relationships/image" Target="../media/image412.wmf"/></Relationships>
</file>

<file path=ppt/drawings/_rels/vmlDrawing10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3.wmf"/><Relationship Id="rId8" Type="http://schemas.openxmlformats.org/officeDocument/2006/relationships/image" Target="../media/image422.wmf"/><Relationship Id="rId7" Type="http://schemas.openxmlformats.org/officeDocument/2006/relationships/image" Target="../media/image421.wmf"/><Relationship Id="rId6" Type="http://schemas.openxmlformats.org/officeDocument/2006/relationships/image" Target="../media/image420.wmf"/><Relationship Id="rId5" Type="http://schemas.openxmlformats.org/officeDocument/2006/relationships/image" Target="../media/image419.wmf"/><Relationship Id="rId4" Type="http://schemas.openxmlformats.org/officeDocument/2006/relationships/image" Target="../media/image418.wmf"/><Relationship Id="rId3" Type="http://schemas.openxmlformats.org/officeDocument/2006/relationships/image" Target="../media/image417.wmf"/><Relationship Id="rId2" Type="http://schemas.openxmlformats.org/officeDocument/2006/relationships/image" Target="../media/image416.wmf"/><Relationship Id="rId1" Type="http://schemas.openxmlformats.org/officeDocument/2006/relationships/image" Target="../media/image415.wmf"/></Relationships>
</file>

<file path=ppt/drawings/_rels/vmlDrawing10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6.wmf"/><Relationship Id="rId2" Type="http://schemas.openxmlformats.org/officeDocument/2006/relationships/image" Target="../media/image425.wmf"/><Relationship Id="rId1" Type="http://schemas.openxmlformats.org/officeDocument/2006/relationships/image" Target="../media/image424.wmf"/></Relationships>
</file>

<file path=ppt/drawings/_rels/vmlDrawing10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9.wmf"/><Relationship Id="rId2" Type="http://schemas.openxmlformats.org/officeDocument/2006/relationships/image" Target="../media/image428.wmf"/><Relationship Id="rId1" Type="http://schemas.openxmlformats.org/officeDocument/2006/relationships/image" Target="../media/image427.wmf"/></Relationships>
</file>

<file path=ppt/drawings/_rels/vmlDrawing10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2.wmf"/><Relationship Id="rId1" Type="http://schemas.openxmlformats.org/officeDocument/2006/relationships/image" Target="../media/image431.emf"/></Relationships>
</file>

<file path=ppt/drawings/_rels/vmlDrawing10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0.wmf"/><Relationship Id="rId8" Type="http://schemas.openxmlformats.org/officeDocument/2006/relationships/image" Target="../media/image439.wmf"/><Relationship Id="rId7" Type="http://schemas.openxmlformats.org/officeDocument/2006/relationships/image" Target="../media/image438.wmf"/><Relationship Id="rId6" Type="http://schemas.openxmlformats.org/officeDocument/2006/relationships/image" Target="../media/image437.wmf"/><Relationship Id="rId5" Type="http://schemas.openxmlformats.org/officeDocument/2006/relationships/image" Target="../media/image436.wmf"/><Relationship Id="rId4" Type="http://schemas.openxmlformats.org/officeDocument/2006/relationships/image" Target="../media/image435.wmf"/><Relationship Id="rId3" Type="http://schemas.openxmlformats.org/officeDocument/2006/relationships/image" Target="../media/image431.emf"/><Relationship Id="rId2" Type="http://schemas.openxmlformats.org/officeDocument/2006/relationships/image" Target="../media/image434.wmf"/><Relationship Id="rId13" Type="http://schemas.openxmlformats.org/officeDocument/2006/relationships/image" Target="../media/image444.wmf"/><Relationship Id="rId12" Type="http://schemas.openxmlformats.org/officeDocument/2006/relationships/image" Target="../media/image443.wmf"/><Relationship Id="rId11" Type="http://schemas.openxmlformats.org/officeDocument/2006/relationships/image" Target="../media/image442.wmf"/><Relationship Id="rId10" Type="http://schemas.openxmlformats.org/officeDocument/2006/relationships/image" Target="../media/image441.wmf"/><Relationship Id="rId1" Type="http://schemas.openxmlformats.org/officeDocument/2006/relationships/image" Target="../media/image433.wmf"/></Relationships>
</file>

<file path=ppt/drawings/_rels/vmlDrawing109.vml.rels><?xml version="1.0" encoding="UTF-8" standalone="yes"?>
<Relationships xmlns="http://schemas.openxmlformats.org/package/2006/relationships"><Relationship Id="rId5" Type="http://schemas.openxmlformats.org/officeDocument/2006/relationships/image" Target="../media/image441.wmf"/><Relationship Id="rId4" Type="http://schemas.openxmlformats.org/officeDocument/2006/relationships/image" Target="../media/image440.wmf"/><Relationship Id="rId3" Type="http://schemas.openxmlformats.org/officeDocument/2006/relationships/image" Target="../media/image435.wmf"/><Relationship Id="rId2" Type="http://schemas.openxmlformats.org/officeDocument/2006/relationships/image" Target="../media/image431.emf"/><Relationship Id="rId1" Type="http://schemas.openxmlformats.org/officeDocument/2006/relationships/image" Target="../media/image433.wmf"/></Relationships>
</file>

<file path=ppt/drawings/_rels/vmlDrawing1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6.wmf"/><Relationship Id="rId1" Type="http://schemas.openxmlformats.org/officeDocument/2006/relationships/image" Target="../media/image431.emf"/></Relationships>
</file>

<file path=ppt/drawings/_rels/vmlDrawing1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4.wmf"/><Relationship Id="rId8" Type="http://schemas.openxmlformats.org/officeDocument/2006/relationships/image" Target="../media/image453.wmf"/><Relationship Id="rId7" Type="http://schemas.openxmlformats.org/officeDocument/2006/relationships/image" Target="../media/image452.wmf"/><Relationship Id="rId6" Type="http://schemas.openxmlformats.org/officeDocument/2006/relationships/image" Target="../media/image451.wmf"/><Relationship Id="rId5" Type="http://schemas.openxmlformats.org/officeDocument/2006/relationships/image" Target="../media/image450.wmf"/><Relationship Id="rId4" Type="http://schemas.openxmlformats.org/officeDocument/2006/relationships/image" Target="../media/image449.wmf"/><Relationship Id="rId3" Type="http://schemas.openxmlformats.org/officeDocument/2006/relationships/image" Target="../media/image448.wmf"/><Relationship Id="rId2" Type="http://schemas.openxmlformats.org/officeDocument/2006/relationships/image" Target="../media/image431.emf"/><Relationship Id="rId10" Type="http://schemas.openxmlformats.org/officeDocument/2006/relationships/image" Target="../media/image455.wmf"/><Relationship Id="rId1" Type="http://schemas.openxmlformats.org/officeDocument/2006/relationships/image" Target="../media/image447.wmf"/></Relationships>
</file>

<file path=ppt/drawings/_rels/vmlDrawing1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462.wmf"/><Relationship Id="rId8" Type="http://schemas.openxmlformats.org/officeDocument/2006/relationships/image" Target="../media/image461.wmf"/><Relationship Id="rId7" Type="http://schemas.openxmlformats.org/officeDocument/2006/relationships/image" Target="../media/image460.wmf"/><Relationship Id="rId6" Type="http://schemas.openxmlformats.org/officeDocument/2006/relationships/image" Target="../media/image459.wmf"/><Relationship Id="rId5" Type="http://schemas.openxmlformats.org/officeDocument/2006/relationships/image" Target="../media/image458.wmf"/><Relationship Id="rId4" Type="http://schemas.openxmlformats.org/officeDocument/2006/relationships/image" Target="../media/image457.wmf"/><Relationship Id="rId3" Type="http://schemas.openxmlformats.org/officeDocument/2006/relationships/image" Target="../media/image448.wmf"/><Relationship Id="rId2" Type="http://schemas.openxmlformats.org/officeDocument/2006/relationships/image" Target="../media/image431.emf"/><Relationship Id="rId13" Type="http://schemas.openxmlformats.org/officeDocument/2006/relationships/image" Target="../media/image455.wmf"/><Relationship Id="rId12" Type="http://schemas.openxmlformats.org/officeDocument/2006/relationships/image" Target="../media/image465.wmf"/><Relationship Id="rId11" Type="http://schemas.openxmlformats.org/officeDocument/2006/relationships/image" Target="../media/image464.wmf"/><Relationship Id="rId10" Type="http://schemas.openxmlformats.org/officeDocument/2006/relationships/image" Target="../media/image463.wmf"/><Relationship Id="rId1" Type="http://schemas.openxmlformats.org/officeDocument/2006/relationships/image" Target="../media/image456.wmf"/></Relationships>
</file>

<file path=ppt/drawings/_rels/vmlDrawing1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0.wmf"/><Relationship Id="rId4" Type="http://schemas.openxmlformats.org/officeDocument/2006/relationships/image" Target="../media/image469.wmf"/><Relationship Id="rId3" Type="http://schemas.openxmlformats.org/officeDocument/2006/relationships/image" Target="../media/image468.wmf"/><Relationship Id="rId2" Type="http://schemas.openxmlformats.org/officeDocument/2006/relationships/image" Target="../media/image467.wmf"/><Relationship Id="rId1" Type="http://schemas.openxmlformats.org/officeDocument/2006/relationships/image" Target="../media/image466.wmf"/></Relationships>
</file>

<file path=ppt/drawings/_rels/vmlDrawing1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5.wmf"/><Relationship Id="rId4" Type="http://schemas.openxmlformats.org/officeDocument/2006/relationships/image" Target="../media/image474.wmf"/><Relationship Id="rId3" Type="http://schemas.openxmlformats.org/officeDocument/2006/relationships/image" Target="../media/image473.wmf"/><Relationship Id="rId2" Type="http://schemas.openxmlformats.org/officeDocument/2006/relationships/image" Target="../media/image472.wmf"/><Relationship Id="rId1" Type="http://schemas.openxmlformats.org/officeDocument/2006/relationships/image" Target="../media/image471.wmf"/></Relationships>
</file>

<file path=ppt/drawings/_rels/vmlDrawing1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479.wmf"/><Relationship Id="rId3" Type="http://schemas.openxmlformats.org/officeDocument/2006/relationships/image" Target="../media/image478.wmf"/><Relationship Id="rId2" Type="http://schemas.openxmlformats.org/officeDocument/2006/relationships/image" Target="../media/image477.wmf"/><Relationship Id="rId1" Type="http://schemas.openxmlformats.org/officeDocument/2006/relationships/image" Target="../media/image476.wmf"/></Relationships>
</file>

<file path=ppt/drawings/_rels/vmlDrawing1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0.wmf"/><Relationship Id="rId3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81.wmf"/></Relationships>
</file>

<file path=ppt/drawings/_rels/vmlDrawing117.vml.rels><?xml version="1.0" encoding="UTF-8" standalone="yes"?>
<Relationships xmlns="http://schemas.openxmlformats.org/package/2006/relationships"><Relationship Id="rId5" Type="http://schemas.openxmlformats.org/officeDocument/2006/relationships/image" Target="../media/image485.wmf"/><Relationship Id="rId4" Type="http://schemas.openxmlformats.org/officeDocument/2006/relationships/image" Target="../media/image484.wmf"/><Relationship Id="rId3" Type="http://schemas.openxmlformats.org/officeDocument/2006/relationships/image" Target="../media/image483.wmf"/><Relationship Id="rId2" Type="http://schemas.openxmlformats.org/officeDocument/2006/relationships/image" Target="../media/image482.wmf"/><Relationship Id="rId1" Type="http://schemas.openxmlformats.org/officeDocument/2006/relationships/image" Target="../media/image481.wmf"/></Relationships>
</file>

<file path=ppt/drawings/_rels/vmlDrawing1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8.emf"/><Relationship Id="rId3" Type="http://schemas.openxmlformats.org/officeDocument/2006/relationships/image" Target="../media/image488.emf"/><Relationship Id="rId2" Type="http://schemas.openxmlformats.org/officeDocument/2006/relationships/image" Target="../media/image487.wmf"/><Relationship Id="rId1" Type="http://schemas.openxmlformats.org/officeDocument/2006/relationships/image" Target="../media/image486.wmf"/></Relationships>
</file>

<file path=ppt/drawings/_rels/vmlDrawing1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9.wmf"/></Relationships>
</file>

<file path=ppt/drawings/_rels/vmlDrawing1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0.wmf"/></Relationships>
</file>

<file path=ppt/drawings/_rels/vmlDrawing1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493.wmf"/><Relationship Id="rId6" Type="http://schemas.openxmlformats.org/officeDocument/2006/relationships/image" Target="../media/image269.wmf"/><Relationship Id="rId5" Type="http://schemas.openxmlformats.org/officeDocument/2006/relationships/image" Target="../media/image268.wmf"/><Relationship Id="rId4" Type="http://schemas.openxmlformats.org/officeDocument/2006/relationships/image" Target="../media/image492.wmf"/><Relationship Id="rId3" Type="http://schemas.openxmlformats.org/officeDocument/2006/relationships/image" Target="../media/image491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/Relationships>
</file>

<file path=ppt/drawings/_rels/vmlDrawing1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8.wmf"/><Relationship Id="rId8" Type="http://schemas.openxmlformats.org/officeDocument/2006/relationships/image" Target="../media/image496.wmf"/><Relationship Id="rId7" Type="http://schemas.openxmlformats.org/officeDocument/2006/relationships/image" Target="../media/image276.wmf"/><Relationship Id="rId6" Type="http://schemas.openxmlformats.org/officeDocument/2006/relationships/image" Target="../media/image495.wmf"/><Relationship Id="rId5" Type="http://schemas.openxmlformats.org/officeDocument/2006/relationships/image" Target="../media/image275.wmf"/><Relationship Id="rId4" Type="http://schemas.openxmlformats.org/officeDocument/2006/relationships/image" Target="../media/image494.wmf"/><Relationship Id="rId3" Type="http://schemas.openxmlformats.org/officeDocument/2006/relationships/image" Target="../media/image273.wmf"/><Relationship Id="rId2" Type="http://schemas.openxmlformats.org/officeDocument/2006/relationships/image" Target="../media/image272.wmf"/><Relationship Id="rId1" Type="http://schemas.openxmlformats.org/officeDocument/2006/relationships/image" Target="../media/image266.wmf"/></Relationships>
</file>

<file path=ppt/drawings/_rels/vmlDrawing1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9.wmf"/><Relationship Id="rId8" Type="http://schemas.openxmlformats.org/officeDocument/2006/relationships/image" Target="../media/image288.wmf"/><Relationship Id="rId7" Type="http://schemas.openxmlformats.org/officeDocument/2006/relationships/image" Target="../media/image287.wmf"/><Relationship Id="rId6" Type="http://schemas.openxmlformats.org/officeDocument/2006/relationships/image" Target="../media/image286.wmf"/><Relationship Id="rId5" Type="http://schemas.openxmlformats.org/officeDocument/2006/relationships/image" Target="../media/image497.wmf"/><Relationship Id="rId4" Type="http://schemas.openxmlformats.org/officeDocument/2006/relationships/image" Target="../media/image284.wmf"/><Relationship Id="rId3" Type="http://schemas.openxmlformats.org/officeDocument/2006/relationships/image" Target="../media/image283.wmf"/><Relationship Id="rId2" Type="http://schemas.openxmlformats.org/officeDocument/2006/relationships/image" Target="../media/image282.wmf"/><Relationship Id="rId1" Type="http://schemas.openxmlformats.org/officeDocument/2006/relationships/image" Target="../media/image281.wmf"/></Relationships>
</file>

<file path=ppt/drawings/_rels/vmlDrawing1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1.wmf"/></Relationships>
</file>

<file path=ppt/drawings/_rels/vmlDrawing1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8.wmf"/></Relationships>
</file>

<file path=ppt/drawings/_rels/vmlDrawing1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8.wmf"/><Relationship Id="rId8" Type="http://schemas.openxmlformats.org/officeDocument/2006/relationships/image" Target="../media/image377.wmf"/><Relationship Id="rId7" Type="http://schemas.openxmlformats.org/officeDocument/2006/relationships/image" Target="../media/image376.wmf"/><Relationship Id="rId6" Type="http://schemas.openxmlformats.org/officeDocument/2006/relationships/image" Target="../media/image375.wmf"/><Relationship Id="rId5" Type="http://schemas.openxmlformats.org/officeDocument/2006/relationships/image" Target="../media/image374.wmf"/><Relationship Id="rId4" Type="http://schemas.openxmlformats.org/officeDocument/2006/relationships/image" Target="../media/image373.wmf"/><Relationship Id="rId3" Type="http://schemas.openxmlformats.org/officeDocument/2006/relationships/image" Target="../media/image372.wmf"/><Relationship Id="rId2" Type="http://schemas.openxmlformats.org/officeDocument/2006/relationships/image" Target="../media/image371.wmf"/><Relationship Id="rId1" Type="http://schemas.openxmlformats.org/officeDocument/2006/relationships/image" Target="../media/image499.wmf"/></Relationships>
</file>

<file path=ppt/drawings/_rels/vmlDrawing1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0.png"/></Relationships>
</file>

<file path=ppt/drawings/_rels/vmlDrawing128.vml.rels><?xml version="1.0" encoding="UTF-8" standalone="yes"?>
<Relationships xmlns="http://schemas.openxmlformats.org/package/2006/relationships"><Relationship Id="rId4" Type="http://schemas.openxmlformats.org/officeDocument/2006/relationships/image" Target="../media/image504.wmf"/><Relationship Id="rId3" Type="http://schemas.openxmlformats.org/officeDocument/2006/relationships/image" Target="../media/image503.wmf"/><Relationship Id="rId2" Type="http://schemas.openxmlformats.org/officeDocument/2006/relationships/image" Target="../media/image502.wmf"/><Relationship Id="rId1" Type="http://schemas.openxmlformats.org/officeDocument/2006/relationships/image" Target="../media/image501.wmf"/></Relationships>
</file>

<file path=ppt/drawings/_rels/vmlDrawing129.vml.rels><?xml version="1.0" encoding="UTF-8" standalone="yes"?>
<Relationships xmlns="http://schemas.openxmlformats.org/package/2006/relationships"><Relationship Id="rId6" Type="http://schemas.openxmlformats.org/officeDocument/2006/relationships/image" Target="../media/image509.wmf"/><Relationship Id="rId5" Type="http://schemas.openxmlformats.org/officeDocument/2006/relationships/image" Target="../media/image508.emf"/><Relationship Id="rId4" Type="http://schemas.openxmlformats.org/officeDocument/2006/relationships/image" Target="../media/image507.wmf"/><Relationship Id="rId3" Type="http://schemas.openxmlformats.org/officeDocument/2006/relationships/image" Target="../media/image503.wmf"/><Relationship Id="rId2" Type="http://schemas.openxmlformats.org/officeDocument/2006/relationships/image" Target="../media/image506.wmf"/><Relationship Id="rId1" Type="http://schemas.openxmlformats.org/officeDocument/2006/relationships/image" Target="../media/image505.wmf"/></Relationships>
</file>

<file path=ppt/drawings/_rels/vmlDrawing130.vml.rels><?xml version="1.0" encoding="UTF-8" standalone="yes"?>
<Relationships xmlns="http://schemas.openxmlformats.org/package/2006/relationships"><Relationship Id="rId4" Type="http://schemas.openxmlformats.org/officeDocument/2006/relationships/image" Target="../media/image513.wmf"/><Relationship Id="rId3" Type="http://schemas.openxmlformats.org/officeDocument/2006/relationships/image" Target="../media/image512.wmf"/><Relationship Id="rId2" Type="http://schemas.openxmlformats.org/officeDocument/2006/relationships/image" Target="../media/image511.wmf"/><Relationship Id="rId1" Type="http://schemas.openxmlformats.org/officeDocument/2006/relationships/image" Target="../media/image510.wmf"/></Relationships>
</file>

<file path=ppt/drawings/_rels/vmlDrawing1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wmf"/><Relationship Id="rId7" Type="http://schemas.openxmlformats.org/officeDocument/2006/relationships/image" Target="../media/image519.wmf"/><Relationship Id="rId6" Type="http://schemas.openxmlformats.org/officeDocument/2006/relationships/image" Target="../media/image518.wmf"/><Relationship Id="rId5" Type="http://schemas.openxmlformats.org/officeDocument/2006/relationships/image" Target="../media/image512.wmf"/><Relationship Id="rId4" Type="http://schemas.openxmlformats.org/officeDocument/2006/relationships/image" Target="../media/image517.wmf"/><Relationship Id="rId3" Type="http://schemas.openxmlformats.org/officeDocument/2006/relationships/image" Target="../media/image516.wmf"/><Relationship Id="rId2" Type="http://schemas.openxmlformats.org/officeDocument/2006/relationships/image" Target="../media/image515.wmf"/><Relationship Id="rId1" Type="http://schemas.openxmlformats.org/officeDocument/2006/relationships/image" Target="../media/image514.wmf"/></Relationships>
</file>

<file path=ppt/drawings/_rels/vmlDrawing132.vml.rels><?xml version="1.0" encoding="UTF-8" standalone="yes"?>
<Relationships xmlns="http://schemas.openxmlformats.org/package/2006/relationships"><Relationship Id="rId4" Type="http://schemas.openxmlformats.org/officeDocument/2006/relationships/image" Target="../media/image523.wmf"/><Relationship Id="rId3" Type="http://schemas.openxmlformats.org/officeDocument/2006/relationships/image" Target="../media/image522.wmf"/><Relationship Id="rId2" Type="http://schemas.openxmlformats.org/officeDocument/2006/relationships/image" Target="../media/image467.wmf"/><Relationship Id="rId1" Type="http://schemas.openxmlformats.org/officeDocument/2006/relationships/image" Target="../media/image466.wmf"/></Relationships>
</file>

<file path=ppt/drawings/_rels/vmlDrawing1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4.wmf"/></Relationships>
</file>

<file path=ppt/drawings/_rels/vmlDrawing1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0.wmf"/><Relationship Id="rId4" Type="http://schemas.openxmlformats.org/officeDocument/2006/relationships/image" Target="../media/image469.wmf"/><Relationship Id="rId3" Type="http://schemas.openxmlformats.org/officeDocument/2006/relationships/image" Target="../media/image468.wmf"/><Relationship Id="rId2" Type="http://schemas.openxmlformats.org/officeDocument/2006/relationships/image" Target="../media/image467.wmf"/><Relationship Id="rId1" Type="http://schemas.openxmlformats.org/officeDocument/2006/relationships/image" Target="../media/image466.wmf"/></Relationships>
</file>

<file path=ppt/drawings/_rels/vmlDrawing135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5.wmf"/><Relationship Id="rId4" Type="http://schemas.openxmlformats.org/officeDocument/2006/relationships/image" Target="../media/image474.wmf"/><Relationship Id="rId3" Type="http://schemas.openxmlformats.org/officeDocument/2006/relationships/image" Target="../media/image473.wmf"/><Relationship Id="rId2" Type="http://schemas.openxmlformats.org/officeDocument/2006/relationships/image" Target="../media/image472.wmf"/><Relationship Id="rId1" Type="http://schemas.openxmlformats.org/officeDocument/2006/relationships/image" Target="../media/image471.wmf"/></Relationships>
</file>

<file path=ppt/drawings/_rels/vmlDrawing13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79.wmf"/><Relationship Id="rId3" Type="http://schemas.openxmlformats.org/officeDocument/2006/relationships/image" Target="../media/image478.wmf"/><Relationship Id="rId2" Type="http://schemas.openxmlformats.org/officeDocument/2006/relationships/image" Target="../media/image477.wmf"/><Relationship Id="rId1" Type="http://schemas.openxmlformats.org/officeDocument/2006/relationships/image" Target="../media/image476.wmf"/></Relationships>
</file>

<file path=ppt/drawings/_rels/vmlDrawing137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0.wmf"/><Relationship Id="rId3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81.wmf"/></Relationships>
</file>

<file path=ppt/drawings/_rels/vmlDrawing13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8.emf"/><Relationship Id="rId3" Type="http://schemas.openxmlformats.org/officeDocument/2006/relationships/image" Target="../media/image488.emf"/><Relationship Id="rId2" Type="http://schemas.openxmlformats.org/officeDocument/2006/relationships/image" Target="../media/image487.wmf"/><Relationship Id="rId1" Type="http://schemas.openxmlformats.org/officeDocument/2006/relationships/image" Target="../media/image486.wmf"/></Relationships>
</file>

<file path=ppt/drawings/_rels/vmlDrawing139.vml.rels><?xml version="1.0" encoding="UTF-8" standalone="yes"?>
<Relationships xmlns="http://schemas.openxmlformats.org/package/2006/relationships"><Relationship Id="rId5" Type="http://schemas.openxmlformats.org/officeDocument/2006/relationships/image" Target="../media/image293.emf"/><Relationship Id="rId4" Type="http://schemas.openxmlformats.org/officeDocument/2006/relationships/image" Target="../media/image296.wmf"/><Relationship Id="rId3" Type="http://schemas.openxmlformats.org/officeDocument/2006/relationships/image" Target="../media/image295.wmf"/><Relationship Id="rId2" Type="http://schemas.openxmlformats.org/officeDocument/2006/relationships/image" Target="../media/image294.wmf"/><Relationship Id="rId1" Type="http://schemas.openxmlformats.org/officeDocument/2006/relationships/image" Target="../media/image292.emf"/></Relationships>
</file>

<file path=ppt/drawings/_rels/vmlDrawing1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1.wmf"/></Relationships>
</file>

<file path=ppt/drawings/_rels/vmlDrawing141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9.wmf"/><Relationship Id="rId8" Type="http://schemas.openxmlformats.org/officeDocument/2006/relationships/image" Target="../media/image378.wmf"/><Relationship Id="rId7" Type="http://schemas.openxmlformats.org/officeDocument/2006/relationships/image" Target="../media/image377.wmf"/><Relationship Id="rId6" Type="http://schemas.openxmlformats.org/officeDocument/2006/relationships/image" Target="../media/image376.wmf"/><Relationship Id="rId5" Type="http://schemas.openxmlformats.org/officeDocument/2006/relationships/image" Target="../media/image375.wmf"/><Relationship Id="rId4" Type="http://schemas.openxmlformats.org/officeDocument/2006/relationships/image" Target="../media/image374.wmf"/><Relationship Id="rId3" Type="http://schemas.openxmlformats.org/officeDocument/2006/relationships/image" Target="../media/image373.wmf"/><Relationship Id="rId2" Type="http://schemas.openxmlformats.org/officeDocument/2006/relationships/image" Target="../media/image372.wmf"/><Relationship Id="rId1" Type="http://schemas.openxmlformats.org/officeDocument/2006/relationships/image" Target="../media/image371.wmf"/></Relationships>
</file>

<file path=ppt/drawings/_rels/vmlDrawing1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6.wmf"/></Relationships>
</file>

<file path=ppt/drawings/_rels/vmlDrawing1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7.wmf"/><Relationship Id="rId1" Type="http://schemas.openxmlformats.org/officeDocument/2006/relationships/image" Target="../media/image490.wmf"/></Relationships>
</file>

<file path=ppt/drawings/_rels/vmlDrawing14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31.wmf"/><Relationship Id="rId8" Type="http://schemas.openxmlformats.org/officeDocument/2006/relationships/image" Target="../media/image530.wmf"/><Relationship Id="rId7" Type="http://schemas.openxmlformats.org/officeDocument/2006/relationships/image" Target="../media/image529.wmf"/><Relationship Id="rId6" Type="http://schemas.openxmlformats.org/officeDocument/2006/relationships/image" Target="../media/image528.w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Relationship Id="rId3" Type="http://schemas.openxmlformats.org/officeDocument/2006/relationships/image" Target="../media/image492.wmf"/><Relationship Id="rId2" Type="http://schemas.openxmlformats.org/officeDocument/2006/relationships/image" Target="../media/image491.wmf"/><Relationship Id="rId1" Type="http://schemas.openxmlformats.org/officeDocument/2006/relationships/image" Target="../media/image26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计算机控制技术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047E2F0-7B9C-42E3-A98B-B59757246D50}" type="datetimeFigureOut">
              <a:rPr lang="en-US" altLang="zh-CN"/>
            </a:fld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D8E1179-85D6-4721-9CC8-AD9830A177A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T" name="resolution" value="28.34646" units="1/dev"/>
        </inkml:channelProperties>
      </inkml:inkSource>
      <inkml:timestamp xml:id="ts0" timeString="2020-02-29T10:55:36"/>
    </inkml:context>
    <inkml:brush xml:id="br0">
      <inkml:brushProperty name="width" value="0.00441" units="cm"/>
      <inkml:brushProperty name="height" value="0.00882" units="cm"/>
      <inkml:brushProperty name="color" value="#ff00ff"/>
      <inkml:brushProperty name="tip" value="rectangle"/>
      <inkml:brushProperty name="rasterOp" value="maskPen"/>
    </inkml:brush>
  </inkml:definitions>
  <inkml:trace contextRef="#ctx0" brushRef="#br0">9.000 198.000 586,'-9.000'-227.000'-80,"29.000"227.000"0,-1.000 1.000 16,2.000 4.000-202,-2.000 1.000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T" name="resolution" value="28.34646" units="1/dev"/>
        </inkml:channelProperties>
      </inkml:inkSource>
      <inkml:timestamp xml:id="ts0" timeString="2020-03-02T04:26: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245.000-8857.000 1335,'-245.000'-107.000'0,"246.000"107.000"0,-1.000 0.000 0,1.000 0.000-58,0.000 0.000 0,-1.000 0.000 0,1.000 0.000 0,0.000 1.000 0,-1.000-1.000 0,2.000 0.000 0,-1.000 0.000 0,1.000 0.000 1,-1.000 0.000 0,1.000 0.000 0,-1.000 0.000-16,1.000 0.000-9,0.000-1.000 0,-1.000 1.000 0,1.000 0.000 16,-1.000-1.000-13,0.000 1.000 0,1.000 0.000-9,-1.000 0.000 0,0.000 0.000-8,1.000-1.000 0,-1.000 1.000 12,1.000-1.000 0,-1.000 1.000 0,1.000-1.000 0,-1.000 1.000 9,1.000 0.000-16,-1.000-1.000-20,1.000 1.000 0,-1.000-1.000 4,0.000 1.000 16,1.000 0.000 3,-1.000-1.000 0,1.000 0.000 0,-1.000 1.000 0,1.000-1.000 0,-1.000 1.000 0,1.000-1.000 0,0.000 1.000 0,-1.000-1.000 0,1.000 1.000 0,0.000-1.000-9,0.000 1.000-16,-1.000-1.000-13,1.000 1.000 0,0.000-1.000 0,0.000 1.000 15,0.000 0.000 0,-1.000-1.000 1,1.000 1.000 9,-1.000 0.000 0,1.000 0.000 0,0.000-1.000 2,-1.000 1.000 6,1.000-1.000 0,0.000 1.000-1,0.000-1.000 0,-1.000 1.000 0,1.000-1.000 0,0.000 1.000 1,0.000 0.000 0,0.000-1.000 0,-1.000 0.000 0,1.000 1.000 11,0.000-1.000 0,0.000 1.000 0,0.000 0.000-15,0.000-1.000 0,0.000 1.000 3,0.000-1.000 9,-1.000 1.000 16,1.000-1.000 0,-1.000 0.000 5,1.000 1.000 6,-1.000-1.000 0,1.000 1.000-11,-1.000-1.000 0,1.000 1.000-3,0.000-1.000 0,0.000 0.000 8,-1.000 0.000 8,1.000 0.000 6,0.000 0.000-15,-1.000 1.000 0,1.000-1.000 0,0.000 0.000-3,0.000 1.000 16,-1.000-1.000 10,1.000 0.000 8,-1.000 0.000 0,1.000 0.000 0,-1.000 1.000-10,1.000-1.000-3,-1.000 0.000 3,1.000 0.000 0,0.000 0.000 11,0.000 0.000-5,-1.000 0.000-3,1.000 0.000-16,0.000 1.000-12,-1.000-1.000 8,1.000 0.000-3,0.000 0.000 16,-1.000 0.000 0,1.000 1.000-2,0.000-1.000-5,-1.000 0.000 0,1.000 0.000 0,0.000 0.000-5,0.000 0.000-3,0.000 0.000 0,0.000 0.000-8,0.000 0.000 1,-1.000 1.000 3,1.000-1.000-16,0.000 0.000 8,0.000 0.000 1,0.000 0.000 0,0.000 1.000 0,-1.000-1.000 9,1.000 0.000-1,0.000 1.000 3,-1.000-1.000-16,1.000 0.000 8,0.000 1.000-6,-1.000-1.000 0,1.000 1.000 15,-1.000-1.000 0,0.000 1.000-2,1.000-1.000 3,-1.000 1.000 0,0.000-1.000 10,1.000 0.000 0,-1.000 1.000 0,1.000-1.000 0,-1.000 0.000 0,0.000 1.000-2,1.000-1.000 0,-1.000 1.000-15,0.000-1.000 0,1.000 1.000 0,-1.000-1.000 0,1.000 1.000 16,-1.000-1.000 0,0.000 1.000 0,1.000-1.000 0,-1.000 1.000 0,0.000-1.000 0,1.000 0.000 0,-1.000 1.000 0,1.000-1.000 0,0.000 0.000 0,-1.000 1.000 0,1.000-1.000 0,-1.000 0.000-15,1.000 1.000-6,0.000-1.000 0,-1.000 0.000 0,1.000 0.000 32,-1.000 0.000-25,0.000 0.000 0,1.000 1.000 0,-1.000-1.000 0,0.000 0.000-758,0.000 0.000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1-03-22T19:08: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795.000 1320.000,'342.000'134.000,"-327.000"-104.000,0.000-15.000,89.000 134.000,-89.000-135.000,15.000 16.000,-15.000-15.000,0.000 0.000,-1.000 0.000,1.000 0.000,-15.000 0.000,15.000-15.000,0.000 0.000,0.000 14.000,0.000-14.000,0.000 15.000,0.000-30.000,0.000 15.000,-1.000 0.000,1.000-14.000,0.000-16.000,0.000 15.000,0.000-15.000,0.000 0.000,15.000 16.000,-16.000-16.000,1.000 15.000,0.000-15.000,15.000-44.000,0.000 59.000,-15.000-30.000,44.000-14.000,-44.000 29.000,15.000 0.000,14.000-44.000,-14.000 59.000,0.000-15.000,15.000 1.000,-16.000-1.000,16.000 0.000,-15.000 0.000,14.000 1.000,1.000-16.000,-15.000 15.000,0.000 0.000,14.000 1.000,1.000 14.000,-15.000-15.000,-1.000 0.000,16.000 1.000,-15.000 14.000,14.000-15.000,-14.000 15.000,0.000-15.000,0.000 15.000,-15.000 1.000,14.000-1.000,1.000 0.000,-15.000 0.000,0.000 0.000,0.000 0.000,0.000 15.000,-1.000-15.000,1.000 0.000,0.000 15.000,-15.000-14.000,0.000-1.000,0.000 0.000,0.000 0.000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1-03-22T19:08: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237.000 1106.000,'357.000'-104.000,"-327.000"104.000,-15.000-14.000,178.000-46.000,-163.000 45.000,14.000 15.000,-14.000-15.000,15.000 15.000,-1.000-14.000,-14.000 14.000,15.000-15.000,0.000 15.000,-16.000-15.000,1.000 15.000,15.000 0.000,-16.000 0.000,1.000-15.000,0.000 15.000,0.000 0.000,14.000 15.000,-14.000-15.000,0.000 0.000,0.000 0.000,-1.000 0.000,1.000 15.000,0.000-15.000,0.000 0.000,-1.000-15.000,1.000 15.000,0.000 0.000,0.000 0.000,14.000 0.000,-14.000 0.000,0.000 0.000,-1.000 0.000,16.000 0.000,-15.000 0.000,0.000 0.000,44.000-15.000,-29.000 0.000,-1.000 15.000,-14.000-15.000,59.000-14.000,-59.000 14.000,59.000 0.000,-59.000 15.000,15.000 0.000,44.000-15.000,-44.000 15.000,-16.000 0.000,16.000 0.000,-15.000 0.000,14.000 0.000,-14.000 15.000,0.000-15.000,0.000 15.000,-1.000-15.000,1.000 0.000,0.000 15.000,0.000-15.000,-1.000 14.000,1.000-14.000,0.000 15.000,0.000 0.000,-15.000-15.000,14.000 15.000,1.000 0.000,0.000-15.000,0.000 15.000,-1.000-15.000,31.000 15.000,-30.000-15.000,-1.000 0.000,46.000 0.000,-31.000 0.000,1.000-15.000,0.000 15.000,-1.000-15.000,-14.000 15.000,15.000-15.000,-1.000 15.000,46.000-15.000,-61.000 15.000,16.000 0.000,0.000 0.000,-16.000 0.000,16.000 0.000,0.000-15.000,-16.000 15.000,16.000 15.000,-15.000-15.000,-1.000 15.000,1.000-15.000,0.000 0.000,15.000 15.000,-16.000-15.000,1.000 15.000,0.000 0.000,15.000-15.000,-16.000 14.000,16.000-14.000,-15.000 0.000,-1.000 15.000,16.000-15.000,-15.000 15.000,0.000-15.000,14.000 0.000,1.000 0.000,-15.000 0.000,14.000 0.000,1.000 0.000,-1.000 0.000,1.000 0.000,0.000 0.000,-1.000 0.000,60.000-15.000,-74.000 15.000,15.000 0.000,0.000 0.000,-1.000 0.000,1.000 0.000,-1.000 0.000,1.000 15.000,0.000-15.000,-1.000 0.000,1.000 0.000,0.000 0.000,-1.000 0.000,-14.000 0.000,15.000 0.000,-16.000 0.000,16.000 15.000,0.000-15.000,-1.000 0.000,1.000 15.000,0.000-15.000,-16.000 0.000,16.000 0.000,0.000 0.000,14.000 0.000,-29.000 0.000,14.000 0.000,16.000 0.000,-15.000 0.000,14.000 0.000,1.000-15.000,44.000 15.000,-45.000 0.000,-14.000-15.000,74.000 15.000,-74.000 0.000,14.000 0.000,1.000 0.000,-16.000-15.000,1.000 15.000,14.000 0.000,-14.000 0.000,44.000 0.000,-44.000 0.000,-1.000 15.000,1.000-15.000,0.000 15.000,-16.000-15.000,16.000 15.000,0.000-15.000,-16.000 15.000,1.000 0.000,0.000-1.000,15.000-14.000,-30.000 15.000,14.000 0.000,1.000-15.000,15.000 15.000,-16.000 0.000,1.000 0.000,15.000-15.000,-1.000 15.000,1.000-1.000,0.000-14.000,-1.000 0.000,16.000 0.000,-16.000 0.000,16.000 0.000,-1.000-14.000,1.000 14.000,-1.000-15.000,1.000 15.000,0.000-15.000,-1.000 15.000,1.000-15.000,-1.000 0.000,75.000 0.000,-89.000 15.000,14.000-15.000,1.000 15.000,-1.000 0.000,-14.000-14.000,-1.000 14.000,1.000 0.000,0.000 0.000,-16.000 0.000,16.000 0.000,0.000 14.000,-1.000-14.000,-14.000 0.000,0.000 0.000,14.000 15.000,1.000-15.000,-15.000 15.000,0.000-15.000,-1.000 15.000,1.000-15.000,0.000 15.000,0.000-15.000,-1.000 0.000,1.000 15.000,0.000-15.000,0.000 15.000,14.000-15.000,-14.000 0.000,0.000 14.000,-1.000-14.000,16.000 0.000,-15.000 0.000,15.000 15.000,-16.000-15.000,1.000 0.000,15.000 0.000,-16.000 15.000,16.000-15.000,29.000 0.000,-44.000 0.000,15.000 15.000,-1.000-15.000,1.000 0.000,-15.000 0.000,14.000 0.000,-14.000 15.000,15.000-15.000,-15.000 0.000,14.000 0.000,-14.000 0.000,15.000 15.000,-1.000-15.000,-14.000 15.000,15.000-15.000,-1.000 0.000,1.000 0.000,0.000 0.000,-1.000 0.000,1.000 0.000,-1.000 0.000,1.000 0.000,15.000 0.000,-16.000 0.000,16.000 0.000,-16.000-15.000,1.000 15.000,14.000 0.000,-14.000-15.000,15.000 15.000,-1.000 0.000,1.000-15.000,-16.000 15.000,16.000 0.000,59.000-30.000,-75.000 30.000,16.000 0.000,44.000-15.000,-59.000 15.000,-1.000 0.000,90.000-14.000,-89.000 14.000,-1.000 0.000,-14.000 0.000,0.000 0.000,0.000 0.000,0.000 14.000,-1.000-14.000,1.000 0.000,0.000 15.000,0.000-15.000,-16.000 0.000,16.000 0.000,0.000 15.000,0.000-15.000,-1.000 0.000,-14.000 0.000,15.000 0.000,0.000 0.000,0.000 0.000,-16.000 0.000,1.000 15.000,15.000-15.000,-15.000 0.000,0.000 0.000,15.000 0.000,-16.000 0.000,1.000 0.000,0.000 0.000,0.000 0.000,0.000 0.000,0.000 0.000,0.000 0.000,0.000 0.000,14.000 0.000,-14.000 0.000,15.000 0.000,-15.000 0.000,0.000 0.000,0.000 0.000,-15.000 15.000,15.000-15.000,-1.000 0.000,-14.000 15.000,15.000-15.000,0.000 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T" name="resolution" value="28.34646" units="1/dev"/>
        </inkml:channelProperties>
      </inkml:inkSource>
      <inkml:timestamp xml:id="ts0" timeString="2020-03-03T14:39: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-28680.000-28013.000 403,'-306.000'-165.000'0,"307.000"165.000"0,0.000-1.000 0,0.000 1.000 0,1.000 0.000 0,-1.000-1.000 0,0.000 1.000-16,0.000 0.000 0,1.000 0.000 0,-2.000 0.000 0,1.000-1.000 0,0.000 1.000 22,0.000 0.000 0,0.000 0.000 0,1.000 0.000-15,-1.000 0.000 1,0.000 1.000 0,0.000-1.000 0,-1.000 0.000 16,1.000 0.000-1,-1.000 0.000 2,0.000 0.000 0,-1.000 0.000 0,1.000 0.000-1,0.000 0.000 3,0.000 0.000-6,0.000 0.000 0,0.000 0.000-1,1.000 0.000-2,-1.000 0.000 6,0.000 0.000-15,0.000 0.000-4,0.000 0.000-3,0.000 0.000 5,0.000 0.000 16,0.000 1.000 12,-1.000-1.000 0,0.000 0.000 0,0.000 0.000 0,1.000 0.000 0,-1.000 0.000 0,1.000 0.000 6,0.000-1.000 0,0.000 1.000 18,-1.000 0.000 0,1.000 0.000-9,0.000 0.000-15,0.000 0.000 0,0.000 0.000 0,1.000 0.000 0,0.000 0.000 16,-1.000 0.000 1,1.000 0.000 0,-1.000 0.000 0,0.000 0.000 0,0.000 0.000-1,1.000 0.000 0,-1.000 0.000 6,1.000-1.000 0,0.000 1.000 0,-1.000 0.000 0,1.000 0.000 0,0.000-1.000 0,-1.000 1.000 0,2.000 0.000-2,-2.000-1.000 9,1.000 1.000 16,0.000-1.000-1,-1.000 1.000 0,0.000-1.000 0,0.000 1.000 0,1.000 0.000 4,-1.000-1.000 0,0.000 1.000 0,0.000 0.000 15,1.000 0.000-6,-2.000-1.000 0,1.000 1.000 0,0.000 0.000 0,-1.000-1.000 0,1.000 1.000 0,1.000 0.000 0,0.000-1.000 0,-1.000 1.000 0,0.000-1.000 4,0.000 1.000 6,1.000-1.000-16,-1.000 1.000-5,0.000-1.000 0,0.000 1.000 0,1.000-1.000 15,-1.000 0.000 15,-1.000 1.000 0,1.000 0.000 0,-1.000-1.000 0,1.000 1.000 0,0.000-1.000-3,-1.000 1.000 6,1.000-1.000 0,0.000 0.000-1,0.000 1.000 0,-1.000-1.000 0,1.000 1.000-15,0.000-1.000 3,0.000 1.000 0,0.000 0.000 0,0.000-1.000 16,-1.000 1.000-10,1.000-1.000 0,-1.000 1.000 0,0.000 0.000 0,0.000-1.000 0,1.000 1.000 0,0.000-1.000 0,0.000 1.000 0,0.000-1.000 0,0.000 1.000 0,0.000-1.000 0,0.000 1.000-15,-1.000 0.000-1,1.000-1.000 0,0.000 1.000 0,0.000-1.000 16,0.000 1.000-3,0.000 0.000 0,-1.000-1.000 0,0.000 1.000 0,1.000-1.000 0,0.000 1.000 0,-1.000-1.000 0,1.000 1.000 0,0.000-1.000-1,-1.000 1.000 0,1.000-1.000 0,0.000 1.000-15,-1.000-1.000 1,1.000 1.000 0,0.000 0.000 0,0.000-1.000 16,-1.000 1.000 5,0.000-1.000 0,1.000 1.000 0,-1.000 0.000 0,0.000-1.000 0,0.000 1.000 5,0.000 0.000-3,0.000-1.000 15,0.000 1.000 0,0.000-1.000 0,-1.000 1.000 0,0.000 0.000 0,1.000-1.000-2,0.000 1.000 6,0.000-1.000-6,-1.000 0.000 0,1.000 1.000 19,0.000-1.000 0,0.000 1.000 3,0.000-1.000-16,0.000 1.000 0,0.000-1.000-2,-1.000 1.000 0,-1.000 0.000 15,2.000-1.000 0,-2.000 1.000 0,1.000-1.000-6,-1.000 1.000 0,1.000-1.000 15,0.000 1.000-2,0.000-1.000 3,0.000 1.000 0,0.000-1.000 2,0.000 0.000-3,1.000 1.000 0,-1.000-1.000-16,0.000 1.000 0,0.000 0.000 3,0.000-1.000-6,-1.000 1.000 15,1.000-1.000 0,0.000 1.000 0,0.000 0.000 0,-1.000-1.000 0,1.000 1.000-1,0.000-1.000 0,0.000 0.000 3,1.000 1.000 0,-1.000-1.000-9,0.000 0.000 0,1.000 1.000-5,-1.000-1.000-15,1.000 1.000 12,-1.000-1.000 0,0.000 1.000 0,0.000-1.000 16,1.000 1.000-10,-1.000-1.000 0,0.000 0.000 0,0.000 1.000 0,0.000-1.000 1,1.000 1.000-2,-1.000-1.000 0,0.000 1.000 16,1.000-1.000-14,-1.000 0.000 3,0.000 1.000-6,-1.000 0.000-15,1.000-1.000 0,0.000 1.000 0,0.000-1.000 6,0.000 1.000 0,0.000-1.000 8,0.000 1.000 0,0.000 0.000 0,-1.000-1.000-16,1.000 1.000-8,0.000 0.000 0,0.000 0.000-6,1.000-1.000 16,-1.000 1.000 12,-1.000 0.000 0,1.000-1.000 0,-1.000 1.000 0,1.000 0.000-12,0.000-1.000 0,0.000 1.000 0,1.000-1.000 0,-1.000 1.000 0,1.000-1.000 0,0.000 1.000 0,-1.000-1.000-16,1.000 1.000-8,0.000-1.000 0,-1.000 1.000 9,1.000-1.000 15,0.000 1.000 10,-1.000-1.000 0,0.000 1.000 0,0.000 0.000 16,-1.000-1.000-8,1.000 1.000 0,-1.000-1.000-6,1.000 1.000 0,-1.000-1.000 0,1.000 1.000 0,0.000 0.000-9,0.000 0.000-16,0.000-1.000 8,-1.000 1.000 0,1.000 0.000 0,0.000 0.000 15,-1.000-1.000-8,1.000 1.000 0,-1.000 0.000 9,1.000 0.000 0,-1.000-1.000-9,0.000 1.000 0,1.000 0.000 8,0.000-1.000 0,0.000 1.000 10,0.000-1.000 0,-1.000 1.000 0,0.000 0.000-16,1.000-1.000 0,-1.000 1.000 0,1.000 0.000-9,-1.000 0.000 15,1.000-1.000 8,-1.000 1.000 0,0.000 0.000 0,0.000-1.000 0,0.000 1.000 0,1.000 0.000 0,0.000-1.000-9,0.000 1.000 0,0.000-1.000 0,0.000 1.000 0,0.000-1.000 0,0.000 1.000 0,0.000-1.000 0,1.000 0.000 0,0.000 1.000-6,0.000-1.000 0,0.000 0.000 0,0.000 0.000 0,0.000 1.000-9,0.000-1.000-16,1.000 1.000 0,-1.000-1.000 0,0.000 1.000-6,0.000-1.000 16,1.000 1.000 0,-1.000-1.000 0,0.000 1.000 0,0.000-1.000 0,0.000 0.000 8,0.000 1.000-3,0.000-1.000-6,0.000 1.000 0,0.000-1.000 0,1.000 0.000 3,-1.000 1.000-9,0.000 0.000-16,0.000-1.000-8,0.000 1.000 0,1.000-1.000 5,-1.000 1.000 16,0.000 0.000 0,0.000-1.000 0,-1.000 1.000-6,1.000-1.000 0,0.000 1.000 0,0.000 0.000 0,1.000-1.000-6,-1.000 1.000 0,1.000-1.000 0,0.000 1.000 0,0.000-1.000 6,0.000 0.000 0,0.000 0.000 0,0.000 1.000 0,0.000-1.000 6,0.000 0.000 15,0.000 0.000-8,-1.000 1.000 2,0.000-1.000-3,1.000 1.000 0,-1.000-1.000 0,0.000 0.000 0,1.000 1.000 9,-1.000-1.000 0,1.000 0.000 0,-1.000 1.000 3,0.000-1.000-6,0.000 0.000-16,1.000 1.000 0,-1.000-1.000 0,0.000 1.000-3,1.000-1.000 15,-1.000 1.000-8,0.000-1.000 0,0.000 1.000 0,0.000-1.000 0,0.000 1.000 0,0.000-1.000 3,1.000 1.000-6,-1.000-1.000 16,0.000 1.000 0,-1.000-1.000 0,1.000 1.000-6,-1.000 0.000 0,1.000-1.000 0,0.000 1.000 0,0.000-1.000 9,0.000 0.000 0,0.000 1.000-8,0.000-1.000 3,0.000 1.000 4,-1.000 0.000-15,1.000-1.000 0,0.000 1.000 0,0.000-1.000 6,-1.000 1.000 16,1.000-1.000 0,-1.000 1.000 0,0.000-1.000 3,1.000 1.000 0,-1.000 0.000 0,0.000-1.000 0,1.000 0.000 0,0.000 1.000 0,0.000-1.000-8,0.000 0.000 0,-1.000 1.000 3,1.000-1.000-16,0.000 1.000 0,0.000-1.000 0,0.000 1.000-6,0.000-1.000 16,0.000 1.000 0,0.000-1.000 0,-1.000 1.000 3,1.000 0.000 0,-1.000-1.000 0,1.000 1.000 0,0.000-1.000 6,0.000 0.000 0,0.000 1.000 0,-1.000-1.000 2,1.000 0.000 6,0.000 1.000-16,0.000-1.000 8,-1.000 1.000 0,1.000-1.000-6,-1.000 1.000 16,1.000-1.000 0,-1.000 1.000 0,0.000-1.000-6,0.000 0.000 0,0.000 1.000 0,1.000-1.000 0,-1.000 1.000 6,1.000-1.000 0,0.000 0.000 8,-1.000 1.000 0,1.000-1.000 0,-1.000 0.000-16,1.000 1.000 0,0.000-1.000 0,-1.000 1.000-6,1.000-1.000 15,0.000 0.000 0,-1.000 1.000 0,0.000-1.000 9,0.000 0.000 0,0.000 1.000 0,1.000-1.000 0,0.000 0.000 0,-1.000 0.000 0,1.000 1.000 0,0.000-1.000 0,-1.000 0.000 0,1.000 1.000-16,-1.000-1.000 0,1.000 0.000 0,-1.000 1.000 9,0.000-1.000 15,1.000 1.000 0,-2.000-1.000 0,1.000 0.000 0,0.000 1.000 0,0.000-1.000 0,0.000 0.000 0,0.000 1.000 9,0.000-1.000-16,-1.000 0.000 0,1.000 1.000 0,0.000-1.000 9,-1.000 1.000 0,1.000-1.000 0,0.000 1.000 0,0.000-1.000-6,0.000 0.000 0,0.000 1.000 0,0.000-1.000 0,0.000 0.000-6,0.000 1.000-15,1.000-1.000 0,-1.000 1.000 0,0.000-1.000 6,1.000 0.000 16,-1.000 1.000 0,0.000-1.000 0,0.000 1.000-6,0.000-1.000 0,0.000 0.000 0,1.000 1.000 0,-1.000-1.000 6,1.000 0.000 0,0.000 0.000 0,-1.000 0.000-2,1.000 1.000-6,0.000-1.000-16,0.000 0.000 0,0.000 1.000 2,0.000-1.000 0,0.000 0.000 16,0.000 0.000 0,0.000 1.000 0,0.000-1.000 6,-1.000 0.000 0,0.000 0.000 0,1.000 0.000 0,-1.000 1.000-3,1.000-1.000-15,-1.000 0.000 0,0.000 1.000 0,1.000-1.000 0,0.000 1.000-16,-1.000-1.000 0,1.000 1.000 0,0.000-1.000 6,-1.000 1.000 0,1.000-1.000 0,-1.000 1.000 0,1.000-1.000-3,0.000 1.000-16,-1.000 0.000 0,1.000-1.000 0,-1.000 1.000 9,1.000-1.000 15,-1.000 1.000 0,0.000 0.000 0,0.000-1.000 0,0.000 1.000 0,0.000-1.000 0,1.000 1.000 0,-1.000-1.000 6,1.000 1.000 0,0.000-1.000 0,-1.000 0.000 3,1.000 1.000-6,-1.000-1.000-15,1.000 0.000 0,0.000 1.000 2,0.000-1.000-3,0.000 1.000 16,-1.000-1.000 0,0.000 1.000 0,0.000-1.000-3,1.000 1.000 0,-1.000 0.000 0,0.000-1.000 0,1.000 0.000 6,0.000 1.000 0,-1.000-1.000 0,0.000 0.000 0,1.000 1.000 3,-1.000 0.000-15,0.000-1.000 8,1.000 1.000 0,-1.000-1.000 8,0.000 1.000 16,0.000-1.000 0,-1.000 0.000 0,1.000 1.000 0,-1.000-1.000 0,1.000 1.000 0,0.000-1.000 0,0.000 1.000 0,-1.000-1.000 0,1.000 0.000-8,0.000 1.000 0,0.000-1.000 0,0.000 1.000-15,0.000-1.000 0,0.000 1.000 0,0.000-1.000-6,0.000 1.000 16,0.000-1.000 0,0.000 1.000 0,0.000 0.000-9,-1.000-1.000 0,1.000 1.000 0,0.000-1.000 0,0.000 1.000 6,0.000-1.000 0,0.000 1.000-8,0.000-1.000 0,0.000 1.000 0,0.000-1.000 16,0.000 1.000 0,-1.000 0.000 0,0.000-1.000 6,0.000 1.000 16,0.000-1.000 0,0.000 1.000 0,-1.000 0.000 0,0.000-1.000 0,1.000 1.000 0,-1.000 0.000-2,0.000-1.000-9,0.000 1.000 15,1.000 0.000 0,-1.000 0.000-2,-1.000-1.000 0,1.000 1.000 0,1.000 0.000 8,-1.000-1.000 2,1.000 1.000-6,-1.000-1.000 0,1.000 1.000 0,-1.000-1.000 0,1.000 1.000-8,-1.000 0.000-16,1.000 0.000 0,0.000-1.000 0,0.000 1.000-6,0.000 0.000 15,-1.000-1.000 0,1.000 1.000 0,-1.000 0.000-3,0.000 0.000 0,1.000 0.000 0,0.000-1.000 0,0.000 1.000 6,0.000-1.000 0,0.000 1.000 0,0.000-1.000-3,0.000 1.000-6,1.000 0.000-15,-1.000-1.000 0,1.000 1.000-2,-1.000 0.000 3,1.000-1.000-16,-1.000 1.000 0,0.000 0.000 0,1.000 0.000 6,-1.000-1.000 0,0.000 1.000 8,1.000 0.000 0,0.000 0.000 0,-1.000-1.000 0,1.000 1.000 0,-1.000-1.000 3,0.000 1.000 6,1.000 0.000-15,-1.000-1.000 0,0.000 1.000-2,0.000 0.000-5,0.000 0.000 16,1.000 0.000-8,-2.000 0.000 0,1.000 0.000-3,0.000 0.000 0,-1.000-1.000 0,1.000 1.000 0,0.000 0.000 0,0.000 0.000-16,-1.000 0.000 0,1.000 0.000 0,0.000 1.000-6,0.000-1.000 15,0.000 0.000 0,0.000 0.000 0,-1.000-1.000 3,1.000 1.000 0,0.000 0.000 0,0.000 0.000 0,-1.000 0.000 0,1.000 0.000-16,0.000 0.000 0,0.000 1.000 0,-1.000-1.000-6,1.000 0.000 15,0.000 0.000 0,-1.000 0.000 0,1.000 0.000 0,-1.000 0.000 0,1.000 0.000 0,0.000 0.000 0,0.000 0.000 0,0.000 0.000 0,0.000 0.000 0,0.000 0.000 0,0.000 0.000 0,0.000 0.000-16,0.000 0.000 8,0.000 0.000 0,0.000 0.000 0,0.000 0.000 15,0.000 0.000 0,-1.000 0.000 0,0.000 0.000 0,1.000 0.000 0,-1.000 0.000 0,1.000 0.000 0,0.000 0.000 0,-1.000 0.000 0,1.000 0.000 0,0.000 0.000 0,0.000 0.000 0,0.000-1.000-16,0.000 1.000-1,-1.000 0.000 0,1.000 0.000-9,0.000 0.000 15,0.000-1.000-125,0.000 1.000 0,-2.000 0.000 0,1.000 0.000-16</inkml:trace>
  <inkml:trace contextRef="#ctx0" brushRef="#br0">-28678.000-28010.000 403,'-308.000'-168.000'0,"309.000"168.000"0,0.000-1.000 0,0.000 1.000 0,1.000 0.000 0,0.000-1.000 0,0.000 2.000 0,-1.000 0.000 27,1.000 0.000 0,0.000 1.000 0,0.000-1.000 0,0.000 0.000-163,0.000 0.000 5,-1.000 0.000 0,-1.000 0.000-16,1.000 1.000 0,0.000-1.000-5,-1.000 0.000 3,0.000 0.000 0,1.000 0.000-2,-1.000 0.000 5,0.000 0.000-3,0.000 0.000-16,0.000 1.000 11,1.000 0.000 0,-1.000-1.000 0,0.000 1.000 0,0.000 0.000 30,1.000-1.000 2,-1.000 1.000 3,0.000 0.000-16,1.000 0.000 0,0.000 0.000 0,-1.000-1.000-6,1.000 1.000 15,-1.000 0.000 0,0.000 0.000 3,1.000 0.000-6,-1.000-1.000 0,0.000 1.000-8,1.000-1.000 0,-1.000 0.000-6,1.000 1.000 0,0.000-1.000 10,-1.000 0.000 3,1.000 1.000-3,-1.000-1.000 0,1.000 0.000 0,0.000 1.000 0,0.000-1.000 0,-1.000 0.000 0,0.000 0.000 0,0.000 1.000 0,0.000-1.000 0,0.000 0.000-15,1.000 1.000-3,-1.000 0.000 0,0.000-1.000 0,0.000 1.000 16,0.000-1.000 21,0.000 1.000 0,0.000-1.000 0,-1.000 1.000 0,1.000-1.000 1,0.000 1.000 0,0.000-1.000 0,0.000 0.000 0,0.000 1.000 0,0.000-1.000 2,0.000 1.000 0,-1.000-1.000-16,1.000 1.000-2,0.000-1.000 0,0.000 1.000-9,0.000-1.000 16,0.000 1.000-3,-1.000-1.000-2,0.000 1.000 6,0.000-1.000 0,0.000 1.000 0,1.000-1.000 0,0.000 1.000 3,-1.000-1.000 0,1.000 1.000 0,0.000-1.000-1,-1.000 1.000 3,1.000 0.000-16,-1.000-1.000 1,1.000 1.000 2,-1.000 0.000 0,1.000-1.000 16,-1.000 1.000-3,0.000-1.000 8,0.000 1.000-6,0.000 0.000 0,1.000-1.000 0,-1.000 1.000 0,1.000-1.000 3,0.000 1.000 0,-1.000-1.000 0,1.000 1.000-2,-1.000-1.000-3,1.000 1.000-16,0.000-1.000-1,-1.000 1.000-3,1.000-1.000 0,0.000 1.000 15,-1.000-1.000 9,0.000 1.000 0,1.000-1.000 3,-1.000 1.000 0,0.000-1.000 0,1.000 1.000-3,-1.000-1.000 3,0.000 1.000 0,1.000-1.000-8,-1.000 0.000-6,1.000 1.000-3,0.000-1.000-16,0.000 1.000-1,0.000-1.000 0,0.000 1.000 0,0.000-1.000 15,0.000 1.000 2,-1.000-1.000 7,0.000 1.000 3,0.000-1.000 0,0.000 1.000 0,1.000 0.000-8,0.000-1.000 0,-1.000 0.000 0,1.000 1.000 0,0.000-1.000 8,0.000 1.000 0,0.000-1.000-16,-1.000 1.000 0,1.000-1.000 8,0.000 1.000-3,-1.000-1.000 0,1.000 1.000-10,-1.000-1.000-5,1.000 1.000 0,0.000-1.000-15,-1.000 1.000 12,1.000-1.000 8,0.000 1.000 3,0.000-1.000 16,-1.000 1.000 12,0.000 0.000-2,0.000-1.000-9,0.000 0.000 0,0.000 1.000 8,1.000-1.000-5,-1.000 1.000 6,0.000-1.000 0,1.000 1.000-8,-1.000-1.000 2,1.000 0.000-6,-1.000 1.000-16,1.000-1.000 8,0.000 1.000 2,0.000-1.000 0,-1.000 1.000 16,1.000-1.000-12,-1.000 0.000 0,0.000 1.000 6,0.000-1.000 0,1.000 1.000 12,0.000-1.000-3,0.000 0.000 3,0.000 0.000 0,-1.000 1.000-1,0.000-1.000 0,1.000 0.000 6,-1.000 1.000 16,1.000-1.000 0,-1.000 0.000 0,-1.000 0.000 2,0.000 1.000 16,1.000-1.000 0,-2.000 0.000 0,1.000 1.000-6,0.000-1.000 0,0.000 0.000 0,0.000 1.000 0,0.000-1.000 9,-1.000 0.000 15,1.000 1.000-8,0.000-1.000 0,0.000 0.000 0,0.000 0.000 0,0.000 0.000 0,0.000 0.000 0,0.000 1.000-9,1.000-1.000 0,-1.000 0.000 12,0.000 0.000 0,0.000 0.000 0,0.000 0.000-15,0.000 1.000 0,0.000-1.000 3,0.000 0.000 0,0.000 0.000 16,1.000 0.000 0,-1.000 0.000 0,-1.000 0.000 0,1.000 0.000 0,0.000 0.000 5,1.000 0.000 0,-1.000 0.000-9,0.000 0.000 0,-1.000-1.000-2,1.000 1.000 0,0.000 0.000 0,0.000-2.000-16,-1.000 0.000-39,1.000 0.000 0</inkml:trace>
  <inkml:trace contextRef="#ctx0" brushRef="#br0">-28669.000-28009.000 979,'-317.000'-169.000'0,"320.000"169.000"0,0.000-1.000 0,0.000 0.000-17,0.000 1.000 0,0.000-1.000 0,-1.000 2.000-16,1.000 1.000 35,0.000-1.000 0,0.000 0.000 0,1.000 0.000 15,-1.000 1.000-165,-1.000-1.000 0,0.000 0.000 0,-1.000 1.000 0,1.000-1.000-2,0.000 0.000 0,0.000 0.000 0,0.000 0.000 0,1.000 0.000 0,-1.000 0.000 0,0.000 1.000 6,0.000-1.000-15,0.000 1.000 7,1.000-1.000 0,-1.000 1.000 3,0.000-1.000 16,1.000 1.000-22,-1.000-1.000-5,-1.000 1.000 0,1.000-1.000 0,0.000 0.000 0,0.000 1.000-6,1.000-1.000 0,-1.000 0.000 0,1.000 1.000 0,0.000-1.000 8,-1.000 0.000-3,1.000 1.000-15,-1.000-1.000-1,0.000 0.000-7,0.000 1.000 0,1.000-1.000 0,0.000 1.000-6,0.000-1.000 6,0.000 0.000-3,0.000 0.000 0,0.000 1.000 0,-1.000-1.000 8,1.000 0.000 0,0.000 0.000 16,0.000 0.000 0,-1.000 1.000 8,0.000-1.000-3,0.000 0.000 0,0.000 0.000-2,0.000 0.000 3,1.000 0.000 0,-1.000 0.000 0,0.000 0.000 9,1.000 0.000 3,-1.000 0.000 0,0.000 1.000-16,0.000-1.000 0,0.000 0.000 0,0.000 0.000-3,-1.000 1.000 15,0.000-1.000-14,0.000 0.000 5,0.000 0.000 0,0.000 0.000 16,1.000 1.000 0,-2.000-1.000-6,1.000 0.000-3,0.000 0.000 0,0.000 1.000 1,0.000-1.000 3,0.000 0.000 0,0.000 1.000-16,0.000-1.000 0,0.000 0.000 5,0.000 1.000 0,-1.000-1.000 15,1.000 0.000 0,0.000 1.000-6,-1.000-1.000-3,1.000 0.000 0,0.000 1.000 0,0.000-1.000 0,0.000 0.000 3,0.000 0.000 0,0.000 0.000-8,1.000 0.000 0,-1.000 1.000 3,0.000-1.000-16,0.000 0.000 0,0.000 1.000 2,0.000-1.000 3,0.000 0.000 15,0.000 1.000 0,0.000-1.000 6,-1.000 0.000 0,1.000 0.000 0,-1.000 0.000-9,1.000 1.000-5,0.000-1.000-3,0.000 0.000 0,0.000 0.000-7,1.000 0.000-1,-1.000 0.000 3,0.000 1.000-15,0.000-1.000 0,0.000 0.000-3,0.000 1.000-3,0.000-1.000 0,0.000 0.000 0,0.000 0.000 0,0.000 1.000 0,0.000-1.000-16,0.000 0.000-5,0.000 0.000-3,0.000 0.000 0,0.000 0.000 15,0.000 1.000-110,0.000-1.000-2,-1.000 0.000 3,0.000 0.000 0</inkml:trace>
  <inkml:trace contextRef="#ctx0" brushRef="#br0">-28669.000-28011.000 57,'-317.000'-167.000'0,"317.000"167.000"0,0.000 0.000 0,0.000 0.000 0,0.000 0.000-2,0.000 0.000-6,0.000 3.000 0,0.000 1.000 66,1.000-1.000 0,0.000 0.000-3,1.000 0.000 0,-1.000 1.000-296,0.000-1.000 0,-2.000 0.000 6,1.000 1.000-15,-2.000-1.000-2,1.000 0.000 0,-1.000 1.000 0,0.000-1.000 0,0.000 0.000 0,0.000 1.000 0,0.000-1.000 0,-1.000 1.000-16,1.000-1.000 3,0.000 1.000 0,0.000 0.000 0,0.000-1.000-15,0.000 1.000 17,-1.000 0.000 0,1.000 0.000 0,0.000-1.000 0,0.000 1.000 0,1.000 0.000-3,-1.000 0.000 3,0.000-1.000 0,-1.000 1.000 0,1.000 0.000 1,0.000 0.000 0,0.000-1.000-16,0.000 1.000-4,0.000 0.000-8,-1.000 0.000-3,1.000-1.000 15,0.000 1.000-32,0.000 0.000-8,-1.000 0.000 0,1.000 0.000 0,-1.000-1.000 0,1.000 1.000-6,0.000 0.000 0,1.000 0.000 0,-1.000-1.000 12,0.000 1.000-5,0.000 0.000 0,1.000-1.000-16,-1.000 1.000 0,0.000 0.000 5,0.000 0.000 0,0.000 0.000 15,0.000 0.000 4,0.000-1.000 0,0.000 1.000 3,-1.000 0.000 0,1.000 0.000 0,0.000 0.000-8,1.000-1.000 0,-1.000 1.000 0,0.000-1.000 0,1.000 1.000 0,-1.000 0.000 0,0.000 0.000-15,1.000-1.000 0,-1.000 1.000 0,1.000 0.000 0,-1.000 0.000 16,1.000 0.000-4,-1.000-1.000 0,-1.000 1.000 0,1.000 0.000 0,0.000 0.000 0,1.000-1.000 0,-1.000 1.000 0,1.000-1.000 0,-1.000 1.000 0,1.000 0.000 0,-1.000-1.000 0,1.000 1.000-15,-1.000 0.000 0,0.000-1.000 0,1.000 1.000 0,-1.000 0.000 16,1.000 0.000-11,-1.000-1.000 0,0.000 1.000 6,0.000 0.000 0,0.000-1.000 12,1.000 1.000 0,-1.000-1.000 0,1.000 1.000 0,-1.000-1.000 0,0.000 1.000 0,0.000-1.000 0,1.000 1.000 0,-1.000-1.000-11,1.000 1.000 0,-1.000-1.000 0,1.000 0.000 16,0.000 1.000-16,-1.000-1.000 0,1.000 0.000 0,-1.000 0.000 0,0.000 1.000 0,1.000-1.000 0,-4.000 0.000 0,1.000 0.000 0,0.000 0.000-3,-1.000 0.000-3,-21.000 0.000 3,-1.000-1.000-16</inkml:trace>
  <inkml:trace contextRef="#ctx0" brushRef="#br0">-28661.000-28009.000 633,'-325.000'-169.000'0,"327.000"169.000"0,0.000-1.000 15,0.000 1.000-12,-1.000-1.000 0,0.000 1.000 0,1.000 1.000 0,-1.000 1.000 35,1.000-1.000 0,0.000 0.000 0,0.000 0.000 0,0.000 1.000-124,1.000-1.000 0,-2.000 0.000 0,0.000 1.000-16,1.000-1.000-1,-1.000 0.000 0,0.000 1.000 0,0.000-1.000 15,0.000 0.000 0,-1.000 1.000 0,1.000-1.000 0,-1.000 0.000 0,1.000 1.000 0,0.000-1.000 0,0.000 0.000 0,0.000 0.000 0,0.000 0.000-10,0.000 1.000 0,0.000-1.000 0,0.000 0.000-15,0.000 1.000 0,0.000-1.000 0,0.000 0.000 0,-1.000 0.000 0,1.000 1.000-1,0.000-1.000 0,0.000 0.000 0,0.000 0.000 0,1.000 0.000-2,-1.000 0.000 0,0.000 0.000 0,0.000 1.000 16,0.000-1.000-1,0.000 0.000 0,-1.000 0.000 0,1.000 0.000 0,0.000 0.000 0,0.000 0.000 2,0.000 0.000 3,0.000-1.000 0,0.000 1.000 0,0.000 0.000-2,0.000 0.000-6,0.000 0.000-16,0.000 0.000-2,0.000 0.000 0,0.000 0.000-6,1.000 0.000 16,-1.000 0.000 3,-1.000 0.000-3,1.000 1.000-3,0.000-1.000 0,-1.000 0.000 0,1.000 0.000-1,0.000 0.000-1,0.000 0.000 0,1.000 0.000 0,-1.000 0.000 1,0.000 0.000-6,1.000 0.000-16,-1.000 0.000 10,1.000 0.000 3,-1.000 0.000 0,0.000 0.000 15,0.000 0.000 2,0.000 0.000 1,-1.000 0.000-6,1.000 0.000 0,0.000 0.000 0,1.000 0.000 0,-1.000-1.000 0,0.000 1.000 0,0.000 0.000-12,0.000 0.000 0,0.000 0.000-3,0.000 0.000-16,0.000 1.000 8,0.000-1.000 0,0.000 0.000-6,0.000 0.000 15,-1.000 0.000-8,1.000 0.000 0,-1.000 1.000 6,0.000-1.000 0,0.000 0.000 8,1.000 0.000 0,-1.000 0.000 0,0.000 1.000 0,0.000-1.000 0,1.000 0.000 0,-1.000 0.000 0,1.000 0.000-16,-1.000 0.000 0,1.000 0.000 0,-1.000 1.000 0,1.000-1.000 15,0.000 0.000 0,-1.000 0.000-3,0.000 0.000-3,0.000 0.000 0,1.000 0.000 10,0.000 0.000 0,-1.000 0.000 0,0.000 0.000 0,0.000 0.000 0,0.000 0.000 0,0.000 0.000 0,0.000 0.000-15,0.000 0.000-5,0.000-1.000 0,1.000 1.000 0,-1.000 0.000 16,0.000 0.000-35,-1.000 0.000 0,0.000 0.000 3,1.000-1.000 0,-1.000 1.000 0,1.000 0.000 0,-4.000-1.000 0,0.000 1.000 0,0.000-1.000-5,0.000 1.000 0,-21.000-1.000 0</inkml:trace>
  <inkml:trace contextRef="#ctx0" brushRef="#br0">-28653.000-28010.000 1598,'-333.000'-168.000'0,"334.000"168.000"0,0.000 0.000 0,0.000 0.000 2,1.000 0.000 0,-1.000 0.000 0,0.000 0.000 0,0.000-1.000-9,0.000 1.000 0,1.000 0.000 0,-1.000-1.000 16,0.000 1.000 17,0.000 0.000-3,0.000-1.000 6,0.000 1.000 0,-1.000 0.000 0,1.000-1.000 0,1.000 1.000 0,-1.000 0.000 0,0.000-1.000 0,0.000 1.000 5,0.000-1.000 0,0.000 1.000-15,0.000 0.000 3,1.000 0.000-8,-1.000 0.000-3,0.000-1.000 16,1.000 1.000 3,-1.000 0.000 0,0.000 0.000 0,-1.000 0.000 0,1.000 0.000 0,1.000 0.000 5,-2.000-1.000 0,1.000 1.000 0,0.000 0.000-1,-1.000-1.000-6,1.000 1.000-6,0.000 0.000 0,0.000-1.000-3,0.000 1.000 0,1.000 0.000 0,-1.000-1.000 16,0.000 1.000 4,0.000-1.000-5,0.000 1.000-3,0.000-1.000 0,0.000 1.000 0,0.000-1.000 0,1.000 1.000 0,-1.000-1.000 15,1.000 1.000 1,-1.000-1.000 5,0.000 1.000 0,0.000-1.000 0,0.000 1.000 0,1.000-1.000 0,0.000 0.000 0,-1.000 1.000 0,1.000-1.000 9,-1.000 0.000 0,1.000 1.000 0,0.000-1.000-16,-1.000 0.000 0,1.000 1.000 0,-1.000-1.000 0,1.000 1.000 15,-1.000-1.000 0,0.000 0.000 0,-1.000 1.000 0,1.000-1.000 0,0.000 1.000 3,0.000 0.000 0,1.000-1.000 0,-1.000 0.000 0,1.000 1.000-21,-1.000-1.000 5,1.000 1.000 0,-1.000-1.000-16,0.000 1.000 0,0.000-1.000-2,1.000 1.000 0,0.000 0.000 15,0.000-1.000 1,0.000 1.000 6,-1.000-1.000 0,1.000 1.000 0,0.000-1.000-6,0.000 0.000-5,-1.000 0.000 0,2.000 0.000 0,-1.000 1.000-3,0.000-1.000-3,0.000 0.000 0,0.000 0.000-15,0.000 1.000 0,0.000-1.000 1,1.000 0.000 3,-1.000 1.000 16,0.000-1.000 0,0.000 1.000-3,-1.000-1.000 0,1.000 0.000 0,0.000 1.000-8,0.000-1.000 0,0.000 0.000 0,1.000 0.000 0,0.000 0.000 0,-1.000 0.000 6,1.000 0.000 0,0.000 0.000-15,-1.000 0.000-9,1.000 0.000-3,1.000 0.000 3,-1.000 1.000 0,1.000-1.000 2,-1.000 0.000-8,1.000 1.000 0,0.000-1.000-16,-1.000 0.000 0,1.000 0.000 0,0.000 0.000 3,0.000 0.000 16,0.000 0.000 0,-1.000 0.000 8,1.000 0.000 0,-1.000 0.000-15,0.000 0.000 0,0.000 1.000-8,0.000-1.000 3,1.000 0.000 0,-1.000 0.000 0,1.000 0.000 8,-1.000 0.000 0,1.000 0.000 0,0.000 0.000 0,-1.000 0.000-5,1.000 0.000-3,-1.000 0.000 15,1.000 0.000 0,-1.000 0.000 0,0.000 0.000 0,0.000 0.000 0,0.000 0.000 9,1.000 0.000-6,-1.000 0.000 0,1.000 0.000 0,-1.000 0.000-10,0.000 0.000 0,1.000 0.000 0,0.000 0.000-16,0.000 1.000 0,-1.000-1.000 0,1.000 0.000 0,0.000 0.000 15,-1.000 0.000 0,1.000 0.000 0,-1.000 0.000 0,0.000 0.000 0,0.000 0.000-8,1.000 0.000 0,0.000 0.000 0,-1.000 0.000 0,1.000 0.000 0,0.000 0.000 0,0.000 1.000 0,-1.000-1.000-16,1.000 0.000 0,0.000 0.000 0,0.000 0.000 0,-1.000 0.000 15,1.000 0.000-25,-1.000 1.000 0,1.000-1.000 0,-1.000 0.000 0,0.000 0.000 0,1.000 0.000 0,-3.000 0.000 0,1.000 0.000 0,-1.000 0.000-4,1.000 0.000 0,-1.000 0.000 0,1.000-1.000-15,-1.000 0.000-15,0.000 1.000 0,1.000-1.000 0,-1.000-4.000 16,0.000 0.000-95,0.000-1.000 0</inkml:trace>
  <inkml:trace contextRef="#ctx0" brushRef="#br0">-28646.000-28012.000 1036,'-340.000'-166.000'0,"343.000"166.000"0,0.000-1.000 0,0.000 0.000-19,0.000 0.000 0,0.000 1.000 0,0.000 1.000-16,1.000 1.000 37,-1.000-1.000 0,0.000 1.000 0,0.000-1.000 16,1.000 1.000-196,-1.000-1.000 0,-2.000 0.000 0,1.000 1.000 0,-1.000-1.000-2,1.000 1.000 0,0.000-1.000 0,0.000 0.000 0,-1.000 0.000 0,1.000 1.000 0,0.000-1.000 0,0.000 1.000-16,0.000-1.000 3,-1.000 1.000-8,1.000 0.000 0,0.000-1.000 15,1.000 1.000 19,-2.000 0.000-2,1.000-1.000-1,0.000 1.000 0,-1.000 0.000 0,1.000 0.000 0,-1.000 0.000 0,0.000-1.000-16,-1.000 1.000 0,1.000 0.000 0,0.000 0.000-3,-1.000 0.000-16,1.000 0.000 2,0.000 0.000-8,0.000 0.000 0,1.000 0.000 0,-1.000 0.000-20,0.000 0.000 0,1.000 0.000 0,-1.000 0.000-15,0.000 0.000 0,0.000 1.000-8,1.000-1.000 0,-1.000 0.000 16,0.000 0.000 0,0.000 0.000 5,0.000 0.000-3,0.000 1.000 0,0.000-1.000-1,0.000 0.000-3,1.000 0.000 3,-1.000 0.000 0,0.000 0.000 26,0.000 0.000 0,1.000 0.000 0,-1.000 1.000-15,0.000-1.000 0,1.000 0.000 1,-2.000 0.000-6,1.000 0.000 16,-1.000 0.000 8,0.000 1.000-2,0.000-1.000 0,-1.000 0.000 0,1.000 0.000-3,1.000 1.000-1,-1.000-1.000 0,0.000 0.000 0,0.000 0.000-12,0.000 0.000 8,0.000 0.000-6,0.000 1.000-16,0.000-1.000 0,0.000 0.000 2,1.000 1.000 0,-1.000-1.000 16,0.000 0.000 0,0.000 1.000 5,-1.000-1.000-3,1.000 0.000 0,-1.000 1.000 0,2.000-1.000-5,-1.000 0.000 0,0.000 0.000 0,0.000 0.000 28,1.000 0.000 0,-1.000 0.000 0,1.000 0.000 0,-1.000 1.000 0,1.000-1.000 1,-1.000 0.000 0,-1.000 0.000 0,1.000 0.000 0,0.000 0.000 3,0.000 0.000 0,-1.000 0.000-16,1.000 0.000 0,0.000 0.000-1,-1.000 1.000 0,1.000-1.000-15,0.000 0.000 0,-1.000 0.000 2,1.000 1.000 3,0.000-1.000 0,-1.000 0.000 0,1.000 0.000 3,0.000 1.000-3,0.000-1.000 0,0.000 0.000 0,0.000 0.000 1,0.000 0.000 3,0.000 1.000-15,0.000-1.000-4,0.000 0.000-3,0.000 1.000 0,0.000-1.000 16,-1.000 1.000-12,1.000-1.000 0,-1.000 1.000-3,0.000-1.000 0,1.000 1.000 0,0.000-1.000 1,0.000 0.000 0,0.000 1.000 0,0.000-1.000 0,0.000 0.000 4,0.000 0.000-3,0.000 1.000-15,0.000-1.000 0,0.000 1.000 0,0.000-1.000-1,0.000 0.000 16,0.000 1.000 0,0.000-1.000 0,0.000 0.000 3,-1.000 1.000 0,0.000-1.000 0,1.000 1.000 3,0.000-1.000 0,0.000 0.000 0,0.000 0.000 0,0.000 1.000-3,-1.000-1.000 6,1.000 0.000-15,0.000 1.000 0,-1.000-1.000 3,1.000 1.000 0,-1.000-1.000 16,1.000 1.000 0,-1.000-1.000 6,0.000 0.000-3,0.000 1.000 0,1.000-1.000 9,0.000 0.000 5,0.000 0.000 3,-1.000 0.000 0,1.000 0.000 0,-1.000 0.000 6,1.000 1.000 3,-1.000-1.000-16,0.000 0.000 10,0.000 0.000 0,1.000 0.000 0,-1.000 0.000 16,0.000 1.000 9,0.000-1.000-5,-1.000 0.000 0,0.000 0.000 0,0.000 0.000 9,1.000 1.000 0,-1.000-1.000 0,0.000 0.000 15,0.000 0.000 0,-1.000 0.000 0,1.000 1.000 0,-1.000-1.000 0,0.000 0.000 0,2.000 0.000 2,-1.000 0.000 6,-1.000 0.000 0,1.000 0.000 0,0.000 0.000 0,0.000 0.000 0,0.000 0.000-16,0.000 0.000 0,0.000 1.000 6,0.000-1.000 3,0.000 0.000 15,0.000 0.000 0,-1.000 0.000 0,0.000 0.000 0,0.000 0.000 0,1.000 0.000 8,-1.000 0.000 0,1.000 0.000 0,-1.000 0.000 15,1.000 0.000-29,-1.000 0.000 0,-1.000 0.000 0,1.000 0.000 0,0.000 0.000 0,1.000 0.000 0,-3.000 0.000 0,0.000-1.000 0,0.000 1.000-2,0.000 0.000 0,1.000 0.000 0,-1.000-1.000-16,0.000 0.000-10,0.000 1.000 0,0.000-1.000 6,0.000-4.000 15,-1.000 0.000-90,1.000 0.000 0</inkml:trace>
  <inkml:trace contextRef="#ctx0" brushRef="#br0">-28637.000-28012.000 691,'-349.000'-166.000'0,"351.000"166.000"0,0.000-1.000 16,0.000 1.000-12,0.000-1.000 0,-1.000 1.000 0,1.000 1.000 0,-1.000 0.000 36,1.000 1.000 0,0.000-1.000 0,1.000 0.000 0,-1.000 1.000-184,0.000-1.000 0,-1.000 0.000 0,0.000 1.000-16,0.000-1.000-2,0.000 0.000 0,0.000 1.000-3,1.000-1.000 16,-1.000 1.000 1,0.000-1.000 1,0.000 0.000 0,0.000 1.000 0,0.000 0.000 12,0.000 0.000 0,1.000 0.000 0,0.000 0.000 0,-1.000-1.000-26,1.000 1.000-5,-1.000 0.000-2,1.000 0.000 16,0.000 0.000 0,-1.000-1.000 0,-1.000 1.000 0,1.000 0.000 0,0.000-1.000-1,-1.000 1.000 0,1.000 0.000 0,0.000 0.000-16,0.000-1.000-2,0.000 1.000 0,0.000 0.000 0,1.000-1.000 0,-1.000 1.000-7,1.000-1.000-8,-1.000 1.000 0,0.000 0.000-16,1.000 0.000 0,-1.000 0.000 5,0.000-1.000-2,1.000 1.000 0,-1.000 0.000 0,0.000 0.000 8,0.000 0.000 0,0.000 0.000-15,0.000 0.000-1,0.000-1.000 5,0.000 1.000-3,0.000 0.000 16,0.000 0.000 0,-1.000 0.000 8,0.000 0.000-3,0.000 0.000 0,0.000 0.000 0,1.000 0.000-5,-1.000 0.000 3,1.000 0.000 0,-1.000 0.000 0,1.000-1.000 0,-1.000 1.000 0,1.000 0.000-15,0.000 0.000 0,-1.000 0.000-8,1.000 0.000 0,0.000 0.000 16,-1.000 0.000 0,1.000 0.000-8,-1.000 0.000 0,0.000 0.000 0,1.000 0.000 0,0.000 0.000 8,-1.000-1.000-3,1.000 1.000 0,-1.000 0.000-8,1.000 0.000-8,-1.000 0.000-3,1.000 0.000-15,0.000 0.000 10,0.000 0.000-5,0.000 0.000 0,0.000 0.000 16,0.000 0.000-10,-1.000 0.000 3,1.000 0.000 0,0.000 0.000 0,-1.000 0.000 12,1.000 0.000-1,0.000 0.000 3,-1.000 0.000 0,1.000 0.000-12,-1.000-1.000 6,1.000 1.000 3,0.000 0.000 0,0.000 0.000 8,0.000 0.000 3,1.000-1.000 3,-1.000 1.000 16,0.000 0.000-8,-1.000-1.000 0,1.000 1.000 0,-1.000-1.000 0,1.000 1.000-9,-1.000 0.000-2,1.000 0.000 0,0.000-1.000 15,-1.000 1.000 0,0.000 0.000 6,0.000-1.000 0,1.000 1.000 0,-1.000-1.000 0,1.000 1.000 0,0.000-1.000 0,0.000 1.000 0,-1.000-1.000 0,1.000 1.000-5,0.000 0.000 0,0.000-1.000-16,-1.000 1.000 0,2.000-1.000 0,-2.000 1.000 0,1.000-1.000 0,-1.000 1.000 0,0.000-1.000 0,1.000 1.000 0,-1.000 0.000-16,1.000-1.000-5,-1.000 0.000 0,1.000 1.000 0,-1.000-1.000 15,1.000 1.000-20,-1.000-1.000-3,0.000 1.000 0,0.000-1.000 0,-1.000 1.000 0,2.000-1.000 0,-1.000 0.000 0,-1.000 0.000 0,1.000 1.000-1,0.000-1.000 0,0.000 0.000 0,-1.000-1.000-16,1.000 0.000-30,0.000 0.000 0</inkml:trace>
  <inkml:trace contextRef="#ctx0" brushRef="#br0">-28639.000-28008.000 345,'-347.000'-170.000'0,"348.000"170.000"0,0.000-1.000 0,0.000 1.000 0,0.000 0.000 0,0.000 0.000 0,0.000 0.000-16,0.000 1.000 11,0.000 0.000 0,0.000-1.000 0,1.000 1.000 31,-1.000 0.000-99,-1.000-1.000 0,-1.000 1.000 0,0.000 0.000 0,0.000-1.000 0,-1.000 1.000 0,4.000 0.000 0,0.000-1.000 0,0.000 1.000 3,0.000 0.000 0,-1.000 0.000 0,1.000 1.000-16,0.000-1.000 14,0.000 1.000 0,0.000 0.000 0,0.000-1.000 15,0.000 1.000-23,-1.000 0.000 0,0.000-1.000 6,0.000 1.000 0,1.000-1.000 0,-1.000 1.000 0,0.000-1.000 0,0.000 1.000 0,0.000-1.000-1,0.000 1.000 0,0.000-1.000 0,0.000 0.000-16,1.000 1.000-5,-1.000-1.000-3,0.000 0.000 0,0.000 1.000 0,0.000-1.000-8,1.000 0.000 0,-1.000 1.000 0,0.000-1.000-15,0.000 1.000 0,0.000-1.000 0,-1.000 1.000 0,1.000-1.000 16,-1.000 1.000 0,0.000-1.000 0,0.000 0.000 0,0.000 1.000 0,0.000-1.000 1,0.000 1.000 0,1.000-1.000 0,-1.000 0.000 0,0.000 1.000-7,1.000-1.000 0,-1.000 1.000 0,1.000-1.000-15,-1.000 0.000 0,0.000 1.000 2,0.000-1.000-6,0.000 1.000 16,0.000-1.000 0,-1.000 1.000 0,1.000-1.000 0,-1.000 1.000 0,1.000-1.000-3,0.000 0.000 0,-1.000 1.000 3,2.000-1.000 0,-1.000 0.000 1,0.000 0.000 0,0.000 1.000 0,0.000-1.000-16,0.000 0.000 0,0.000 1.000 0,0.000-1.000 0,0.000 0.000 16,0.000 1.000 0,-1.000-1.000 2,1.000 0.000-5,-1.000 1.000 0,1.000-1.000 0,-1.000 1.000 5,1.000-1.000-6,0.000 0.000 0,0.000 0.000-8,0.000 1.000 0,0.000-1.000 0,0.000 0.000 0,0.000 0.000 8,0.000 0.000 6,1.000 1.000-3,-1.000-1.000 0,0.000 0.000 0,0.000 0.000 0,0.000 0.000 0,1.000 0.000-16,-1.000 0.000 0,1.000 0.000-5,0.000 0.000 0,0.000 0.000 0,1.000 0.000 0,-1.000 0.000 0,0.000 1.000 0,0.000-1.000-16,0.000 0.000 0,0.000 0.000-8,0.000 0.000 0,0.000 1.000 0,0.000-1.000 0,0.000 0.000 0,0.000 1.000 0,1.000-1.000-15,-1.000 0.000 0,0.000 0.000 0,1.000 1.000 0,-1.000-1.000 16,0.000 0.000-8,0.000 1.000 0,0.000-1.000 0,0.000 0.000 0,0.000 1.000 0,0.000-1.000 0,0.000 0.000 0,-1.000 0.000 0,0.000 0.000-3,0.000 0.000-5,-29.000 0.000-3,-1.000-2.000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T" name="resolution" value="28.34646" units="1/dev"/>
        </inkml:channelProperties>
      </inkml:inkSource>
      <inkml:timestamp xml:id="ts0" timeString="2020-03-03T14:38: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-16665.000-9148.000 403,'-678.000'-100.000'0,"679.000"100.000"6,1.000 0.000-16,-1.000 0.000 0,1.000 0.000 0,-1.000 0.000-6,1.000 0.000 0,0.000 1.000 10,0.000-1.000 2,0.000 0.000-2,0.000 1.000 0,1.000-1.000-59,-1.000 0.000 1,0.000 1.000 3,-1.000-1.000-15,1.000 1.000-1,0.000-1.000 0,-2.000 0.000 0,0.000 1.000 0,1.000-1.000-2,0.000 0.000-2,0.000 1.000 3,0.000-1.000-16,0.000 0.000-4,0.000 0.000 3,-1.000 1.000 0,1.000-1.000 0,0.000 0.000 34,-1.000 0.000 0,2.000 1.000-3,-1.000-1.000 0,0.000 0.000 0,1.000 0.000-1,2.000 1.000 1,-1.000-1.000 16,1.000 0.000 3,-1.000 0.000-5,1.000 1.000 0,-1.000-1.000 0,0.000 0.000 4,0.000 1.000 3,0.000-1.000 6,0.000 1.000 15,0.000-1.000-9,0.000 0.000 0,-1.000 1.000 0,0.000-1.000 0,1.000 0.000 0,0.000 1.000 0,-1.000-1.000 0,1.000 0.000 0,-1.000 0.000 0,1.000 1.000 0,0.000-1.000 0,-1.000 0.000-16,0.000 0.000-5,1.000 1.000-3,-1.000-1.000-3,0.000 0.000 15,1.000 0.000-14,-1.000 1.000-1,-1.000-1.000 3,1.000 0.000 0,0.000 0.000 0,0.000 1.000 0,1.000-1.000-3,-1.000 0.000 0,0.000 0.000 0,0.000 0.000 2,1.000 0.000 3,-1.000 1.000-16,0.000-1.000 1,0.000 0.000 0,0.000 1.000 6,0.000-1.000 15,0.000 0.000 6,-1.000 0.000 1,0.000 1.000-6,1.000-1.000 0,-1.000 0.000 0,1.000 1.000 0,0.000-1.000 0,1.000 0.000 0,-1.000 0.000 0,1.000 0.000 0,-1.000 1.000 0,0.000-1.000-15,1.000 0.000-1,-1.000 1.000 0,0.000-1.000 0,1.000 0.000 16,-1.000 0.000-6,0.000 1.000 0,-1.000-1.000 0,1.000 0.000 0,0.000 1.000 0,0.000-1.000 0,-1.000 0.000 0,0.000 1.000-16,1.000-1.000-1,-1.000 0.000 0,1.000 1.000 3,-1.000-1.000 0,1.000 0.000 0,0.000 1.000 0,0.000-1.000 0,0.000 0.000 0,0.000 1.000 11,1.000-1.000-3,0.000 0.000 0,0.000 0.000 0,0.000 0.000 0,0.000 0.000 0,-1.000 0.000 0,0.000 1.000 16,1.000-1.000-1,-2.000 0.000 0,1.000 0.000 0,-1.000 0.000 0,1.000 0.000 1,0.000 0.000 8,0.000 1.000-3,0.000-1.000 0,0.000 0.000 0,0.000 0.000 0,1.000 0.000 0,-1.000 0.000 0,1.000 0.000 0,-1.000 0.000 0,1.000 0.000 0,-1.000 0.000 15,0.000 0.000 0,0.000 0.000 2,0.000 0.000-3,0.000 0.000 0,-1.000 0.000 0,2.000 0.000 0,0.000 0.000 6,-1.000-1.000 0,1.000 1.000 7,-1.000 0.000 0,1.000 0.000-3,0.000 0.000-16,-1.000 0.000 0,1.000 0.000 0,-1.000 0.000 6,0.000 0.000 15,0.000 0.000 0,-1.000-1.000 0,0.000 1.000-6,1.000 0.000 0,-1.000 0.000 11,1.000 0.000 0,1.000 0.000 0,-1.000 0.000 0,0.000 0.000 12,-1.000-1.000 0,1.000 1.000-6,0.000 0.000 16,0.000 0.000-8,-1.000 0.000 0,1.000 0.000 3,0.000-1.000 15,-1.000 1.000-1,1.000 0.000-2,-1.000 0.000 0,0.000-1.000 0,0.000 1.000-8,1.000 0.000 0,-1.000 0.000 0,1.000 0.000-16,0.000-1.000 0,0.000 1.000 2,0.000 0.000 3,-1.000 0.000 15,1.000 0.000-4,-2.000 0.000 2,1.000 0.000-1,-1.000-1.000 0,1.000 1.000 0,-1.000 0.000 4,1.000 0.000-3,-1.000 0.000-16,1.000 0.000 0,0.000 0.000 0,0.000 0.000-3,-1.000 0.000 16,1.000 0.000 0,-1.000 0.000-3,0.000 0.000-3,0.000 0.000 0,-1.000 0.000-8,2.000 0.000-1,-1.000 0.000-3,1.000 0.000 0,-1.000 0.000 0,1.000 0.000 2,-1.000 0.000 9,0.000 0.000-16,1.000 0.000 0,-1.000 0.000-3,1.000 0.000 4,0.000 0.000 16,-1.000 0.000 0,1.000 0.000-1,-1.000 0.000 0,0.000 0.000 0,0.000 0.000 0,1.000 0.000 3,0.000 0.000 0,0.000 0.000 0,0.000 0.000-8,-1.000 0.000 0,0.000 0.000 0,1.000 0.000-16,-1.000 0.000 0,1.000 0.000-3,-1.000 0.000 0,1.000 0.000 15,0.000 0.000 0,-1.000 0.000 0,1.000 0.000 3,-1.000 0.000 0,0.000 0.000 0,1.000 0.000 0,-1.000 0.000 6,1.000 0.000 0,0.000 0.000 0,0.000 0.000 3,-1.000 0.000-9,1.000 0.000-16,0.000 0.000 0,0.000 0.000 2,0.000 0.000 0,0.000 0.000 15,0.000 0.000 0,-1.000 0.000-3,0.000 0.000 3,0.000 0.000 0,1.000 0.000 0,-1.000 0.000 3,0.000 0.000-3,0.000 1.000 16,0.000-1.000 0,-1.000 0.000 0,0.000 0.000 9,0.000 0.000 16,0.000 0.000 0,0.000 0.000-3,-1.000 0.000 0,1.000 0.000 15,-1.000 0.000 0,0.000 0.000 0,0.000 0.000 12,0.000 0.000 0,0.000 0.000 0,0.000 0.000-3,0.000 0.000 0,0.000 0.000-16,1.000 0.000 0,-1.000 0.000 1,0.000 0.000-9,1.000 0.000 0,-1.000 0.000 0,2.000 0.000-1,-1.000 0.000-3,0.000 0.000 0,0.000 0.000 0,0.000 0.000 3,0.000 0.000-6,-1.000 0.000-16,2.000 0.000 0,-1.000 0.000-3,0.000 0.000 0,0.000 0.000 16,0.000 0.000 0,0.000 1.000 0,-1.000-1.000 3,0.000 0.000 0,0.000 0.000 0,1.000 0.000 0,0.000 0.000 0,0.000 0.000 0,-1.000 0.000 0,1.000 0.000 0,0.000 0.000-3,0.000 0.000-16,-1.000 1.000 0,1.000-1.000 0,-1.000 0.000 8,1.000 0.000 16,-1.000 0.000 8,0.000 0.000 0,0.000 0.000 0,-1.000 1.000 0,0.000-1.000 0,2.000 0.000 0,-1.000 0.000-3,0.000 0.000 0,0.000 0.000 0,0.000 0.000 0,0.000 0.000 0,1.000 0.000-16,-1.000 0.000 0,1.000 1.000-3,-1.000-1.000-3,0.000 0.000 0,1.000 0.000 0,-1.000 0.000 0,0.000 0.000 9,0.000 1.000-15,0.000-1.000 0,1.000 0.000-2,-1.000 0.000 0,0.000 1.000 16,0.000-1.000 0,-1.000 0.000 0,1.000 0.000 6,-1.000 1.000 0,0.000-1.000 0,2.000 0.000-3,-1.000 0.000 0,0.000 0.000 0,0.000 0.000 0,1.000 0.000 0,-1.000 1.000-6,1.000-1.000-15,-1.000 0.000 0,1.000 0.000-3,-1.000 1.000 0,1.000-1.000-16,-1.000 0.000 0,1.000 0.000-2,-1.000 1.000 2,1.000-1.000 0,0.000 0.000 0,0.000 1.000 0,0.000-1.000 0,0.000 0.000 0,0.000 0.000 0,0.000 1.000 0,0.000-1.000 9,0.000 0.000-15,0.000 1.000 0,0.000-1.000 0,0.000 0.000 0,-1.000 0.000 16,1.000 1.000 0,-1.000-1.000 0,0.000 0.000 6,0.000 1.000 0,0.000-1.000-8,0.000 0.000 0,1.000 1.000 0,-1.000-1.000 0,1.000 0.000 0,-1.000 1.000 0,1.000-1.000-6,-1.000 0.000-16,1.000 1.000 0,-1.000-1.000-2,1.000 0.000 0,0.000 1.000 16,-1.000-1.000 0,0.000 1.000 0,0.000-1.000 0,-1.000 1.000 0,1.000-1.000-8,0.000 0.000 0,0.000 1.000-3,1.000-1.000 15,-2.000 1.000 9,1.000-1.000 0,-1.000 1.000 6,0.000-1.000 0,-1.000 1.000 8,1.000-1.000 0,0.000 0.000 0,0.000 1.000 0,0.000-1.000 0,0.000 0.000 0,1.000 1.000 0,-1.000-1.000-16,0.000 1.000 0,1.000-1.000 0,-1.000 0.000 6,1.000 1.000 15,0.000-1.000 8,-1.000 0.000 0,0.000 1.000 0,0.000-1.000-16,0.000 1.000 0,-1.000-1.000 0,1.000 0.000 0,1.000 1.000 0,-1.000-1.000 0,0.000 0.000 0,0.000 1.000 0,0.000-1.000-15,0.000 1.000 0,0.000-1.000 0,1.000 1.000 0,-1.000-1.000 16,0.000 1.000-9,-1.000-1.000 0,1.000 0.000 3,0.000 0.000-16,0.000 1.000-8,0.000-1.000-2,-1.000 0.000-3,1.000-6.000 15,0.000 1.000-163,-1.000 0.000 0</inkml:trace>
  <inkml:trace contextRef="#ctx0" brushRef="#br0">-16666.000-9146.000 1206,'-677.000'-102.000'0,"679.000"102.000"0,0.000 0.000 0,0.000 0.000-51,1.000 1.000 0,-2.000-1.000 0,1.000 0.000 0,0.000 0.000 0,0.000 0.000 0,2.000 0.000 0,0.000 0.000 0,1.000 0.000 2,-1.000 0.000 0,0.000 0.000 0,1.000 0.000 0,-1.000-1.000-7,1.000 1.000 0,0.000 0.000 0,0.000-1.000 0,-1.000 1.000-9,1.000 0.000 0,0.000 0.000 0,0.000-1.000-16,0.000 1.000 8,0.000 0.000 0,0.000 0.000 0,1.000-1.000 15,0.000 1.000 1,-1.000 0.000 0,0.000 0.000 0,0.000 0.000 0,0.000 0.000 2,1.000-1.000 6,-1.000 1.000 3,1.000 0.000 0,0.000 0.000 5,0.000-1.000 8,0.000 1.000 0,-1.000 0.000-15,1.000 0.000 0,0.000-1.000 1,-1.000 1.000-2,1.000 0.000 16,-1.000 0.000 0,-1.000-1.000 0,1.000 1.000-3,-1.000 0.000 0,1.000-1.000-2,0.000 1.000 1,0.000 0.000 0,0.000-1.000 0,1.000 1.000-4,-1.000 0.000-2,0.000-1.000 0,0.000 1.000-15,0.000 0.000 0,0.000 0.000 2,1.000-1.000-3,-1.000 1.000 16,0.000 0.000 0,0.000 0.000 0,-1.000-1.000-3,1.000 1.000 0,0.000 0.000-1,0.000 0.000-4,1.000-1.000 0,-1.000 1.000 0,1.000-1.000 3,-1.000 1.000-2,1.000 0.000 0,-1.000-1.000-15,1.000 1.000 0,-1.000 0.000-2,0.000 0.000 0,0.000 0.000 16,0.000-1.000 0,-1.000 1.000-3,1.000 0.000 0,-1.000 0.000 0,1.000 0.000 1,-1.000-1.000-3,1.000 1.000 0,0.000 0.000 15,-1.000 0.000-8,1.000-1.000 3,-1.000 1.000-3,0.000 0.000-16,0.000 0.000 12,1.000 0.000 1,-1.000-1.000 3,0.000 1.000 0,1.000 0.000 0,-1.000 0.000-1,0.000 0.000-3,0.000 0.000-16,0.000-1.000 0,1.000 1.000-6,-1.000 0.000 3,0.000 0.000-15,1.000 0.000-9,-1.000 0.000 3,1.000 0.000-3,-1.000 0.000 0,1.000 0.000 8,0.000 0.000 0,0.000 0.000-7,-1.000 0.000 0,1.000 0.000-10,0.000 0.000-2,1.000 0.000 0,-1.000 0.000-16,1.000 0.000 0,-1.000 0.000 0,1.000 0.000 9,-1.000 0.000 15,1.000 0.000 0,-2.000 0.000 2,1.000 0.000-3,-1.000 0.000-16,1.000 0.000 12,0.000 0.000-3,-2.000 0.000-3,1.000 0.000 0,-1.000 0.000 0,1.000 0.000-2,-1.000 0.000 0,1.000 0.000 0,0.000 0.000-2,-1.000-1.000 3,1.000 1.000 9,-1.000 0.000-16,0.000 0.000-3,1.000 0.000-1,-1.000 0.000-9,0.000 1.000-16,1.000-1.000 0,0.000 0.000 0,-2.000 0.000 9,0.000 0.000-15,1.000 0.000-2,-1.000 0.000-1,0.000 0.000-9,0.000 0.000 16,1.000-1.000-25,-2.000 0.000-3,1.000 1.000 3,-1.000-1.000 0</inkml:trace>
  <inkml:trace contextRef="#ctx0" brushRef="#br0">-16651.000-9146.000 702,'-692.000'-102.000'0,"693.000"102.000"3,0.000 0.000 0,1.000 0.000-29,-1.000 0.000-2,0.000 0.000 0,0.000 0.000 0,0.000 0.000 0,0.000 1.000-6,4.000-1.000-6,0.000 0.000 16,-1.000 0.000 3,1.000 0.000 0,-1.000 0.000 0,0.000 0.000 0,1.000 0.000-4,-1.000 1.000 0,1.000-1.000 0,0.000-1.000 0,0.000 1.000-26,0.000 0.000 0,0.000 1.000 0,0.000-1.000-15,-1.000 0.000-1,1.000 0.000 8,-1.000 0.000 3,1.000 0.000 16,-1.000 0.000 0,-1.000 0.000 0,1.000 0.000 0,-1.000 0.000 0,1.000 0.000-3,0.000 0.000 3,0.000 0.000 1,0.000 0.000 0,0.000-1.000 4,1.000 1.000 0,-1.000 0.000-5,0.000 0.000 0,1.000 0.000 0,0.000 0.000-1,-1.000-1.000 3,1.000 1.000 0,0.000 0.000 0,-1.000-1.000 3,1.000 1.000 0,-1.000 0.000-16,1.000 0.000-1,-1.000-1.000 2,1.000 1.000 0,-1.000 0.000 15,0.000 0.000 2,0.000 0.000 0,-1.000-1.000 0,1.000 1.000 0,-1.000 0.000 0,1.000 0.000 0,1.000 0.000-3,-1.000-1.000 0,0.000 1.000 0,0.000 0.000 3,0.000 0.000-3,0.000-1.000-16,1.000 1.000 8,-1.000 0.000-5,0.000 0.000 3,0.000-1.000 15,0.000 1.000 8,0.000 0.000-3,-1.000-1.000 0,0.000 1.000 0,0.000 0.000 0,0.000 0.000 2,1.000-1.000 3,0.000 1.000 0,-1.000-1.000 0,1.000 1.000 3,-1.000 0.000 0,1.000-1.000-15,0.000 1.000-4,-1.000-1.000 5,1.000 1.000-3,-1.000-1.000 16,0.000 1.000-30,0.000-1.000 0,-1.000 1.000 3,1.000 0.000-16,-1.000-1.000 0,0.000 1.000-2,-6.000 0.000 0,0.000-1.000 0</inkml:trace>
  <inkml:trace contextRef="#ctx0" brushRef="#br0">-16652.000-9147.000 2052,'-691.000'-101.000'0,"695.000"101.000"0,-1.000 0.000 0,1.000 1.000-87,0.000-1.000 0,-1.000 0.000 0,0.000 0.000-15,0.000 0.000 0,0.000 1.000 2,2.000-1.000-3,-1.000 0.000 16,1.000 0.000 1,-1.000 1.000 5,0.000-1.000 3,0.000 0.000 0,-1.000 0.000-7,2.000 0.000 0,-1.000 0.000 3,1.000 0.000 0,-1.000 0.000-27,1.000 0.000 5,-1.000 0.000-2,1.000 0.000 0,-1.000-1.000 0,2.000 1.000 0,-1.000 0.000 0,0.000 0.000 0,0.000-1.000-1,0.000 1.000-5,0.000 0.000-3,1.000-1.000 0,0.000 1.000 2,-1.000 0.000 6,1.000 0.000-3,0.000-1.000 15,0.000 1.000 22,-1.000 0.000 3,1.000-1.000 0,-1.000 1.000 0,1.000 0.000 0,1.000-1.000 0,-2.000 1.000 0,1.000-1.000 0,-1.000 1.000-2,0.000-1.000 8,1.000 1.000 6,-1.000-1.000-15,0.000 0.000-18,0.000 0.000-3,0.000-1.000 0,0.000 1.000 0</inkml:trace>
  <inkml:trace contextRef="#ctx0" brushRef="#br0">-16641.000-9146.000 1825,'-702.000'-102.000'0,"704.000"102.000"0,-1.000 0.000 0,1.000 0.000 1,0.000 0.000 0,-1.000 0.000 0,1.000 0.000 0,0.000 0.000-11,0.000 0.000 0,1.000 0.000 0,-1.000-1.000 0,1.000 1.000 47,-1.000 0.000 0,1.000-1.000 0,0.000 1.000 0,-1.000 0.000 0,2.000-1.000 0,-3.000 1.000 0,1.000 0.000 0,-1.000-1.000 0,1.000 1.000 0,-1.000-1.000 3,1.000 1.000-15,0.000 0.000 0,0.000-1.000 6,0.000 1.000 0,0.000-1.000 0,0.000 1.000 8,0.000-1.000 0,0.000 1.000 0,1.000-1.000 0,-1.000 1.000 0,1.000-1.000 5,0.000 0.000 3,0.000 1.000 0,0.000-1.000 0,0.000 0.000 0,0.000 1.000 0,-1.000-1.000-15,1.000 1.000 0,0.000-1.000 0,0.000 1.000 0,0.000-1.000 16,0.000 1.000 11,-1.000-1.000 0,0.000 1.000 0,1.000-1.000 0,-1.000 1.000 0,1.000-1.000 5,-1.000 0.000-6,0.000 1.000 0,0.000-1.000-1,0.000 1.000 0,1.000-1.000 9,-1.000 1.000-16,-1.000-1.000 0,1.000 1.000 0,0.000-1.000 6,0.000 1.000 16,0.000-1.000-15,-1.000 1.000-2,0.000-1.000-6,1.000 1.000 0,0.000-1.000 8,0.000 1.000 0,0.000-1.000 6,0.000 0.000 0,1.000 1.000 9,-1.000-1.000 0,0.000 0.000-6,-1.000 1.000-16,2.000-1.000 8,-1.000 0.000-1,0.000 1.000 0,-1.000-1.000 16,1.000 1.000 0,-1.000-1.000 0,0.000 0.000 6,0.000 1.000 0,0.000-1.000 0,0.000 0.000 0,1.000 1.000-3,0.000-1.000 0,-1.000 0.000 0,1.000 1.000 0,-1.000-1.000 9,1.000 0.000 16,-1.000 0.000-13,-1.000 1.000 3,1.000-1.000 0,0.000 0.000 15,0.000 1.000-28,-1.000-1.000 0,0.000 0.000 0,0.000 1.000 0,0.000-1.000 0,1.000 0.000 0,-2.000 1.000 0,-1.000-1.000 0,1.000 0.000-1,0.000 0.000 0,0.000 0.000-9,0.000 0.000-16,0.000 0.000-8,1.000 0.000 0,0.000 0.000 0,0.000 0.000 0</inkml:trace>
  <inkml:trace contextRef="#ctx0" brushRef="#br0">-16633.000-9146.000 1342,'-710.000'-102.000'0,"712.000"102.000"0,1.000 0.000 0,-1.000 0.000-58,1.000 0.000 1,-2.000 1.000 3,1.000-1.000 0,0.000 0.000 0,0.000 0.000-2,2.000 0.000 0,0.000 0.000 0,1.000 0.000 1,-1.000 0.000 2,0.000 0.000-6,1.000 0.000-15,-1.000-1.000-12,1.000 1.000 0,-1.000 0.000 0,1.000 0.000 16,0.000 0.000 0,-1.000 0.000 3,1.000-1.000 0,-1.000 1.000 0,0.000 0.000 0,1.000 0.000 8,1.000-1.000-6,0.000 1.000 0,0.000 0.000 0,-1.000-1.000 1,1.000 1.000 0,0.000 0.000-16,0.000 0.000 5,0.000 0.000 4,0.000 0.000 0,-1.000 0.000 16,1.000 0.000 3,-1.000 0.000 0,0.000 0.000 0,1.000 0.000 0,-1.000 0.000 0,1.000-1.000-3,-1.000 1.000 3,1.000 0.000 0,-1.000 0.000-1,1.000 0.000-8,0.000 0.000-3,0.000-1.000-16,0.000 1.000-3,0.000 0.000-4,0.000 0.000 0,0.000 0.000 16,0.000 0.000-14,-1.000 0.000-11,1.000-1.000-3,-1.000 1.000 0,1.000 0.000 0,0.000 0.000-8,1.000 0.000 6,-1.000-1.000 0,0.000 1.000-10,0.000 0.000 10,1.000 0.000 0,-1.000 0.000-16,0.000 0.000 0,0.000-1.000 0,1.000 1.000-3,-1.000 0.000 15,0.000 0.000 12,0.000 0.000-8,-1.000 0.000 6,1.000 0.000 0,0.000-1.000 0,-1.000 1.000 0,1.000 0.000 0,0.000 0.000 16,1.000 0.000 0,-2.000 0.000-6,1.000-1.000 0,-1.000 1.000 0,1.000 0.000-1,0.000 0.000 5,1.000-1.000 3,-1.000 1.000 0,0.000 0.000-14,1.000-1.000-6,0.000 1.000 0,0.000 0.000-15,0.000 0.000 10,-1.000-1.000 2,1.000 1.000-6,-1.000 0.000 16,1.000-1.000 0,-2.000 1.000 0,1.000 0.000 0,0.000-1.000 0,0.000 1.000 0,0.000 0.000 0,0.000-1.000 0,1.000 1.000 0,-1.000 0.000-13,0.000-1.000 0,0.000 1.000 0,1.000 0.000-15,-1.000 0.000-13,1.000-1.000 0,-1.000 1.000 0,0.000 0.000 0,0.000-1.000-1,1.000 1.000 0,-1.000 0.000 0,0.000-1.000-15,0.000 0.000-18,0.000 0.000 0,0.000 1.000 0,0.000-1.000 16,0.000 0.000-44,0.000 0.000 0,-1.000 0.000 0,0.000 0.000 0</inkml:trace>
  <inkml:trace contextRef="#ctx0" brushRef="#br0">-16625.000-9147.000 288,'-718.000'-101.000'2,"719.000"101.000"12,0.000 0.000 0,0.000 0.000 0,0.000 0.000 8,0.000 0.000 0,-1.000 2.000-15,1.000 0.000 62,-1.000 0.000-1,1.000 0.000 3,0.000 0.000 16,1.000 0.000-290,-1.000 0.000 0,-3.000 0.000-6,0.000 0.000 0,0.000 0.000-3,1.000 0.000-5,-1.000 0.000 0,0.000 0.000 0,-1.000 0.000-2,1.000 0.000-6,0.000 0.000 0,0.000 0.000-15,-1.000-1.000 0,1.000 1.000 5,0.000 0.000 0,-1.000 0.000 16,0.000 0.000 0,0.000 0.000-3,-1.000 0.000 9,1.000 0.000 0,-1.000 0.000 0,1.000 0.000 5,-1.000 0.000 3,1.000 0.000 15,-1.000 0.000-8,0.000 0.000-3,1.000 0.000 3,-1.000 0.000-16,0.000 0.000 3,1.000 1.000-5,-1.000-1.000 6,1.000 0.000 16,0.000 0.000-1,-1.000 0.000 0,0.000 0.000-6,0.000 1.000 0,0.000-1.000 0,-1.000 0.000 1,1.000 0.000 0,0.000 0.000 15,-1.000 0.000 0,0.000 1.000 0,0.000-1.000 0,0.000 0.000 0,0.000 0.000 0,1.000 0.000 0,-1.000 0.000-3,1.000 0.000 0,0.000 0.000 0,-1.000 0.000 5,1.000 0.000 3,1.000 0.000-16,-1.000 0.000 0,0.000 0.000 1,0.000 0.000 0,0.000 0.000 15,0.000 0.000-12,-1.000 0.000 0,1.000 0.000-3,0.000 0.000 0,-1.000 0.000 8,2.000 0.000-1,-1.000 0.000 3,0.000 0.000 0,0.000 0.000-8,0.000 0.000 0,1.000 0.000-3,-1.000 0.000-15,1.000 0.000 10,-1.000 0.000 0,1.000 0.000 0,-1.000 0.000 16,0.000-1.000 9,-1.000 1.000 3,0.000 0.000 0,0.000 0.000 0,0.000 0.000-8,1.000 0.000 3,0.000 0.000 0,0.000 0.000 0,0.000 0.000 9,-1.000 0.000 3,1.000 0.000 0,-1.000-1.000 15,1.000 1.000-8,-1.000 0.000 0,0.000 0.000 0,1.000 0.000 16,-1.000 0.000 0,0.000-1.000 1,0.000 1.000 0,-1.000 0.000 0,1.000 0.000 0,0.000-1.000-3,0.000 1.000 3,1.000 0.000 16,-1.000 0.000 18,0.000-1.000 0,-1.000 1.000-6,1.000 0.000 0,0.000-1.000 0,0.000 1.000-2,-1.000 0.000 0,0.000-1.000 0,1.000 1.000-2,-1.000-1.000 3,0.000 1.000-6,0.000 0.000-16,1.000-1.000 0,0.000 1.000 0,-1.000 0.000 0,1.000-1.000 31,-1.000 1.000-10,0.000 0.000 0,-1.000-1.000 0,0.000 1.000 0,0.000 0.000 0,1.000-1.000 0,-1.000 1.000 0,-1.000-1.000 0,1.000 1.000-1,0.000-1.000-3,-24.000 1.000 0,0.000-1.000 0</inkml:trace>
  <inkml:trace contextRef="#ctx0" brushRef="#br0">-16613.000-9147.000 1875,'-730.000'-101.000'0,"733.000"101.000"9,1.000 0.000 0,-1.000 0.000-80,1.000 1.000 0,-2.000-1.000 0,0.000 0.000-15,1.000 0.000 0,-1.000 0.000 3,2.000 1.000-9,0.000-1.000 0,0.000 0.000 1,1.000 0.000 0,-1.000 0.000 0,1.000 0.000 0,-1.000 0.000-8,2.000 0.000 5,-1.000 0.000 0,0.000 0.000 0,0.000 0.000-15,0.000 0.000 8,0.000-1.000 0,-1.000 1.000 0,1.000 0.000-1,0.000 0.000 3,1.000 0.000 0,-1.000-1.000 0,1.000 1.000-10,0.000 0.000-3,0.000 0.000-3,1.000 0.000-16,-1.000 0.000 8,1.000 0.000 0,-1.000 0.000 0,1.000-1.000 15,-1.000 1.000 16,0.000 0.000 0,0.000 0.000 0,0.000 0.000 0,0.000 0.000 0,1.000 0.000 0,-1.000 0.000-3,1.000 0.000 0,-1.000 0.000-1,0.000 0.000 3,0.000 0.000 9,0.000 0.000-16,0.000 0.000-4,-1.000 0.000-5,1.000-1.000 0,0.000 1.000 15,0.000 0.000-12,-1.000 0.000 8,1.000 0.000 0,0.000 0.000 0,0.000-1.000 10,0.000 1.000-3,0.000 0.000 6,-1.000 0.000 0,1.000-1.000 9,0.000 1.000 8,-1.000 0.000-6,0.000 0.000-16,0.000-1.000-9,1.000 1.000 0,-1.000 0.000 0,1.000 0.000 15,0.000 0.000 14,-1.000-1.000 10,0.000 1.000-3,0.000 0.000 0,0.000 0.000 0,0.000 0.000-3,0.000-1.000-6,1.000 1.000 0,-1.000 0.000 0,0.000-1.000 0,0.000 1.000 0,0.000 0.000-15,1.000 0.000 0,-1.000 0.000 8,0.000-1.000 0,0.000 1.000 0,0.000 0.000-8,-1.000 0.000 0,1.000 0.000 3,1.000 0.000-16,-1.000-1.000 0,0.000 1.000 0,0.000 0.000 0,0.000 0.000 16,0.000 0.000 0,-1.000 0.000 0,1.000-1.000 0,-1.000 1.000-15,0.000 0.000-7,1.000-1.000 0,-1.000 1.000 3,1.000 0.000 16,-1.000-1.000-172,0.000 1.000-2,-1.000 0.000 0</inkml:trace>
  <inkml:trace contextRef="#ctx0" brushRef="#br0">-16611.000-9144.000 1440,'-732.000'-104.000'5,"737.000"104.000"6,1.000 0.000 0,-1.000-1.000-25,1.000 0.000 5,-1.000 1.000-3,1.000 0.000-15,-1.000 0.000 26,1.000 1.000-1,0.000-1.000 0,0.000 1.000-16,0.000-1.000-139,-1.000 1.000-5,0.000-1.000 0,0.000 1.000 0,0.000-1.000-2,0.000 1.000 0,0.000-1.000 0,-1.000 1.000 0,1.000-1.000 8,-1.000 1.000 0,1.000-1.000 0,-1.000 1.000-16,0.000-1.000 0,1.000 1.000 0,-1.000-1.000 0,0.000 1.000 16,0.000-1.000-8,0.000 1.000 0,0.000-1.000 0,0.000 1.000 0,0.000-1.000 5,0.000 0.000-1,0.000 1.000 0,1.000-1.000 0,-1.000 0.000 0,1.000 0.000 0,0.000 1.000 0,-1.000-1.000-32,1.000 1.000-5,0.000-1.000-6,-1.000 0.000 0,1.000-5.000 0</inkml:trace>
  <inkml:trace contextRef="#ctx0" brushRef="#br0">-16654.000-9145.000 403,'-689.000'-103.000'0,"690.000"103.000"0,1.000 0.000 15,-1.000 0.000 0,0.000 0.000 0,0.000-1.000 0,0.000 2.000 0,0.000 0.000 24,0.000 0.000 0,1.000-1.000 0,0.000 1.000 0,0.000 0.000-113,-1.000-1.000 0,0.000 1.000 0,0.000 0.000-16,0.000-1.000-1,0.000 1.000 0,-2.000 0.000 0,1.000 0.000-15,-1.000-1.000 0,1.000 1.000 0,-1.000 0.000 0,1.000 0.000-16,-1.000 0.000-2,1.000 0.000 0,-1.000 0.000 0,1.000 0.000 0,-1.000 0.000 3,1.000 0.000 0,-1.000 0.000 0,1.000 0.000-15,-1.000 0.000 0,1.000 0.000 0,-1.000 0.000 0,1.000 1.000 16,0.000-1.000 0,-1.000 0.000 0,0.000 0.000 0,0.000 0.000 0,0.000 0.000 0,1.000 0.000 0,-1.000 0.000 0,1.000 0.000 0,0.000 0.000-8,0.000 0.000 0,-1.000 0.000 0,1.000 0.000-15,-1.000 1.000 0,1.000-1.000 0,0.000 0.000 0,-1.000 0.000 16,1.000 0.000 0,-2.000 0.000 0,1.000 0.000 0,0.000 0.000 0,0.000 0.000 0,0.000 0.000 0,0.000 1.000 0,-1.000-1.000-16,1.000 0.000 0,0.000 0.000 0,0.000 1.000 0,0.000-1.000-15,0.000 0.000 0,-1.000 0.000-6,1.000 1.000-3,-1.000-1.000 0,1.000 0.000 0,-1.000 1.000 0,1.000-1.000 0,-1.000 1.000-16,0.000-1.000 11,1.000 0.000 0,-2.000 1.000-6,1.000-1.000 15,0.000 1.000-10,-1.000-1.000 0,0.000 1.000 3,0.000-1.000 0,0.000 1.000 8,1.000 0.000 0,0.000-1.000-6,0.000 0.000 0,0.000 1.000 12,0.000-1.000 0,-1.000 1.000 6,1.000-1.000-16,-1.000 0.000 0,1.000 1.000 0,0.000-1.000 0,0.000 1.000 15,0.000-1.000 10,-1.000 0.000 6,1.000 0.000 0,-1.000 1.000 0,1.000-1.000 12,0.000 0.000 0,0.000 0.000 0,0.000 0.000 0,0.000 0.000 11,0.000 1.000 0,-1.000-1.000 0,1.000 0.000-16,-1.000 0.000-11,1.000 0.000 0,0.000 1.000 0,0.000-1.000 15,0.000 0.000 12,-1.000 0.000 0,1.000 0.000 0,-1.000 0.000 0,0.000 1.000 0,1.000-1.000 0,0.000 0.000 0,0.000 0.000 0,0.000 0.000 12,0.000 0.000 0,0.000 0.000 3,0.000 0.000-15,0.000 0.000 10,-1.000 0.000 0,1.000 0.000 0,-1.000 0.000 16,1.000 0.000-10,-1.000 0.000 0,-1.000 0.000 0,1.000 1.000 0,0.000-1.000-9,1.000 0.000 0,0.000 0.000 0,0.000 0.000 0,0.000 0.000 0,1.000 0.000-2,-1.000 0.000 0,1.000 0.000-15,-1.000 0.000 0,0.000 0.000 0,1.000 0.000-3,-1.000 0.000 0,1.000 0.000 0,-1.000 0.000 0,0.000 1.000-6,1.000-1.000-16,0.000 0.000 12,0.000 0.000 3,-1.000 0.000-6,0.000 0.000-16,1.000 1.000-8,-1.000-1.000 0,0.000 0.000 6,0.000 1.000 0,0.000-1.000-3,1.000 0.000 0,-1.000 1.000 0,1.000-1.000 0,-1.000 0.000 1,0.000 1.000 0,1.000-1.000 0,-1.000 0.000-16,1.000 1.000 0,-1.000-1.000 0,1.000 0.000 0,-1.000 1.000 15,1.000-1.000 0,-2.000 1.000 0,1.000-1.000 0,0.000 0.000 0,0.000 1.000 0,0.000-1.000 0,1.000 0.000 0,0.000 0.000 0,0.000 0.000 0,0.000 1.000 0,-1.000-1.000 0,1.000 0.000-16,0.000 0.000 0,0.000 1.000 0,0.000-1.000 0,0.000 0.000 15,0.000 1.000 0,-1.000-1.000-1,0.000 0.000 0,1.000 0.000 0,-1.000 1.000 0,0.000-1.000 0,1.000 0.000 0,0.000 0.000 0,0.000 1.000-8,0.000-1.000 0,-1.000 0.000 0,1.000 1.000-16,0.000-1.000 0,0.000 0.000-2,-1.000 1.000 3,1.000-1.000 0,0.000 0.000 0,0.000 1.000 0,0.000-1.000 0,-1.000 0.000-15,1.000 1.000 0,0.000-1.000 0,0.000 1.000 0,0.000-1.000-16,0.000 1.000 0,0.000-1.000 0,-1.000 1.000 0,1.000-1.000 0,0.000 1.000 0,0.000 0.000-8,1.000-1.000 0,-1.000 1.000 0,1.000-1.000 8,-1.000 1.000-3,0.000-1.000 3,0.000 1.000-16,0.000-1.000 9,0.000 1.000 5,0.000 0.000 0,0.000-1.000 16,0.000 1.000 9,-1.000-1.000 8,0.000 1.000 3,0.000-1.000 0,-1.000 1.000 9,2.000-1.000 0,-2.000 1.000 6,1.000-1.000 0,0.000 0.000 0,-1.000 1.000-6,1.000-1.000-5,0.000 1.000-16,0.000-1.000 0,0.000 1.000 1,0.000-1.000-3,0.000 1.000 16,1.000-1.000 0,-2.000 1.000-5,1.000-1.000 0,0.000 1.000 0,0.000-1.000 0,1.000 1.000 1,-1.000-1.000 0,1.000 1.000 0,0.000-1.000 0,0.000 0.000-5,0.000 1.000 0,1.000-1.000-16,-1.000 1.000 0,0.000-1.000 1,1.000 0.000 0,0.000 1.000 15,-1.000-1.000 0,0.000 0.000 2,0.000 1.000 3,0.000-1.000 0,0.000 0.000 8,0.000 1.000-8,1.000-1.000 3,-1.000 0.000 0,0.000 1.000 0,0.000-1.000 0,1.000 0.000-6,0.000 0.000-16,0.000 1.000 8,0.000-1.000 0,0.000 0.000 3,0.000 1.000 15,-1.000-1.000-8,0.000 0.000-5,1.000 0.000 0,-1.000 1.000 0,1.000-1.000 8,-1.000 0.000 0,1.000 0.000 0,-1.000 1.000 16,0.000-1.000 0,0.000 0.000 6,-1.000 1.000 0,0.000-1.000 16,0.000 0.000 0,-1.000 0.000 0,0.000 1.000 3,1.000-1.000 0,-1.000 0.000 0,0.000 1.000-3,1.000-1.000 0,-1.000 1.000-15,0.000-1.000 8,0.000 0.000 0,0.000 1.000 0,0.000-1.000 16,0.000 1.000 0,-1.000-1.000-5,1.000 1.000 0,-1.000-1.000-15,0.000 1.000 0,1.000-1.000-5,-1.000 1.000 3,1.000-1.000 0,-1.000 1.000-8,1.000 0.000-1,-1.000-1.000 0,0.000 1.000-16,1.000 0.000 0,-1.000-1.000 1,0.000 1.000-3,0.000 0.000-16,0.000 0.000-9,0.000 0.000 5,1.000 0.000-3,-1.000 0.000 0,1.000-1.000 0,0.000 1.000-2,1.000 0.000-3,-1.000 0.000 0,1.000-1.000 11,-1.000 1.000 4,0.000 0.000-3,1.000-1.000-16,-1.000 1.000 0,1.000 0.000-1,-1.000 0.000 3,0.000-1.000 16,1.000 1.000 0,-2.000 0.000 0,1.000 0.000-6,0.000-1.000 0,0.000 1.000 0,0.000 0.000 0,1.000 0.000 3,-1.000-1.000 0,1.000 1.000 0,-1.000-1.000 0,1.000 1.000-3,-1.000 0.000 0,1.000-1.000 8,1.000 1.000 8,-1.000-1.000 3,0.000 1.000 0,0.000-1.000 0,0.000 1.000 0,0.000-1.000-3,0.000 1.000-15,0.000-1.000 0,0.000 1.000 0,0.000-1.000-3,1.000 1.000 16,-1.000 0.000-8,0.000-1.000-2,0.000 1.000 0,0.000-1.000 0,1.000 1.000 8,-1.000-1.000 0,1.000 1.000 0,-1.000-1.000 0,1.000 1.000-11,0.000-1.000 0,0.000 1.000-3,1.000-1.000-15,-1.000 0.000 10,0.000 1.000 0,0.000-1.000 0,0.000 1.000 16,0.000 0.000-10,-1.000-1.000 3,0.000 1.000-3,0.000-1.000 0,0.000 1.000 0,1.000-1.000 0,0.000 1.000 0,0.000-1.000 0,0.000 1.000 0,0.000-1.000 0,0.000 1.000-3,-1.000-1.000-15,2.000 1.000 0,-1.000-1.000 0,1.000 1.000-3,0.000-1.000 0,0.000 0.000 11,-1.000 1.000 2,1.000-1.000 0,1.000 0.000 0,-1.000 1.000 11,0.000-1.000 0,1.000 0.000 3,-1.000 0.000 0,0.000 1.000 0,1.000-1.000 0,-1.000 0.000-6,0.000 0.000-16,1.000 1.000 0,-1.000-1.000 2,0.000 0.000 0,1.000 1.000 16,-1.000-1.000 8,0.000 0.000 0,-1.000 0.000-2,0.000 1.000 0,0.000-1.000-8,1.000 1.000 0,0.000-1.000 3,0.000 0.000 0,-1.000 1.000-8,1.000-1.000 1,-1.000 0.000 0,1.000 1.000-16,-1.000-1.000 0,1.000 1.000 1,0.000-1.000 0,-1.000 1.000 16,1.000-1.000 0,-1.000 0.000 0,0.000 1.000-3,0.000-1.000 0,0.000 1.000-8,0.000-1.000-1,-1.000 1.000 0,1.000-1.000 15,0.000 1.000 0,0.000-1.000 0,-1.000 1.000 0,0.000-1.000 0,1.000 1.000 0,0.000 0.000 0,0.000-1.000 0,0.000 0.000 0,0.000 1.000 0,0.000-1.000 2,0.000 1.000 0,-1.000-1.000-15,1.000 1.000 0,0.000-1.000 0,0.000 1.000 0,-1.000-1.000 16,1.000 1.000 0,-1.000 0.000 0,0.000-1.000 0,0.000 1.000 0,0.000-1.000 0,1.000 1.000 0,0.000-1.000 0,0.000 1.000 0,0.000-1.000 0,-1.000 0.000 7,1.000 1.000 0,0.000-1.000-15,0.000 1.000 0,-1.000-1.000-8,1.000 1.000 0,0.000-1.000 16,0.000 1.000 0,-1.000 0.000 0,0.000-1.000 0,0.000 1.000 0,0.000-1.000 0,1.000 1.000 0,-1.000-1.000 0,1.000 1.000 0,0.000-1.000 0,-1.000 1.000 0,1.000-1.000 6,0.000 1.000-15,-1.000-1.000 0,0.000 1.000 0,0.000-1.000 0,1.000 1.000 16,-1.000 0.000 0,0.000-1.000 5,0.000 1.000 6,-1.000-1.000 0,1.000 1.000 0,0.000-1.000 0,-1.000 1.000 0,1.000-1.000 0,-1.000 1.000 0,1.000-1.000 0,-1.000 1.000 9,1.000-1.000-16,-1.000 1.000 8,0.000 0.000 0,0.000-1.000 0,0.000 1.000 0,0.000 0.000 0,0.000-1.000 2,1.000 1.000 0,0.000-1.000 0,0.000 1.000 0,-1.000-1.000-3,1.000 1.000-5,0.000-1.000 15,0.000 1.000 0,-1.000-1.000-3,1.000 1.000 0,-1.000-1.000 0,1.000 0.000-8,0.000 1.000 0,0.000-1.000-3,1.000 1.000 0,-1.000-1.000-9,1.000 1.000 0,0.000-1.000 0,-1.000 1.000-31,2.000-1.000-1,-1.000 1.000-2,0.000-1.000-6,0.000-4.000 0,0.000 0.000-146,0.000 0.000 0</inkml:trace>
  <inkml:trace contextRef="#ctx0" brushRef="#br0">-16651.000-9146.000 939,'-692.000'-102.000'8,"694.000"102.000"-14,-1.000 0.000 0,0.000 1.000-41,1.000-1.000 0,-1.000 0.000 0,0.000 0.000 0,0.000 0.000 0,0.000 0.000 0,2.000 0.000 0,0.000 0.000 15,1.000 0.000 1,-2.000 0.000 0,1.000 0.000 0,0.000 0.000 0,0.000 0.000-8,0.000 0.000 0,1.000 0.000 0,-1.000 0.000 0,0.000 0.000-15,1.000-1.000 0,-1.000 1.000 0,0.000 0.000 0,1.000 0.000 0,0.000 0.000 0,-1.000-1.000 0,1.000 1.000 0,0.000 0.000-12,-1.000 0.000-3,1.000-1.000-1,0.000 1.000-15,1.000 0.000 1,-1.000 0.000 0,1.000 0.000 0,-1.000 0.000 16,0.000 0.000 14,0.000 0.000 0,-1.000 0.000 0,1.000 0.000 0,0.000 0.000 0,0.000 0.000 0,1.000-1.000-3,0.000 1.000 0,0.000 0.000 0,-1.000 0.000-2,1.000 0.000 0,-1.000 0.000-15,1.000 0.000 0,-1.000 0.000 0,1.000 0.000 0,-1.000 0.000 16,1.000 0.000-2,-1.000 0.000 0,0.000 0.000 0,-1.000 0.000 0,1.000 0.000 0,1.000 0.000 0,-1.000-1.000 0,0.000 1.000 0,0.000 0.000-1,0.000 0.000 0,0.000 0.000 0,0.000 0.000-16,0.000 0.000-9,0.000 0.000 0,0.000-1.000 0,0.000 1.000 16,1.000 0.000-14,-1.000 0.000 0,-1.000 0.000 0,0.000-1.000 0,1.000 1.000-599,0.000 0.000 0,-5.000 0.000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计算机控制技术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4C4C48-8BC5-4AF2-AC9D-FE2038056CAE}" type="datetimeFigureOut">
              <a:rPr lang="en-US" altLang="zh-CN"/>
            </a:fld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BF60B30-18CE-4D3B-ACA6-ACFC79B0A586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2468" name="页眉占位符 3"/>
          <p:cNvSpPr>
            <a:spLocks noGrp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>
                <a:latin typeface="Times New Roman" panose="02020603050405020304" pitchFamily="18" charset="0"/>
              </a:rPr>
              <a:t>计算机控制技术</a:t>
            </a:r>
            <a:endParaRPr lang="en-US" altLang="zh-CN"/>
          </a:p>
        </p:txBody>
      </p:sp>
      <p:sp>
        <p:nvSpPr>
          <p:cNvPr id="62469" name="灯片编号占位符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978D00B-0CAB-4ADE-A23A-F3A9F868FB1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1881188" y="6581775"/>
            <a:ext cx="3762375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1400" dirty="0">
                <a:latin typeface="楷体_GB2312" pitchFamily="49" charset="-122"/>
                <a:ea typeface="楷体_GB2312" pitchFamily="49" charset="-122"/>
              </a:rPr>
              <a:t>第二章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469BFE43-BA23-4FA5-9146-21CE16907B47}" type="slidenum"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 1</a:t>
            </a:r>
            <a:r>
              <a:rPr 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73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8"/>
          <p:cNvSpPr>
            <a:spLocks noChangeArrowheads="1"/>
          </p:cNvSpPr>
          <p:nvPr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9" name="矩形 10"/>
          <p:cNvSpPr>
            <a:spLocks noChangeArrowheads="1"/>
          </p:cNvSpPr>
          <p:nvPr userDrawn="1"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1277938" cy="3190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4A87C2-1687-459F-A9EA-EA1CFB1DAB79}" type="datetime1">
              <a:rPr lang="zh-CN" altLang="en-US"/>
            </a:fld>
            <a:endParaRPr lang="zh-CN" altLang="en-US"/>
          </a:p>
        </p:txBody>
      </p:sp>
      <p:sp>
        <p:nvSpPr>
          <p:cNvPr id="11" name="Text Box 4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1881188" y="6581775"/>
            <a:ext cx="3762375" cy="273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1400" dirty="0">
                <a:latin typeface="楷体_GB2312" pitchFamily="49" charset="-122"/>
                <a:ea typeface="楷体_GB2312" pitchFamily="49" charset="-122"/>
              </a:rPr>
              <a:t>第二章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A0C29D64-E6DB-4098-A8EB-3AF1681488CB}" type="slidenum"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 179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10" name="矩形 10"/>
          <p:cNvSpPr>
            <a:spLocks noChangeArrowheads="1"/>
          </p:cNvSpPr>
          <p:nvPr userDrawn="1"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484313"/>
            <a:ext cx="3924300" cy="4267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7888" y="1484313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589713"/>
            <a:ext cx="1370013" cy="2682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D3B519-AA22-4F87-96CA-3C7FE24DF6D0}" type="datetime1">
              <a:rPr lang="zh-CN" altLang="en-US"/>
            </a:fld>
            <a:endParaRPr lang="zh-CN" altLang="en-US" dirty="0"/>
          </a:p>
        </p:txBody>
      </p:sp>
      <p:sp>
        <p:nvSpPr>
          <p:cNvPr id="12" name="Text Box 4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1881188" y="6581775"/>
            <a:ext cx="3762375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1400" dirty="0">
                <a:latin typeface="楷体_GB2312" pitchFamily="49" charset="-122"/>
                <a:ea typeface="楷体_GB2312" pitchFamily="49" charset="-122"/>
              </a:rPr>
              <a:t>第二章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8C34D8A8-8131-4AB5-B4D0-6745C2D39562}" type="slidenum"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 17</a:t>
            </a:r>
            <a:r>
              <a:rPr 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8"/>
          <p:cNvSpPr>
            <a:spLocks noChangeArrowheads="1"/>
          </p:cNvSpPr>
          <p:nvPr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7" name="矩形 10"/>
          <p:cNvSpPr>
            <a:spLocks noChangeArrowheads="1"/>
          </p:cNvSpPr>
          <p:nvPr userDrawn="1"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8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0FB27-2EDB-474F-80BC-8D33953DA468}" type="datetime1">
              <a:rPr lang="zh-CN" altLang="en-US"/>
            </a:fld>
            <a:endParaRPr lang="en-US" altLang="zh-CN"/>
          </a:p>
        </p:txBody>
      </p:sp>
      <p:sp>
        <p:nvSpPr>
          <p:cNvPr id="9" name="Text Box 4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1881188" y="6581775"/>
            <a:ext cx="3762375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1400" dirty="0">
                <a:latin typeface="楷体_GB2312" pitchFamily="49" charset="-122"/>
                <a:ea typeface="楷体_GB2312" pitchFamily="49" charset="-122"/>
              </a:rPr>
              <a:t>第二章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8F2FEBA9-5BD5-47E0-9C03-CCD0163817F3}" type="slidenum"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 17</a:t>
            </a:r>
            <a:r>
              <a:rPr 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>
            <a:spLocks noChangeArrowheads="1"/>
          </p:cNvSpPr>
          <p:nvPr userDrawn="1"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6889" y="610362"/>
            <a:ext cx="7770223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6889" y="1981963"/>
            <a:ext cx="3832860" cy="41136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4252" y="1981963"/>
            <a:ext cx="3832860" cy="20013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4252" y="4093083"/>
            <a:ext cx="3832860" cy="200253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662738"/>
            <a:ext cx="1320800" cy="1952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AA658-705E-4F2A-B153-74FC818DFD53}" type="datetime1">
              <a:rPr lang="zh-CN" altLang="en-US"/>
            </a:fld>
            <a:endParaRPr lang="en-US" altLang="zh-CN" dirty="0"/>
          </a:p>
        </p:txBody>
      </p:sp>
      <p:sp>
        <p:nvSpPr>
          <p:cNvPr id="13" name="Text Box 4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showMasterSp="0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1881188" y="6581775"/>
            <a:ext cx="3762375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1400" dirty="0">
                <a:latin typeface="楷体_GB2312" pitchFamily="49" charset="-122"/>
                <a:ea typeface="楷体_GB2312" pitchFamily="49" charset="-122"/>
              </a:rPr>
              <a:t>第二章连续时间系统时域分析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C73170FC-6FA2-4EAA-A213-4624AF83B18C}" type="slidenum"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 173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11" name="矩形 10"/>
          <p:cNvSpPr>
            <a:spLocks noChangeArrowheads="1"/>
          </p:cNvSpPr>
          <p:nvPr userDrawn="1"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6889" y="610362"/>
            <a:ext cx="7770223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6889" y="1981963"/>
            <a:ext cx="3832860" cy="41136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4252" y="1981963"/>
            <a:ext cx="3832860" cy="20013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4252" y="4093083"/>
            <a:ext cx="3832860" cy="200253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646863"/>
            <a:ext cx="1262063" cy="2111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527B7-E00E-4443-B53B-B91459E2DFDD}" type="datetime1">
              <a:rPr lang="zh-CN" altLang="en-US"/>
            </a:fld>
            <a:endParaRPr lang="en-US" altLang="zh-CN" dirty="0"/>
          </a:p>
        </p:txBody>
      </p:sp>
      <p:sp>
        <p:nvSpPr>
          <p:cNvPr id="13" name="Text Box 4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/>
          <p:cNvSpPr txBox="1">
            <a:spLocks noChangeArrowheads="1"/>
          </p:cNvSpPr>
          <p:nvPr/>
        </p:nvSpPr>
        <p:spPr bwMode="auto">
          <a:xfrm>
            <a:off x="1881188" y="6581775"/>
            <a:ext cx="3762375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1400" dirty="0">
                <a:latin typeface="楷体_GB2312" pitchFamily="49" charset="-122"/>
                <a:ea typeface="楷体_GB2312" pitchFamily="49" charset="-122"/>
              </a:rPr>
              <a:t>第二章连续时间系统时域分析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E685F7F0-CCF1-45D6-861F-EB9F1DBCC699}" type="slidenum"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 1</a:t>
            </a:r>
            <a:r>
              <a:rPr 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73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8"/>
          <p:cNvSpPr>
            <a:spLocks noChangeArrowheads="1"/>
          </p:cNvSpPr>
          <p:nvPr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8" name="矩形 10"/>
          <p:cNvSpPr>
            <a:spLocks noChangeArrowheads="1"/>
          </p:cNvSpPr>
          <p:nvPr userDrawn="1"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604000"/>
            <a:ext cx="1233488" cy="25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FC7E1-634A-44A9-9384-9D33CE7DBD74}" type="datetime1">
              <a:rPr lang="zh-CN" altLang="en-US"/>
            </a:fld>
            <a:endParaRPr lang="en-US" altLang="zh-CN" dirty="0"/>
          </a:p>
        </p:txBody>
      </p:sp>
      <p:sp>
        <p:nvSpPr>
          <p:cNvPr id="10" name="Text Box 4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showMasterSp="0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1815067" y="6581775"/>
            <a:ext cx="3894618" cy="2736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1400" dirty="0">
                <a:latin typeface="楷体_GB2312" pitchFamily="49" charset="-122"/>
                <a:ea typeface="楷体_GB2312" pitchFamily="49" charset="-122"/>
              </a:rPr>
              <a:t>第二章连续时间系统时域分析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9DE66B6A-D182-49E3-B5C5-E2E8236CB105}" type="slidenum"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 173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8"/>
          <p:cNvSpPr>
            <a:spLocks noChangeArrowheads="1"/>
          </p:cNvSpPr>
          <p:nvPr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12" name="矩形 10"/>
          <p:cNvSpPr>
            <a:spLocks noChangeArrowheads="1"/>
          </p:cNvSpPr>
          <p:nvPr userDrawn="1"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981200" y="228600"/>
            <a:ext cx="6934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981200" y="1524000"/>
            <a:ext cx="32004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334000" y="1524000"/>
            <a:ext cx="32004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1981200" y="3924300"/>
            <a:ext cx="32004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34000" y="3924300"/>
            <a:ext cx="32004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632575"/>
            <a:ext cx="1219200" cy="225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A4A3E-FC5E-42F5-91F2-FBF582990C49}" type="datetime1">
              <a:rPr lang="zh-CN" altLang="en-US"/>
            </a:fld>
            <a:endParaRPr lang="en-US" altLang="zh-CN" dirty="0"/>
          </a:p>
        </p:txBody>
      </p:sp>
      <p:sp>
        <p:nvSpPr>
          <p:cNvPr id="14" name="Text Box 4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1881188" y="6581775"/>
            <a:ext cx="3762375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1400" dirty="0">
                <a:latin typeface="楷体_GB2312" pitchFamily="49" charset="-122"/>
                <a:ea typeface="楷体_GB2312" pitchFamily="49" charset="-122"/>
              </a:rPr>
              <a:t>第二章连续时间系统时域分析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E397D84C-11D7-4486-885C-C16102F9951A}" type="slidenum"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 173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10" name="矩形 10"/>
          <p:cNvSpPr>
            <a:spLocks noChangeArrowheads="1"/>
          </p:cNvSpPr>
          <p:nvPr userDrawn="1"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81200" y="1524000"/>
            <a:ext cx="3200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4000" y="1524000"/>
            <a:ext cx="3200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632575"/>
            <a:ext cx="1160463" cy="225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39B16-BE6B-49C3-B659-3D434DF1F4CF}" type="datetime1">
              <a:rPr lang="zh-CN" altLang="en-US"/>
            </a:fld>
            <a:endParaRPr lang="en-US" altLang="zh-CN" dirty="0"/>
          </a:p>
        </p:txBody>
      </p:sp>
      <p:sp>
        <p:nvSpPr>
          <p:cNvPr id="12" name="Text Box 4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484313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95288" y="1079500"/>
            <a:ext cx="7958137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1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61138"/>
            <a:ext cx="1190625" cy="2968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1">
                <a:latin typeface="+mn-lt"/>
                <a:ea typeface="+mj-ea"/>
              </a:defRPr>
            </a:lvl1pPr>
          </a:lstStyle>
          <a:p>
            <a:pPr>
              <a:defRPr/>
            </a:pPr>
            <a:fld id="{6E48B90E-C5E1-4F67-94AC-F48D9A9A017E}" type="datetime1">
              <a:rPr lang="zh-CN" altLang="en-US"/>
            </a:fld>
            <a:endParaRPr lang="zh-CN" altLang="en-US"/>
          </a:p>
        </p:txBody>
      </p:sp>
      <p:pic>
        <p:nvPicPr>
          <p:cNvPr id="1031" name="图片 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Box 9"/>
          <p:cNvSpPr txBox="1">
            <a:spLocks noChangeArrowheads="1"/>
          </p:cNvSpPr>
          <p:nvPr/>
        </p:nvSpPr>
        <p:spPr bwMode="auto">
          <a:xfrm>
            <a:off x="1881188" y="6581775"/>
            <a:ext cx="3762375" cy="2736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 sz="1400" dirty="0">
                <a:latin typeface="楷体_GB2312" pitchFamily="49" charset="-122"/>
                <a:ea typeface="楷体_GB2312" pitchFamily="49" charset="-122"/>
              </a:rPr>
              <a:t>第二章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611DA353-0092-4CFA-A80F-A6B5860D6E5D}" type="slidenum"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</a:t>
            </a:r>
            <a:r>
              <a:rPr 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73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3" name="矩形 8"/>
          <p:cNvSpPr>
            <a:spLocks noChangeArrowheads="1"/>
          </p:cNvSpPr>
          <p:nvPr/>
        </p:nvSpPr>
        <p:spPr bwMode="auto">
          <a:xfrm>
            <a:off x="207963" y="960438"/>
            <a:ext cx="8520112" cy="358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67030" indent="-187325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endParaRPr lang="zh-CN" altLang="en-US"/>
          </a:p>
        </p:txBody>
      </p:sp>
      <p:sp>
        <p:nvSpPr>
          <p:cNvPr id="10" name="Text Box 4"/>
          <p:cNvSpPr txBox="1">
            <a:spLocks noChangeArrowheads="1"/>
          </p:cNvSpPr>
          <p:nvPr userDrawn="1"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ü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6.xml"/><Relationship Id="rId6" Type="http://schemas.openxmlformats.org/officeDocument/2006/relationships/audio" Target="../media/audio1.wav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12.wmf"/><Relationship Id="rId7" Type="http://schemas.openxmlformats.org/officeDocument/2006/relationships/oleObject" Target="../embeddings/oleObject3.bin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5.xml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5.xml"/><Relationship Id="rId5" Type="http://schemas.openxmlformats.org/officeDocument/2006/relationships/image" Target="../media/image16.png"/><Relationship Id="rId4" Type="http://schemas.openxmlformats.org/officeDocument/2006/relationships/image" Target="../media/image15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15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7.wmf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4.xml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0.wmf"/><Relationship Id="rId18" Type="http://schemas.openxmlformats.org/officeDocument/2006/relationships/vmlDrawing" Target="../drawings/vmlDrawing5.v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7.xml"/><Relationship Id="rId15" Type="http://schemas.openxmlformats.org/officeDocument/2006/relationships/image" Target="../media/image27.png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8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9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10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wmf"/><Relationship Id="rId1" Type="http://schemas.openxmlformats.org/officeDocument/2006/relationships/oleObject" Target="../embeddings/oleObject20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11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2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2.xml"/><Relationship Id="rId4" Type="http://schemas.openxmlformats.org/officeDocument/2006/relationships/image" Target="../media/image47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24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wmf"/><Relationship Id="rId1" Type="http://schemas.openxmlformats.org/officeDocument/2006/relationships/oleObject" Target="../embeddings/oleObject2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hyperlink" Target="&#32771;&#21220;&#34920;/2022&#26149;&#20449;&#21495;&#19982;&#31995;=&#31995;&#32479;&#20998;&#26512;&#32771;&#21220;&#34920;&#65288;20220110).xl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54.wmf"/><Relationship Id="rId19" Type="http://schemas.openxmlformats.org/officeDocument/2006/relationships/vmlDrawing" Target="../drawings/vmlDrawing11.v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15.xml"/><Relationship Id="rId16" Type="http://schemas.openxmlformats.org/officeDocument/2006/relationships/image" Target="../media/image25.wmf"/><Relationship Id="rId15" Type="http://schemas.openxmlformats.org/officeDocument/2006/relationships/oleObject" Target="../embeddings/oleObject34.bin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33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32.bin"/><Relationship Id="rId10" Type="http://schemas.openxmlformats.org/officeDocument/2006/relationships/image" Target="../media/image21.wmf"/><Relationship Id="rId1" Type="http://schemas.openxmlformats.org/officeDocument/2006/relationships/oleObject" Target="../embeddings/oleObject2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2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6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35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customXml" Target="../ink/ink1.xml"/><Relationship Id="rId8" Type="http://schemas.openxmlformats.org/officeDocument/2006/relationships/image" Target="../media/image59.e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58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57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56.wmf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17.xml"/><Relationship Id="rId11" Type="http://schemas.openxmlformats.org/officeDocument/2006/relationships/image" Target="../media/image61.png"/><Relationship Id="rId10" Type="http://schemas.openxmlformats.org/officeDocument/2006/relationships/image" Target="../media/image60.png"/><Relationship Id="rId1" Type="http://schemas.openxmlformats.org/officeDocument/2006/relationships/oleObject" Target="../embeddings/oleObject38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65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64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63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62.wmf"/><Relationship Id="rId13" Type="http://schemas.openxmlformats.org/officeDocument/2006/relationships/vmlDrawing" Target="../drawings/vmlDrawing14.v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8.xml"/><Relationship Id="rId10" Type="http://schemas.openxmlformats.org/officeDocument/2006/relationships/image" Target="../media/image66.wmf"/><Relationship Id="rId1" Type="http://schemas.openxmlformats.org/officeDocument/2006/relationships/oleObject" Target="../embeddings/oleObject4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customXml" Target="../ink/ink2.xml"/><Relationship Id="rId1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.xml"/><Relationship Id="rId2" Type="http://schemas.openxmlformats.org/officeDocument/2006/relationships/image" Target="../media/image77.emf"/><Relationship Id="rId1" Type="http://schemas.openxmlformats.org/officeDocument/2006/relationships/oleObject" Target="../embeddings/oleObject47.bin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9.e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78.emf"/><Relationship Id="rId1" Type="http://schemas.openxmlformats.org/officeDocument/2006/relationships/oleObject" Target="../embeddings/oleObject48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7.v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20.x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80.wmf"/><Relationship Id="rId1" Type="http://schemas.openxmlformats.org/officeDocument/2006/relationships/oleObject" Target="../embeddings/oleObject50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8.v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21.xml"/><Relationship Id="rId6" Type="http://schemas.openxmlformats.org/officeDocument/2006/relationships/image" Target="../media/image85.e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84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83.wmf"/><Relationship Id="rId1" Type="http://schemas.openxmlformats.org/officeDocument/2006/relationships/oleObject" Target="../embeddings/oleObject53.bin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9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2.xml"/><Relationship Id="rId4" Type="http://schemas.openxmlformats.org/officeDocument/2006/relationships/image" Target="../media/image87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86.emf"/><Relationship Id="rId1" Type="http://schemas.openxmlformats.org/officeDocument/2006/relationships/oleObject" Target="../embeddings/oleObject56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23.xml"/><Relationship Id="rId7" Type="http://schemas.openxmlformats.org/officeDocument/2006/relationships/oleObject" Target="../embeddings/oleObject61.bin"/><Relationship Id="rId6" Type="http://schemas.openxmlformats.org/officeDocument/2006/relationships/image" Target="../media/image89.e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88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86.emf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58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0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94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93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92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91.emf"/><Relationship Id="rId15" Type="http://schemas.openxmlformats.org/officeDocument/2006/relationships/vmlDrawing" Target="../drawings/vmlDrawing21.vml"/><Relationship Id="rId14" Type="http://schemas.openxmlformats.org/officeDocument/2006/relationships/slideLayout" Target="../slideLayouts/slideLayout8.xml"/><Relationship Id="rId13" Type="http://schemas.openxmlformats.org/officeDocument/2006/relationships/tags" Target="../tags/tag24.xml"/><Relationship Id="rId12" Type="http://schemas.openxmlformats.org/officeDocument/2006/relationships/image" Target="../media/image96.wmf"/><Relationship Id="rId11" Type="http://schemas.openxmlformats.org/officeDocument/2006/relationships/oleObject" Target="../embeddings/oleObject67.bin"/><Relationship Id="rId10" Type="http://schemas.openxmlformats.org/officeDocument/2006/relationships/image" Target="../media/image95.wmf"/><Relationship Id="rId1" Type="http://schemas.openxmlformats.org/officeDocument/2006/relationships/oleObject" Target="../embeddings/oleObject62.bin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2.v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25.xml"/><Relationship Id="rId4" Type="http://schemas.openxmlformats.org/officeDocument/2006/relationships/image" Target="../media/image98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97.wmf"/><Relationship Id="rId1" Type="http://schemas.openxmlformats.org/officeDocument/2006/relationships/oleObject" Target="../embeddings/oleObject68.bin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99.wmf"/><Relationship Id="rId1" Type="http://schemas.openxmlformats.org/officeDocument/2006/relationships/oleObject" Target="../embeddings/oleObject70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6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75.bin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102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101.wmf"/><Relationship Id="rId13" Type="http://schemas.openxmlformats.org/officeDocument/2006/relationships/vmlDrawing" Target="../drawings/vmlDrawing24.vml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26.xml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72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109.w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106.wmf"/><Relationship Id="rId17" Type="http://schemas.openxmlformats.org/officeDocument/2006/relationships/vmlDrawing" Target="../drawings/vmlDrawing25.vml"/><Relationship Id="rId16" Type="http://schemas.openxmlformats.org/officeDocument/2006/relationships/slideLayout" Target="../slideLayouts/slideLayout4.xml"/><Relationship Id="rId15" Type="http://schemas.openxmlformats.org/officeDocument/2006/relationships/oleObject" Target="../embeddings/oleObject84.bin"/><Relationship Id="rId14" Type="http://schemas.openxmlformats.org/officeDocument/2006/relationships/image" Target="../media/image112.wmf"/><Relationship Id="rId13" Type="http://schemas.openxmlformats.org/officeDocument/2006/relationships/oleObject" Target="../embeddings/oleObject83.bin"/><Relationship Id="rId12" Type="http://schemas.openxmlformats.org/officeDocument/2006/relationships/image" Target="../media/image111.wmf"/><Relationship Id="rId11" Type="http://schemas.openxmlformats.org/officeDocument/2006/relationships/oleObject" Target="../embeddings/oleObject82.bin"/><Relationship Id="rId10" Type="http://schemas.openxmlformats.org/officeDocument/2006/relationships/image" Target="../media/image110.wmf"/><Relationship Id="rId1" Type="http://schemas.openxmlformats.org/officeDocument/2006/relationships/oleObject" Target="../embeddings/oleObject77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8.xml"/><Relationship Id="rId7" Type="http://schemas.openxmlformats.org/officeDocument/2006/relationships/image" Target="../media/image115.wmf"/><Relationship Id="rId6" Type="http://schemas.openxmlformats.org/officeDocument/2006/relationships/oleObject" Target="../embeddings/oleObject87.bin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86.bin"/><Relationship Id="rId3" Type="http://schemas.openxmlformats.org/officeDocument/2006/relationships/tags" Target="../tags/tag27.xml"/><Relationship Id="rId2" Type="http://schemas.openxmlformats.org/officeDocument/2006/relationships/image" Target="../media/image113.wmf"/><Relationship Id="rId10" Type="http://schemas.openxmlformats.org/officeDocument/2006/relationships/vmlDrawing" Target="../drawings/vmlDrawing26.vml"/><Relationship Id="rId1" Type="http://schemas.openxmlformats.org/officeDocument/2006/relationships/oleObject" Target="../embeddings/oleObject85.bin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17.png"/><Relationship Id="rId4" Type="http://schemas.openxmlformats.org/officeDocument/2006/relationships/customXml" Target="../ink/ink4.xml"/><Relationship Id="rId3" Type="http://schemas.openxmlformats.org/officeDocument/2006/relationships/image" Target="../media/image116.png"/><Relationship Id="rId2" Type="http://schemas.openxmlformats.org/officeDocument/2006/relationships/customXml" Target="../ink/ink3.xml"/><Relationship Id="rId1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9.xml"/><Relationship Id="rId2" Type="http://schemas.openxmlformats.org/officeDocument/2006/relationships/image" Target="../media/image119.png"/><Relationship Id="rId1" Type="http://schemas.openxmlformats.org/officeDocument/2006/relationships/image" Target="../media/image118.png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7.v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30.xml"/><Relationship Id="rId4" Type="http://schemas.openxmlformats.org/officeDocument/2006/relationships/image" Target="../media/image121.e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120.wmf"/><Relationship Id="rId1" Type="http://schemas.openxmlformats.org/officeDocument/2006/relationships/oleObject" Target="../embeddings/oleObject88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125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123.e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122.wmf"/><Relationship Id="rId15" Type="http://schemas.openxmlformats.org/officeDocument/2006/relationships/vmlDrawing" Target="../drawings/vmlDrawing28.v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1.xml"/><Relationship Id="rId12" Type="http://schemas.openxmlformats.org/officeDocument/2006/relationships/image" Target="../media/image127.w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126.wmf"/><Relationship Id="rId1" Type="http://schemas.openxmlformats.org/officeDocument/2006/relationships/oleObject" Target="../embeddings/oleObject90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9.bin"/><Relationship Id="rId8" Type="http://schemas.openxmlformats.org/officeDocument/2006/relationships/image" Target="../media/image132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128.emf"/><Relationship Id="rId19" Type="http://schemas.openxmlformats.org/officeDocument/2006/relationships/vmlDrawing" Target="../drawings/vmlDrawing29.vml"/><Relationship Id="rId18" Type="http://schemas.openxmlformats.org/officeDocument/2006/relationships/slideLayout" Target="../slideLayouts/slideLayout4.xml"/><Relationship Id="rId17" Type="http://schemas.openxmlformats.org/officeDocument/2006/relationships/tags" Target="../tags/tag32.xml"/><Relationship Id="rId16" Type="http://schemas.openxmlformats.org/officeDocument/2006/relationships/image" Target="../media/image136.wmf"/><Relationship Id="rId15" Type="http://schemas.openxmlformats.org/officeDocument/2006/relationships/oleObject" Target="../embeddings/oleObject102.bin"/><Relationship Id="rId14" Type="http://schemas.openxmlformats.org/officeDocument/2006/relationships/image" Target="../media/image135.wmf"/><Relationship Id="rId13" Type="http://schemas.openxmlformats.org/officeDocument/2006/relationships/oleObject" Target="../embeddings/oleObject101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00.bin"/><Relationship Id="rId10" Type="http://schemas.openxmlformats.org/officeDocument/2006/relationships/image" Target="../media/image133.wmf"/><Relationship Id="rId1" Type="http://schemas.openxmlformats.org/officeDocument/2006/relationships/oleObject" Target="../embeddings/oleObject96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0.v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33.x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39.png"/><Relationship Id="rId3" Type="http://schemas.openxmlformats.org/officeDocument/2006/relationships/image" Target="../media/image138.png"/><Relationship Id="rId2" Type="http://schemas.openxmlformats.org/officeDocument/2006/relationships/image" Target="../media/image137.wmf"/><Relationship Id="rId1" Type="http://schemas.openxmlformats.org/officeDocument/2006/relationships/oleObject" Target="../embeddings/oleObject103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1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45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43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42.emf"/><Relationship Id="rId14" Type="http://schemas.openxmlformats.org/officeDocument/2006/relationships/vmlDrawing" Target="../drawings/vmlDrawing31.v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34.xml"/><Relationship Id="rId11" Type="http://schemas.openxmlformats.org/officeDocument/2006/relationships/image" Target="../media/image147.png"/><Relationship Id="rId10" Type="http://schemas.openxmlformats.org/officeDocument/2006/relationships/image" Target="../media/image146.wmf"/><Relationship Id="rId1" Type="http://schemas.openxmlformats.org/officeDocument/2006/relationships/oleObject" Target="../embeddings/oleObject105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2.v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35.xml"/><Relationship Id="rId5" Type="http://schemas.openxmlformats.org/officeDocument/2006/relationships/image" Target="../media/image150.wmf"/><Relationship Id="rId4" Type="http://schemas.openxmlformats.org/officeDocument/2006/relationships/oleObject" Target="../embeddings/oleObject111.bin"/><Relationship Id="rId3" Type="http://schemas.openxmlformats.org/officeDocument/2006/relationships/image" Target="../media/image149.wmf"/><Relationship Id="rId2" Type="http://schemas.openxmlformats.org/officeDocument/2006/relationships/oleObject" Target="../embeddings/oleObject110.bin"/><Relationship Id="rId1" Type="http://schemas.openxmlformats.org/officeDocument/2006/relationships/image" Target="../media/image14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1.png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5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53.wmf"/><Relationship Id="rId3" Type="http://schemas.openxmlformats.org/officeDocument/2006/relationships/oleObject" Target="../embeddings/oleObject113.bin"/><Relationship Id="rId2" Type="http://schemas.openxmlformats.org/officeDocument/2006/relationships/image" Target="../media/image152.wmf"/><Relationship Id="rId10" Type="http://schemas.openxmlformats.org/officeDocument/2006/relationships/vmlDrawing" Target="../drawings/vmlDrawing33.vml"/><Relationship Id="rId1" Type="http://schemas.openxmlformats.org/officeDocument/2006/relationships/oleObject" Target="../embeddings/oleObject112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image" Target="../media/image159.wmf"/><Relationship Id="rId7" Type="http://schemas.openxmlformats.org/officeDocument/2006/relationships/oleObject" Target="../embeddings/oleObject119.bin"/><Relationship Id="rId6" Type="http://schemas.openxmlformats.org/officeDocument/2006/relationships/image" Target="../media/image158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57.wmf"/><Relationship Id="rId3" Type="http://schemas.openxmlformats.org/officeDocument/2006/relationships/oleObject" Target="../embeddings/oleObject117.bin"/><Relationship Id="rId2" Type="http://schemas.openxmlformats.org/officeDocument/2006/relationships/image" Target="../media/image156.wmf"/><Relationship Id="rId11" Type="http://schemas.openxmlformats.org/officeDocument/2006/relationships/vmlDrawing" Target="../drawings/vmlDrawing34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16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163.w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61.wmf"/><Relationship Id="rId3" Type="http://schemas.openxmlformats.org/officeDocument/2006/relationships/oleObject" Target="../embeddings/oleObject121.bin"/><Relationship Id="rId2" Type="http://schemas.openxmlformats.org/officeDocument/2006/relationships/image" Target="../media/image160.wmf"/><Relationship Id="rId11" Type="http://schemas.openxmlformats.org/officeDocument/2006/relationships/vmlDrawing" Target="../drawings/vmlDrawing35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120.bin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3.png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6.v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38.x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125.bin"/><Relationship Id="rId2" Type="http://schemas.openxmlformats.org/officeDocument/2006/relationships/image" Target="../media/image80.wmf"/><Relationship Id="rId1" Type="http://schemas.openxmlformats.org/officeDocument/2006/relationships/oleObject" Target="../embeddings/oleObject124.bin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1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130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128.bin"/><Relationship Id="rId2" Type="http://schemas.openxmlformats.org/officeDocument/2006/relationships/image" Target="../media/image92.wmf"/><Relationship Id="rId13" Type="http://schemas.openxmlformats.org/officeDocument/2006/relationships/vmlDrawing" Target="../drawings/vmlDrawing37.v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39.xml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127.bin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8.v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41.xml"/><Relationship Id="rId6" Type="http://schemas.openxmlformats.org/officeDocument/2006/relationships/image" Target="../media/image148.png"/><Relationship Id="rId5" Type="http://schemas.openxmlformats.org/officeDocument/2006/relationships/image" Target="../media/image138.png"/><Relationship Id="rId4" Type="http://schemas.openxmlformats.org/officeDocument/2006/relationships/image" Target="../media/image139.png"/><Relationship Id="rId3" Type="http://schemas.openxmlformats.org/officeDocument/2006/relationships/image" Target="../media/image137.wmf"/><Relationship Id="rId2" Type="http://schemas.openxmlformats.org/officeDocument/2006/relationships/oleObject" Target="../embeddings/oleObject132.bin"/><Relationship Id="rId1" Type="http://schemas.openxmlformats.org/officeDocument/2006/relationships/tags" Target="../tags/tag40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image" Target="../media/image163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61.w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60.wmf"/><Relationship Id="rId11" Type="http://schemas.openxmlformats.org/officeDocument/2006/relationships/vmlDrawing" Target="../drawings/vmlDrawing39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133.bin"/></Relationships>
</file>

<file path=ppt/slides/_rels/slide6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0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6.png"/><Relationship Id="rId4" Type="http://schemas.openxmlformats.org/officeDocument/2006/relationships/image" Target="../media/image165.wmf"/><Relationship Id="rId3" Type="http://schemas.openxmlformats.org/officeDocument/2006/relationships/oleObject" Target="../embeddings/oleObject138.bin"/><Relationship Id="rId2" Type="http://schemas.openxmlformats.org/officeDocument/2006/relationships/image" Target="../media/image164.wmf"/><Relationship Id="rId1" Type="http://schemas.openxmlformats.org/officeDocument/2006/relationships/oleObject" Target="../embeddings/oleObject137.bin"/></Relationships>
</file>

<file path=ppt/slides/_rels/slide6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image" Target="../media/image167.wmf"/><Relationship Id="rId3" Type="http://schemas.openxmlformats.org/officeDocument/2006/relationships/oleObject" Target="../embeddings/oleObject140.bin"/><Relationship Id="rId2" Type="http://schemas.openxmlformats.org/officeDocument/2006/relationships/image" Target="../media/image164.wmf"/><Relationship Id="rId1" Type="http://schemas.openxmlformats.org/officeDocument/2006/relationships/oleObject" Target="../embeddings/oleObject139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4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5.bin"/><Relationship Id="rId8" Type="http://schemas.openxmlformats.org/officeDocument/2006/relationships/image" Target="../media/image171.wmf"/><Relationship Id="rId7" Type="http://schemas.openxmlformats.org/officeDocument/2006/relationships/oleObject" Target="../embeddings/oleObject144.bin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69.wmf"/><Relationship Id="rId3" Type="http://schemas.openxmlformats.org/officeDocument/2006/relationships/oleObject" Target="../embeddings/oleObject142.bin"/><Relationship Id="rId2" Type="http://schemas.openxmlformats.org/officeDocument/2006/relationships/image" Target="../media/image168.wmf"/><Relationship Id="rId17" Type="http://schemas.openxmlformats.org/officeDocument/2006/relationships/vmlDrawing" Target="../drawings/vmlDrawing42.vml"/><Relationship Id="rId16" Type="http://schemas.openxmlformats.org/officeDocument/2006/relationships/slideLayout" Target="../slideLayouts/slideLayout4.xml"/><Relationship Id="rId15" Type="http://schemas.openxmlformats.org/officeDocument/2006/relationships/tags" Target="../tags/tag45.xml"/><Relationship Id="rId14" Type="http://schemas.openxmlformats.org/officeDocument/2006/relationships/image" Target="../media/image174.wmf"/><Relationship Id="rId13" Type="http://schemas.openxmlformats.org/officeDocument/2006/relationships/oleObject" Target="../embeddings/oleObject147.bin"/><Relationship Id="rId12" Type="http://schemas.openxmlformats.org/officeDocument/2006/relationships/image" Target="../media/image173.wmf"/><Relationship Id="rId11" Type="http://schemas.openxmlformats.org/officeDocument/2006/relationships/oleObject" Target="../embeddings/oleObject146.bin"/><Relationship Id="rId10" Type="http://schemas.openxmlformats.org/officeDocument/2006/relationships/image" Target="../media/image172.wmf"/><Relationship Id="rId1" Type="http://schemas.openxmlformats.org/officeDocument/2006/relationships/oleObject" Target="../embeddings/oleObject141.bin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2.bin"/><Relationship Id="rId8" Type="http://schemas.openxmlformats.org/officeDocument/2006/relationships/image" Target="../media/image178.wmf"/><Relationship Id="rId7" Type="http://schemas.openxmlformats.org/officeDocument/2006/relationships/oleObject" Target="../embeddings/oleObject151.bin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76.wmf"/><Relationship Id="rId3" Type="http://schemas.openxmlformats.org/officeDocument/2006/relationships/oleObject" Target="../embeddings/oleObject149.bin"/><Relationship Id="rId2" Type="http://schemas.openxmlformats.org/officeDocument/2006/relationships/image" Target="../media/image175.wmf"/><Relationship Id="rId17" Type="http://schemas.openxmlformats.org/officeDocument/2006/relationships/vmlDrawing" Target="../drawings/vmlDrawing43.v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46.xml"/><Relationship Id="rId14" Type="http://schemas.openxmlformats.org/officeDocument/2006/relationships/image" Target="../media/image181.wmf"/><Relationship Id="rId13" Type="http://schemas.openxmlformats.org/officeDocument/2006/relationships/oleObject" Target="../embeddings/oleObject154.bin"/><Relationship Id="rId12" Type="http://schemas.openxmlformats.org/officeDocument/2006/relationships/image" Target="../media/image180.wmf"/><Relationship Id="rId11" Type="http://schemas.openxmlformats.org/officeDocument/2006/relationships/oleObject" Target="../embeddings/oleObject153.bin"/><Relationship Id="rId10" Type="http://schemas.openxmlformats.org/officeDocument/2006/relationships/image" Target="../media/image179.wmf"/><Relationship Id="rId1" Type="http://schemas.openxmlformats.org/officeDocument/2006/relationships/oleObject" Target="../embeddings/oleObject148.bin"/></Relationships>
</file>

<file path=ppt/slides/_rels/slide6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4.v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47.xml"/><Relationship Id="rId4" Type="http://schemas.openxmlformats.org/officeDocument/2006/relationships/image" Target="../media/image183.wmf"/><Relationship Id="rId3" Type="http://schemas.openxmlformats.org/officeDocument/2006/relationships/oleObject" Target="../embeddings/oleObject156.bin"/><Relationship Id="rId2" Type="http://schemas.openxmlformats.org/officeDocument/2006/relationships/image" Target="../media/image182.wmf"/><Relationship Id="rId1" Type="http://schemas.openxmlformats.org/officeDocument/2006/relationships/oleObject" Target="../embeddings/oleObject155.bin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5.vml"/><Relationship Id="rId8" Type="http://schemas.openxmlformats.org/officeDocument/2006/relationships/slideLayout" Target="../slideLayouts/slideLayout8.xml"/><Relationship Id="rId7" Type="http://schemas.openxmlformats.org/officeDocument/2006/relationships/tags" Target="../tags/tag48.xml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159.bin"/><Relationship Id="rId4" Type="http://schemas.openxmlformats.org/officeDocument/2006/relationships/image" Target="../media/image182.wmf"/><Relationship Id="rId3" Type="http://schemas.openxmlformats.org/officeDocument/2006/relationships/oleObject" Target="../embeddings/oleObject158.bin"/><Relationship Id="rId2" Type="http://schemas.openxmlformats.org/officeDocument/2006/relationships/image" Target="../media/image184.wmf"/><Relationship Id="rId1" Type="http://schemas.openxmlformats.org/officeDocument/2006/relationships/oleObject" Target="../embeddings/oleObject157.bin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4.bin"/><Relationship Id="rId8" Type="http://schemas.openxmlformats.org/officeDocument/2006/relationships/image" Target="../media/image189.wmf"/><Relationship Id="rId7" Type="http://schemas.openxmlformats.org/officeDocument/2006/relationships/oleObject" Target="../embeddings/oleObject163.bin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87.wmf"/><Relationship Id="rId3" Type="http://schemas.openxmlformats.org/officeDocument/2006/relationships/oleObject" Target="../embeddings/oleObject161.bin"/><Relationship Id="rId2" Type="http://schemas.openxmlformats.org/officeDocument/2006/relationships/image" Target="../media/image186.wmf"/><Relationship Id="rId17" Type="http://schemas.openxmlformats.org/officeDocument/2006/relationships/vmlDrawing" Target="../drawings/vmlDrawing46.v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49.xml"/><Relationship Id="rId14" Type="http://schemas.openxmlformats.org/officeDocument/2006/relationships/image" Target="../media/image192.wmf"/><Relationship Id="rId13" Type="http://schemas.openxmlformats.org/officeDocument/2006/relationships/oleObject" Target="../embeddings/oleObject166.bin"/><Relationship Id="rId12" Type="http://schemas.openxmlformats.org/officeDocument/2006/relationships/image" Target="../media/image191.wmf"/><Relationship Id="rId11" Type="http://schemas.openxmlformats.org/officeDocument/2006/relationships/oleObject" Target="../embeddings/oleObject165.bin"/><Relationship Id="rId10" Type="http://schemas.openxmlformats.org/officeDocument/2006/relationships/image" Target="../media/image190.wmf"/><Relationship Id="rId1" Type="http://schemas.openxmlformats.org/officeDocument/2006/relationships/oleObject" Target="../embeddings/oleObject160.bin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1.bin"/><Relationship Id="rId8" Type="http://schemas.openxmlformats.org/officeDocument/2006/relationships/image" Target="../media/image196.wmf"/><Relationship Id="rId7" Type="http://schemas.openxmlformats.org/officeDocument/2006/relationships/oleObject" Target="../embeddings/oleObject170.bin"/><Relationship Id="rId6" Type="http://schemas.openxmlformats.org/officeDocument/2006/relationships/image" Target="../media/image195.wmf"/><Relationship Id="rId5" Type="http://schemas.openxmlformats.org/officeDocument/2006/relationships/oleObject" Target="../embeddings/oleObject169.bin"/><Relationship Id="rId4" Type="http://schemas.openxmlformats.org/officeDocument/2006/relationships/image" Target="../media/image194.wmf"/><Relationship Id="rId3" Type="http://schemas.openxmlformats.org/officeDocument/2006/relationships/oleObject" Target="../embeddings/oleObject168.bin"/><Relationship Id="rId2" Type="http://schemas.openxmlformats.org/officeDocument/2006/relationships/image" Target="../media/image193.wmf"/><Relationship Id="rId19" Type="http://schemas.openxmlformats.org/officeDocument/2006/relationships/vmlDrawing" Target="../drawings/vmlDrawing47.v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50.xml"/><Relationship Id="rId16" Type="http://schemas.openxmlformats.org/officeDocument/2006/relationships/image" Target="../media/image200.wmf"/><Relationship Id="rId15" Type="http://schemas.openxmlformats.org/officeDocument/2006/relationships/oleObject" Target="../embeddings/oleObject174.bin"/><Relationship Id="rId14" Type="http://schemas.openxmlformats.org/officeDocument/2006/relationships/image" Target="../media/image199.wmf"/><Relationship Id="rId13" Type="http://schemas.openxmlformats.org/officeDocument/2006/relationships/oleObject" Target="../embeddings/oleObject173.bin"/><Relationship Id="rId12" Type="http://schemas.openxmlformats.org/officeDocument/2006/relationships/image" Target="../media/image198.wmf"/><Relationship Id="rId11" Type="http://schemas.openxmlformats.org/officeDocument/2006/relationships/oleObject" Target="../embeddings/oleObject172.bin"/><Relationship Id="rId10" Type="http://schemas.openxmlformats.org/officeDocument/2006/relationships/image" Target="../media/image197.wmf"/><Relationship Id="rId1" Type="http://schemas.openxmlformats.org/officeDocument/2006/relationships/oleObject" Target="../embeddings/oleObject167.bin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8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02.png"/><Relationship Id="rId3" Type="http://schemas.openxmlformats.org/officeDocument/2006/relationships/customXml" Target="../ink/ink5.xml"/><Relationship Id="rId2" Type="http://schemas.openxmlformats.org/officeDocument/2006/relationships/image" Target="../media/image201.wmf"/><Relationship Id="rId1" Type="http://schemas.openxmlformats.org/officeDocument/2006/relationships/oleObject" Target="../embeddings/oleObject175.bin"/></Relationships>
</file>

<file path=ppt/slides/_rels/slide7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9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1.xml"/><Relationship Id="rId4" Type="http://schemas.openxmlformats.org/officeDocument/2006/relationships/image" Target="../media/image204.png"/><Relationship Id="rId3" Type="http://schemas.openxmlformats.org/officeDocument/2006/relationships/customXml" Target="../ink/ink6.xml"/><Relationship Id="rId2" Type="http://schemas.openxmlformats.org/officeDocument/2006/relationships/image" Target="../media/image203.wmf"/><Relationship Id="rId1" Type="http://schemas.openxmlformats.org/officeDocument/2006/relationships/oleObject" Target="../embeddings/oleObject176.bin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5.emf"/><Relationship Id="rId1" Type="http://schemas.openxmlformats.org/officeDocument/2006/relationships/oleObject" Target="../embeddings/oleObject177.bin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2.bin"/><Relationship Id="rId8" Type="http://schemas.openxmlformats.org/officeDocument/2006/relationships/image" Target="../media/image209.wmf"/><Relationship Id="rId7" Type="http://schemas.openxmlformats.org/officeDocument/2006/relationships/oleObject" Target="../embeddings/oleObject181.bin"/><Relationship Id="rId6" Type="http://schemas.openxmlformats.org/officeDocument/2006/relationships/image" Target="../media/image208.wmf"/><Relationship Id="rId5" Type="http://schemas.openxmlformats.org/officeDocument/2006/relationships/oleObject" Target="../embeddings/oleObject180.bin"/><Relationship Id="rId4" Type="http://schemas.openxmlformats.org/officeDocument/2006/relationships/image" Target="../media/image207.wmf"/><Relationship Id="rId3" Type="http://schemas.openxmlformats.org/officeDocument/2006/relationships/oleObject" Target="../embeddings/oleObject179.bin"/><Relationship Id="rId27" Type="http://schemas.openxmlformats.org/officeDocument/2006/relationships/vmlDrawing" Target="../drawings/vmlDrawing51.v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52.xml"/><Relationship Id="rId24" Type="http://schemas.openxmlformats.org/officeDocument/2006/relationships/image" Target="../media/image199.wmf"/><Relationship Id="rId23" Type="http://schemas.openxmlformats.org/officeDocument/2006/relationships/oleObject" Target="../embeddings/oleObject189.bin"/><Relationship Id="rId22" Type="http://schemas.openxmlformats.org/officeDocument/2006/relationships/image" Target="../media/image197.wmf"/><Relationship Id="rId21" Type="http://schemas.openxmlformats.org/officeDocument/2006/relationships/oleObject" Target="../embeddings/oleObject188.bin"/><Relationship Id="rId20" Type="http://schemas.openxmlformats.org/officeDocument/2006/relationships/image" Target="../media/image198.wmf"/><Relationship Id="rId2" Type="http://schemas.openxmlformats.org/officeDocument/2006/relationships/image" Target="../media/image206.wmf"/><Relationship Id="rId19" Type="http://schemas.openxmlformats.org/officeDocument/2006/relationships/oleObject" Target="../embeddings/oleObject187.bin"/><Relationship Id="rId18" Type="http://schemas.openxmlformats.org/officeDocument/2006/relationships/image" Target="../media/image213.wmf"/><Relationship Id="rId17" Type="http://schemas.openxmlformats.org/officeDocument/2006/relationships/oleObject" Target="../embeddings/oleObject186.bin"/><Relationship Id="rId16" Type="http://schemas.openxmlformats.org/officeDocument/2006/relationships/image" Target="../media/image212.wmf"/><Relationship Id="rId15" Type="http://schemas.openxmlformats.org/officeDocument/2006/relationships/oleObject" Target="../embeddings/oleObject185.bin"/><Relationship Id="rId14" Type="http://schemas.openxmlformats.org/officeDocument/2006/relationships/image" Target="../media/image211.wmf"/><Relationship Id="rId13" Type="http://schemas.openxmlformats.org/officeDocument/2006/relationships/oleObject" Target="../embeddings/oleObject184.bin"/><Relationship Id="rId12" Type="http://schemas.openxmlformats.org/officeDocument/2006/relationships/image" Target="../media/image210.wmf"/><Relationship Id="rId11" Type="http://schemas.openxmlformats.org/officeDocument/2006/relationships/oleObject" Target="../embeddings/oleObject183.bin"/><Relationship Id="rId10" Type="http://schemas.openxmlformats.org/officeDocument/2006/relationships/image" Target="../media/image205.emf"/><Relationship Id="rId1" Type="http://schemas.openxmlformats.org/officeDocument/2006/relationships/oleObject" Target="../embeddings/oleObject178.bin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4.bin"/><Relationship Id="rId8" Type="http://schemas.openxmlformats.org/officeDocument/2006/relationships/image" Target="../media/image216.wmf"/><Relationship Id="rId7" Type="http://schemas.openxmlformats.org/officeDocument/2006/relationships/oleObject" Target="../embeddings/oleObject193.bin"/><Relationship Id="rId6" Type="http://schemas.openxmlformats.org/officeDocument/2006/relationships/image" Target="../media/image205.emf"/><Relationship Id="rId5" Type="http://schemas.openxmlformats.org/officeDocument/2006/relationships/oleObject" Target="../embeddings/oleObject192.bin"/><Relationship Id="rId4" Type="http://schemas.openxmlformats.org/officeDocument/2006/relationships/image" Target="../media/image215.wmf"/><Relationship Id="rId3" Type="http://schemas.openxmlformats.org/officeDocument/2006/relationships/oleObject" Target="../embeddings/oleObject191.bin"/><Relationship Id="rId2" Type="http://schemas.openxmlformats.org/officeDocument/2006/relationships/image" Target="../media/image214.wmf"/><Relationship Id="rId18" Type="http://schemas.openxmlformats.org/officeDocument/2006/relationships/notesSlide" Target="../notesSlides/notesSlide1.xml"/><Relationship Id="rId17" Type="http://schemas.openxmlformats.org/officeDocument/2006/relationships/vmlDrawing" Target="../drawings/vmlDrawing52.v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53.xml"/><Relationship Id="rId14" Type="http://schemas.openxmlformats.org/officeDocument/2006/relationships/image" Target="../media/image219.wmf"/><Relationship Id="rId13" Type="http://schemas.openxmlformats.org/officeDocument/2006/relationships/oleObject" Target="../embeddings/oleObject196.bin"/><Relationship Id="rId12" Type="http://schemas.openxmlformats.org/officeDocument/2006/relationships/image" Target="../media/image218.wmf"/><Relationship Id="rId11" Type="http://schemas.openxmlformats.org/officeDocument/2006/relationships/oleObject" Target="../embeddings/oleObject195.bin"/><Relationship Id="rId10" Type="http://schemas.openxmlformats.org/officeDocument/2006/relationships/image" Target="../media/image217.wmf"/><Relationship Id="rId1" Type="http://schemas.openxmlformats.org/officeDocument/2006/relationships/oleObject" Target="../embeddings/oleObject190.bin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4.xml"/></Relationships>
</file>

<file path=ppt/slides/_rels/slide7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3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5.xml"/><Relationship Id="rId4" Type="http://schemas.openxmlformats.org/officeDocument/2006/relationships/image" Target="../media/image221.wmf"/><Relationship Id="rId3" Type="http://schemas.openxmlformats.org/officeDocument/2006/relationships/oleObject" Target="../embeddings/oleObject198.bin"/><Relationship Id="rId2" Type="http://schemas.openxmlformats.org/officeDocument/2006/relationships/image" Target="../media/image220.wmf"/><Relationship Id="rId1" Type="http://schemas.openxmlformats.org/officeDocument/2006/relationships/oleObject" Target="../embeddings/oleObject197.bin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3.bin"/><Relationship Id="rId8" Type="http://schemas.openxmlformats.org/officeDocument/2006/relationships/image" Target="../media/image223.wmf"/><Relationship Id="rId7" Type="http://schemas.openxmlformats.org/officeDocument/2006/relationships/oleObject" Target="../embeddings/oleObject202.bin"/><Relationship Id="rId6" Type="http://schemas.openxmlformats.org/officeDocument/2006/relationships/image" Target="../media/image205.e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222.wmf"/><Relationship Id="rId3" Type="http://schemas.openxmlformats.org/officeDocument/2006/relationships/oleObject" Target="../embeddings/oleObject200.bin"/><Relationship Id="rId25" Type="http://schemas.openxmlformats.org/officeDocument/2006/relationships/vmlDrawing" Target="../drawings/vmlDrawing54.vml"/><Relationship Id="rId24" Type="http://schemas.openxmlformats.org/officeDocument/2006/relationships/slideLayout" Target="../slideLayouts/slideLayout3.xml"/><Relationship Id="rId23" Type="http://schemas.openxmlformats.org/officeDocument/2006/relationships/tags" Target="../tags/tag56.xml"/><Relationship Id="rId22" Type="http://schemas.openxmlformats.org/officeDocument/2006/relationships/image" Target="../media/image229.wmf"/><Relationship Id="rId21" Type="http://schemas.openxmlformats.org/officeDocument/2006/relationships/oleObject" Target="../embeddings/oleObject209.bin"/><Relationship Id="rId20" Type="http://schemas.openxmlformats.org/officeDocument/2006/relationships/image" Target="../media/image209.wmf"/><Relationship Id="rId2" Type="http://schemas.openxmlformats.org/officeDocument/2006/relationships/image" Target="../media/image206.wmf"/><Relationship Id="rId19" Type="http://schemas.openxmlformats.org/officeDocument/2006/relationships/oleObject" Target="../embeddings/oleObject208.bin"/><Relationship Id="rId18" Type="http://schemas.openxmlformats.org/officeDocument/2006/relationships/image" Target="../media/image228.wmf"/><Relationship Id="rId17" Type="http://schemas.openxmlformats.org/officeDocument/2006/relationships/oleObject" Target="../embeddings/oleObject207.bin"/><Relationship Id="rId16" Type="http://schemas.openxmlformats.org/officeDocument/2006/relationships/image" Target="../media/image227.wmf"/><Relationship Id="rId15" Type="http://schemas.openxmlformats.org/officeDocument/2006/relationships/oleObject" Target="../embeddings/oleObject206.bin"/><Relationship Id="rId14" Type="http://schemas.openxmlformats.org/officeDocument/2006/relationships/image" Target="../media/image226.wmf"/><Relationship Id="rId13" Type="http://schemas.openxmlformats.org/officeDocument/2006/relationships/oleObject" Target="../embeddings/oleObject205.bin"/><Relationship Id="rId12" Type="http://schemas.openxmlformats.org/officeDocument/2006/relationships/image" Target="../media/image225.wmf"/><Relationship Id="rId11" Type="http://schemas.openxmlformats.org/officeDocument/2006/relationships/oleObject" Target="../embeddings/oleObject204.bin"/><Relationship Id="rId10" Type="http://schemas.openxmlformats.org/officeDocument/2006/relationships/image" Target="../media/image224.wmf"/><Relationship Id="rId1" Type="http://schemas.openxmlformats.org/officeDocument/2006/relationships/oleObject" Target="../embeddings/oleObject199.bin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4.bin"/><Relationship Id="rId8" Type="http://schemas.openxmlformats.org/officeDocument/2006/relationships/image" Target="../media/image233.wmf"/><Relationship Id="rId7" Type="http://schemas.openxmlformats.org/officeDocument/2006/relationships/oleObject" Target="../embeddings/oleObject213.bin"/><Relationship Id="rId6" Type="http://schemas.openxmlformats.org/officeDocument/2006/relationships/image" Target="../media/image232.w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231.wmf"/><Relationship Id="rId3" Type="http://schemas.openxmlformats.org/officeDocument/2006/relationships/oleObject" Target="../embeddings/oleObject211.bin"/><Relationship Id="rId23" Type="http://schemas.openxmlformats.org/officeDocument/2006/relationships/vmlDrawing" Target="../drawings/vmlDrawing55.vml"/><Relationship Id="rId22" Type="http://schemas.openxmlformats.org/officeDocument/2006/relationships/slideLayout" Target="../slideLayouts/slideLayout4.xml"/><Relationship Id="rId21" Type="http://schemas.openxmlformats.org/officeDocument/2006/relationships/tags" Target="../tags/tag57.xml"/><Relationship Id="rId20" Type="http://schemas.openxmlformats.org/officeDocument/2006/relationships/image" Target="../media/image239.wmf"/><Relationship Id="rId2" Type="http://schemas.openxmlformats.org/officeDocument/2006/relationships/image" Target="../media/image230.wmf"/><Relationship Id="rId19" Type="http://schemas.openxmlformats.org/officeDocument/2006/relationships/oleObject" Target="../embeddings/oleObject219.bin"/><Relationship Id="rId18" Type="http://schemas.openxmlformats.org/officeDocument/2006/relationships/image" Target="../media/image238.wmf"/><Relationship Id="rId17" Type="http://schemas.openxmlformats.org/officeDocument/2006/relationships/oleObject" Target="../embeddings/oleObject218.bin"/><Relationship Id="rId16" Type="http://schemas.openxmlformats.org/officeDocument/2006/relationships/image" Target="../media/image237.wmf"/><Relationship Id="rId15" Type="http://schemas.openxmlformats.org/officeDocument/2006/relationships/oleObject" Target="../embeddings/oleObject217.bin"/><Relationship Id="rId14" Type="http://schemas.openxmlformats.org/officeDocument/2006/relationships/image" Target="../media/image236.wmf"/><Relationship Id="rId13" Type="http://schemas.openxmlformats.org/officeDocument/2006/relationships/oleObject" Target="../embeddings/oleObject216.bin"/><Relationship Id="rId12" Type="http://schemas.openxmlformats.org/officeDocument/2006/relationships/image" Target="../media/image235.wmf"/><Relationship Id="rId11" Type="http://schemas.openxmlformats.org/officeDocument/2006/relationships/oleObject" Target="../embeddings/oleObject215.bin"/><Relationship Id="rId10" Type="http://schemas.openxmlformats.org/officeDocument/2006/relationships/image" Target="../media/image234.wmf"/><Relationship Id="rId1" Type="http://schemas.openxmlformats.org/officeDocument/2006/relationships/oleObject" Target="../embeddings/oleObject210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8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6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0.xml"/><Relationship Id="rId4" Type="http://schemas.openxmlformats.org/officeDocument/2006/relationships/image" Target="../media/image241.wmf"/><Relationship Id="rId3" Type="http://schemas.openxmlformats.org/officeDocument/2006/relationships/oleObject" Target="../embeddings/oleObject221.bin"/><Relationship Id="rId2" Type="http://schemas.openxmlformats.org/officeDocument/2006/relationships/image" Target="../media/image240.wmf"/><Relationship Id="rId1" Type="http://schemas.openxmlformats.org/officeDocument/2006/relationships/oleObject" Target="../embeddings/oleObject220.bin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image" Target="../media/image245.wmf"/><Relationship Id="rId7" Type="http://schemas.openxmlformats.org/officeDocument/2006/relationships/oleObject" Target="../embeddings/oleObject225.bin"/><Relationship Id="rId6" Type="http://schemas.openxmlformats.org/officeDocument/2006/relationships/image" Target="../media/image244.w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243.wmf"/><Relationship Id="rId3" Type="http://schemas.openxmlformats.org/officeDocument/2006/relationships/oleObject" Target="../embeddings/oleObject223.bin"/><Relationship Id="rId2" Type="http://schemas.openxmlformats.org/officeDocument/2006/relationships/image" Target="../media/image242.wmf"/><Relationship Id="rId11" Type="http://schemas.openxmlformats.org/officeDocument/2006/relationships/vmlDrawing" Target="../drawings/vmlDrawing57.vml"/><Relationship Id="rId10" Type="http://schemas.openxmlformats.org/officeDocument/2006/relationships/slideLayout" Target="../slideLayouts/slideLayout3.xml"/><Relationship Id="rId1" Type="http://schemas.openxmlformats.org/officeDocument/2006/relationships/oleObject" Target="../embeddings/oleObject222.bin"/></Relationships>
</file>

<file path=ppt/slides/_rels/slide8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8.v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62.xml"/><Relationship Id="rId4" Type="http://schemas.openxmlformats.org/officeDocument/2006/relationships/image" Target="../media/image247.wmf"/><Relationship Id="rId3" Type="http://schemas.openxmlformats.org/officeDocument/2006/relationships/oleObject" Target="../embeddings/oleObject227.bin"/><Relationship Id="rId2" Type="http://schemas.openxmlformats.org/officeDocument/2006/relationships/image" Target="../media/image246.wmf"/><Relationship Id="rId1" Type="http://schemas.openxmlformats.org/officeDocument/2006/relationships/oleObject" Target="../embeddings/oleObject226.bin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image" Target="../media/image249.wmf"/><Relationship Id="rId7" Type="http://schemas.openxmlformats.org/officeDocument/2006/relationships/oleObject" Target="../embeddings/oleObject231.bin"/><Relationship Id="rId6" Type="http://schemas.openxmlformats.org/officeDocument/2006/relationships/image" Target="../media/image239.wmf"/><Relationship Id="rId5" Type="http://schemas.openxmlformats.org/officeDocument/2006/relationships/oleObject" Target="../embeddings/oleObject230.bin"/><Relationship Id="rId4" Type="http://schemas.openxmlformats.org/officeDocument/2006/relationships/image" Target="../media/image248.wmf"/><Relationship Id="rId3" Type="http://schemas.openxmlformats.org/officeDocument/2006/relationships/oleObject" Target="../embeddings/oleObject229.bin"/><Relationship Id="rId2" Type="http://schemas.openxmlformats.org/officeDocument/2006/relationships/image" Target="../media/image230.wmf"/><Relationship Id="rId11" Type="http://schemas.openxmlformats.org/officeDocument/2006/relationships/vmlDrawing" Target="../drawings/vmlDrawing59.vml"/><Relationship Id="rId10" Type="http://schemas.openxmlformats.org/officeDocument/2006/relationships/slideLayout" Target="../slideLayouts/slideLayout4.xml"/><Relationship Id="rId1" Type="http://schemas.openxmlformats.org/officeDocument/2006/relationships/oleObject" Target="../embeddings/oleObject228.bin"/></Relationships>
</file>

<file path=ppt/slides/_rels/slide8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0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251.wmf"/><Relationship Id="rId3" Type="http://schemas.openxmlformats.org/officeDocument/2006/relationships/oleObject" Target="../embeddings/oleObject233.bin"/><Relationship Id="rId2" Type="http://schemas.openxmlformats.org/officeDocument/2006/relationships/image" Target="../media/image250.wmf"/><Relationship Id="rId1" Type="http://schemas.openxmlformats.org/officeDocument/2006/relationships/oleObject" Target="../embeddings/oleObject232.bin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5.xml"/></Relationships>
</file>

<file path=ppt/slides/_rels/slide9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1.v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66.xml"/><Relationship Id="rId4" Type="http://schemas.openxmlformats.org/officeDocument/2006/relationships/image" Target="../media/image253.wmf"/><Relationship Id="rId3" Type="http://schemas.openxmlformats.org/officeDocument/2006/relationships/oleObject" Target="../embeddings/oleObject235.bin"/><Relationship Id="rId2" Type="http://schemas.openxmlformats.org/officeDocument/2006/relationships/image" Target="../media/image252.wmf"/><Relationship Id="rId1" Type="http://schemas.openxmlformats.org/officeDocument/2006/relationships/oleObject" Target="../embeddings/oleObject234.bin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4.wmf"/><Relationship Id="rId1" Type="http://schemas.openxmlformats.org/officeDocument/2006/relationships/oleObject" Target="../embeddings/oleObject236.bin"/></Relationships>
</file>

<file path=ppt/slides/_rels/slide9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1.bin"/><Relationship Id="rId8" Type="http://schemas.openxmlformats.org/officeDocument/2006/relationships/image" Target="../media/image258.wmf"/><Relationship Id="rId7" Type="http://schemas.openxmlformats.org/officeDocument/2006/relationships/oleObject" Target="../embeddings/oleObject240.bin"/><Relationship Id="rId6" Type="http://schemas.openxmlformats.org/officeDocument/2006/relationships/image" Target="../media/image257.wmf"/><Relationship Id="rId5" Type="http://schemas.openxmlformats.org/officeDocument/2006/relationships/oleObject" Target="../embeddings/oleObject239.bin"/><Relationship Id="rId4" Type="http://schemas.openxmlformats.org/officeDocument/2006/relationships/image" Target="../media/image256.wmf"/><Relationship Id="rId3" Type="http://schemas.openxmlformats.org/officeDocument/2006/relationships/oleObject" Target="../embeddings/oleObject238.bin"/><Relationship Id="rId2" Type="http://schemas.openxmlformats.org/officeDocument/2006/relationships/image" Target="../media/image255.wmf"/><Relationship Id="rId13" Type="http://schemas.openxmlformats.org/officeDocument/2006/relationships/vmlDrawing" Target="../drawings/vmlDrawing63.v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67.xml"/><Relationship Id="rId10" Type="http://schemas.openxmlformats.org/officeDocument/2006/relationships/image" Target="../media/image259.wmf"/><Relationship Id="rId1" Type="http://schemas.openxmlformats.org/officeDocument/2006/relationships/oleObject" Target="../embeddings/oleObject237.bin"/></Relationships>
</file>

<file path=ppt/slides/_rels/slide9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6.bin"/><Relationship Id="rId8" Type="http://schemas.openxmlformats.org/officeDocument/2006/relationships/image" Target="../media/image263.wmf"/><Relationship Id="rId7" Type="http://schemas.openxmlformats.org/officeDocument/2006/relationships/oleObject" Target="../embeddings/oleObject245.bin"/><Relationship Id="rId6" Type="http://schemas.openxmlformats.org/officeDocument/2006/relationships/image" Target="../media/image262.wmf"/><Relationship Id="rId5" Type="http://schemas.openxmlformats.org/officeDocument/2006/relationships/oleObject" Target="../embeddings/oleObject244.bin"/><Relationship Id="rId4" Type="http://schemas.openxmlformats.org/officeDocument/2006/relationships/image" Target="../media/image261.wmf"/><Relationship Id="rId3" Type="http://schemas.openxmlformats.org/officeDocument/2006/relationships/oleObject" Target="../embeddings/oleObject243.bin"/><Relationship Id="rId2" Type="http://schemas.openxmlformats.org/officeDocument/2006/relationships/image" Target="../media/image260.wmf"/><Relationship Id="rId13" Type="http://schemas.openxmlformats.org/officeDocument/2006/relationships/vmlDrawing" Target="../drawings/vmlDrawing64.v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68.xml"/><Relationship Id="rId10" Type="http://schemas.openxmlformats.org/officeDocument/2006/relationships/image" Target="../media/image264.wmf"/><Relationship Id="rId1" Type="http://schemas.openxmlformats.org/officeDocument/2006/relationships/oleObject" Target="../embeddings/oleObject242.bin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5.wmf"/><Relationship Id="rId1" Type="http://schemas.openxmlformats.org/officeDocument/2006/relationships/oleObject" Target="../embeddings/oleObject247.bin"/></Relationships>
</file>

<file path=ppt/slides/_rels/slide9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2.bin"/><Relationship Id="rId8" Type="http://schemas.openxmlformats.org/officeDocument/2006/relationships/image" Target="../media/image269.wmf"/><Relationship Id="rId7" Type="http://schemas.openxmlformats.org/officeDocument/2006/relationships/oleObject" Target="../embeddings/oleObject251.bin"/><Relationship Id="rId6" Type="http://schemas.openxmlformats.org/officeDocument/2006/relationships/image" Target="../media/image268.wmf"/><Relationship Id="rId5" Type="http://schemas.openxmlformats.org/officeDocument/2006/relationships/oleObject" Target="../embeddings/oleObject250.bin"/><Relationship Id="rId4" Type="http://schemas.openxmlformats.org/officeDocument/2006/relationships/image" Target="../media/image267.wmf"/><Relationship Id="rId3" Type="http://schemas.openxmlformats.org/officeDocument/2006/relationships/oleObject" Target="../embeddings/oleObject249.bin"/><Relationship Id="rId2" Type="http://schemas.openxmlformats.org/officeDocument/2006/relationships/image" Target="../media/image266.wmf"/><Relationship Id="rId15" Type="http://schemas.openxmlformats.org/officeDocument/2006/relationships/vmlDrawing" Target="../drawings/vmlDrawing66.v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69.xml"/><Relationship Id="rId12" Type="http://schemas.openxmlformats.org/officeDocument/2006/relationships/image" Target="../media/image271.wmf"/><Relationship Id="rId11" Type="http://schemas.openxmlformats.org/officeDocument/2006/relationships/oleObject" Target="../embeddings/oleObject253.bin"/><Relationship Id="rId10" Type="http://schemas.openxmlformats.org/officeDocument/2006/relationships/image" Target="../media/image270.wmf"/><Relationship Id="rId1" Type="http://schemas.openxmlformats.org/officeDocument/2006/relationships/oleObject" Target="../embeddings/oleObject248.bin"/></Relationships>
</file>

<file path=ppt/slides/_rels/slide9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8.bin"/><Relationship Id="rId8" Type="http://schemas.openxmlformats.org/officeDocument/2006/relationships/image" Target="../media/image274.wmf"/><Relationship Id="rId7" Type="http://schemas.openxmlformats.org/officeDocument/2006/relationships/oleObject" Target="../embeddings/oleObject257.bin"/><Relationship Id="rId6" Type="http://schemas.openxmlformats.org/officeDocument/2006/relationships/image" Target="../media/image273.wmf"/><Relationship Id="rId5" Type="http://schemas.openxmlformats.org/officeDocument/2006/relationships/oleObject" Target="../embeddings/oleObject256.bin"/><Relationship Id="rId4" Type="http://schemas.openxmlformats.org/officeDocument/2006/relationships/image" Target="../media/image272.wmf"/><Relationship Id="rId3" Type="http://schemas.openxmlformats.org/officeDocument/2006/relationships/oleObject" Target="../embeddings/oleObject255.bin"/><Relationship Id="rId23" Type="http://schemas.openxmlformats.org/officeDocument/2006/relationships/vmlDrawing" Target="../drawings/vmlDrawing67.vml"/><Relationship Id="rId22" Type="http://schemas.openxmlformats.org/officeDocument/2006/relationships/slideLayout" Target="../slideLayouts/slideLayout3.xml"/><Relationship Id="rId21" Type="http://schemas.openxmlformats.org/officeDocument/2006/relationships/tags" Target="../tags/tag70.xml"/><Relationship Id="rId20" Type="http://schemas.openxmlformats.org/officeDocument/2006/relationships/image" Target="../media/image280.wmf"/><Relationship Id="rId2" Type="http://schemas.openxmlformats.org/officeDocument/2006/relationships/image" Target="../media/image266.wmf"/><Relationship Id="rId19" Type="http://schemas.openxmlformats.org/officeDocument/2006/relationships/oleObject" Target="../embeddings/oleObject263.bin"/><Relationship Id="rId18" Type="http://schemas.openxmlformats.org/officeDocument/2006/relationships/image" Target="../media/image279.wmf"/><Relationship Id="rId17" Type="http://schemas.openxmlformats.org/officeDocument/2006/relationships/oleObject" Target="../embeddings/oleObject262.bin"/><Relationship Id="rId16" Type="http://schemas.openxmlformats.org/officeDocument/2006/relationships/image" Target="../media/image278.wmf"/><Relationship Id="rId15" Type="http://schemas.openxmlformats.org/officeDocument/2006/relationships/oleObject" Target="../embeddings/oleObject261.bin"/><Relationship Id="rId14" Type="http://schemas.openxmlformats.org/officeDocument/2006/relationships/image" Target="../media/image277.wmf"/><Relationship Id="rId13" Type="http://schemas.openxmlformats.org/officeDocument/2006/relationships/oleObject" Target="../embeddings/oleObject260.bin"/><Relationship Id="rId12" Type="http://schemas.openxmlformats.org/officeDocument/2006/relationships/image" Target="../media/image276.wmf"/><Relationship Id="rId11" Type="http://schemas.openxmlformats.org/officeDocument/2006/relationships/oleObject" Target="../embeddings/oleObject259.bin"/><Relationship Id="rId10" Type="http://schemas.openxmlformats.org/officeDocument/2006/relationships/image" Target="../media/image275.wmf"/><Relationship Id="rId1" Type="http://schemas.openxmlformats.org/officeDocument/2006/relationships/oleObject" Target="../embeddings/oleObject254.bin"/></Relationships>
</file>

<file path=ppt/slides/_rels/slide9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8.bin"/><Relationship Id="rId8" Type="http://schemas.openxmlformats.org/officeDocument/2006/relationships/image" Target="../media/image284.wmf"/><Relationship Id="rId7" Type="http://schemas.openxmlformats.org/officeDocument/2006/relationships/oleObject" Target="../embeddings/oleObject267.bin"/><Relationship Id="rId6" Type="http://schemas.openxmlformats.org/officeDocument/2006/relationships/image" Target="../media/image283.wmf"/><Relationship Id="rId5" Type="http://schemas.openxmlformats.org/officeDocument/2006/relationships/oleObject" Target="../embeddings/oleObject266.bin"/><Relationship Id="rId4" Type="http://schemas.openxmlformats.org/officeDocument/2006/relationships/image" Target="../media/image282.wmf"/><Relationship Id="rId3" Type="http://schemas.openxmlformats.org/officeDocument/2006/relationships/oleObject" Target="../embeddings/oleObject265.bin"/><Relationship Id="rId21" Type="http://schemas.openxmlformats.org/officeDocument/2006/relationships/vmlDrawing" Target="../drawings/vmlDrawing68.vml"/><Relationship Id="rId20" Type="http://schemas.openxmlformats.org/officeDocument/2006/relationships/slideLayout" Target="../slideLayouts/slideLayout3.xml"/><Relationship Id="rId2" Type="http://schemas.openxmlformats.org/officeDocument/2006/relationships/image" Target="../media/image281.wmf"/><Relationship Id="rId19" Type="http://schemas.openxmlformats.org/officeDocument/2006/relationships/tags" Target="../tags/tag71.xml"/><Relationship Id="rId18" Type="http://schemas.openxmlformats.org/officeDocument/2006/relationships/image" Target="../media/image289.wmf"/><Relationship Id="rId17" Type="http://schemas.openxmlformats.org/officeDocument/2006/relationships/oleObject" Target="../embeddings/oleObject272.bin"/><Relationship Id="rId16" Type="http://schemas.openxmlformats.org/officeDocument/2006/relationships/image" Target="../media/image288.wmf"/><Relationship Id="rId15" Type="http://schemas.openxmlformats.org/officeDocument/2006/relationships/oleObject" Target="../embeddings/oleObject271.bin"/><Relationship Id="rId14" Type="http://schemas.openxmlformats.org/officeDocument/2006/relationships/image" Target="../media/image287.wmf"/><Relationship Id="rId13" Type="http://schemas.openxmlformats.org/officeDocument/2006/relationships/oleObject" Target="../embeddings/oleObject270.bin"/><Relationship Id="rId12" Type="http://schemas.openxmlformats.org/officeDocument/2006/relationships/image" Target="../media/image286.wmf"/><Relationship Id="rId11" Type="http://schemas.openxmlformats.org/officeDocument/2006/relationships/oleObject" Target="../embeddings/oleObject269.bin"/><Relationship Id="rId10" Type="http://schemas.openxmlformats.org/officeDocument/2006/relationships/image" Target="../media/image285.wmf"/><Relationship Id="rId1" Type="http://schemas.openxmlformats.org/officeDocument/2006/relationships/oleObject" Target="../embeddings/oleObject264.bin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72.xml"/></Relationships>
</file>

<file path=ppt/slides/_rels/slide9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9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203.wmf"/><Relationship Id="rId1" Type="http://schemas.openxmlformats.org/officeDocument/2006/relationships/oleObject" Target="../embeddings/oleObject273.bin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0.png"/></Relationships>
</file>

<file path=ppt/slides/_rels/slide10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0.v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74.xml"/><Relationship Id="rId4" Type="http://schemas.openxmlformats.org/officeDocument/2006/relationships/image" Target="../media/image221.wmf"/><Relationship Id="rId3" Type="http://schemas.openxmlformats.org/officeDocument/2006/relationships/oleObject" Target="../embeddings/oleObject275.bin"/><Relationship Id="rId2" Type="http://schemas.openxmlformats.org/officeDocument/2006/relationships/image" Target="../media/image220.wmf"/><Relationship Id="rId1" Type="http://schemas.openxmlformats.org/officeDocument/2006/relationships/oleObject" Target="../embeddings/oleObject274.bin"/></Relationships>
</file>

<file path=ppt/slides/_rels/slide10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1.v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75.xml"/><Relationship Id="rId4" Type="http://schemas.openxmlformats.org/officeDocument/2006/relationships/image" Target="../media/image247.wmf"/><Relationship Id="rId3" Type="http://schemas.openxmlformats.org/officeDocument/2006/relationships/oleObject" Target="../embeddings/oleObject277.bin"/><Relationship Id="rId2" Type="http://schemas.openxmlformats.org/officeDocument/2006/relationships/image" Target="../media/image246.wmf"/><Relationship Id="rId1" Type="http://schemas.openxmlformats.org/officeDocument/2006/relationships/oleObject" Target="../embeddings/oleObject276.bin"/></Relationships>
</file>

<file path=ppt/slides/_rels/slide10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2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image" Target="../media/image291.emf"/><Relationship Id="rId1" Type="http://schemas.openxmlformats.org/officeDocument/2006/relationships/oleObject" Target="../embeddings/oleObject278.bin"/></Relationships>
</file>

<file path=ppt/slides/_rels/slide10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3.bin"/><Relationship Id="rId8" Type="http://schemas.openxmlformats.org/officeDocument/2006/relationships/image" Target="../media/image295.wmf"/><Relationship Id="rId7" Type="http://schemas.openxmlformats.org/officeDocument/2006/relationships/oleObject" Target="../embeddings/oleObject282.bin"/><Relationship Id="rId6" Type="http://schemas.openxmlformats.org/officeDocument/2006/relationships/image" Target="../media/image294.wmf"/><Relationship Id="rId5" Type="http://schemas.openxmlformats.org/officeDocument/2006/relationships/oleObject" Target="../embeddings/oleObject281.bin"/><Relationship Id="rId4" Type="http://schemas.openxmlformats.org/officeDocument/2006/relationships/image" Target="../media/image293.emf"/><Relationship Id="rId3" Type="http://schemas.openxmlformats.org/officeDocument/2006/relationships/oleObject" Target="../embeddings/oleObject280.bin"/><Relationship Id="rId2" Type="http://schemas.openxmlformats.org/officeDocument/2006/relationships/image" Target="../media/image292.emf"/><Relationship Id="rId15" Type="http://schemas.openxmlformats.org/officeDocument/2006/relationships/vmlDrawing" Target="../drawings/vmlDrawing73.vml"/><Relationship Id="rId14" Type="http://schemas.openxmlformats.org/officeDocument/2006/relationships/slideLayout" Target="../slideLayouts/slideLayout4.xml"/><Relationship Id="rId13" Type="http://schemas.openxmlformats.org/officeDocument/2006/relationships/tags" Target="../tags/tag77.xml"/><Relationship Id="rId12" Type="http://schemas.openxmlformats.org/officeDocument/2006/relationships/image" Target="../media/image297.wmf"/><Relationship Id="rId11" Type="http://schemas.openxmlformats.org/officeDocument/2006/relationships/oleObject" Target="../embeddings/oleObject284.bin"/><Relationship Id="rId10" Type="http://schemas.openxmlformats.org/officeDocument/2006/relationships/image" Target="../media/image296.wmf"/><Relationship Id="rId1" Type="http://schemas.openxmlformats.org/officeDocument/2006/relationships/oleObject" Target="../embeddings/oleObject279.bin"/></Relationships>
</file>

<file path=ppt/slides/_rels/slide10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4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5.emf"/><Relationship Id="rId3" Type="http://schemas.openxmlformats.org/officeDocument/2006/relationships/oleObject" Target="../embeddings/oleObject286.bin"/><Relationship Id="rId2" Type="http://schemas.openxmlformats.org/officeDocument/2006/relationships/image" Target="../media/image298.wmf"/><Relationship Id="rId1" Type="http://schemas.openxmlformats.org/officeDocument/2006/relationships/oleObject" Target="../embeddings/oleObject285.bin"/></Relationships>
</file>

<file path=ppt/slides/_rels/slide10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1.bin"/><Relationship Id="rId8" Type="http://schemas.openxmlformats.org/officeDocument/2006/relationships/image" Target="../media/image205.emf"/><Relationship Id="rId7" Type="http://schemas.openxmlformats.org/officeDocument/2006/relationships/oleObject" Target="../embeddings/oleObject290.bin"/><Relationship Id="rId6" Type="http://schemas.openxmlformats.org/officeDocument/2006/relationships/image" Target="../media/image301.wmf"/><Relationship Id="rId5" Type="http://schemas.openxmlformats.org/officeDocument/2006/relationships/oleObject" Target="../embeddings/oleObject289.bin"/><Relationship Id="rId4" Type="http://schemas.openxmlformats.org/officeDocument/2006/relationships/image" Target="../media/image300.wmf"/><Relationship Id="rId3" Type="http://schemas.openxmlformats.org/officeDocument/2006/relationships/oleObject" Target="../embeddings/oleObject288.bin"/><Relationship Id="rId2" Type="http://schemas.openxmlformats.org/officeDocument/2006/relationships/image" Target="../media/image299.wmf"/><Relationship Id="rId15" Type="http://schemas.openxmlformats.org/officeDocument/2006/relationships/vmlDrawing" Target="../drawings/vmlDrawing75.vml"/><Relationship Id="rId14" Type="http://schemas.openxmlformats.org/officeDocument/2006/relationships/slideLayout" Target="../slideLayouts/slideLayout8.xml"/><Relationship Id="rId13" Type="http://schemas.openxmlformats.org/officeDocument/2006/relationships/tags" Target="../tags/tag78.xml"/><Relationship Id="rId12" Type="http://schemas.openxmlformats.org/officeDocument/2006/relationships/image" Target="../media/image303.wmf"/><Relationship Id="rId11" Type="http://schemas.openxmlformats.org/officeDocument/2006/relationships/oleObject" Target="../embeddings/oleObject292.bin"/><Relationship Id="rId10" Type="http://schemas.openxmlformats.org/officeDocument/2006/relationships/image" Target="../media/image302.wmf"/><Relationship Id="rId1" Type="http://schemas.openxmlformats.org/officeDocument/2006/relationships/oleObject" Target="../embeddings/oleObject287.bin"/></Relationships>
</file>

<file path=ppt/slides/_rels/slide10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7.bin"/><Relationship Id="rId8" Type="http://schemas.openxmlformats.org/officeDocument/2006/relationships/image" Target="../media/image307.wmf"/><Relationship Id="rId7" Type="http://schemas.openxmlformats.org/officeDocument/2006/relationships/oleObject" Target="../embeddings/oleObject296.bin"/><Relationship Id="rId6" Type="http://schemas.openxmlformats.org/officeDocument/2006/relationships/image" Target="../media/image306.wmf"/><Relationship Id="rId5" Type="http://schemas.openxmlformats.org/officeDocument/2006/relationships/oleObject" Target="../embeddings/oleObject295.bin"/><Relationship Id="rId4" Type="http://schemas.openxmlformats.org/officeDocument/2006/relationships/image" Target="../media/image305.wmf"/><Relationship Id="rId3" Type="http://schemas.openxmlformats.org/officeDocument/2006/relationships/oleObject" Target="../embeddings/oleObject294.bin"/><Relationship Id="rId2" Type="http://schemas.openxmlformats.org/officeDocument/2006/relationships/image" Target="../media/image304.wmf"/><Relationship Id="rId15" Type="http://schemas.openxmlformats.org/officeDocument/2006/relationships/vmlDrawing" Target="../drawings/vmlDrawing76.vml"/><Relationship Id="rId14" Type="http://schemas.openxmlformats.org/officeDocument/2006/relationships/slideLayout" Target="../slideLayouts/slideLayout5.xml"/><Relationship Id="rId13" Type="http://schemas.openxmlformats.org/officeDocument/2006/relationships/tags" Target="../tags/tag79.xml"/><Relationship Id="rId12" Type="http://schemas.openxmlformats.org/officeDocument/2006/relationships/image" Target="../media/image309.wmf"/><Relationship Id="rId11" Type="http://schemas.openxmlformats.org/officeDocument/2006/relationships/oleObject" Target="../embeddings/oleObject298.bin"/><Relationship Id="rId10" Type="http://schemas.openxmlformats.org/officeDocument/2006/relationships/image" Target="../media/image308.wmf"/><Relationship Id="rId1" Type="http://schemas.openxmlformats.org/officeDocument/2006/relationships/oleObject" Target="../embeddings/oleObject293.bin"/></Relationships>
</file>

<file path=ppt/slides/_rels/slide10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7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image" Target="../media/image311.wmf"/><Relationship Id="rId3" Type="http://schemas.openxmlformats.org/officeDocument/2006/relationships/oleObject" Target="../embeddings/oleObject300.bin"/><Relationship Id="rId2" Type="http://schemas.openxmlformats.org/officeDocument/2006/relationships/image" Target="../media/image310.wmf"/><Relationship Id="rId1" Type="http://schemas.openxmlformats.org/officeDocument/2006/relationships/oleObject" Target="../embeddings/oleObject299.bin"/></Relationships>
</file>

<file path=ppt/slides/_rels/slide10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8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312.wmf"/><Relationship Id="rId1" Type="http://schemas.openxmlformats.org/officeDocument/2006/relationships/oleObject" Target="../embeddings/oleObject301.bin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9.v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14.wmf"/><Relationship Id="rId2" Type="http://schemas.openxmlformats.org/officeDocument/2006/relationships/oleObject" Target="../embeddings/oleObject302.bin"/><Relationship Id="rId1" Type="http://schemas.openxmlformats.org/officeDocument/2006/relationships/image" Target="../media/image313.png"/></Relationships>
</file>

<file path=ppt/slides/_rels/slide1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7.bin"/><Relationship Id="rId8" Type="http://schemas.openxmlformats.org/officeDocument/2006/relationships/image" Target="../media/image318.wmf"/><Relationship Id="rId7" Type="http://schemas.openxmlformats.org/officeDocument/2006/relationships/oleObject" Target="../embeddings/oleObject306.bin"/><Relationship Id="rId6" Type="http://schemas.openxmlformats.org/officeDocument/2006/relationships/image" Target="../media/image317.emf"/><Relationship Id="rId5" Type="http://schemas.openxmlformats.org/officeDocument/2006/relationships/oleObject" Target="../embeddings/oleObject305.bin"/><Relationship Id="rId4" Type="http://schemas.openxmlformats.org/officeDocument/2006/relationships/image" Target="../media/image316.emf"/><Relationship Id="rId3" Type="http://schemas.openxmlformats.org/officeDocument/2006/relationships/oleObject" Target="../embeddings/oleObject304.bin"/><Relationship Id="rId26" Type="http://schemas.openxmlformats.org/officeDocument/2006/relationships/vmlDrawing" Target="../drawings/vmlDrawing80.v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82.xml"/><Relationship Id="rId23" Type="http://schemas.openxmlformats.org/officeDocument/2006/relationships/image" Target="../media/image325.wmf"/><Relationship Id="rId22" Type="http://schemas.openxmlformats.org/officeDocument/2006/relationships/oleObject" Target="../embeddings/oleObject314.bin"/><Relationship Id="rId21" Type="http://schemas.openxmlformats.org/officeDocument/2006/relationships/image" Target="../media/image324.wmf"/><Relationship Id="rId20" Type="http://schemas.openxmlformats.org/officeDocument/2006/relationships/oleObject" Target="../embeddings/oleObject313.bin"/><Relationship Id="rId2" Type="http://schemas.openxmlformats.org/officeDocument/2006/relationships/image" Target="../media/image315.wmf"/><Relationship Id="rId19" Type="http://schemas.openxmlformats.org/officeDocument/2006/relationships/image" Target="../media/image323.wmf"/><Relationship Id="rId18" Type="http://schemas.openxmlformats.org/officeDocument/2006/relationships/oleObject" Target="../embeddings/oleObject312.bin"/><Relationship Id="rId17" Type="http://schemas.openxmlformats.org/officeDocument/2006/relationships/image" Target="../media/image322.wmf"/><Relationship Id="rId16" Type="http://schemas.openxmlformats.org/officeDocument/2006/relationships/oleObject" Target="../embeddings/oleObject311.bin"/><Relationship Id="rId15" Type="http://schemas.openxmlformats.org/officeDocument/2006/relationships/image" Target="../media/image321.emf"/><Relationship Id="rId14" Type="http://schemas.openxmlformats.org/officeDocument/2006/relationships/oleObject" Target="../embeddings/oleObject310.bin"/><Relationship Id="rId13" Type="http://schemas.openxmlformats.org/officeDocument/2006/relationships/image" Target="../media/image320.wmf"/><Relationship Id="rId12" Type="http://schemas.openxmlformats.org/officeDocument/2006/relationships/oleObject" Target="../embeddings/oleObject309.bin"/><Relationship Id="rId11" Type="http://schemas.openxmlformats.org/officeDocument/2006/relationships/oleObject" Target="../embeddings/oleObject308.bin"/><Relationship Id="rId10" Type="http://schemas.openxmlformats.org/officeDocument/2006/relationships/image" Target="../media/image319.emf"/><Relationship Id="rId1" Type="http://schemas.openxmlformats.org/officeDocument/2006/relationships/oleObject" Target="../embeddings/oleObject303.bin"/></Relationships>
</file>

<file path=ppt/slides/_rels/slide1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1.v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83.xml"/><Relationship Id="rId6" Type="http://schemas.openxmlformats.org/officeDocument/2006/relationships/image" Target="../media/image328.wmf"/><Relationship Id="rId5" Type="http://schemas.openxmlformats.org/officeDocument/2006/relationships/oleObject" Target="../embeddings/oleObject317.bin"/><Relationship Id="rId4" Type="http://schemas.openxmlformats.org/officeDocument/2006/relationships/image" Target="../media/image327.wmf"/><Relationship Id="rId3" Type="http://schemas.openxmlformats.org/officeDocument/2006/relationships/oleObject" Target="../embeddings/oleObject316.bin"/><Relationship Id="rId2" Type="http://schemas.openxmlformats.org/officeDocument/2006/relationships/image" Target="../media/image326.wmf"/><Relationship Id="rId1" Type="http://schemas.openxmlformats.org/officeDocument/2006/relationships/oleObject" Target="../embeddings/oleObject315.bin"/></Relationships>
</file>

<file path=ppt/slides/_rels/slide1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2.v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84.xml"/><Relationship Id="rId6" Type="http://schemas.openxmlformats.org/officeDocument/2006/relationships/image" Target="../media/image331.wmf"/><Relationship Id="rId5" Type="http://schemas.openxmlformats.org/officeDocument/2006/relationships/oleObject" Target="../embeddings/oleObject320.bin"/><Relationship Id="rId4" Type="http://schemas.openxmlformats.org/officeDocument/2006/relationships/image" Target="../media/image330.wmf"/><Relationship Id="rId3" Type="http://schemas.openxmlformats.org/officeDocument/2006/relationships/oleObject" Target="../embeddings/oleObject319.bin"/><Relationship Id="rId2" Type="http://schemas.openxmlformats.org/officeDocument/2006/relationships/image" Target="../media/image329.wmf"/><Relationship Id="rId1" Type="http://schemas.openxmlformats.org/officeDocument/2006/relationships/oleObject" Target="../embeddings/oleObject318.bin"/></Relationships>
</file>

<file path=ppt/slides/_rels/slide1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3.vml"/><Relationship Id="rId8" Type="http://schemas.openxmlformats.org/officeDocument/2006/relationships/slideLayout" Target="../slideLayouts/slideLayout8.xml"/><Relationship Id="rId7" Type="http://schemas.openxmlformats.org/officeDocument/2006/relationships/tags" Target="../tags/tag85.xml"/><Relationship Id="rId6" Type="http://schemas.openxmlformats.org/officeDocument/2006/relationships/image" Target="../media/image334.wmf"/><Relationship Id="rId5" Type="http://schemas.openxmlformats.org/officeDocument/2006/relationships/oleObject" Target="../embeddings/oleObject323.bin"/><Relationship Id="rId4" Type="http://schemas.openxmlformats.org/officeDocument/2006/relationships/image" Target="../media/image333.wmf"/><Relationship Id="rId3" Type="http://schemas.openxmlformats.org/officeDocument/2006/relationships/oleObject" Target="../embeddings/oleObject322.bin"/><Relationship Id="rId2" Type="http://schemas.openxmlformats.org/officeDocument/2006/relationships/image" Target="../media/image332.wmf"/><Relationship Id="rId1" Type="http://schemas.openxmlformats.org/officeDocument/2006/relationships/oleObject" Target="../embeddings/oleObject321.bin"/></Relationships>
</file>

<file path=ppt/slides/_rels/slide1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4.v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86.xml"/><Relationship Id="rId4" Type="http://schemas.openxmlformats.org/officeDocument/2006/relationships/image" Target="../media/image336.wmf"/><Relationship Id="rId3" Type="http://schemas.openxmlformats.org/officeDocument/2006/relationships/oleObject" Target="../embeddings/oleObject325.bin"/><Relationship Id="rId2" Type="http://schemas.openxmlformats.org/officeDocument/2006/relationships/image" Target="../media/image335.wmf"/><Relationship Id="rId1" Type="http://schemas.openxmlformats.org/officeDocument/2006/relationships/oleObject" Target="../embeddings/oleObject324.bin"/></Relationships>
</file>

<file path=ppt/slides/_rels/slide1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7.emf"/><Relationship Id="rId1" Type="http://schemas.openxmlformats.org/officeDocument/2006/relationships/oleObject" Target="../embeddings/oleObject326.bin"/></Relationships>
</file>

<file path=ppt/slides/_rels/slide11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6.v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87.xml"/><Relationship Id="rId4" Type="http://schemas.openxmlformats.org/officeDocument/2006/relationships/image" Target="../media/image339.wmf"/><Relationship Id="rId3" Type="http://schemas.openxmlformats.org/officeDocument/2006/relationships/oleObject" Target="../embeddings/oleObject328.bin"/><Relationship Id="rId2" Type="http://schemas.openxmlformats.org/officeDocument/2006/relationships/image" Target="../media/image338.emf"/><Relationship Id="rId1" Type="http://schemas.openxmlformats.org/officeDocument/2006/relationships/oleObject" Target="../embeddings/oleObject327.bin"/></Relationships>
</file>

<file path=ppt/slides/_rels/slide1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3.bin"/><Relationship Id="rId8" Type="http://schemas.openxmlformats.org/officeDocument/2006/relationships/image" Target="../media/image342.wmf"/><Relationship Id="rId7" Type="http://schemas.openxmlformats.org/officeDocument/2006/relationships/oleObject" Target="../embeddings/oleObject332.bin"/><Relationship Id="rId6" Type="http://schemas.openxmlformats.org/officeDocument/2006/relationships/image" Target="../media/image341.wmf"/><Relationship Id="rId5" Type="http://schemas.openxmlformats.org/officeDocument/2006/relationships/oleObject" Target="../embeddings/oleObject331.bin"/><Relationship Id="rId41" Type="http://schemas.openxmlformats.org/officeDocument/2006/relationships/vmlDrawing" Target="../drawings/vmlDrawing87.vml"/><Relationship Id="rId40" Type="http://schemas.openxmlformats.org/officeDocument/2006/relationships/slideLayout" Target="../slideLayouts/slideLayout4.xml"/><Relationship Id="rId4" Type="http://schemas.openxmlformats.org/officeDocument/2006/relationships/image" Target="../media/image338.emf"/><Relationship Id="rId39" Type="http://schemas.openxmlformats.org/officeDocument/2006/relationships/tags" Target="../tags/tag88.xml"/><Relationship Id="rId38" Type="http://schemas.openxmlformats.org/officeDocument/2006/relationships/image" Target="../media/image357.wmf"/><Relationship Id="rId37" Type="http://schemas.openxmlformats.org/officeDocument/2006/relationships/oleObject" Target="../embeddings/oleObject347.bin"/><Relationship Id="rId36" Type="http://schemas.openxmlformats.org/officeDocument/2006/relationships/image" Target="../media/image356.wmf"/><Relationship Id="rId35" Type="http://schemas.openxmlformats.org/officeDocument/2006/relationships/oleObject" Target="../embeddings/oleObject346.bin"/><Relationship Id="rId34" Type="http://schemas.openxmlformats.org/officeDocument/2006/relationships/image" Target="../media/image355.wmf"/><Relationship Id="rId33" Type="http://schemas.openxmlformats.org/officeDocument/2006/relationships/oleObject" Target="../embeddings/oleObject345.bin"/><Relationship Id="rId32" Type="http://schemas.openxmlformats.org/officeDocument/2006/relationships/image" Target="../media/image354.wmf"/><Relationship Id="rId31" Type="http://schemas.openxmlformats.org/officeDocument/2006/relationships/oleObject" Target="../embeddings/oleObject344.bin"/><Relationship Id="rId30" Type="http://schemas.openxmlformats.org/officeDocument/2006/relationships/image" Target="../media/image353.wmf"/><Relationship Id="rId3" Type="http://schemas.openxmlformats.org/officeDocument/2006/relationships/oleObject" Target="../embeddings/oleObject330.bin"/><Relationship Id="rId29" Type="http://schemas.openxmlformats.org/officeDocument/2006/relationships/oleObject" Target="../embeddings/oleObject343.bin"/><Relationship Id="rId28" Type="http://schemas.openxmlformats.org/officeDocument/2006/relationships/image" Target="../media/image352.wmf"/><Relationship Id="rId27" Type="http://schemas.openxmlformats.org/officeDocument/2006/relationships/oleObject" Target="../embeddings/oleObject342.bin"/><Relationship Id="rId26" Type="http://schemas.openxmlformats.org/officeDocument/2006/relationships/image" Target="../media/image351.wmf"/><Relationship Id="rId25" Type="http://schemas.openxmlformats.org/officeDocument/2006/relationships/oleObject" Target="../embeddings/oleObject341.bin"/><Relationship Id="rId24" Type="http://schemas.openxmlformats.org/officeDocument/2006/relationships/image" Target="../media/image350.wmf"/><Relationship Id="rId23" Type="http://schemas.openxmlformats.org/officeDocument/2006/relationships/oleObject" Target="../embeddings/oleObject340.bin"/><Relationship Id="rId22" Type="http://schemas.openxmlformats.org/officeDocument/2006/relationships/image" Target="../media/image349.wmf"/><Relationship Id="rId21" Type="http://schemas.openxmlformats.org/officeDocument/2006/relationships/oleObject" Target="../embeddings/oleObject339.bin"/><Relationship Id="rId20" Type="http://schemas.openxmlformats.org/officeDocument/2006/relationships/image" Target="../media/image348.wmf"/><Relationship Id="rId2" Type="http://schemas.openxmlformats.org/officeDocument/2006/relationships/image" Target="../media/image340.wmf"/><Relationship Id="rId19" Type="http://schemas.openxmlformats.org/officeDocument/2006/relationships/oleObject" Target="../embeddings/oleObject338.bin"/><Relationship Id="rId18" Type="http://schemas.openxmlformats.org/officeDocument/2006/relationships/image" Target="../media/image347.wmf"/><Relationship Id="rId17" Type="http://schemas.openxmlformats.org/officeDocument/2006/relationships/oleObject" Target="../embeddings/oleObject337.bin"/><Relationship Id="rId16" Type="http://schemas.openxmlformats.org/officeDocument/2006/relationships/image" Target="../media/image346.wmf"/><Relationship Id="rId15" Type="http://schemas.openxmlformats.org/officeDocument/2006/relationships/oleObject" Target="../embeddings/oleObject336.bin"/><Relationship Id="rId14" Type="http://schemas.openxmlformats.org/officeDocument/2006/relationships/image" Target="../media/image345.wmf"/><Relationship Id="rId13" Type="http://schemas.openxmlformats.org/officeDocument/2006/relationships/oleObject" Target="../embeddings/oleObject335.bin"/><Relationship Id="rId12" Type="http://schemas.openxmlformats.org/officeDocument/2006/relationships/image" Target="../media/image344.wmf"/><Relationship Id="rId11" Type="http://schemas.openxmlformats.org/officeDocument/2006/relationships/oleObject" Target="../embeddings/oleObject334.bin"/><Relationship Id="rId10" Type="http://schemas.openxmlformats.org/officeDocument/2006/relationships/image" Target="../media/image343.wmf"/><Relationship Id="rId1" Type="http://schemas.openxmlformats.org/officeDocument/2006/relationships/oleObject" Target="../embeddings/oleObject329.bin"/></Relationships>
</file>

<file path=ppt/slides/_rels/slide1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8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58.wmf"/><Relationship Id="rId1" Type="http://schemas.openxmlformats.org/officeDocument/2006/relationships/oleObject" Target="../embeddings/oleObject348.bin"/></Relationships>
</file>

<file path=ppt/slides/_rels/slide12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image" Target="../media/image362.wmf"/><Relationship Id="rId7" Type="http://schemas.openxmlformats.org/officeDocument/2006/relationships/oleObject" Target="../embeddings/oleObject352.bin"/><Relationship Id="rId6" Type="http://schemas.openxmlformats.org/officeDocument/2006/relationships/image" Target="../media/image361.wmf"/><Relationship Id="rId5" Type="http://schemas.openxmlformats.org/officeDocument/2006/relationships/oleObject" Target="../embeddings/oleObject351.bin"/><Relationship Id="rId4" Type="http://schemas.openxmlformats.org/officeDocument/2006/relationships/image" Target="../media/image360.wmf"/><Relationship Id="rId3" Type="http://schemas.openxmlformats.org/officeDocument/2006/relationships/oleObject" Target="../embeddings/oleObject350.bin"/><Relationship Id="rId2" Type="http://schemas.openxmlformats.org/officeDocument/2006/relationships/image" Target="../media/image359.wmf"/><Relationship Id="rId11" Type="http://schemas.openxmlformats.org/officeDocument/2006/relationships/vmlDrawing" Target="../drawings/vmlDrawing89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349.bin"/></Relationships>
</file>

<file path=ppt/slides/_rels/slide122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image" Target="../media/image366.wmf"/><Relationship Id="rId7" Type="http://schemas.openxmlformats.org/officeDocument/2006/relationships/oleObject" Target="../embeddings/oleObject356.bin"/><Relationship Id="rId6" Type="http://schemas.openxmlformats.org/officeDocument/2006/relationships/image" Target="../media/image365.wmf"/><Relationship Id="rId5" Type="http://schemas.openxmlformats.org/officeDocument/2006/relationships/oleObject" Target="../embeddings/oleObject355.bin"/><Relationship Id="rId4" Type="http://schemas.openxmlformats.org/officeDocument/2006/relationships/image" Target="../media/image364.wmf"/><Relationship Id="rId3" Type="http://schemas.openxmlformats.org/officeDocument/2006/relationships/oleObject" Target="../embeddings/oleObject354.bin"/><Relationship Id="rId2" Type="http://schemas.openxmlformats.org/officeDocument/2006/relationships/image" Target="../media/image363.wmf"/><Relationship Id="rId11" Type="http://schemas.openxmlformats.org/officeDocument/2006/relationships/vmlDrawing" Target="../drawings/vmlDrawing90.vml"/><Relationship Id="rId10" Type="http://schemas.openxmlformats.org/officeDocument/2006/relationships/slideLayout" Target="../slideLayouts/slideLayout5.xml"/><Relationship Id="rId1" Type="http://schemas.openxmlformats.org/officeDocument/2006/relationships/oleObject" Target="../embeddings/oleObject353.bin"/></Relationships>
</file>

<file path=ppt/slides/_rels/slide123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image" Target="../media/image370.wmf"/><Relationship Id="rId7" Type="http://schemas.openxmlformats.org/officeDocument/2006/relationships/oleObject" Target="../embeddings/oleObject360.bin"/><Relationship Id="rId6" Type="http://schemas.openxmlformats.org/officeDocument/2006/relationships/image" Target="../media/image369.wmf"/><Relationship Id="rId5" Type="http://schemas.openxmlformats.org/officeDocument/2006/relationships/oleObject" Target="../embeddings/oleObject359.bin"/><Relationship Id="rId4" Type="http://schemas.openxmlformats.org/officeDocument/2006/relationships/image" Target="../media/image368.wmf"/><Relationship Id="rId3" Type="http://schemas.openxmlformats.org/officeDocument/2006/relationships/oleObject" Target="../embeddings/oleObject358.bin"/><Relationship Id="rId2" Type="http://schemas.openxmlformats.org/officeDocument/2006/relationships/image" Target="../media/image367.wmf"/><Relationship Id="rId11" Type="http://schemas.openxmlformats.org/officeDocument/2006/relationships/vmlDrawing" Target="../drawings/vmlDrawing91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357.bin"/></Relationships>
</file>

<file path=ppt/slides/_rels/slide1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5.bin"/><Relationship Id="rId8" Type="http://schemas.openxmlformats.org/officeDocument/2006/relationships/image" Target="../media/image374.wmf"/><Relationship Id="rId7" Type="http://schemas.openxmlformats.org/officeDocument/2006/relationships/oleObject" Target="../embeddings/oleObject364.bin"/><Relationship Id="rId6" Type="http://schemas.openxmlformats.org/officeDocument/2006/relationships/image" Target="../media/image373.wmf"/><Relationship Id="rId5" Type="http://schemas.openxmlformats.org/officeDocument/2006/relationships/oleObject" Target="../embeddings/oleObject363.bin"/><Relationship Id="rId4" Type="http://schemas.openxmlformats.org/officeDocument/2006/relationships/image" Target="../media/image372.wmf"/><Relationship Id="rId3" Type="http://schemas.openxmlformats.org/officeDocument/2006/relationships/oleObject" Target="../embeddings/oleObject362.bin"/><Relationship Id="rId21" Type="http://schemas.openxmlformats.org/officeDocument/2006/relationships/vmlDrawing" Target="../drawings/vmlDrawing92.vml"/><Relationship Id="rId20" Type="http://schemas.openxmlformats.org/officeDocument/2006/relationships/slideLayout" Target="../slideLayouts/slideLayout8.xml"/><Relationship Id="rId2" Type="http://schemas.openxmlformats.org/officeDocument/2006/relationships/image" Target="../media/image371.wmf"/><Relationship Id="rId19" Type="http://schemas.openxmlformats.org/officeDocument/2006/relationships/tags" Target="../tags/tag92.xml"/><Relationship Id="rId18" Type="http://schemas.openxmlformats.org/officeDocument/2006/relationships/image" Target="../media/image379.wmf"/><Relationship Id="rId17" Type="http://schemas.openxmlformats.org/officeDocument/2006/relationships/oleObject" Target="../embeddings/oleObject369.bin"/><Relationship Id="rId16" Type="http://schemas.openxmlformats.org/officeDocument/2006/relationships/image" Target="../media/image378.wmf"/><Relationship Id="rId15" Type="http://schemas.openxmlformats.org/officeDocument/2006/relationships/oleObject" Target="../embeddings/oleObject368.bin"/><Relationship Id="rId14" Type="http://schemas.openxmlformats.org/officeDocument/2006/relationships/image" Target="../media/image377.wmf"/><Relationship Id="rId13" Type="http://schemas.openxmlformats.org/officeDocument/2006/relationships/oleObject" Target="../embeddings/oleObject367.bin"/><Relationship Id="rId12" Type="http://schemas.openxmlformats.org/officeDocument/2006/relationships/image" Target="../media/image376.wmf"/><Relationship Id="rId11" Type="http://schemas.openxmlformats.org/officeDocument/2006/relationships/oleObject" Target="../embeddings/oleObject366.bin"/><Relationship Id="rId10" Type="http://schemas.openxmlformats.org/officeDocument/2006/relationships/image" Target="../media/image375.wmf"/><Relationship Id="rId1" Type="http://schemas.openxmlformats.org/officeDocument/2006/relationships/oleObject" Target="../embeddings/oleObject361.bin"/></Relationships>
</file>

<file path=ppt/slides/_rels/slide1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5.bin"/><Relationship Id="rId8" Type="http://schemas.openxmlformats.org/officeDocument/2006/relationships/image" Target="../media/image382.wmf"/><Relationship Id="rId7" Type="http://schemas.openxmlformats.org/officeDocument/2006/relationships/oleObject" Target="../embeddings/oleObject374.bin"/><Relationship Id="rId6" Type="http://schemas.openxmlformats.org/officeDocument/2006/relationships/oleObject" Target="../embeddings/oleObject373.bin"/><Relationship Id="rId5" Type="http://schemas.openxmlformats.org/officeDocument/2006/relationships/image" Target="../media/image381.emf"/><Relationship Id="rId4" Type="http://schemas.openxmlformats.org/officeDocument/2006/relationships/oleObject" Target="../embeddings/oleObject372.bin"/><Relationship Id="rId3" Type="http://schemas.openxmlformats.org/officeDocument/2006/relationships/oleObject" Target="../embeddings/oleObject371.bin"/><Relationship Id="rId2" Type="http://schemas.openxmlformats.org/officeDocument/2006/relationships/image" Target="../media/image380.emf"/><Relationship Id="rId15" Type="http://schemas.openxmlformats.org/officeDocument/2006/relationships/vmlDrawing" Target="../drawings/vmlDrawing93.vml"/><Relationship Id="rId14" Type="http://schemas.openxmlformats.org/officeDocument/2006/relationships/slideLayout" Target="../slideLayouts/slideLayout4.xml"/><Relationship Id="rId13" Type="http://schemas.openxmlformats.org/officeDocument/2006/relationships/tags" Target="../tags/tag93.xml"/><Relationship Id="rId12" Type="http://schemas.openxmlformats.org/officeDocument/2006/relationships/image" Target="../media/image384.wmf"/><Relationship Id="rId11" Type="http://schemas.openxmlformats.org/officeDocument/2006/relationships/oleObject" Target="../embeddings/oleObject376.bin"/><Relationship Id="rId10" Type="http://schemas.openxmlformats.org/officeDocument/2006/relationships/image" Target="../media/image383.wmf"/><Relationship Id="rId1" Type="http://schemas.openxmlformats.org/officeDocument/2006/relationships/oleObject" Target="../embeddings/oleObject370.bin"/></Relationships>
</file>

<file path=ppt/slides/_rels/slide1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6.png"/><Relationship Id="rId8" Type="http://schemas.openxmlformats.org/officeDocument/2006/relationships/image" Target="../media/image382.wmf"/><Relationship Id="rId7" Type="http://schemas.openxmlformats.org/officeDocument/2006/relationships/oleObject" Target="../embeddings/oleObject380.bin"/><Relationship Id="rId6" Type="http://schemas.openxmlformats.org/officeDocument/2006/relationships/image" Target="../media/image385.wmf"/><Relationship Id="rId5" Type="http://schemas.openxmlformats.org/officeDocument/2006/relationships/oleObject" Target="../embeddings/oleObject379.bin"/><Relationship Id="rId4" Type="http://schemas.openxmlformats.org/officeDocument/2006/relationships/image" Target="../media/image381.emf"/><Relationship Id="rId3" Type="http://schemas.openxmlformats.org/officeDocument/2006/relationships/oleObject" Target="../embeddings/oleObject378.bin"/><Relationship Id="rId2" Type="http://schemas.openxmlformats.org/officeDocument/2006/relationships/image" Target="../media/image380.emf"/><Relationship Id="rId18" Type="http://schemas.openxmlformats.org/officeDocument/2006/relationships/vmlDrawing" Target="../drawings/vmlDrawing94.vml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94.xml"/><Relationship Id="rId15" Type="http://schemas.openxmlformats.org/officeDocument/2006/relationships/image" Target="../media/image389.wmf"/><Relationship Id="rId14" Type="http://schemas.openxmlformats.org/officeDocument/2006/relationships/oleObject" Target="../embeddings/oleObject383.bin"/><Relationship Id="rId13" Type="http://schemas.openxmlformats.org/officeDocument/2006/relationships/image" Target="../media/image388.wmf"/><Relationship Id="rId12" Type="http://schemas.openxmlformats.org/officeDocument/2006/relationships/oleObject" Target="../embeddings/oleObject382.bin"/><Relationship Id="rId11" Type="http://schemas.openxmlformats.org/officeDocument/2006/relationships/image" Target="../media/image387.wmf"/><Relationship Id="rId10" Type="http://schemas.openxmlformats.org/officeDocument/2006/relationships/oleObject" Target="../embeddings/oleObject381.bin"/><Relationship Id="rId1" Type="http://schemas.openxmlformats.org/officeDocument/2006/relationships/oleObject" Target="../embeddings/oleObject377.bin"/></Relationships>
</file>

<file path=ppt/slides/_rels/slide1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8.bin"/><Relationship Id="rId8" Type="http://schemas.openxmlformats.org/officeDocument/2006/relationships/image" Target="../media/image393.wmf"/><Relationship Id="rId7" Type="http://schemas.openxmlformats.org/officeDocument/2006/relationships/oleObject" Target="../embeddings/oleObject387.bin"/><Relationship Id="rId6" Type="http://schemas.openxmlformats.org/officeDocument/2006/relationships/image" Target="../media/image392.wmf"/><Relationship Id="rId5" Type="http://schemas.openxmlformats.org/officeDocument/2006/relationships/oleObject" Target="../embeddings/oleObject386.bin"/><Relationship Id="rId4" Type="http://schemas.openxmlformats.org/officeDocument/2006/relationships/image" Target="../media/image391.wmf"/><Relationship Id="rId3" Type="http://schemas.openxmlformats.org/officeDocument/2006/relationships/oleObject" Target="../embeddings/oleObject385.bin"/><Relationship Id="rId2" Type="http://schemas.openxmlformats.org/officeDocument/2006/relationships/image" Target="../media/image390.emf"/><Relationship Id="rId19" Type="http://schemas.openxmlformats.org/officeDocument/2006/relationships/vmlDrawing" Target="../drawings/vmlDrawing95.v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95.xml"/><Relationship Id="rId16" Type="http://schemas.openxmlformats.org/officeDocument/2006/relationships/image" Target="../media/image397.wmf"/><Relationship Id="rId15" Type="http://schemas.openxmlformats.org/officeDocument/2006/relationships/oleObject" Target="../embeddings/oleObject391.bin"/><Relationship Id="rId14" Type="http://schemas.openxmlformats.org/officeDocument/2006/relationships/image" Target="../media/image396.wmf"/><Relationship Id="rId13" Type="http://schemas.openxmlformats.org/officeDocument/2006/relationships/oleObject" Target="../embeddings/oleObject390.bin"/><Relationship Id="rId12" Type="http://schemas.openxmlformats.org/officeDocument/2006/relationships/image" Target="../media/image395.wmf"/><Relationship Id="rId11" Type="http://schemas.openxmlformats.org/officeDocument/2006/relationships/oleObject" Target="../embeddings/oleObject389.bin"/><Relationship Id="rId10" Type="http://schemas.openxmlformats.org/officeDocument/2006/relationships/image" Target="../media/image394.wmf"/><Relationship Id="rId1" Type="http://schemas.openxmlformats.org/officeDocument/2006/relationships/oleObject" Target="../embeddings/oleObject384.bin"/></Relationships>
</file>

<file path=ppt/slides/_rels/slide1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6.bin"/><Relationship Id="rId8" Type="http://schemas.openxmlformats.org/officeDocument/2006/relationships/image" Target="../media/image401.wmf"/><Relationship Id="rId7" Type="http://schemas.openxmlformats.org/officeDocument/2006/relationships/oleObject" Target="../embeddings/oleObject395.bin"/><Relationship Id="rId6" Type="http://schemas.openxmlformats.org/officeDocument/2006/relationships/image" Target="../media/image400.wmf"/><Relationship Id="rId5" Type="http://schemas.openxmlformats.org/officeDocument/2006/relationships/oleObject" Target="../embeddings/oleObject394.bin"/><Relationship Id="rId4" Type="http://schemas.openxmlformats.org/officeDocument/2006/relationships/image" Target="../media/image399.wmf"/><Relationship Id="rId3" Type="http://schemas.openxmlformats.org/officeDocument/2006/relationships/oleObject" Target="../embeddings/oleObject393.bin"/><Relationship Id="rId2" Type="http://schemas.openxmlformats.org/officeDocument/2006/relationships/image" Target="../media/image398.wmf"/><Relationship Id="rId15" Type="http://schemas.openxmlformats.org/officeDocument/2006/relationships/vmlDrawing" Target="../drawings/vmlDrawing96.vml"/><Relationship Id="rId14" Type="http://schemas.openxmlformats.org/officeDocument/2006/relationships/slideLayout" Target="../slideLayouts/slideLayout8.xml"/><Relationship Id="rId13" Type="http://schemas.openxmlformats.org/officeDocument/2006/relationships/tags" Target="../tags/tag96.xml"/><Relationship Id="rId12" Type="http://schemas.openxmlformats.org/officeDocument/2006/relationships/image" Target="../media/image403.wmf"/><Relationship Id="rId11" Type="http://schemas.openxmlformats.org/officeDocument/2006/relationships/oleObject" Target="../embeddings/oleObject397.bin"/><Relationship Id="rId10" Type="http://schemas.openxmlformats.org/officeDocument/2006/relationships/image" Target="../media/image402.wmf"/><Relationship Id="rId1" Type="http://schemas.openxmlformats.org/officeDocument/2006/relationships/oleObject" Target="../embeddings/oleObject392.bin"/></Relationships>
</file>

<file path=ppt/slides/_rels/slide1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2.bin"/><Relationship Id="rId8" Type="http://schemas.openxmlformats.org/officeDocument/2006/relationships/image" Target="../media/image407.wmf"/><Relationship Id="rId7" Type="http://schemas.openxmlformats.org/officeDocument/2006/relationships/oleObject" Target="../embeddings/oleObject401.bin"/><Relationship Id="rId6" Type="http://schemas.openxmlformats.org/officeDocument/2006/relationships/image" Target="../media/image406.wmf"/><Relationship Id="rId5" Type="http://schemas.openxmlformats.org/officeDocument/2006/relationships/oleObject" Target="../embeddings/oleObject400.bin"/><Relationship Id="rId4" Type="http://schemas.openxmlformats.org/officeDocument/2006/relationships/image" Target="../media/image405.wmf"/><Relationship Id="rId3" Type="http://schemas.openxmlformats.org/officeDocument/2006/relationships/oleObject" Target="../embeddings/oleObject399.bin"/><Relationship Id="rId2" Type="http://schemas.openxmlformats.org/officeDocument/2006/relationships/image" Target="../media/image404.wmf"/><Relationship Id="rId17" Type="http://schemas.openxmlformats.org/officeDocument/2006/relationships/vmlDrawing" Target="../drawings/vmlDrawing97.v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97.xml"/><Relationship Id="rId14" Type="http://schemas.openxmlformats.org/officeDocument/2006/relationships/oleObject" Target="../embeddings/oleObject405.bin"/><Relationship Id="rId13" Type="http://schemas.openxmlformats.org/officeDocument/2006/relationships/oleObject" Target="../embeddings/oleObject404.bin"/><Relationship Id="rId12" Type="http://schemas.openxmlformats.org/officeDocument/2006/relationships/image" Target="../media/image371.wmf"/><Relationship Id="rId11" Type="http://schemas.openxmlformats.org/officeDocument/2006/relationships/oleObject" Target="../embeddings/oleObject403.bin"/><Relationship Id="rId10" Type="http://schemas.openxmlformats.org/officeDocument/2006/relationships/image" Target="../media/image408.wmf"/><Relationship Id="rId1" Type="http://schemas.openxmlformats.org/officeDocument/2006/relationships/oleObject" Target="../embeddings/oleObject398.bin"/></Relationships>
</file>

<file path=ppt/slides/_rels/slide1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8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10.wmf"/><Relationship Id="rId3" Type="http://schemas.openxmlformats.org/officeDocument/2006/relationships/oleObject" Target="../embeddings/oleObject407.bin"/><Relationship Id="rId2" Type="http://schemas.openxmlformats.org/officeDocument/2006/relationships/image" Target="../media/image409.wmf"/><Relationship Id="rId1" Type="http://schemas.openxmlformats.org/officeDocument/2006/relationships/oleObject" Target="../embeddings/oleObject406.bin"/></Relationships>
</file>

<file path=ppt/slides/_rels/slide1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1.wmf"/><Relationship Id="rId1" Type="http://schemas.openxmlformats.org/officeDocument/2006/relationships/oleObject" Target="../embeddings/oleObject408.bin"/></Relationships>
</file>

<file path=ppt/slides/_rels/slide1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0.v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14.wmf"/><Relationship Id="rId2" Type="http://schemas.openxmlformats.org/officeDocument/2006/relationships/oleObject" Target="../embeddings/oleObject409.bin"/><Relationship Id="rId1" Type="http://schemas.openxmlformats.org/officeDocument/2006/relationships/image" Target="../media/image313.png"/></Relationships>
</file>

<file path=ppt/slides/_rels/slide13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1.v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98.xml"/><Relationship Id="rId2" Type="http://schemas.openxmlformats.org/officeDocument/2006/relationships/image" Target="../media/image366.wmf"/><Relationship Id="rId1" Type="http://schemas.openxmlformats.org/officeDocument/2006/relationships/oleObject" Target="../embeddings/oleObject410.bin"/></Relationships>
</file>

<file path=ppt/slides/_rels/slide1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5.bin"/><Relationship Id="rId8" Type="http://schemas.openxmlformats.org/officeDocument/2006/relationships/image" Target="../media/image374.wmf"/><Relationship Id="rId7" Type="http://schemas.openxmlformats.org/officeDocument/2006/relationships/oleObject" Target="../embeddings/oleObject414.bin"/><Relationship Id="rId6" Type="http://schemas.openxmlformats.org/officeDocument/2006/relationships/image" Target="../media/image373.wmf"/><Relationship Id="rId5" Type="http://schemas.openxmlformats.org/officeDocument/2006/relationships/oleObject" Target="../embeddings/oleObject413.bin"/><Relationship Id="rId4" Type="http://schemas.openxmlformats.org/officeDocument/2006/relationships/image" Target="../media/image372.wmf"/><Relationship Id="rId3" Type="http://schemas.openxmlformats.org/officeDocument/2006/relationships/oleObject" Target="../embeddings/oleObject412.bin"/><Relationship Id="rId21" Type="http://schemas.openxmlformats.org/officeDocument/2006/relationships/vmlDrawing" Target="../drawings/vmlDrawing102.vml"/><Relationship Id="rId20" Type="http://schemas.openxmlformats.org/officeDocument/2006/relationships/slideLayout" Target="../slideLayouts/slideLayout8.xml"/><Relationship Id="rId2" Type="http://schemas.openxmlformats.org/officeDocument/2006/relationships/image" Target="../media/image371.wmf"/><Relationship Id="rId19" Type="http://schemas.openxmlformats.org/officeDocument/2006/relationships/tags" Target="../tags/tag99.xml"/><Relationship Id="rId18" Type="http://schemas.openxmlformats.org/officeDocument/2006/relationships/image" Target="../media/image379.wmf"/><Relationship Id="rId17" Type="http://schemas.openxmlformats.org/officeDocument/2006/relationships/oleObject" Target="../embeddings/oleObject419.bin"/><Relationship Id="rId16" Type="http://schemas.openxmlformats.org/officeDocument/2006/relationships/image" Target="../media/image378.wmf"/><Relationship Id="rId15" Type="http://schemas.openxmlformats.org/officeDocument/2006/relationships/oleObject" Target="../embeddings/oleObject418.bin"/><Relationship Id="rId14" Type="http://schemas.openxmlformats.org/officeDocument/2006/relationships/image" Target="../media/image377.wmf"/><Relationship Id="rId13" Type="http://schemas.openxmlformats.org/officeDocument/2006/relationships/oleObject" Target="../embeddings/oleObject417.bin"/><Relationship Id="rId12" Type="http://schemas.openxmlformats.org/officeDocument/2006/relationships/image" Target="../media/image376.wmf"/><Relationship Id="rId11" Type="http://schemas.openxmlformats.org/officeDocument/2006/relationships/oleObject" Target="../embeddings/oleObject416.bin"/><Relationship Id="rId10" Type="http://schemas.openxmlformats.org/officeDocument/2006/relationships/image" Target="../media/image375.wmf"/><Relationship Id="rId1" Type="http://schemas.openxmlformats.org/officeDocument/2006/relationships/oleObject" Target="../embeddings/oleObject411.bin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14.wmf"/><Relationship Id="rId5" Type="http://schemas.openxmlformats.org/officeDocument/2006/relationships/oleObject" Target="../embeddings/oleObject422.bin"/><Relationship Id="rId4" Type="http://schemas.openxmlformats.org/officeDocument/2006/relationships/image" Target="../media/image413.wmf"/><Relationship Id="rId3" Type="http://schemas.openxmlformats.org/officeDocument/2006/relationships/oleObject" Target="../embeddings/oleObject421.bin"/><Relationship Id="rId2" Type="http://schemas.openxmlformats.org/officeDocument/2006/relationships/image" Target="../media/image412.wmf"/><Relationship Id="rId1" Type="http://schemas.openxmlformats.org/officeDocument/2006/relationships/oleObject" Target="../embeddings/oleObject420.bin"/></Relationships>
</file>

<file path=ppt/slides/_rels/slide1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7.bin"/><Relationship Id="rId8" Type="http://schemas.openxmlformats.org/officeDocument/2006/relationships/image" Target="../media/image418.wmf"/><Relationship Id="rId7" Type="http://schemas.openxmlformats.org/officeDocument/2006/relationships/oleObject" Target="../embeddings/oleObject426.bin"/><Relationship Id="rId6" Type="http://schemas.openxmlformats.org/officeDocument/2006/relationships/image" Target="../media/image417.wmf"/><Relationship Id="rId5" Type="http://schemas.openxmlformats.org/officeDocument/2006/relationships/oleObject" Target="../embeddings/oleObject425.bin"/><Relationship Id="rId4" Type="http://schemas.openxmlformats.org/officeDocument/2006/relationships/image" Target="../media/image416.wmf"/><Relationship Id="rId3" Type="http://schemas.openxmlformats.org/officeDocument/2006/relationships/oleObject" Target="../embeddings/oleObject424.bin"/><Relationship Id="rId20" Type="http://schemas.openxmlformats.org/officeDocument/2006/relationships/vmlDrawing" Target="../drawings/vmlDrawing104.vml"/><Relationship Id="rId2" Type="http://schemas.openxmlformats.org/officeDocument/2006/relationships/image" Target="../media/image415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423.wmf"/><Relationship Id="rId17" Type="http://schemas.openxmlformats.org/officeDocument/2006/relationships/oleObject" Target="../embeddings/oleObject431.bin"/><Relationship Id="rId16" Type="http://schemas.openxmlformats.org/officeDocument/2006/relationships/image" Target="../media/image422.wmf"/><Relationship Id="rId15" Type="http://schemas.openxmlformats.org/officeDocument/2006/relationships/oleObject" Target="../embeddings/oleObject430.bin"/><Relationship Id="rId14" Type="http://schemas.openxmlformats.org/officeDocument/2006/relationships/image" Target="../media/image421.wmf"/><Relationship Id="rId13" Type="http://schemas.openxmlformats.org/officeDocument/2006/relationships/oleObject" Target="../embeddings/oleObject429.bin"/><Relationship Id="rId12" Type="http://schemas.openxmlformats.org/officeDocument/2006/relationships/image" Target="../media/image420.wmf"/><Relationship Id="rId11" Type="http://schemas.openxmlformats.org/officeDocument/2006/relationships/oleObject" Target="../embeddings/oleObject428.bin"/><Relationship Id="rId10" Type="http://schemas.openxmlformats.org/officeDocument/2006/relationships/image" Target="../media/image419.wmf"/><Relationship Id="rId1" Type="http://schemas.openxmlformats.org/officeDocument/2006/relationships/oleObject" Target="../embeddings/oleObject423.bin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26.wmf"/><Relationship Id="rId5" Type="http://schemas.openxmlformats.org/officeDocument/2006/relationships/oleObject" Target="../embeddings/oleObject434.bin"/><Relationship Id="rId4" Type="http://schemas.openxmlformats.org/officeDocument/2006/relationships/image" Target="../media/image425.wmf"/><Relationship Id="rId3" Type="http://schemas.openxmlformats.org/officeDocument/2006/relationships/oleObject" Target="../embeddings/oleObject433.bin"/><Relationship Id="rId2" Type="http://schemas.openxmlformats.org/officeDocument/2006/relationships/image" Target="../media/image424.wmf"/><Relationship Id="rId1" Type="http://schemas.openxmlformats.org/officeDocument/2006/relationships/oleObject" Target="../embeddings/oleObject432.bin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6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29.wmf"/><Relationship Id="rId5" Type="http://schemas.openxmlformats.org/officeDocument/2006/relationships/oleObject" Target="../embeddings/oleObject437.bin"/><Relationship Id="rId4" Type="http://schemas.openxmlformats.org/officeDocument/2006/relationships/image" Target="../media/image428.wmf"/><Relationship Id="rId3" Type="http://schemas.openxmlformats.org/officeDocument/2006/relationships/oleObject" Target="../embeddings/oleObject436.bin"/><Relationship Id="rId2" Type="http://schemas.openxmlformats.org/officeDocument/2006/relationships/image" Target="../media/image427.wmf"/><Relationship Id="rId1" Type="http://schemas.openxmlformats.org/officeDocument/2006/relationships/oleObject" Target="../embeddings/oleObject435.bin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30.png"/></Relationships>
</file>

<file path=ppt/slides/_rels/slide1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7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32.wmf"/><Relationship Id="rId3" Type="http://schemas.openxmlformats.org/officeDocument/2006/relationships/oleObject" Target="../embeddings/oleObject439.bin"/><Relationship Id="rId2" Type="http://schemas.openxmlformats.org/officeDocument/2006/relationships/image" Target="../media/image431.emf"/><Relationship Id="rId1" Type="http://schemas.openxmlformats.org/officeDocument/2006/relationships/oleObject" Target="../embeddings/oleObject438.bin"/></Relationships>
</file>

<file path=ppt/slides/_rels/slide1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4.bin"/><Relationship Id="rId8" Type="http://schemas.openxmlformats.org/officeDocument/2006/relationships/image" Target="../media/image435.wmf"/><Relationship Id="rId7" Type="http://schemas.openxmlformats.org/officeDocument/2006/relationships/oleObject" Target="../embeddings/oleObject443.bin"/><Relationship Id="rId6" Type="http://schemas.openxmlformats.org/officeDocument/2006/relationships/image" Target="../media/image431.emf"/><Relationship Id="rId5" Type="http://schemas.openxmlformats.org/officeDocument/2006/relationships/oleObject" Target="../embeddings/oleObject442.bin"/><Relationship Id="rId4" Type="http://schemas.openxmlformats.org/officeDocument/2006/relationships/image" Target="../media/image434.wmf"/><Relationship Id="rId3" Type="http://schemas.openxmlformats.org/officeDocument/2006/relationships/oleObject" Target="../embeddings/oleObject441.bin"/><Relationship Id="rId28" Type="http://schemas.openxmlformats.org/officeDocument/2006/relationships/vmlDrawing" Target="../drawings/vmlDrawing108.vml"/><Relationship Id="rId27" Type="http://schemas.openxmlformats.org/officeDocument/2006/relationships/slideLayout" Target="../slideLayouts/slideLayout4.xml"/><Relationship Id="rId26" Type="http://schemas.openxmlformats.org/officeDocument/2006/relationships/image" Target="../media/image444.wmf"/><Relationship Id="rId25" Type="http://schemas.openxmlformats.org/officeDocument/2006/relationships/oleObject" Target="../embeddings/oleObject452.bin"/><Relationship Id="rId24" Type="http://schemas.openxmlformats.org/officeDocument/2006/relationships/image" Target="../media/image443.wmf"/><Relationship Id="rId23" Type="http://schemas.openxmlformats.org/officeDocument/2006/relationships/oleObject" Target="../embeddings/oleObject451.bin"/><Relationship Id="rId22" Type="http://schemas.openxmlformats.org/officeDocument/2006/relationships/image" Target="../media/image442.wmf"/><Relationship Id="rId21" Type="http://schemas.openxmlformats.org/officeDocument/2006/relationships/oleObject" Target="../embeddings/oleObject450.bin"/><Relationship Id="rId20" Type="http://schemas.openxmlformats.org/officeDocument/2006/relationships/image" Target="../media/image441.wmf"/><Relationship Id="rId2" Type="http://schemas.openxmlformats.org/officeDocument/2006/relationships/image" Target="../media/image433.wmf"/><Relationship Id="rId19" Type="http://schemas.openxmlformats.org/officeDocument/2006/relationships/oleObject" Target="../embeddings/oleObject449.bin"/><Relationship Id="rId18" Type="http://schemas.openxmlformats.org/officeDocument/2006/relationships/image" Target="../media/image440.wmf"/><Relationship Id="rId17" Type="http://schemas.openxmlformats.org/officeDocument/2006/relationships/oleObject" Target="../embeddings/oleObject448.bin"/><Relationship Id="rId16" Type="http://schemas.openxmlformats.org/officeDocument/2006/relationships/image" Target="../media/image439.wmf"/><Relationship Id="rId15" Type="http://schemas.openxmlformats.org/officeDocument/2006/relationships/oleObject" Target="../embeddings/oleObject447.bin"/><Relationship Id="rId14" Type="http://schemas.openxmlformats.org/officeDocument/2006/relationships/image" Target="../media/image438.wmf"/><Relationship Id="rId13" Type="http://schemas.openxmlformats.org/officeDocument/2006/relationships/oleObject" Target="../embeddings/oleObject446.bin"/><Relationship Id="rId12" Type="http://schemas.openxmlformats.org/officeDocument/2006/relationships/image" Target="../media/image437.wmf"/><Relationship Id="rId11" Type="http://schemas.openxmlformats.org/officeDocument/2006/relationships/oleObject" Target="../embeddings/oleObject445.bin"/><Relationship Id="rId10" Type="http://schemas.openxmlformats.org/officeDocument/2006/relationships/image" Target="../media/image436.wmf"/><Relationship Id="rId1" Type="http://schemas.openxmlformats.org/officeDocument/2006/relationships/oleObject" Target="../embeddings/oleObject440.bin"/></Relationships>
</file>

<file path=ppt/slides/_rels/slide1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7.bin"/><Relationship Id="rId8" Type="http://schemas.openxmlformats.org/officeDocument/2006/relationships/image" Target="../media/image440.wmf"/><Relationship Id="rId7" Type="http://schemas.openxmlformats.org/officeDocument/2006/relationships/oleObject" Target="../embeddings/oleObject456.bin"/><Relationship Id="rId6" Type="http://schemas.openxmlformats.org/officeDocument/2006/relationships/image" Target="../media/image435.wmf"/><Relationship Id="rId5" Type="http://schemas.openxmlformats.org/officeDocument/2006/relationships/oleObject" Target="../embeddings/oleObject455.bin"/><Relationship Id="rId4" Type="http://schemas.openxmlformats.org/officeDocument/2006/relationships/image" Target="../media/image431.emf"/><Relationship Id="rId3" Type="http://schemas.openxmlformats.org/officeDocument/2006/relationships/oleObject" Target="../embeddings/oleObject454.bin"/><Relationship Id="rId2" Type="http://schemas.openxmlformats.org/officeDocument/2006/relationships/image" Target="../media/image433.wmf"/><Relationship Id="rId13" Type="http://schemas.openxmlformats.org/officeDocument/2006/relationships/vmlDrawing" Target="../drawings/vmlDrawing109.vml"/><Relationship Id="rId12" Type="http://schemas.openxmlformats.org/officeDocument/2006/relationships/slideLayout" Target="../slideLayouts/slideLayout4.xml"/><Relationship Id="rId11" Type="http://schemas.openxmlformats.org/officeDocument/2006/relationships/image" Target="../media/image445.GIF"/><Relationship Id="rId10" Type="http://schemas.openxmlformats.org/officeDocument/2006/relationships/image" Target="../media/image441.wmf"/><Relationship Id="rId1" Type="http://schemas.openxmlformats.org/officeDocument/2006/relationships/oleObject" Target="../embeddings/oleObject453.bin"/></Relationships>
</file>

<file path=ppt/slides/_rels/slide1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0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46.wmf"/><Relationship Id="rId3" Type="http://schemas.openxmlformats.org/officeDocument/2006/relationships/oleObject" Target="../embeddings/oleObject459.bin"/><Relationship Id="rId2" Type="http://schemas.openxmlformats.org/officeDocument/2006/relationships/image" Target="../media/image431.emf"/><Relationship Id="rId1" Type="http://schemas.openxmlformats.org/officeDocument/2006/relationships/oleObject" Target="../embeddings/oleObject458.bin"/></Relationships>
</file>

<file path=ppt/slides/_rels/slide1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4.bin"/><Relationship Id="rId8" Type="http://schemas.openxmlformats.org/officeDocument/2006/relationships/image" Target="../media/image449.wmf"/><Relationship Id="rId7" Type="http://schemas.openxmlformats.org/officeDocument/2006/relationships/oleObject" Target="../embeddings/oleObject463.bin"/><Relationship Id="rId6" Type="http://schemas.openxmlformats.org/officeDocument/2006/relationships/image" Target="../media/image448.wmf"/><Relationship Id="rId5" Type="http://schemas.openxmlformats.org/officeDocument/2006/relationships/oleObject" Target="../embeddings/oleObject462.bin"/><Relationship Id="rId4" Type="http://schemas.openxmlformats.org/officeDocument/2006/relationships/image" Target="../media/image431.emf"/><Relationship Id="rId3" Type="http://schemas.openxmlformats.org/officeDocument/2006/relationships/oleObject" Target="../embeddings/oleObject461.bin"/><Relationship Id="rId22" Type="http://schemas.openxmlformats.org/officeDocument/2006/relationships/vmlDrawing" Target="../drawings/vmlDrawing111.vml"/><Relationship Id="rId21" Type="http://schemas.openxmlformats.org/officeDocument/2006/relationships/slideLayout" Target="../slideLayouts/slideLayout4.xml"/><Relationship Id="rId20" Type="http://schemas.openxmlformats.org/officeDocument/2006/relationships/image" Target="../media/image455.wmf"/><Relationship Id="rId2" Type="http://schemas.openxmlformats.org/officeDocument/2006/relationships/image" Target="../media/image447.wmf"/><Relationship Id="rId19" Type="http://schemas.openxmlformats.org/officeDocument/2006/relationships/oleObject" Target="../embeddings/oleObject469.bin"/><Relationship Id="rId18" Type="http://schemas.openxmlformats.org/officeDocument/2006/relationships/image" Target="../media/image454.wmf"/><Relationship Id="rId17" Type="http://schemas.openxmlformats.org/officeDocument/2006/relationships/oleObject" Target="../embeddings/oleObject468.bin"/><Relationship Id="rId16" Type="http://schemas.openxmlformats.org/officeDocument/2006/relationships/image" Target="../media/image453.wmf"/><Relationship Id="rId15" Type="http://schemas.openxmlformats.org/officeDocument/2006/relationships/oleObject" Target="../embeddings/oleObject467.bin"/><Relationship Id="rId14" Type="http://schemas.openxmlformats.org/officeDocument/2006/relationships/image" Target="../media/image452.wmf"/><Relationship Id="rId13" Type="http://schemas.openxmlformats.org/officeDocument/2006/relationships/oleObject" Target="../embeddings/oleObject466.bin"/><Relationship Id="rId12" Type="http://schemas.openxmlformats.org/officeDocument/2006/relationships/image" Target="../media/image451.wmf"/><Relationship Id="rId11" Type="http://schemas.openxmlformats.org/officeDocument/2006/relationships/oleObject" Target="../embeddings/oleObject465.bin"/><Relationship Id="rId10" Type="http://schemas.openxmlformats.org/officeDocument/2006/relationships/image" Target="../media/image450.wmf"/><Relationship Id="rId1" Type="http://schemas.openxmlformats.org/officeDocument/2006/relationships/oleObject" Target="../embeddings/oleObject460.bin"/></Relationships>
</file>

<file path=ppt/slides/_rels/slide1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4.bin"/><Relationship Id="rId8" Type="http://schemas.openxmlformats.org/officeDocument/2006/relationships/image" Target="../media/image457.wmf"/><Relationship Id="rId7" Type="http://schemas.openxmlformats.org/officeDocument/2006/relationships/oleObject" Target="../embeddings/oleObject473.bin"/><Relationship Id="rId6" Type="http://schemas.openxmlformats.org/officeDocument/2006/relationships/image" Target="../media/image448.wmf"/><Relationship Id="rId5" Type="http://schemas.openxmlformats.org/officeDocument/2006/relationships/oleObject" Target="../embeddings/oleObject472.bin"/><Relationship Id="rId4" Type="http://schemas.openxmlformats.org/officeDocument/2006/relationships/image" Target="../media/image431.emf"/><Relationship Id="rId3" Type="http://schemas.openxmlformats.org/officeDocument/2006/relationships/oleObject" Target="../embeddings/oleObject471.bin"/><Relationship Id="rId28" Type="http://schemas.openxmlformats.org/officeDocument/2006/relationships/vmlDrawing" Target="../drawings/vmlDrawing112.vml"/><Relationship Id="rId27" Type="http://schemas.openxmlformats.org/officeDocument/2006/relationships/slideLayout" Target="../slideLayouts/slideLayout4.xml"/><Relationship Id="rId26" Type="http://schemas.openxmlformats.org/officeDocument/2006/relationships/image" Target="../media/image455.wmf"/><Relationship Id="rId25" Type="http://schemas.openxmlformats.org/officeDocument/2006/relationships/oleObject" Target="../embeddings/oleObject482.bin"/><Relationship Id="rId24" Type="http://schemas.openxmlformats.org/officeDocument/2006/relationships/image" Target="../media/image465.wmf"/><Relationship Id="rId23" Type="http://schemas.openxmlformats.org/officeDocument/2006/relationships/oleObject" Target="../embeddings/oleObject481.bin"/><Relationship Id="rId22" Type="http://schemas.openxmlformats.org/officeDocument/2006/relationships/image" Target="../media/image464.wmf"/><Relationship Id="rId21" Type="http://schemas.openxmlformats.org/officeDocument/2006/relationships/oleObject" Target="../embeddings/oleObject480.bin"/><Relationship Id="rId20" Type="http://schemas.openxmlformats.org/officeDocument/2006/relationships/image" Target="../media/image463.wmf"/><Relationship Id="rId2" Type="http://schemas.openxmlformats.org/officeDocument/2006/relationships/image" Target="../media/image456.wmf"/><Relationship Id="rId19" Type="http://schemas.openxmlformats.org/officeDocument/2006/relationships/oleObject" Target="../embeddings/oleObject479.bin"/><Relationship Id="rId18" Type="http://schemas.openxmlformats.org/officeDocument/2006/relationships/image" Target="../media/image462.wmf"/><Relationship Id="rId17" Type="http://schemas.openxmlformats.org/officeDocument/2006/relationships/oleObject" Target="../embeddings/oleObject478.bin"/><Relationship Id="rId16" Type="http://schemas.openxmlformats.org/officeDocument/2006/relationships/image" Target="../media/image461.wmf"/><Relationship Id="rId15" Type="http://schemas.openxmlformats.org/officeDocument/2006/relationships/oleObject" Target="../embeddings/oleObject477.bin"/><Relationship Id="rId14" Type="http://schemas.openxmlformats.org/officeDocument/2006/relationships/image" Target="../media/image460.wmf"/><Relationship Id="rId13" Type="http://schemas.openxmlformats.org/officeDocument/2006/relationships/oleObject" Target="../embeddings/oleObject476.bin"/><Relationship Id="rId12" Type="http://schemas.openxmlformats.org/officeDocument/2006/relationships/image" Target="../media/image459.wmf"/><Relationship Id="rId11" Type="http://schemas.openxmlformats.org/officeDocument/2006/relationships/oleObject" Target="../embeddings/oleObject475.bin"/><Relationship Id="rId10" Type="http://schemas.openxmlformats.org/officeDocument/2006/relationships/image" Target="../media/image458.wmf"/><Relationship Id="rId1" Type="http://schemas.openxmlformats.org/officeDocument/2006/relationships/oleObject" Target="../embeddings/oleObject470.bin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5.GIF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7.bin"/><Relationship Id="rId8" Type="http://schemas.openxmlformats.org/officeDocument/2006/relationships/image" Target="../media/image469.wmf"/><Relationship Id="rId7" Type="http://schemas.openxmlformats.org/officeDocument/2006/relationships/oleObject" Target="../embeddings/oleObject486.bin"/><Relationship Id="rId6" Type="http://schemas.openxmlformats.org/officeDocument/2006/relationships/image" Target="../media/image468.wmf"/><Relationship Id="rId5" Type="http://schemas.openxmlformats.org/officeDocument/2006/relationships/oleObject" Target="../embeddings/oleObject485.bin"/><Relationship Id="rId4" Type="http://schemas.openxmlformats.org/officeDocument/2006/relationships/image" Target="../media/image467.wmf"/><Relationship Id="rId3" Type="http://schemas.openxmlformats.org/officeDocument/2006/relationships/oleObject" Target="../embeddings/oleObject484.bin"/><Relationship Id="rId2" Type="http://schemas.openxmlformats.org/officeDocument/2006/relationships/image" Target="../media/image466.wmf"/><Relationship Id="rId12" Type="http://schemas.openxmlformats.org/officeDocument/2006/relationships/vmlDrawing" Target="../drawings/vmlDrawing113.v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470.wmf"/><Relationship Id="rId1" Type="http://schemas.openxmlformats.org/officeDocument/2006/relationships/oleObject" Target="../embeddings/oleObject483.bin"/></Relationships>
</file>

<file path=ppt/slides/_rels/slide1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2.bin"/><Relationship Id="rId8" Type="http://schemas.openxmlformats.org/officeDocument/2006/relationships/image" Target="../media/image474.wmf"/><Relationship Id="rId7" Type="http://schemas.openxmlformats.org/officeDocument/2006/relationships/oleObject" Target="../embeddings/oleObject491.bin"/><Relationship Id="rId6" Type="http://schemas.openxmlformats.org/officeDocument/2006/relationships/image" Target="../media/image473.wmf"/><Relationship Id="rId5" Type="http://schemas.openxmlformats.org/officeDocument/2006/relationships/oleObject" Target="../embeddings/oleObject490.bin"/><Relationship Id="rId4" Type="http://schemas.openxmlformats.org/officeDocument/2006/relationships/image" Target="../media/image472.wmf"/><Relationship Id="rId3" Type="http://schemas.openxmlformats.org/officeDocument/2006/relationships/oleObject" Target="../embeddings/oleObject489.bin"/><Relationship Id="rId2" Type="http://schemas.openxmlformats.org/officeDocument/2006/relationships/image" Target="../media/image471.wmf"/><Relationship Id="rId12" Type="http://schemas.openxmlformats.org/officeDocument/2006/relationships/vmlDrawing" Target="../drawings/vmlDrawing114.v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475.wmf"/><Relationship Id="rId1" Type="http://schemas.openxmlformats.org/officeDocument/2006/relationships/oleObject" Target="../embeddings/oleObject488.bin"/></Relationships>
</file>

<file path=ppt/slides/_rels/slide1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479.wmf"/><Relationship Id="rId7" Type="http://schemas.openxmlformats.org/officeDocument/2006/relationships/oleObject" Target="../embeddings/oleObject496.bin"/><Relationship Id="rId6" Type="http://schemas.openxmlformats.org/officeDocument/2006/relationships/image" Target="../media/image478.wmf"/><Relationship Id="rId5" Type="http://schemas.openxmlformats.org/officeDocument/2006/relationships/oleObject" Target="../embeddings/oleObject495.bin"/><Relationship Id="rId4" Type="http://schemas.openxmlformats.org/officeDocument/2006/relationships/image" Target="../media/image477.wmf"/><Relationship Id="rId3" Type="http://schemas.openxmlformats.org/officeDocument/2006/relationships/oleObject" Target="../embeddings/oleObject494.bin"/><Relationship Id="rId2" Type="http://schemas.openxmlformats.org/officeDocument/2006/relationships/image" Target="../media/image476.wmf"/><Relationship Id="rId10" Type="http://schemas.openxmlformats.org/officeDocument/2006/relationships/vmlDrawing" Target="../drawings/vmlDrawing115.vml"/><Relationship Id="rId1" Type="http://schemas.openxmlformats.org/officeDocument/2006/relationships/oleObject" Target="../embeddings/oleObject493.bin"/></Relationships>
</file>

<file path=ppt/slides/_rels/slide1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480.wmf"/><Relationship Id="rId7" Type="http://schemas.openxmlformats.org/officeDocument/2006/relationships/oleObject" Target="../embeddings/oleObject500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499.bin"/><Relationship Id="rId4" Type="http://schemas.openxmlformats.org/officeDocument/2006/relationships/image" Target="../media/image92.wmf"/><Relationship Id="rId3" Type="http://schemas.openxmlformats.org/officeDocument/2006/relationships/oleObject" Target="../embeddings/oleObject498.bin"/><Relationship Id="rId2" Type="http://schemas.openxmlformats.org/officeDocument/2006/relationships/image" Target="../media/image81.wmf"/><Relationship Id="rId10" Type="http://schemas.openxmlformats.org/officeDocument/2006/relationships/vmlDrawing" Target="../drawings/vmlDrawing116.vml"/><Relationship Id="rId1" Type="http://schemas.openxmlformats.org/officeDocument/2006/relationships/oleObject" Target="../embeddings/oleObject497.bin"/></Relationships>
</file>

<file path=ppt/slides/_rels/slide1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5.bin"/><Relationship Id="rId8" Type="http://schemas.openxmlformats.org/officeDocument/2006/relationships/image" Target="../media/image484.wmf"/><Relationship Id="rId7" Type="http://schemas.openxmlformats.org/officeDocument/2006/relationships/oleObject" Target="../embeddings/oleObject504.bin"/><Relationship Id="rId6" Type="http://schemas.openxmlformats.org/officeDocument/2006/relationships/image" Target="../media/image483.wmf"/><Relationship Id="rId5" Type="http://schemas.openxmlformats.org/officeDocument/2006/relationships/oleObject" Target="../embeddings/oleObject503.bin"/><Relationship Id="rId4" Type="http://schemas.openxmlformats.org/officeDocument/2006/relationships/image" Target="../media/image482.wmf"/><Relationship Id="rId3" Type="http://schemas.openxmlformats.org/officeDocument/2006/relationships/oleObject" Target="../embeddings/oleObject502.bin"/><Relationship Id="rId2" Type="http://schemas.openxmlformats.org/officeDocument/2006/relationships/image" Target="../media/image481.wmf"/><Relationship Id="rId12" Type="http://schemas.openxmlformats.org/officeDocument/2006/relationships/vmlDrawing" Target="../drawings/vmlDrawing117.v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485.wmf"/><Relationship Id="rId1" Type="http://schemas.openxmlformats.org/officeDocument/2006/relationships/oleObject" Target="../embeddings/oleObject501.bin"/></Relationships>
</file>

<file path=ppt/slides/_rels/slide15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28.emf"/><Relationship Id="rId7" Type="http://schemas.openxmlformats.org/officeDocument/2006/relationships/oleObject" Target="../embeddings/oleObject509.bin"/><Relationship Id="rId6" Type="http://schemas.openxmlformats.org/officeDocument/2006/relationships/image" Target="../media/image488.emf"/><Relationship Id="rId5" Type="http://schemas.openxmlformats.org/officeDocument/2006/relationships/oleObject" Target="../embeddings/oleObject508.bin"/><Relationship Id="rId4" Type="http://schemas.openxmlformats.org/officeDocument/2006/relationships/image" Target="../media/image487.wmf"/><Relationship Id="rId3" Type="http://schemas.openxmlformats.org/officeDocument/2006/relationships/oleObject" Target="../embeddings/oleObject507.bin"/><Relationship Id="rId2" Type="http://schemas.openxmlformats.org/officeDocument/2006/relationships/image" Target="../media/image486.wmf"/><Relationship Id="rId10" Type="http://schemas.openxmlformats.org/officeDocument/2006/relationships/vmlDrawing" Target="../drawings/vmlDrawing118.vml"/><Relationship Id="rId1" Type="http://schemas.openxmlformats.org/officeDocument/2006/relationships/oleObject" Target="../embeddings/oleObject506.bin"/></Relationships>
</file>

<file path=ppt/slides/_rels/slide15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9.wmf"/><Relationship Id="rId1" Type="http://schemas.openxmlformats.org/officeDocument/2006/relationships/oleObject" Target="../embeddings/oleObject510.bin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0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90.wmf"/><Relationship Id="rId1" Type="http://schemas.openxmlformats.org/officeDocument/2006/relationships/oleObject" Target="../embeddings/oleObject511.bin"/></Relationships>
</file>

<file path=ppt/slides/_rels/slide15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6.bin"/><Relationship Id="rId8" Type="http://schemas.openxmlformats.org/officeDocument/2006/relationships/image" Target="../media/image492.wmf"/><Relationship Id="rId7" Type="http://schemas.openxmlformats.org/officeDocument/2006/relationships/oleObject" Target="../embeddings/oleObject515.bin"/><Relationship Id="rId6" Type="http://schemas.openxmlformats.org/officeDocument/2006/relationships/image" Target="../media/image491.wmf"/><Relationship Id="rId5" Type="http://schemas.openxmlformats.org/officeDocument/2006/relationships/oleObject" Target="../embeddings/oleObject514.bin"/><Relationship Id="rId4" Type="http://schemas.openxmlformats.org/officeDocument/2006/relationships/image" Target="../media/image267.wmf"/><Relationship Id="rId3" Type="http://schemas.openxmlformats.org/officeDocument/2006/relationships/oleObject" Target="../embeddings/oleObject513.bin"/><Relationship Id="rId2" Type="http://schemas.openxmlformats.org/officeDocument/2006/relationships/image" Target="../media/image266.wmf"/><Relationship Id="rId16" Type="http://schemas.openxmlformats.org/officeDocument/2006/relationships/vmlDrawing" Target="../drawings/vmlDrawing121.vml"/><Relationship Id="rId15" Type="http://schemas.openxmlformats.org/officeDocument/2006/relationships/slideLayout" Target="../slideLayouts/slideLayout3.xml"/><Relationship Id="rId14" Type="http://schemas.openxmlformats.org/officeDocument/2006/relationships/image" Target="../media/image493.wmf"/><Relationship Id="rId13" Type="http://schemas.openxmlformats.org/officeDocument/2006/relationships/oleObject" Target="../embeddings/oleObject518.bin"/><Relationship Id="rId12" Type="http://schemas.openxmlformats.org/officeDocument/2006/relationships/image" Target="../media/image269.wmf"/><Relationship Id="rId11" Type="http://schemas.openxmlformats.org/officeDocument/2006/relationships/oleObject" Target="../embeddings/oleObject517.bin"/><Relationship Id="rId10" Type="http://schemas.openxmlformats.org/officeDocument/2006/relationships/image" Target="../media/image268.wmf"/><Relationship Id="rId1" Type="http://schemas.openxmlformats.org/officeDocument/2006/relationships/oleObject" Target="../embeddings/oleObject512.bin"/></Relationships>
</file>

<file path=ppt/slides/_rels/slide16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3.bin"/><Relationship Id="rId8" Type="http://schemas.openxmlformats.org/officeDocument/2006/relationships/image" Target="../media/image494.wmf"/><Relationship Id="rId7" Type="http://schemas.openxmlformats.org/officeDocument/2006/relationships/oleObject" Target="../embeddings/oleObject522.bin"/><Relationship Id="rId6" Type="http://schemas.openxmlformats.org/officeDocument/2006/relationships/image" Target="../media/image273.wmf"/><Relationship Id="rId5" Type="http://schemas.openxmlformats.org/officeDocument/2006/relationships/oleObject" Target="../embeddings/oleObject521.bin"/><Relationship Id="rId4" Type="http://schemas.openxmlformats.org/officeDocument/2006/relationships/image" Target="../media/image272.wmf"/><Relationship Id="rId3" Type="http://schemas.openxmlformats.org/officeDocument/2006/relationships/oleObject" Target="../embeddings/oleObject520.bin"/><Relationship Id="rId20" Type="http://schemas.openxmlformats.org/officeDocument/2006/relationships/vmlDrawing" Target="../drawings/vmlDrawing122.vml"/><Relationship Id="rId2" Type="http://schemas.openxmlformats.org/officeDocument/2006/relationships/image" Target="../media/image266.wmf"/><Relationship Id="rId19" Type="http://schemas.openxmlformats.org/officeDocument/2006/relationships/slideLayout" Target="../slideLayouts/slideLayout3.xml"/><Relationship Id="rId18" Type="http://schemas.openxmlformats.org/officeDocument/2006/relationships/image" Target="../media/image278.wmf"/><Relationship Id="rId17" Type="http://schemas.openxmlformats.org/officeDocument/2006/relationships/oleObject" Target="../embeddings/oleObject527.bin"/><Relationship Id="rId16" Type="http://schemas.openxmlformats.org/officeDocument/2006/relationships/image" Target="../media/image496.wmf"/><Relationship Id="rId15" Type="http://schemas.openxmlformats.org/officeDocument/2006/relationships/oleObject" Target="../embeddings/oleObject526.bin"/><Relationship Id="rId14" Type="http://schemas.openxmlformats.org/officeDocument/2006/relationships/image" Target="../media/image276.wmf"/><Relationship Id="rId13" Type="http://schemas.openxmlformats.org/officeDocument/2006/relationships/oleObject" Target="../embeddings/oleObject525.bin"/><Relationship Id="rId12" Type="http://schemas.openxmlformats.org/officeDocument/2006/relationships/image" Target="../media/image495.wmf"/><Relationship Id="rId11" Type="http://schemas.openxmlformats.org/officeDocument/2006/relationships/oleObject" Target="../embeddings/oleObject524.bin"/><Relationship Id="rId10" Type="http://schemas.openxmlformats.org/officeDocument/2006/relationships/image" Target="../media/image275.wmf"/><Relationship Id="rId1" Type="http://schemas.openxmlformats.org/officeDocument/2006/relationships/oleObject" Target="../embeddings/oleObject519.bin"/></Relationships>
</file>

<file path=ppt/slides/_rels/slide16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2.bin"/><Relationship Id="rId8" Type="http://schemas.openxmlformats.org/officeDocument/2006/relationships/image" Target="../media/image284.wmf"/><Relationship Id="rId7" Type="http://schemas.openxmlformats.org/officeDocument/2006/relationships/oleObject" Target="../embeddings/oleObject531.bin"/><Relationship Id="rId6" Type="http://schemas.openxmlformats.org/officeDocument/2006/relationships/image" Target="../media/image283.wmf"/><Relationship Id="rId5" Type="http://schemas.openxmlformats.org/officeDocument/2006/relationships/oleObject" Target="../embeddings/oleObject530.bin"/><Relationship Id="rId4" Type="http://schemas.openxmlformats.org/officeDocument/2006/relationships/image" Target="../media/image282.wmf"/><Relationship Id="rId3" Type="http://schemas.openxmlformats.org/officeDocument/2006/relationships/oleObject" Target="../embeddings/oleObject529.bin"/><Relationship Id="rId20" Type="http://schemas.openxmlformats.org/officeDocument/2006/relationships/vmlDrawing" Target="../drawings/vmlDrawing123.vml"/><Relationship Id="rId2" Type="http://schemas.openxmlformats.org/officeDocument/2006/relationships/image" Target="../media/image281.wmf"/><Relationship Id="rId19" Type="http://schemas.openxmlformats.org/officeDocument/2006/relationships/slideLayout" Target="../slideLayouts/slideLayout3.xml"/><Relationship Id="rId18" Type="http://schemas.openxmlformats.org/officeDocument/2006/relationships/image" Target="../media/image289.wmf"/><Relationship Id="rId17" Type="http://schemas.openxmlformats.org/officeDocument/2006/relationships/oleObject" Target="../embeddings/oleObject536.bin"/><Relationship Id="rId16" Type="http://schemas.openxmlformats.org/officeDocument/2006/relationships/image" Target="../media/image288.wmf"/><Relationship Id="rId15" Type="http://schemas.openxmlformats.org/officeDocument/2006/relationships/oleObject" Target="../embeddings/oleObject535.bin"/><Relationship Id="rId14" Type="http://schemas.openxmlformats.org/officeDocument/2006/relationships/image" Target="../media/image287.wmf"/><Relationship Id="rId13" Type="http://schemas.openxmlformats.org/officeDocument/2006/relationships/oleObject" Target="../embeddings/oleObject534.bin"/><Relationship Id="rId12" Type="http://schemas.openxmlformats.org/officeDocument/2006/relationships/image" Target="../media/image286.wmf"/><Relationship Id="rId11" Type="http://schemas.openxmlformats.org/officeDocument/2006/relationships/oleObject" Target="../embeddings/oleObject533.bin"/><Relationship Id="rId10" Type="http://schemas.openxmlformats.org/officeDocument/2006/relationships/image" Target="../media/image497.wmf"/><Relationship Id="rId1" Type="http://schemas.openxmlformats.org/officeDocument/2006/relationships/oleObject" Target="../embeddings/oleObject528.bin"/></Relationships>
</file>

<file path=ppt/slides/_rels/slide1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1.wmf"/><Relationship Id="rId1" Type="http://schemas.openxmlformats.org/officeDocument/2006/relationships/oleObject" Target="../embeddings/oleObject537.bin"/></Relationships>
</file>

<file path=ppt/slides/_rels/slide1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98.wmf"/><Relationship Id="rId1" Type="http://schemas.openxmlformats.org/officeDocument/2006/relationships/oleObject" Target="../embeddings/oleObject538.bin"/></Relationships>
</file>

<file path=ppt/slides/_rels/slide16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3.bin"/><Relationship Id="rId8" Type="http://schemas.openxmlformats.org/officeDocument/2006/relationships/image" Target="../media/image373.wmf"/><Relationship Id="rId7" Type="http://schemas.openxmlformats.org/officeDocument/2006/relationships/oleObject" Target="../embeddings/oleObject542.bin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541.bin"/><Relationship Id="rId4" Type="http://schemas.openxmlformats.org/officeDocument/2006/relationships/image" Target="../media/image371.wmf"/><Relationship Id="rId3" Type="http://schemas.openxmlformats.org/officeDocument/2006/relationships/oleObject" Target="../embeddings/oleObject540.bin"/><Relationship Id="rId20" Type="http://schemas.openxmlformats.org/officeDocument/2006/relationships/vmlDrawing" Target="../drawings/vmlDrawing126.vml"/><Relationship Id="rId2" Type="http://schemas.openxmlformats.org/officeDocument/2006/relationships/image" Target="../media/image499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78.wmf"/><Relationship Id="rId17" Type="http://schemas.openxmlformats.org/officeDocument/2006/relationships/oleObject" Target="../embeddings/oleObject547.bin"/><Relationship Id="rId16" Type="http://schemas.openxmlformats.org/officeDocument/2006/relationships/image" Target="../media/image377.wmf"/><Relationship Id="rId15" Type="http://schemas.openxmlformats.org/officeDocument/2006/relationships/oleObject" Target="../embeddings/oleObject546.bin"/><Relationship Id="rId14" Type="http://schemas.openxmlformats.org/officeDocument/2006/relationships/image" Target="../media/image376.wmf"/><Relationship Id="rId13" Type="http://schemas.openxmlformats.org/officeDocument/2006/relationships/oleObject" Target="../embeddings/oleObject545.bin"/><Relationship Id="rId12" Type="http://schemas.openxmlformats.org/officeDocument/2006/relationships/image" Target="../media/image375.wmf"/><Relationship Id="rId11" Type="http://schemas.openxmlformats.org/officeDocument/2006/relationships/oleObject" Target="../embeddings/oleObject544.bin"/><Relationship Id="rId10" Type="http://schemas.openxmlformats.org/officeDocument/2006/relationships/image" Target="../media/image374.wmf"/><Relationship Id="rId1" Type="http://schemas.openxmlformats.org/officeDocument/2006/relationships/oleObject" Target="../embeddings/oleObject539.bin"/></Relationships>
</file>

<file path=ppt/slides/_rels/slide16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0.png"/><Relationship Id="rId1" Type="http://schemas.openxmlformats.org/officeDocument/2006/relationships/oleObject" Target="../embeddings/oleObject548.bin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04.wmf"/><Relationship Id="rId7" Type="http://schemas.openxmlformats.org/officeDocument/2006/relationships/oleObject" Target="../embeddings/oleObject552.bin"/><Relationship Id="rId6" Type="http://schemas.openxmlformats.org/officeDocument/2006/relationships/image" Target="../media/image503.wmf"/><Relationship Id="rId5" Type="http://schemas.openxmlformats.org/officeDocument/2006/relationships/oleObject" Target="../embeddings/oleObject551.bin"/><Relationship Id="rId4" Type="http://schemas.openxmlformats.org/officeDocument/2006/relationships/image" Target="../media/image502.wmf"/><Relationship Id="rId3" Type="http://schemas.openxmlformats.org/officeDocument/2006/relationships/oleObject" Target="../embeddings/oleObject550.bin"/><Relationship Id="rId2" Type="http://schemas.openxmlformats.org/officeDocument/2006/relationships/image" Target="../media/image501.wmf"/><Relationship Id="rId10" Type="http://schemas.openxmlformats.org/officeDocument/2006/relationships/vmlDrawing" Target="../drawings/vmlDrawing128.vml"/><Relationship Id="rId1" Type="http://schemas.openxmlformats.org/officeDocument/2006/relationships/oleObject" Target="../embeddings/oleObject549.bin"/></Relationships>
</file>

<file path=ppt/slides/_rels/slide16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7.bin"/><Relationship Id="rId8" Type="http://schemas.openxmlformats.org/officeDocument/2006/relationships/image" Target="../media/image507.wmf"/><Relationship Id="rId7" Type="http://schemas.openxmlformats.org/officeDocument/2006/relationships/oleObject" Target="../embeddings/oleObject556.bin"/><Relationship Id="rId6" Type="http://schemas.openxmlformats.org/officeDocument/2006/relationships/image" Target="../media/image503.wmf"/><Relationship Id="rId5" Type="http://schemas.openxmlformats.org/officeDocument/2006/relationships/oleObject" Target="../embeddings/oleObject555.bin"/><Relationship Id="rId4" Type="http://schemas.openxmlformats.org/officeDocument/2006/relationships/image" Target="../media/image506.wmf"/><Relationship Id="rId3" Type="http://schemas.openxmlformats.org/officeDocument/2006/relationships/oleObject" Target="../embeddings/oleObject554.bin"/><Relationship Id="rId2" Type="http://schemas.openxmlformats.org/officeDocument/2006/relationships/image" Target="../media/image505.wmf"/><Relationship Id="rId14" Type="http://schemas.openxmlformats.org/officeDocument/2006/relationships/vmlDrawing" Target="../drawings/vmlDrawing12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09.wmf"/><Relationship Id="rId11" Type="http://schemas.openxmlformats.org/officeDocument/2006/relationships/oleObject" Target="../embeddings/oleObject558.bin"/><Relationship Id="rId10" Type="http://schemas.openxmlformats.org/officeDocument/2006/relationships/image" Target="../media/image508.emf"/><Relationship Id="rId1" Type="http://schemas.openxmlformats.org/officeDocument/2006/relationships/oleObject" Target="../embeddings/oleObject553.bin"/></Relationships>
</file>

<file path=ppt/slides/_rels/slide16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13.wmf"/><Relationship Id="rId7" Type="http://schemas.openxmlformats.org/officeDocument/2006/relationships/oleObject" Target="../embeddings/oleObject562.bin"/><Relationship Id="rId6" Type="http://schemas.openxmlformats.org/officeDocument/2006/relationships/image" Target="../media/image512.wmf"/><Relationship Id="rId5" Type="http://schemas.openxmlformats.org/officeDocument/2006/relationships/oleObject" Target="../embeddings/oleObject561.bin"/><Relationship Id="rId4" Type="http://schemas.openxmlformats.org/officeDocument/2006/relationships/image" Target="../media/image511.wmf"/><Relationship Id="rId3" Type="http://schemas.openxmlformats.org/officeDocument/2006/relationships/oleObject" Target="../embeddings/oleObject560.bin"/><Relationship Id="rId2" Type="http://schemas.openxmlformats.org/officeDocument/2006/relationships/image" Target="../media/image510.wmf"/><Relationship Id="rId10" Type="http://schemas.openxmlformats.org/officeDocument/2006/relationships/vmlDrawing" Target="../drawings/vmlDrawing130.vml"/><Relationship Id="rId1" Type="http://schemas.openxmlformats.org/officeDocument/2006/relationships/oleObject" Target="../embeddings/oleObject559.bin"/></Relationships>
</file>

<file path=ppt/slides/_rels/slide17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7.bin"/><Relationship Id="rId8" Type="http://schemas.openxmlformats.org/officeDocument/2006/relationships/image" Target="../media/image517.wmf"/><Relationship Id="rId7" Type="http://schemas.openxmlformats.org/officeDocument/2006/relationships/oleObject" Target="../embeddings/oleObject566.bin"/><Relationship Id="rId6" Type="http://schemas.openxmlformats.org/officeDocument/2006/relationships/image" Target="../media/image516.wmf"/><Relationship Id="rId5" Type="http://schemas.openxmlformats.org/officeDocument/2006/relationships/oleObject" Target="../embeddings/oleObject565.bin"/><Relationship Id="rId4" Type="http://schemas.openxmlformats.org/officeDocument/2006/relationships/image" Target="../media/image515.wmf"/><Relationship Id="rId3" Type="http://schemas.openxmlformats.org/officeDocument/2006/relationships/oleObject" Target="../embeddings/oleObject564.bin"/><Relationship Id="rId2" Type="http://schemas.openxmlformats.org/officeDocument/2006/relationships/image" Target="../media/image514.wmf"/><Relationship Id="rId18" Type="http://schemas.openxmlformats.org/officeDocument/2006/relationships/vmlDrawing" Target="../drawings/vmlDrawing131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520.wmf"/><Relationship Id="rId15" Type="http://schemas.openxmlformats.org/officeDocument/2006/relationships/oleObject" Target="../embeddings/oleObject570.bin"/><Relationship Id="rId14" Type="http://schemas.openxmlformats.org/officeDocument/2006/relationships/image" Target="../media/image519.wmf"/><Relationship Id="rId13" Type="http://schemas.openxmlformats.org/officeDocument/2006/relationships/oleObject" Target="../embeddings/oleObject569.bin"/><Relationship Id="rId12" Type="http://schemas.openxmlformats.org/officeDocument/2006/relationships/image" Target="../media/image518.wmf"/><Relationship Id="rId11" Type="http://schemas.openxmlformats.org/officeDocument/2006/relationships/oleObject" Target="../embeddings/oleObject568.bin"/><Relationship Id="rId10" Type="http://schemas.openxmlformats.org/officeDocument/2006/relationships/image" Target="../media/image512.wmf"/><Relationship Id="rId1" Type="http://schemas.openxmlformats.org/officeDocument/2006/relationships/oleObject" Target="../embeddings/oleObject563.bin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21.wmf"/></Relationships>
</file>

<file path=ppt/slides/_rels/slide17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523.wmf"/><Relationship Id="rId7" Type="http://schemas.openxmlformats.org/officeDocument/2006/relationships/oleObject" Target="../embeddings/oleObject574.bin"/><Relationship Id="rId6" Type="http://schemas.openxmlformats.org/officeDocument/2006/relationships/image" Target="../media/image522.wmf"/><Relationship Id="rId5" Type="http://schemas.openxmlformats.org/officeDocument/2006/relationships/oleObject" Target="../embeddings/oleObject573.bin"/><Relationship Id="rId4" Type="http://schemas.openxmlformats.org/officeDocument/2006/relationships/image" Target="../media/image467.wmf"/><Relationship Id="rId3" Type="http://schemas.openxmlformats.org/officeDocument/2006/relationships/oleObject" Target="../embeddings/oleObject572.bin"/><Relationship Id="rId2" Type="http://schemas.openxmlformats.org/officeDocument/2006/relationships/image" Target="../media/image466.wmf"/><Relationship Id="rId10" Type="http://schemas.openxmlformats.org/officeDocument/2006/relationships/vmlDrawing" Target="../drawings/vmlDrawing132.vml"/><Relationship Id="rId1" Type="http://schemas.openxmlformats.org/officeDocument/2006/relationships/oleObject" Target="../embeddings/oleObject571.bin"/></Relationships>
</file>

<file path=ppt/slides/_rels/slide1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4.wmf"/><Relationship Id="rId1" Type="http://schemas.openxmlformats.org/officeDocument/2006/relationships/oleObject" Target="../embeddings/oleObject575.bin"/></Relationships>
</file>

<file path=ppt/slides/_rels/slide17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0.bin"/><Relationship Id="rId8" Type="http://schemas.openxmlformats.org/officeDocument/2006/relationships/image" Target="../media/image469.wmf"/><Relationship Id="rId7" Type="http://schemas.openxmlformats.org/officeDocument/2006/relationships/oleObject" Target="../embeddings/oleObject579.bin"/><Relationship Id="rId6" Type="http://schemas.openxmlformats.org/officeDocument/2006/relationships/image" Target="../media/image468.wmf"/><Relationship Id="rId5" Type="http://schemas.openxmlformats.org/officeDocument/2006/relationships/oleObject" Target="../embeddings/oleObject578.bin"/><Relationship Id="rId4" Type="http://schemas.openxmlformats.org/officeDocument/2006/relationships/image" Target="../media/image467.wmf"/><Relationship Id="rId3" Type="http://schemas.openxmlformats.org/officeDocument/2006/relationships/oleObject" Target="../embeddings/oleObject577.bin"/><Relationship Id="rId2" Type="http://schemas.openxmlformats.org/officeDocument/2006/relationships/image" Target="../media/image466.wmf"/><Relationship Id="rId12" Type="http://schemas.openxmlformats.org/officeDocument/2006/relationships/vmlDrawing" Target="../drawings/vmlDrawing134.v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470.wmf"/><Relationship Id="rId1" Type="http://schemas.openxmlformats.org/officeDocument/2006/relationships/oleObject" Target="../embeddings/oleObject576.bin"/></Relationships>
</file>

<file path=ppt/slides/_rels/slide17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5.bin"/><Relationship Id="rId8" Type="http://schemas.openxmlformats.org/officeDocument/2006/relationships/image" Target="../media/image474.wmf"/><Relationship Id="rId7" Type="http://schemas.openxmlformats.org/officeDocument/2006/relationships/oleObject" Target="../embeddings/oleObject584.bin"/><Relationship Id="rId6" Type="http://schemas.openxmlformats.org/officeDocument/2006/relationships/image" Target="../media/image473.wmf"/><Relationship Id="rId5" Type="http://schemas.openxmlformats.org/officeDocument/2006/relationships/oleObject" Target="../embeddings/oleObject583.bin"/><Relationship Id="rId4" Type="http://schemas.openxmlformats.org/officeDocument/2006/relationships/image" Target="../media/image472.wmf"/><Relationship Id="rId3" Type="http://schemas.openxmlformats.org/officeDocument/2006/relationships/oleObject" Target="../embeddings/oleObject582.bin"/><Relationship Id="rId2" Type="http://schemas.openxmlformats.org/officeDocument/2006/relationships/image" Target="../media/image471.wmf"/><Relationship Id="rId12" Type="http://schemas.openxmlformats.org/officeDocument/2006/relationships/vmlDrawing" Target="../drawings/vmlDrawing135.v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475.wmf"/><Relationship Id="rId1" Type="http://schemas.openxmlformats.org/officeDocument/2006/relationships/oleObject" Target="../embeddings/oleObject581.bin"/></Relationships>
</file>

<file path=ppt/slides/_rels/slide17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479.wmf"/><Relationship Id="rId7" Type="http://schemas.openxmlformats.org/officeDocument/2006/relationships/oleObject" Target="../embeddings/oleObject589.bin"/><Relationship Id="rId6" Type="http://schemas.openxmlformats.org/officeDocument/2006/relationships/image" Target="../media/image478.wmf"/><Relationship Id="rId5" Type="http://schemas.openxmlformats.org/officeDocument/2006/relationships/oleObject" Target="../embeddings/oleObject588.bin"/><Relationship Id="rId4" Type="http://schemas.openxmlformats.org/officeDocument/2006/relationships/image" Target="../media/image477.wmf"/><Relationship Id="rId3" Type="http://schemas.openxmlformats.org/officeDocument/2006/relationships/oleObject" Target="../embeddings/oleObject587.bin"/><Relationship Id="rId2" Type="http://schemas.openxmlformats.org/officeDocument/2006/relationships/image" Target="../media/image476.wmf"/><Relationship Id="rId10" Type="http://schemas.openxmlformats.org/officeDocument/2006/relationships/vmlDrawing" Target="../drawings/vmlDrawing136.vml"/><Relationship Id="rId1" Type="http://schemas.openxmlformats.org/officeDocument/2006/relationships/oleObject" Target="../embeddings/oleObject586.bin"/></Relationships>
</file>

<file path=ppt/slides/_rels/slide17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3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592.bin"/><Relationship Id="rId6" Type="http://schemas.openxmlformats.org/officeDocument/2006/relationships/image" Target="../media/image92.wmf"/><Relationship Id="rId5" Type="http://schemas.openxmlformats.org/officeDocument/2006/relationships/oleObject" Target="../embeddings/oleObject591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590.bin"/><Relationship Id="rId2" Type="http://schemas.openxmlformats.org/officeDocument/2006/relationships/image" Target="../media/image525.png"/><Relationship Id="rId12" Type="http://schemas.openxmlformats.org/officeDocument/2006/relationships/vmlDrawing" Target="../drawings/vmlDrawing137.v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480.wmf"/><Relationship Id="rId1" Type="http://schemas.openxmlformats.org/officeDocument/2006/relationships/slide" Target="slide75.xml"/></Relationships>
</file>

<file path=ppt/slides/_rels/slide17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28.emf"/><Relationship Id="rId7" Type="http://schemas.openxmlformats.org/officeDocument/2006/relationships/oleObject" Target="../embeddings/oleObject597.bin"/><Relationship Id="rId6" Type="http://schemas.openxmlformats.org/officeDocument/2006/relationships/image" Target="../media/image488.emf"/><Relationship Id="rId5" Type="http://schemas.openxmlformats.org/officeDocument/2006/relationships/oleObject" Target="../embeddings/oleObject596.bin"/><Relationship Id="rId4" Type="http://schemas.openxmlformats.org/officeDocument/2006/relationships/image" Target="../media/image487.wmf"/><Relationship Id="rId3" Type="http://schemas.openxmlformats.org/officeDocument/2006/relationships/oleObject" Target="../embeddings/oleObject595.bin"/><Relationship Id="rId2" Type="http://schemas.openxmlformats.org/officeDocument/2006/relationships/image" Target="../media/image486.wmf"/><Relationship Id="rId10" Type="http://schemas.openxmlformats.org/officeDocument/2006/relationships/vmlDrawing" Target="../drawings/vmlDrawing138.vml"/><Relationship Id="rId1" Type="http://schemas.openxmlformats.org/officeDocument/2006/relationships/oleObject" Target="../embeddings/oleObject594.bin"/></Relationships>
</file>

<file path=ppt/slides/_rels/slide17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2.bin"/><Relationship Id="rId8" Type="http://schemas.openxmlformats.org/officeDocument/2006/relationships/image" Target="../media/image296.wmf"/><Relationship Id="rId7" Type="http://schemas.openxmlformats.org/officeDocument/2006/relationships/oleObject" Target="../embeddings/oleObject601.bin"/><Relationship Id="rId6" Type="http://schemas.openxmlformats.org/officeDocument/2006/relationships/image" Target="../media/image295.wmf"/><Relationship Id="rId5" Type="http://schemas.openxmlformats.org/officeDocument/2006/relationships/oleObject" Target="../embeddings/oleObject600.bin"/><Relationship Id="rId4" Type="http://schemas.openxmlformats.org/officeDocument/2006/relationships/image" Target="../media/image294.wmf"/><Relationship Id="rId3" Type="http://schemas.openxmlformats.org/officeDocument/2006/relationships/oleObject" Target="../embeddings/oleObject599.bin"/><Relationship Id="rId2" Type="http://schemas.openxmlformats.org/officeDocument/2006/relationships/image" Target="../media/image292.emf"/><Relationship Id="rId12" Type="http://schemas.openxmlformats.org/officeDocument/2006/relationships/vmlDrawing" Target="../drawings/vmlDrawing139.vml"/><Relationship Id="rId11" Type="http://schemas.openxmlformats.org/officeDocument/2006/relationships/slideLayout" Target="../slideLayouts/slideLayout8.xml"/><Relationship Id="rId10" Type="http://schemas.openxmlformats.org/officeDocument/2006/relationships/image" Target="../media/image293.emf"/><Relationship Id="rId1" Type="http://schemas.openxmlformats.org/officeDocument/2006/relationships/oleObject" Target="../embeddings/oleObject598.bin"/></Relationships>
</file>

<file path=ppt/slides/_rels/slide18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0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11.wmf"/><Relationship Id="rId2" Type="http://schemas.openxmlformats.org/officeDocument/2006/relationships/oleObject" Target="../embeddings/oleObject603.bin"/><Relationship Id="rId1" Type="http://schemas.openxmlformats.org/officeDocument/2006/relationships/image" Target="../media/image525.png"/></Relationships>
</file>

<file path=ppt/slides/_rels/slide18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8.bin"/><Relationship Id="rId8" Type="http://schemas.openxmlformats.org/officeDocument/2006/relationships/image" Target="../media/image374.wmf"/><Relationship Id="rId7" Type="http://schemas.openxmlformats.org/officeDocument/2006/relationships/oleObject" Target="../embeddings/oleObject607.bin"/><Relationship Id="rId6" Type="http://schemas.openxmlformats.org/officeDocument/2006/relationships/image" Target="../media/image373.wmf"/><Relationship Id="rId5" Type="http://schemas.openxmlformats.org/officeDocument/2006/relationships/oleObject" Target="../embeddings/oleObject606.bin"/><Relationship Id="rId4" Type="http://schemas.openxmlformats.org/officeDocument/2006/relationships/image" Target="../media/image372.wmf"/><Relationship Id="rId3" Type="http://schemas.openxmlformats.org/officeDocument/2006/relationships/oleObject" Target="../embeddings/oleObject605.bin"/><Relationship Id="rId20" Type="http://schemas.openxmlformats.org/officeDocument/2006/relationships/vmlDrawing" Target="../drawings/vmlDrawing141.vml"/><Relationship Id="rId2" Type="http://schemas.openxmlformats.org/officeDocument/2006/relationships/image" Target="../media/image371.wmf"/><Relationship Id="rId19" Type="http://schemas.openxmlformats.org/officeDocument/2006/relationships/slideLayout" Target="../slideLayouts/slideLayout8.xml"/><Relationship Id="rId18" Type="http://schemas.openxmlformats.org/officeDocument/2006/relationships/image" Target="../media/image379.wmf"/><Relationship Id="rId17" Type="http://schemas.openxmlformats.org/officeDocument/2006/relationships/oleObject" Target="../embeddings/oleObject612.bin"/><Relationship Id="rId16" Type="http://schemas.openxmlformats.org/officeDocument/2006/relationships/image" Target="../media/image378.wmf"/><Relationship Id="rId15" Type="http://schemas.openxmlformats.org/officeDocument/2006/relationships/oleObject" Target="../embeddings/oleObject611.bin"/><Relationship Id="rId14" Type="http://schemas.openxmlformats.org/officeDocument/2006/relationships/image" Target="../media/image377.wmf"/><Relationship Id="rId13" Type="http://schemas.openxmlformats.org/officeDocument/2006/relationships/oleObject" Target="../embeddings/oleObject610.bin"/><Relationship Id="rId12" Type="http://schemas.openxmlformats.org/officeDocument/2006/relationships/image" Target="../media/image376.wmf"/><Relationship Id="rId11" Type="http://schemas.openxmlformats.org/officeDocument/2006/relationships/oleObject" Target="../embeddings/oleObject609.bin"/><Relationship Id="rId10" Type="http://schemas.openxmlformats.org/officeDocument/2006/relationships/image" Target="../media/image375.wmf"/><Relationship Id="rId1" Type="http://schemas.openxmlformats.org/officeDocument/2006/relationships/oleObject" Target="../embeddings/oleObject604.bin"/></Relationships>
</file>

<file path=ppt/slides/_rels/slide18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2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26.wmf"/><Relationship Id="rId1" Type="http://schemas.openxmlformats.org/officeDocument/2006/relationships/oleObject" Target="../embeddings/oleObject613.bin"/></Relationships>
</file>

<file path=ppt/slides/_rels/slide18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3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27.wmf"/><Relationship Id="rId3" Type="http://schemas.openxmlformats.org/officeDocument/2006/relationships/oleObject" Target="../embeddings/oleObject615.bin"/><Relationship Id="rId2" Type="http://schemas.openxmlformats.org/officeDocument/2006/relationships/image" Target="../media/image490.wmf"/><Relationship Id="rId1" Type="http://schemas.openxmlformats.org/officeDocument/2006/relationships/oleObject" Target="../embeddings/oleObject614.bin"/></Relationships>
</file>

<file path=ppt/slides/_rels/slide18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0.bin"/><Relationship Id="rId8" Type="http://schemas.openxmlformats.org/officeDocument/2006/relationships/image" Target="../media/image268.wmf"/><Relationship Id="rId7" Type="http://schemas.openxmlformats.org/officeDocument/2006/relationships/oleObject" Target="../embeddings/oleObject619.bin"/><Relationship Id="rId6" Type="http://schemas.openxmlformats.org/officeDocument/2006/relationships/image" Target="../media/image492.wmf"/><Relationship Id="rId5" Type="http://schemas.openxmlformats.org/officeDocument/2006/relationships/oleObject" Target="../embeddings/oleObject618.bin"/><Relationship Id="rId4" Type="http://schemas.openxmlformats.org/officeDocument/2006/relationships/image" Target="../media/image491.wmf"/><Relationship Id="rId3" Type="http://schemas.openxmlformats.org/officeDocument/2006/relationships/oleObject" Target="../embeddings/oleObject617.bin"/><Relationship Id="rId20" Type="http://schemas.openxmlformats.org/officeDocument/2006/relationships/vmlDrawing" Target="../drawings/vmlDrawing144.vml"/><Relationship Id="rId2" Type="http://schemas.openxmlformats.org/officeDocument/2006/relationships/image" Target="../media/image267.wmf"/><Relationship Id="rId19" Type="http://schemas.openxmlformats.org/officeDocument/2006/relationships/slideLayout" Target="../slideLayouts/slideLayout3.xml"/><Relationship Id="rId18" Type="http://schemas.openxmlformats.org/officeDocument/2006/relationships/image" Target="../media/image531.wmf"/><Relationship Id="rId17" Type="http://schemas.openxmlformats.org/officeDocument/2006/relationships/oleObject" Target="../embeddings/oleObject624.bin"/><Relationship Id="rId16" Type="http://schemas.openxmlformats.org/officeDocument/2006/relationships/image" Target="../media/image530.wmf"/><Relationship Id="rId15" Type="http://schemas.openxmlformats.org/officeDocument/2006/relationships/oleObject" Target="../embeddings/oleObject623.bin"/><Relationship Id="rId14" Type="http://schemas.openxmlformats.org/officeDocument/2006/relationships/image" Target="../media/image529.wmf"/><Relationship Id="rId13" Type="http://schemas.openxmlformats.org/officeDocument/2006/relationships/oleObject" Target="../embeddings/oleObject622.bin"/><Relationship Id="rId12" Type="http://schemas.openxmlformats.org/officeDocument/2006/relationships/image" Target="../media/image528.wmf"/><Relationship Id="rId11" Type="http://schemas.openxmlformats.org/officeDocument/2006/relationships/oleObject" Target="../embeddings/oleObject621.bin"/><Relationship Id="rId10" Type="http://schemas.openxmlformats.org/officeDocument/2006/relationships/image" Target="../media/image269.wmf"/><Relationship Id="rId1" Type="http://schemas.openxmlformats.org/officeDocument/2006/relationships/oleObject" Target="../embeddings/oleObject61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WordArt 2"/>
          <p:cNvSpPr>
            <a:spLocks noChangeArrowheads="1" noChangeShapeType="1" noTextEdit="1"/>
          </p:cNvSpPr>
          <p:nvPr/>
        </p:nvSpPr>
        <p:spPr bwMode="auto">
          <a:xfrm>
            <a:off x="1476375" y="1268413"/>
            <a:ext cx="4968875" cy="1079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信号与系统</a:t>
            </a:r>
            <a:endParaRPr lang="zh-CN" altLang="en-US" sz="3600" kern="10">
              <a:ln w="12700">
                <a:solidFill>
                  <a:srgbClr val="EAEAEA"/>
                </a:solidFill>
                <a:round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12291" name="Object 4"/>
          <p:cNvGraphicFramePr>
            <a:graphicFrameLocks noChangeAspect="1"/>
          </p:cNvGraphicFramePr>
          <p:nvPr/>
        </p:nvGraphicFramePr>
        <p:xfrm>
          <a:off x="561975" y="5067300"/>
          <a:ext cx="1449388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剪辑" r:id="rId1" imgW="3954780" imgH="3497580" progId="">
                  <p:embed/>
                </p:oleObj>
              </mc:Choice>
              <mc:Fallback>
                <p:oleObj name="剪辑" r:id="rId1" imgW="3954780" imgH="349758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5067300"/>
                        <a:ext cx="1449388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2" name="Group 5"/>
          <p:cNvGrpSpPr/>
          <p:nvPr/>
        </p:nvGrpSpPr>
        <p:grpSpPr bwMode="auto">
          <a:xfrm>
            <a:off x="0" y="0"/>
            <a:ext cx="9142413" cy="6856413"/>
            <a:chOff x="0" y="0"/>
            <a:chExt cx="5759" cy="4319"/>
          </a:xfrm>
        </p:grpSpPr>
        <p:sp>
          <p:nvSpPr>
            <p:cNvPr id="12295" name="Rectangle 6" descr="Narrow vertical"/>
            <p:cNvSpPr>
              <a:spLocks noChangeArrowheads="1"/>
            </p:cNvSpPr>
            <p:nvPr/>
          </p:nvSpPr>
          <p:spPr bwMode="auto">
            <a:xfrm>
              <a:off x="288" y="48"/>
              <a:ext cx="5184" cy="240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800">
                <a:latin typeface="黑体" panose="02010609060101010101" pitchFamily="49" charset="-122"/>
              </a:endParaRPr>
            </a:p>
          </p:txBody>
        </p:sp>
        <p:sp>
          <p:nvSpPr>
            <p:cNvPr id="12296" name="Rectangle 7" descr="Narrow horizontal"/>
            <p:cNvSpPr>
              <a:spLocks noChangeArrowheads="1"/>
            </p:cNvSpPr>
            <p:nvPr/>
          </p:nvSpPr>
          <p:spPr bwMode="auto">
            <a:xfrm>
              <a:off x="48" y="288"/>
              <a:ext cx="240" cy="3744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800">
                <a:latin typeface="黑体" panose="02010609060101010101" pitchFamily="49" charset="-122"/>
              </a:endParaRPr>
            </a:p>
          </p:txBody>
        </p:sp>
        <p:sp>
          <p:nvSpPr>
            <p:cNvPr id="12297" name="Rectangle 8" descr="Narrow vertical"/>
            <p:cNvSpPr>
              <a:spLocks noChangeArrowheads="1"/>
            </p:cNvSpPr>
            <p:nvPr/>
          </p:nvSpPr>
          <p:spPr bwMode="auto">
            <a:xfrm>
              <a:off x="288" y="4032"/>
              <a:ext cx="5184" cy="240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800">
                <a:latin typeface="黑体" panose="02010609060101010101" pitchFamily="49" charset="-122"/>
              </a:endParaRPr>
            </a:p>
          </p:txBody>
        </p:sp>
        <p:sp>
          <p:nvSpPr>
            <p:cNvPr id="12298" name="Rectangle 9" descr="Narrow horizontal"/>
            <p:cNvSpPr>
              <a:spLocks noChangeArrowheads="1"/>
            </p:cNvSpPr>
            <p:nvPr/>
          </p:nvSpPr>
          <p:spPr bwMode="auto">
            <a:xfrm>
              <a:off x="5472" y="288"/>
              <a:ext cx="240" cy="3744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800">
                <a:latin typeface="黑体" panose="02010609060101010101" pitchFamily="49" charset="-122"/>
              </a:endParaRPr>
            </a:p>
          </p:txBody>
        </p:sp>
        <p:sp>
          <p:nvSpPr>
            <p:cNvPr id="12299" name="Rectangle 10"/>
            <p:cNvSpPr>
              <a:spLocks noChangeArrowheads="1"/>
            </p:cNvSpPr>
            <p:nvPr/>
          </p:nvSpPr>
          <p:spPr bwMode="auto">
            <a:xfrm>
              <a:off x="288" y="288"/>
              <a:ext cx="5184" cy="3744"/>
            </a:xfrm>
            <a:prstGeom prst="rect">
              <a:avLst/>
            </a:prstGeom>
            <a:noFill/>
            <a:ln w="57150" cap="sq" cmpd="tri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800">
                <a:latin typeface="黑体" panose="02010609060101010101" pitchFamily="49" charset="-122"/>
              </a:endParaRPr>
            </a:p>
          </p:txBody>
        </p:sp>
        <p:sp>
          <p:nvSpPr>
            <p:cNvPr id="12300" name="Rectangle 11"/>
            <p:cNvSpPr>
              <a:spLocks noChangeArrowheads="1"/>
            </p:cNvSpPr>
            <p:nvPr/>
          </p:nvSpPr>
          <p:spPr bwMode="auto">
            <a:xfrm>
              <a:off x="48" y="48"/>
              <a:ext cx="5664" cy="4224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0" tIns="46036" rIns="92070" bIns="46036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endParaRPr kumimoji="1" lang="zh-CN" altLang="zh-CN" sz="2800">
                <a:latin typeface="黑体" panose="02010609060101010101" pitchFamily="49" charset="-122"/>
              </a:endParaRPr>
            </a:p>
          </p:txBody>
        </p:sp>
        <p:grpSp>
          <p:nvGrpSpPr>
            <p:cNvPr id="12301" name="Group 12"/>
            <p:cNvGrpSpPr/>
            <p:nvPr/>
          </p:nvGrpSpPr>
          <p:grpSpPr bwMode="auto">
            <a:xfrm>
              <a:off x="0" y="0"/>
              <a:ext cx="384" cy="384"/>
              <a:chOff x="0" y="0"/>
              <a:chExt cx="384" cy="384"/>
            </a:xfrm>
          </p:grpSpPr>
          <p:sp>
            <p:nvSpPr>
              <p:cNvPr id="12311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kumimoji="1" lang="zh-CN" altLang="zh-CN" sz="2800">
                  <a:latin typeface="黑体" panose="02010609060101010101" pitchFamily="49" charset="-122"/>
                </a:endParaRPr>
              </a:p>
            </p:txBody>
          </p:sp>
          <p:sp>
            <p:nvSpPr>
              <p:cNvPr id="66574" name="Oval 14"/>
              <p:cNvSpPr>
                <a:spLocks noChangeArrowheads="1"/>
              </p:cNvSpPr>
              <p:nvPr/>
            </p:nvSpPr>
            <p:spPr bwMode="auto">
              <a:xfrm>
                <a:off x="101" y="101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algn="ctr"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kumimoji="1" lang="zh-CN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2302" name="Group 15"/>
            <p:cNvGrpSpPr/>
            <p:nvPr/>
          </p:nvGrpSpPr>
          <p:grpSpPr bwMode="auto">
            <a:xfrm>
              <a:off x="0" y="3935"/>
              <a:ext cx="384" cy="384"/>
              <a:chOff x="0" y="3935"/>
              <a:chExt cx="384" cy="384"/>
            </a:xfrm>
          </p:grpSpPr>
          <p:sp>
            <p:nvSpPr>
              <p:cNvPr id="12309" name="Rectangle 16"/>
              <p:cNvSpPr>
                <a:spLocks noChangeArrowheads="1"/>
              </p:cNvSpPr>
              <p:nvPr/>
            </p:nvSpPr>
            <p:spPr bwMode="auto">
              <a:xfrm>
                <a:off x="0" y="3935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kumimoji="1" lang="zh-CN" altLang="zh-CN" sz="2800">
                  <a:latin typeface="黑体" panose="02010609060101010101" pitchFamily="49" charset="-122"/>
                </a:endParaRPr>
              </a:p>
            </p:txBody>
          </p:sp>
          <p:sp>
            <p:nvSpPr>
              <p:cNvPr id="66577" name="Oval 17"/>
              <p:cNvSpPr>
                <a:spLocks noChangeArrowheads="1"/>
              </p:cNvSpPr>
              <p:nvPr/>
            </p:nvSpPr>
            <p:spPr bwMode="auto">
              <a:xfrm>
                <a:off x="101" y="4036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algn="ctr"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kumimoji="1" lang="zh-CN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2303" name="Group 18"/>
            <p:cNvGrpSpPr/>
            <p:nvPr/>
          </p:nvGrpSpPr>
          <p:grpSpPr bwMode="auto">
            <a:xfrm>
              <a:off x="5375" y="3935"/>
              <a:ext cx="384" cy="384"/>
              <a:chOff x="5375" y="3935"/>
              <a:chExt cx="384" cy="384"/>
            </a:xfrm>
          </p:grpSpPr>
          <p:sp>
            <p:nvSpPr>
              <p:cNvPr id="12307" name="Rectangle 19"/>
              <p:cNvSpPr>
                <a:spLocks noChangeArrowheads="1"/>
              </p:cNvSpPr>
              <p:nvPr/>
            </p:nvSpPr>
            <p:spPr bwMode="auto">
              <a:xfrm>
                <a:off x="5375" y="3935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kumimoji="1" lang="zh-CN" altLang="zh-CN" sz="2800">
                  <a:latin typeface="黑体" panose="02010609060101010101" pitchFamily="49" charset="-122"/>
                </a:endParaRPr>
              </a:p>
            </p:txBody>
          </p:sp>
          <p:sp>
            <p:nvSpPr>
              <p:cNvPr id="66580" name="Oval 20"/>
              <p:cNvSpPr>
                <a:spLocks noChangeArrowheads="1"/>
              </p:cNvSpPr>
              <p:nvPr/>
            </p:nvSpPr>
            <p:spPr bwMode="auto">
              <a:xfrm>
                <a:off x="5476" y="4036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algn="ctr"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kumimoji="1" lang="zh-CN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2304" name="Group 21"/>
            <p:cNvGrpSpPr/>
            <p:nvPr/>
          </p:nvGrpSpPr>
          <p:grpSpPr bwMode="auto">
            <a:xfrm>
              <a:off x="5375" y="0"/>
              <a:ext cx="384" cy="384"/>
              <a:chOff x="5375" y="0"/>
              <a:chExt cx="384" cy="384"/>
            </a:xfrm>
          </p:grpSpPr>
          <p:sp>
            <p:nvSpPr>
              <p:cNvPr id="12305" name="Rectangle 22"/>
              <p:cNvSpPr>
                <a:spLocks noChangeArrowheads="1"/>
              </p:cNvSpPr>
              <p:nvPr/>
            </p:nvSpPr>
            <p:spPr bwMode="auto">
              <a:xfrm>
                <a:off x="5375" y="0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kumimoji="1" lang="zh-CN" altLang="zh-CN" sz="2800">
                  <a:latin typeface="黑体" panose="02010609060101010101" pitchFamily="49" charset="-122"/>
                </a:endParaRPr>
              </a:p>
            </p:txBody>
          </p:sp>
          <p:sp>
            <p:nvSpPr>
              <p:cNvPr id="66583" name="Oval 23"/>
              <p:cNvSpPr>
                <a:spLocks noChangeArrowheads="1"/>
              </p:cNvSpPr>
              <p:nvPr/>
            </p:nvSpPr>
            <p:spPr bwMode="auto">
              <a:xfrm>
                <a:off x="5476" y="101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algn="ctr"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  <a:defRPr/>
                </a:pPr>
                <a:endParaRPr kumimoji="1" lang="zh-CN" altLang="zh-CN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pic>
        <p:nvPicPr>
          <p:cNvPr id="12293" name="Picture 24" descr="Exa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725" y="4746625"/>
            <a:ext cx="1370013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85" name="Rectangle 25"/>
          <p:cNvSpPr>
            <a:spLocks noChangeArrowheads="1"/>
          </p:cNvSpPr>
          <p:nvPr/>
        </p:nvSpPr>
        <p:spPr bwMode="auto">
          <a:xfrm>
            <a:off x="2051050" y="3644900"/>
            <a:ext cx="5640388" cy="842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30612" tIns="65306" rIns="130612" bIns="65306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i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第二章 连续时间系统的时域分析</a:t>
            </a:r>
            <a:endParaRPr lang="zh-CN" altLang="en-US" i="1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墨迹 1"/>
          <p:cNvSpPr/>
          <p:nvPr/>
        </p:nvSpPr>
        <p:spPr bwMode="auto">
          <a:xfrm>
            <a:off x="6116040" y="4122360"/>
            <a:ext cx="704520" cy="7668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advTm="4219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85" grpId="0" advAuto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620713"/>
            <a:ext cx="3024187" cy="433387"/>
          </a:xfrm>
          <a:solidFill>
            <a:schemeClr val="bg1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基本内容及学习要求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268413"/>
            <a:ext cx="7623175" cy="3889375"/>
          </a:xfrm>
          <a:solidFill>
            <a:schemeClr val="bg1"/>
          </a:solidFill>
          <a:ln w="57150">
            <a:solidFill>
              <a:schemeClr val="tx1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/>
          <a:lstStyle/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accent2"/>
                </a:solidFill>
                <a:ea typeface="宋体" panose="02010600030101010101" pitchFamily="2" charset="-122"/>
              </a:rPr>
              <a:t>基本内容：</a:t>
            </a:r>
            <a:endParaRPr lang="zh-CN" altLang="en-US" sz="2000" b="1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ea typeface="宋体" panose="02010600030101010101" pitchFamily="2" charset="-122"/>
              </a:rPr>
              <a:t>线性非时变连续系统的描述及解的分类，系统方程的算子表示，系统的零输入响应；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ea typeface="宋体" panose="02010600030101010101" pitchFamily="2" charset="-122"/>
              </a:rPr>
              <a:t>奇异函数，信号的时域分解；系统的阶跃响应与冲激响应并举例；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ea typeface="宋体" panose="02010600030101010101" pitchFamily="2" charset="-122"/>
              </a:rPr>
              <a:t>叠加积分，卷积的定义及其运算规律，卷积积分的计算方法并举例说明；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ea typeface="宋体" panose="02010600030101010101" pitchFamily="2" charset="-122"/>
              </a:rPr>
              <a:t>举例讲述连续时间系统的时域分析方法。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2000" b="1" dirty="0">
                <a:ea typeface="宋体" panose="02010600030101010101" pitchFamily="2" charset="-122"/>
              </a:rPr>
              <a:t>    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重点掌握：</a:t>
            </a:r>
            <a:r>
              <a:rPr lang="zh-CN" altLang="en-US" sz="2000" b="1" dirty="0">
                <a:ea typeface="宋体" panose="02010600030101010101" pitchFamily="2" charset="-122"/>
              </a:rPr>
              <a:t>卷积法及连续时间系统的时域分析方法。</a:t>
            </a:r>
            <a:endParaRPr lang="zh-CN" altLang="en-US" sz="2000" b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8EAB979-57D7-4C23-A13B-57B5EC1AA851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1072080" y="1697400"/>
            <a:ext cx="7739280" cy="316836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9042"/>
    </mc:Choice>
    <mc:Fallback>
      <p:transition spd="slow" advTm="2490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692150"/>
            <a:ext cx="3241675" cy="503238"/>
          </a:xfrm>
          <a:solidFill>
            <a:schemeClr val="bg1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§2.1 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引言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分析方法</a:t>
            </a:r>
            <a:endParaRPr lang="zh-CN" alt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7450" y="1844675"/>
            <a:ext cx="6553200" cy="3344863"/>
          </a:xfrm>
          <a:solidFill>
            <a:schemeClr val="bg1"/>
          </a:solidFill>
          <a:ln w="57150">
            <a:solidFill>
              <a:schemeClr val="tx1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/>
          <a:lstStyle/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6600CC"/>
                </a:solidFill>
              </a:rPr>
              <a:t>时域分析法</a:t>
            </a:r>
            <a:r>
              <a:rPr lang="zh-CN" altLang="en-US" sz="2400" b="1" dirty="0"/>
              <a:t>：所涉及函数的变量均为时间</a:t>
            </a:r>
            <a:r>
              <a:rPr lang="en-US" altLang="zh-CN" sz="2400" b="1" dirty="0"/>
              <a:t>t</a:t>
            </a:r>
            <a:endParaRPr lang="en-US" altLang="zh-CN" sz="2400" b="1" dirty="0"/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6600CC"/>
                </a:solidFill>
              </a:rPr>
              <a:t>变换域分析法</a:t>
            </a:r>
            <a:r>
              <a:rPr lang="zh-CN" altLang="en-US" sz="2400" b="1" dirty="0"/>
              <a:t>：将时间变量变换成其它变量</a:t>
            </a:r>
            <a:endParaRPr lang="zh-CN" altLang="en-US" sz="2400" b="1" dirty="0"/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</a:t>
            </a:r>
            <a:r>
              <a:rPr lang="zh-CN" altLang="en-US" sz="2400" b="1" dirty="0">
                <a:solidFill>
                  <a:srgbClr val="006600"/>
                </a:solidFill>
              </a:rPr>
              <a:t>如：傅里叶变换</a:t>
            </a:r>
            <a:r>
              <a:rPr lang="en-US" altLang="zh-CN" sz="2400" b="1" dirty="0">
                <a:solidFill>
                  <a:srgbClr val="006600"/>
                </a:solidFill>
              </a:rPr>
              <a:t>----</a:t>
            </a:r>
            <a:r>
              <a:rPr lang="zh-CN" altLang="en-US" sz="2400" b="1" dirty="0">
                <a:solidFill>
                  <a:srgbClr val="006600"/>
                </a:solidFill>
              </a:rPr>
              <a:t>频域分析法</a:t>
            </a:r>
            <a:endParaRPr lang="en-US" altLang="zh-CN" sz="2400" b="1" dirty="0">
              <a:solidFill>
                <a:srgbClr val="006600"/>
              </a:solidFill>
            </a:endParaRPr>
          </a:p>
          <a:p>
            <a:pPr eaLnBrk="1" hangingPunct="1">
              <a:lnSpc>
                <a:spcPct val="155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6600"/>
                </a:solidFill>
              </a:rPr>
              <a:t>         </a:t>
            </a:r>
            <a:r>
              <a:rPr lang="zh-CN" altLang="en-US" sz="2400" b="1" dirty="0">
                <a:solidFill>
                  <a:srgbClr val="006600"/>
                </a:solidFill>
              </a:rPr>
              <a:t>拉普拉斯变换</a:t>
            </a:r>
            <a:r>
              <a:rPr lang="en-US" altLang="zh-CN" sz="2400" b="1" dirty="0">
                <a:solidFill>
                  <a:srgbClr val="006600"/>
                </a:solidFill>
              </a:rPr>
              <a:t>----</a:t>
            </a:r>
            <a:r>
              <a:rPr lang="zh-CN" altLang="en-US" sz="2400" b="1" dirty="0">
                <a:solidFill>
                  <a:srgbClr val="006600"/>
                </a:solidFill>
              </a:rPr>
              <a:t>复频域分析法</a:t>
            </a:r>
            <a:endParaRPr lang="zh-CN" altLang="en-US" sz="2400" b="1" dirty="0">
              <a:solidFill>
                <a:srgbClr val="006600"/>
              </a:solidFill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10E3846-C12A-43CF-A877-83E510CECBD7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1833120" y="2356560"/>
            <a:ext cx="5607720" cy="26395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142"/>
    </mc:Choice>
    <mc:Fallback>
      <p:transition spd="slow" advTm="881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33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33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3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animBg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4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340953" y="1169392"/>
          <a:ext cx="2432050" cy="238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58" name="Visio" r:id="rId1" imgW="2753995" imgH="2700020" progId="Visio.Drawing.11">
                  <p:embed/>
                </p:oleObj>
              </mc:Choice>
              <mc:Fallback>
                <p:oleObj name="Visio" r:id="rId1" imgW="2753995" imgH="2700020" progId="Visio.Drawing.11">
                  <p:embed/>
                  <p:pic>
                    <p:nvPicPr>
                      <p:cNvPr id="0" name="图片 1454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53" y="1169392"/>
                        <a:ext cx="2432050" cy="238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370" name="Object 10"/>
              <p:cNvSpPr txBox="1">
                <a:spLocks noGrp="1"/>
              </p:cNvSpPr>
              <p:nvPr>
                <p:ph sz="quarter" idx="2"/>
              </p:nvPr>
            </p:nvSpPr>
            <p:spPr bwMode="auto">
              <a:xfrm>
                <a:off x="3706328" y="1018718"/>
                <a:ext cx="5074622" cy="7381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𝑅𝑖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nary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37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3706328" y="1018718"/>
                <a:ext cx="5074622" cy="738162"/>
              </a:xfrm>
              <a:prstGeom prst="rect">
                <a:avLst/>
              </a:prstGeom>
              <a:blipFill rotWithShape="1">
                <a:blip r:embed="rId3"/>
                <a:stretch>
                  <a:fillRect l="-9" t="-24" r="3" b="-313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72" name="Object 12"/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368299" y="4276090"/>
                <a:ext cx="9423401" cy="258640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>
                <a:normAutofit fontScale="85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输入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输出方程：</m:t>
                      </m:r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+⋅⋅⋅+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(t)</a:t>
                </a:r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0"/>
                  </a:spcBef>
                  <a:buNone/>
                </a:pPr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+⋅⋅⋅+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为响应函数，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为激励函数，都是时间函数。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37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368299" y="4276090"/>
                <a:ext cx="9423401" cy="2586400"/>
              </a:xfrm>
              <a:prstGeom prst="rect">
                <a:avLst/>
              </a:prstGeom>
              <a:blipFill rotWithShape="1">
                <a:blip r:embed="rId4"/>
                <a:stretch>
                  <a:fillRect l="-7" r="-263" b="-980"/>
                </a:stretch>
              </a:blipFill>
              <a:ln>
                <a:noFill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5" name="Rectangle 15"/>
          <p:cNvSpPr>
            <a:spLocks noGrp="1" noChangeArrowheads="1"/>
          </p:cNvSpPr>
          <p:nvPr>
            <p:ph type="title"/>
          </p:nvPr>
        </p:nvSpPr>
        <p:spPr>
          <a:xfrm>
            <a:off x="70135" y="516929"/>
            <a:ext cx="3673475" cy="503238"/>
          </a:xfrm>
          <a:solidFill>
            <a:schemeClr val="bg1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§2.1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引言</a:t>
            </a:r>
            <a:r>
              <a:rPr lang="en-US" altLang="zh-CN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  <a:r>
              <a:rPr lang="zh-CN" altLang="en-US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建立模型</a:t>
            </a:r>
            <a:endParaRPr lang="zh-CN" altLang="en-US" sz="28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5366" name="Text Box 1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Clr>
                <a:srgbClr val="CC0000"/>
              </a:buClr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墨迹 1"/>
          <p:cNvSpPr/>
          <p:nvPr/>
        </p:nvSpPr>
        <p:spPr bwMode="auto">
          <a:xfrm>
            <a:off x="505440" y="617400"/>
            <a:ext cx="8355240" cy="3964320"/>
          </a:xfrm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649162" y="2171067"/>
                <a:ext cx="4134516" cy="709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162" y="2171067"/>
                <a:ext cx="4134516" cy="709938"/>
              </a:xfrm>
              <a:prstGeom prst="rect">
                <a:avLst/>
              </a:prstGeom>
              <a:blipFill rotWithShape="1">
                <a:blip r:embed="rId5"/>
                <a:stretch>
                  <a:fillRect l="-11" r="1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3897407" y="1751007"/>
            <a:ext cx="4692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两边对</a:t>
            </a:r>
            <a:r>
              <a:rPr lang="en-US" altLang="zh-CN" sz="2000" dirty="0">
                <a:solidFill>
                  <a:srgbClr val="FF0000"/>
                </a:solidFill>
              </a:rPr>
              <a:t>t</a:t>
            </a:r>
            <a:r>
              <a:rPr lang="zh-CN" altLang="en-US" sz="2000" dirty="0">
                <a:solidFill>
                  <a:srgbClr val="FF0000"/>
                </a:solidFill>
              </a:rPr>
              <a:t>求一次导数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73003" y="3086322"/>
            <a:ext cx="1752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归一化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3681545" y="2898170"/>
                <a:ext cx="5462455" cy="709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545" y="2898170"/>
                <a:ext cx="5462455" cy="709938"/>
              </a:xfrm>
              <a:prstGeom prst="rect">
                <a:avLst/>
              </a:prstGeom>
              <a:blipFill rotWithShape="1">
                <a:blip r:embed="rId6"/>
                <a:stretch>
                  <a:fillRect l="-8" t="-4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064510" y="3608070"/>
          <a:ext cx="4851400" cy="668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59" name="" r:id="rId7" imgW="1752600" imgH="241300" progId="Equation.KSEE3">
                  <p:embed/>
                </p:oleObj>
              </mc:Choice>
              <mc:Fallback>
                <p:oleObj name="" r:id="rId7" imgW="1752600" imgH="241300" progId="Equation.KSEE3">
                  <p:embed/>
                  <p:pic>
                    <p:nvPicPr>
                      <p:cNvPr id="0" name="图片 1454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64510" y="3608070"/>
                        <a:ext cx="4851400" cy="668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9"/>
    </p:custDataLst>
  </p:cSld>
  <p:clrMapOvr>
    <a:masterClrMapping/>
  </p:clrMapOvr>
  <p:transition spd="med" advTm="301615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37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37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0" grpId="0" build="p"/>
      <p:bldP spid="15372" grpId="0" animBg="1" build="p"/>
      <p:bldP spid="12" grpId="0"/>
      <p:bldP spid="6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8300" y="1970866"/>
            <a:ext cx="8407400" cy="3778250"/>
          </a:xfrm>
          <a:solidFill>
            <a:schemeClr val="bg1"/>
          </a:solidFill>
          <a:ln w="57150">
            <a:solidFill>
              <a:schemeClr val="tx1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/>
              <a:t>常系数线性微分方程的解：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sz="2400" dirty="0"/>
              <a:t>	</a:t>
            </a:r>
            <a:r>
              <a:rPr lang="zh-CN" altLang="en-US" sz="2800" dirty="0">
                <a:solidFill>
                  <a:srgbClr val="0000FF"/>
                </a:solidFill>
              </a:rPr>
              <a:t>全解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zh-CN" altLang="en-US" sz="2800" dirty="0">
                <a:solidFill>
                  <a:srgbClr val="0000FF"/>
                </a:solidFill>
              </a:rPr>
              <a:t>通解（齐次方程的解）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           </a:t>
            </a:r>
            <a:r>
              <a:rPr lang="en-US" altLang="zh-CN" sz="2800" dirty="0">
                <a:solidFill>
                  <a:srgbClr val="0000FF"/>
                </a:solidFill>
              </a:rPr>
              <a:t>+</a:t>
            </a:r>
            <a:r>
              <a:rPr lang="zh-CN" altLang="en-US" sz="2800" dirty="0">
                <a:solidFill>
                  <a:srgbClr val="0000FF"/>
                </a:solidFill>
              </a:rPr>
              <a:t>特解（非齐次方程的解）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endParaRPr lang="zh-CN" altLang="en-US" sz="2800" dirty="0">
              <a:solidFill>
                <a:srgbClr val="6600CC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dirty="0"/>
              <a:t>对应系统的响应来说：</a:t>
            </a: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0000FF"/>
                </a:solidFill>
              </a:rPr>
              <a:t>	</a:t>
            </a:r>
            <a:r>
              <a:rPr lang="zh-CN" altLang="en-US" sz="2800" dirty="0">
                <a:solidFill>
                  <a:srgbClr val="0000FF"/>
                </a:solidFill>
              </a:rPr>
              <a:t>响应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zh-CN" altLang="en-US" sz="2800" dirty="0">
                <a:solidFill>
                  <a:srgbClr val="0000FF"/>
                </a:solidFill>
              </a:rPr>
              <a:t>自然响应（自由响应）</a:t>
            </a:r>
            <a:r>
              <a:rPr lang="en-US" altLang="zh-CN" sz="2800" dirty="0">
                <a:solidFill>
                  <a:srgbClr val="0000FF"/>
                </a:solidFill>
              </a:rPr>
              <a:t>+</a:t>
            </a:r>
            <a:r>
              <a:rPr lang="zh-CN" altLang="en-US" sz="2800" dirty="0">
                <a:solidFill>
                  <a:srgbClr val="0000FF"/>
                </a:solidFill>
              </a:rPr>
              <a:t>受迫响应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          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zh-CN" altLang="en-US" sz="2800" dirty="0">
                <a:solidFill>
                  <a:srgbClr val="0000FF"/>
                </a:solidFill>
              </a:rPr>
              <a:t>零输入响应</a:t>
            </a:r>
            <a:r>
              <a:rPr lang="en-US" altLang="zh-CN" sz="2800" dirty="0">
                <a:solidFill>
                  <a:srgbClr val="0000FF"/>
                </a:solidFill>
              </a:rPr>
              <a:t>+</a:t>
            </a:r>
            <a:r>
              <a:rPr lang="zh-CN" altLang="en-US" sz="2800" dirty="0">
                <a:solidFill>
                  <a:srgbClr val="0000FF"/>
                </a:solidFill>
              </a:rPr>
              <a:t>零状态响应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title"/>
          </p:nvPr>
        </p:nvSpPr>
        <p:spPr>
          <a:xfrm>
            <a:off x="-61074" y="701277"/>
            <a:ext cx="3025775" cy="503238"/>
          </a:xfrm>
          <a:solidFill>
            <a:schemeClr val="bg1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§2.1 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引言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求解</a:t>
            </a:r>
            <a:endParaRPr lang="zh-CN" altLang="en-US" sz="28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38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-175990" y="1327943"/>
            <a:ext cx="2447925" cy="5032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1)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直接解法</a:t>
            </a:r>
            <a:endParaRPr lang="zh-CN" altLang="en-US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526981" y="5780869"/>
            <a:ext cx="7127875" cy="5032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2)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变换域法（第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章和第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章讲解）</a:t>
            </a:r>
            <a:endParaRPr lang="zh-CN" altLang="en-US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0E10B36-81C5-46EE-8044-E3BD7F60DFAC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835560" y="869760"/>
            <a:ext cx="8198640" cy="4725720"/>
          </a:xfrm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2890867" y="547134"/>
                <a:ext cx="6490463" cy="1208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zh-CN" altLang="en-US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  <m:r>
                      <a:rPr lang="zh-CN" alt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den>
                    </m:f>
                    <m:r>
                      <a:rPr lang="zh-CN" alt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+⋅⋅⋅+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𝒅𝒓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zh-CN" alt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zh-CN" alt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(t)</a:t>
                </a:r>
                <a:b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p>
                          </m:sSup>
                          <m:r>
                            <a:rPr lang="zh-CN" alt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p>
                          </m:sSup>
                        </m:den>
                      </m:f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+⋅⋅⋅+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𝒅𝒆</m:t>
                          </m:r>
                          <m:d>
                            <m:dPr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num>
                        <m:den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sz="2000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867" y="547134"/>
                <a:ext cx="6490463" cy="1208472"/>
              </a:xfrm>
              <a:prstGeom prst="rect">
                <a:avLst/>
              </a:prstGeom>
              <a:blipFill rotWithShape="1">
                <a:blip r:embed="rId1"/>
                <a:stretch>
                  <a:fillRect l="-5" t="-33" r="7" b="-20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2912"/>
    </mc:Choice>
    <mc:Fallback>
      <p:transition spd="slow" advTm="2029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4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307975" y="1339850"/>
            <a:ext cx="3200400" cy="5762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/>
              <a:t>1</a:t>
            </a:r>
            <a:r>
              <a:rPr lang="zh-CN" altLang="en-US" sz="2400" b="1"/>
              <a:t>、算子的定义</a:t>
            </a:r>
            <a:endParaRPr lang="zh-CN" altLang="en-US" sz="2400" b="1"/>
          </a:p>
        </p:txBody>
      </p:sp>
      <p:graphicFrame>
        <p:nvGraphicFramePr>
          <p:cNvPr id="17411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85750" y="1739559"/>
          <a:ext cx="3600450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公式" r:id="rId1" imgW="1473200" imgH="762000" progId="Equation.3">
                  <p:embed/>
                </p:oleObj>
              </mc:Choice>
              <mc:Fallback>
                <p:oleObj name="公式" r:id="rId1" imgW="1473200" imgH="762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1739559"/>
                        <a:ext cx="3600450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4809847" y="1336828"/>
          <a:ext cx="3600451" cy="2049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公式" r:id="rId3" imgW="1587500" imgH="1104900" progId="Equation.3">
                  <p:embed/>
                </p:oleObj>
              </mc:Choice>
              <mc:Fallback>
                <p:oleObj name="公式" r:id="rId3" imgW="1587500" imgH="1104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9847" y="1336828"/>
                        <a:ext cx="3600451" cy="2049839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285750" y="1928472"/>
            <a:ext cx="1511300" cy="574675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0" y="649288"/>
            <a:ext cx="5037138" cy="5032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§2.2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系统方程的算子表示法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15" name="Text Box 11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EBACB88-386E-4534-90C1-DC36CB721DDE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4120920" y="3123360"/>
            <a:ext cx="4927320" cy="1660320"/>
          </a:xfrm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08104" y="3442433"/>
                <a:ext cx="7879839" cy="3362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zh-CN" altLang="en-US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  <m:r>
                      <a:rPr lang="zh-CN" alt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sSup>
                          <m:sSup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p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0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den>
                    </m:f>
                    <m:r>
                      <a:rPr lang="zh-CN" alt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+⋅⋅⋅+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f>
                      <m:f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𝒅𝒓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zh-CN" alt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zh-CN" alt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(t)</a:t>
                </a:r>
                <a:b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p>
                          </m:sSup>
                          <m:r>
                            <a:rPr lang="zh-CN" alt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p>
                          </m:sSup>
                        </m:den>
                      </m:f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zh-CN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den>
                      </m:f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+⋅⋅⋅+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f>
                        <m:f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𝒅𝒆</m:t>
                          </m:r>
                          <m:d>
                            <m:dPr>
                              <m:ctrlPr>
                                <a:rPr lang="en-US" altLang="zh-CN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num>
                        <m:den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zh-CN" altLang="en-US" sz="20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i="1" dirty="0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zh-CN" altLang="en-US" sz="2000" i="1" dirty="0" smtClean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用算子符号表示为：</a:t>
                </a:r>
                <a:endParaRPr lang="en-US" altLang="zh-CN" sz="2000" i="1" dirty="0" smtClean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b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altLang="zh-CN" sz="2000" dirty="0" smtClean="0">
                    <a:solidFill>
                      <a:srgbClr val="000000"/>
                    </a:solidFill>
                    <a:latin typeface="+mj-ea"/>
                    <a:ea typeface="+mj-ea"/>
                  </a:rPr>
                  <a:t>p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baseline="30000" dirty="0">
                        <a:solidFill>
                          <a:srgbClr val="000000"/>
                        </a:solidFill>
                        <a:latin typeface="+mj-ea"/>
                        <a:ea typeface="+mj-ea"/>
                      </a:rPr>
                      <m:t>n</m:t>
                    </m:r>
                    <m:r>
                      <m:rPr>
                        <m:sty m:val="p"/>
                      </m:rPr>
                      <a:rPr lang="en-US" altLang="zh-CN" sz="2000" i="1">
                        <a:solidFill>
                          <a:srgbClr val="000000"/>
                        </a:solidFill>
                        <a:latin typeface="+mj-ea"/>
                        <a:ea typeface="+mj-ea"/>
                      </a:rPr>
                      <m:t>r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+mj-ea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0000"/>
                            </a:solidFill>
                            <a:latin typeface="+mj-ea"/>
                            <a:ea typeface="+mj-ea"/>
                          </a:rPr>
                          <m:t>𝒕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+mj-ea"/>
                        <a:ea typeface="+mj-ea"/>
                      </a:rPr>
                      <m:t>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+mj-ea"/>
                            <a:ea typeface="+mj-ea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+mj-ea"/>
                            <a:ea typeface="+mj-ea"/>
                          </a:rPr>
                          <m:t>𝒂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+mj-ea"/>
                            <a:ea typeface="+mj-ea"/>
                          </a:rPr>
                          <m:t>𝒏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+mj-ea"/>
                            <a:ea typeface="+mj-ea"/>
                          </a:rPr>
                          <m:t>−</m:t>
                        </m:r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+mj-ea"/>
                            <a:ea typeface="+mj-ea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j-ea"/>
                      </a:rPr>
                      <m:t>𝒑</m:t>
                    </m:r>
                    <m:r>
                      <a:rPr lang="zh-CN" altLang="en-US" sz="2000" i="1" baseline="30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baseline="300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000" i="1" baseline="30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m:rPr>
                        <m:sty m:val="p"/>
                      </m:rPr>
                      <a:rPr lang="en-US" altLang="zh-CN" sz="2000" i="1">
                        <a:solidFill>
                          <a:srgbClr val="000000"/>
                        </a:solidFill>
                        <a:latin typeface="+mj-ea"/>
                        <a:ea typeface="+mj-ea"/>
                      </a:rPr>
                      <m:t>r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000000"/>
                            </a:solidFill>
                            <a:latin typeface="+mj-ea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000000"/>
                            </a:solidFill>
                            <a:latin typeface="+mj-ea"/>
                            <a:ea typeface="+mj-ea"/>
                          </a:rPr>
                          <m:t>𝒕</m:t>
                        </m:r>
                      </m:e>
                    </m:d>
                    <m:r>
                      <a:rPr lang="en-US" altLang="zh-CN" sz="2000" i="1">
                        <a:solidFill>
                          <a:srgbClr val="000000"/>
                        </a:solidFill>
                        <a:latin typeface="+mj-ea"/>
                        <a:ea typeface="+mj-ea"/>
                      </a:rPr>
                      <m:t>+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⋅⋅⋅+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+</m:t>
                    </m:r>
                    <m:sSub>
                      <m:sSubPr>
                        <m:ctrlP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zh-CN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(t)</a:t>
                </a:r>
                <a:br>
                  <a:rPr lang="zh-CN" altLang="en-US" sz="20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000" dirty="0">
                          <a:solidFill>
                            <a:srgbClr val="000000"/>
                          </a:solidFill>
                          <a:latin typeface="+mj-ea"/>
                        </a:rPr>
                        <m:t>p</m:t>
                      </m:r>
                      <m:r>
                        <a:rPr lang="en-US" altLang="zh-CN" sz="2000" b="1" i="0" baseline="3000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𝐦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000" dirty="0">
                          <a:solidFill>
                            <a:srgbClr val="000000"/>
                          </a:solidFill>
                          <a:latin typeface="+mj-ea"/>
                        </a:rPr>
                        <m:t>p</m:t>
                      </m:r>
                      <m:r>
                        <a:rPr lang="en-US" altLang="zh-CN" sz="2000" baseline="30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𝐦</m:t>
                      </m:r>
                      <m:r>
                        <a:rPr lang="en-US" altLang="zh-CN" sz="2000" b="1" i="1" baseline="3000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1" i="1" baseline="3000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+⋅⋅⋅+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𝒑𝒆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zh-CN" altLang="en-US" sz="2000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04" y="3442433"/>
                <a:ext cx="7879839" cy="3362844"/>
              </a:xfrm>
              <a:prstGeom prst="rect">
                <a:avLst/>
              </a:prstGeom>
              <a:blipFill rotWithShape="1">
                <a:blip r:embed="rId5"/>
                <a:stretch>
                  <a:fillRect l="-6" t="-3" r="7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172"/>
    </mc:Choice>
    <mc:Fallback>
      <p:transition spd="slow" advTm="801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9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268413"/>
            <a:ext cx="4392612" cy="39608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800" b="1" dirty="0">
                <a:latin typeface="+mj-ea"/>
                <a:ea typeface="+mj-ea"/>
              </a:rPr>
              <a:t>2</a:t>
            </a:r>
            <a:r>
              <a:rPr lang="zh-CN" altLang="en-US" sz="2800" b="1" dirty="0">
                <a:latin typeface="+mj-ea"/>
                <a:ea typeface="+mj-ea"/>
              </a:rPr>
              <a:t>、算子的运算</a:t>
            </a:r>
            <a:endParaRPr lang="zh-CN" altLang="en-US" sz="2800" b="1" dirty="0">
              <a:latin typeface="+mj-ea"/>
              <a:ea typeface="+mj-ea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800" b="1" dirty="0">
                <a:latin typeface="+mj-ea"/>
                <a:ea typeface="+mj-ea"/>
              </a:rPr>
              <a:t>（</a:t>
            </a:r>
            <a:r>
              <a:rPr lang="en-US" altLang="zh-CN" sz="2800" b="1" dirty="0">
                <a:latin typeface="+mj-ea"/>
                <a:ea typeface="+mj-ea"/>
              </a:rPr>
              <a:t>1</a:t>
            </a:r>
            <a:r>
              <a:rPr lang="zh-CN" altLang="en-US" sz="2800" b="1" dirty="0">
                <a:latin typeface="+mj-ea"/>
                <a:ea typeface="+mj-ea"/>
              </a:rPr>
              <a:t>）可进行代数运算  </a:t>
            </a:r>
            <a:endParaRPr lang="zh-CN" altLang="en-US" sz="2800" b="1" dirty="0">
              <a:latin typeface="+mj-ea"/>
              <a:ea typeface="+mj-ea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800" b="1" dirty="0">
                <a:latin typeface="+mj-ea"/>
                <a:ea typeface="+mj-ea"/>
              </a:rPr>
              <a:t>             </a:t>
            </a:r>
            <a:endParaRPr lang="zh-CN" altLang="en-US" sz="2800" b="1" dirty="0">
              <a:latin typeface="+mj-ea"/>
              <a:ea typeface="+mj-ea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800" b="1" dirty="0">
                <a:latin typeface="+mj-ea"/>
                <a:ea typeface="+mj-ea"/>
              </a:rPr>
              <a:t>（</a:t>
            </a:r>
            <a:r>
              <a:rPr lang="en-US" altLang="zh-CN" sz="2800" b="1" dirty="0">
                <a:latin typeface="+mj-ea"/>
                <a:ea typeface="+mj-ea"/>
              </a:rPr>
              <a:t>2</a:t>
            </a:r>
            <a:r>
              <a:rPr lang="zh-CN" altLang="en-US" sz="2800" b="1" dirty="0">
                <a:latin typeface="+mj-ea"/>
                <a:ea typeface="+mj-ea"/>
              </a:rPr>
              <a:t>）抵消</a:t>
            </a:r>
            <a:endParaRPr lang="zh-CN" altLang="en-US" sz="2800" b="1" dirty="0">
              <a:latin typeface="+mj-ea"/>
              <a:ea typeface="+mj-ea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zh-CN" altLang="en-US" sz="2800" b="1" dirty="0">
              <a:latin typeface="+mj-ea"/>
              <a:ea typeface="+mj-ea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800" b="1" dirty="0">
                <a:latin typeface="+mj-ea"/>
                <a:ea typeface="+mj-ea"/>
              </a:rPr>
              <a:t>         </a:t>
            </a:r>
            <a:endParaRPr lang="zh-CN" altLang="en-US" sz="2800" b="1" dirty="0">
              <a:latin typeface="+mj-ea"/>
              <a:ea typeface="+mj-ea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800" b="1" dirty="0">
                <a:latin typeface="+mj-ea"/>
                <a:ea typeface="+mj-ea"/>
              </a:rPr>
              <a:t>（</a:t>
            </a:r>
            <a:r>
              <a:rPr lang="en-US" altLang="zh-CN" sz="2800" b="1" dirty="0">
                <a:latin typeface="+mj-ea"/>
                <a:ea typeface="+mj-ea"/>
              </a:rPr>
              <a:t>3</a:t>
            </a:r>
            <a:r>
              <a:rPr lang="zh-CN" altLang="en-US" sz="2800" b="1" dirty="0">
                <a:latin typeface="+mj-ea"/>
                <a:ea typeface="+mj-ea"/>
              </a:rPr>
              <a:t>）</a:t>
            </a:r>
            <a:endParaRPr lang="zh-CN" altLang="en-US" sz="2800" b="1" dirty="0">
              <a:latin typeface="+mj-ea"/>
              <a:ea typeface="+mj-ea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800" b="1" dirty="0">
                <a:latin typeface="+mj-ea"/>
                <a:ea typeface="+mj-ea"/>
              </a:rPr>
              <a:t>      </a:t>
            </a:r>
            <a:endParaRPr lang="zh-CN" altLang="en-US" sz="2800" b="1" dirty="0">
              <a:latin typeface="+mj-ea"/>
              <a:ea typeface="+mj-ea"/>
            </a:endParaRPr>
          </a:p>
        </p:txBody>
      </p:sp>
      <p:grpSp>
        <p:nvGrpSpPr>
          <p:cNvPr id="2" name="Group 11"/>
          <p:cNvGrpSpPr/>
          <p:nvPr/>
        </p:nvGrpSpPr>
        <p:grpSpPr bwMode="auto">
          <a:xfrm>
            <a:off x="2843213" y="2420938"/>
            <a:ext cx="4105275" cy="1728787"/>
            <a:chOff x="3243" y="1862"/>
            <a:chExt cx="2133" cy="1124"/>
          </a:xfrm>
        </p:grpSpPr>
        <p:sp>
          <p:nvSpPr>
            <p:cNvPr id="4107" name="AutoShape 7"/>
            <p:cNvSpPr/>
            <p:nvPr/>
          </p:nvSpPr>
          <p:spPr bwMode="auto">
            <a:xfrm>
              <a:off x="3243" y="2160"/>
              <a:ext cx="91" cy="680"/>
            </a:xfrm>
            <a:prstGeom prst="leftBrace">
              <a:avLst>
                <a:gd name="adj1" fmla="val 6227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graphicFrame>
          <p:nvGraphicFramePr>
            <p:cNvPr id="18444" name="Object 9"/>
            <p:cNvGraphicFramePr>
              <a:graphicFrameLocks noChangeAspect="1"/>
            </p:cNvGraphicFramePr>
            <p:nvPr/>
          </p:nvGraphicFramePr>
          <p:xfrm>
            <a:off x="3360" y="1862"/>
            <a:ext cx="2016" cy="1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2" name="公式" r:id="rId1" imgW="1548765" imgH="862965" progId="Equation.3">
                    <p:embed/>
                  </p:oleObj>
                </mc:Choice>
                <mc:Fallback>
                  <p:oleObj name="公式" r:id="rId1" imgW="1548765" imgH="86296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1862"/>
                          <a:ext cx="2016" cy="11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40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835150" y="4149725"/>
          <a:ext cx="32004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" name="公式" r:id="rId3" imgW="1269365" imgH="177800" progId="Equation.3">
                  <p:embed/>
                </p:oleObj>
              </mc:Choice>
              <mc:Fallback>
                <p:oleObj name="公式" r:id="rId3" imgW="1269365" imgH="177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149725"/>
                        <a:ext cx="32004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3" name="Rectangle 15"/>
          <p:cNvSpPr>
            <a:spLocks noChangeArrowheads="1"/>
          </p:cNvSpPr>
          <p:nvPr/>
        </p:nvSpPr>
        <p:spPr bwMode="auto">
          <a:xfrm>
            <a:off x="0" y="620713"/>
            <a:ext cx="5219700" cy="5032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</a:rPr>
              <a:t>§2.2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</a:rPr>
              <a:t>系统方程的算子表示法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104" name="Text Box 1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/>
          <a:p>
            <a:pPr algn="ctr" defTabSz="1306830">
              <a:lnSpc>
                <a:spcPct val="85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kumimoji="1" lang="zh-CN" altLang="en-US">
                <a:solidFill>
                  <a:schemeClr val="bg1"/>
                </a:solidFill>
                <a:latin typeface="+mj-ea"/>
                <a:ea typeface="+mj-ea"/>
              </a:rPr>
              <a:t>信号与系统             第二章连续时间系统时域分析</a:t>
            </a:r>
            <a:endParaRPr kumimoji="1"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22545" name="Object 17"/>
          <p:cNvGraphicFramePr>
            <a:graphicFrameLocks noChangeAspect="1"/>
          </p:cNvGraphicFramePr>
          <p:nvPr/>
        </p:nvGraphicFramePr>
        <p:xfrm>
          <a:off x="4500563" y="1773238"/>
          <a:ext cx="42481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" name="公式" r:id="rId5" imgW="2197100" imgH="228600" progId="Equation.3">
                  <p:embed/>
                </p:oleObj>
              </mc:Choice>
              <mc:Fallback>
                <p:oleObj name="公式" r:id="rId5" imgW="21971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773238"/>
                        <a:ext cx="42481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6" name="Rectangle 18"/>
          <p:cNvSpPr>
            <a:spLocks noChangeArrowheads="1"/>
          </p:cNvSpPr>
          <p:nvPr/>
        </p:nvSpPr>
        <p:spPr bwMode="auto">
          <a:xfrm>
            <a:off x="395288" y="4652963"/>
            <a:ext cx="1081087" cy="5032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+mj-ea"/>
                <a:ea typeface="+mj-ea"/>
              </a:rPr>
              <a:t>结论</a:t>
            </a:r>
            <a:r>
              <a:rPr lang="en-US" altLang="zh-CN" dirty="0">
                <a:latin typeface="+mj-ea"/>
                <a:ea typeface="+mj-ea"/>
              </a:rPr>
              <a:t>: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22547" name="Rectangle 19"/>
          <p:cNvSpPr>
            <a:spLocks noChangeArrowheads="1"/>
          </p:cNvSpPr>
          <p:nvPr/>
        </p:nvSpPr>
        <p:spPr bwMode="auto">
          <a:xfrm>
            <a:off x="1547813" y="4941888"/>
            <a:ext cx="7334250" cy="1916112"/>
          </a:xfrm>
          <a:prstGeom prst="rect">
            <a:avLst/>
          </a:prstGeom>
          <a:solidFill>
            <a:srgbClr val="006600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445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代数量的运算规则对于算子符号一般可以应用</a:t>
            </a:r>
            <a:r>
              <a:rPr lang="en-US" altLang="zh-CN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只是分子分母中</a:t>
            </a:r>
            <a:r>
              <a:rPr lang="en-US" altLang="zh-CN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或等式两方中的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算子符号却不能随便消去</a:t>
            </a: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2F46E96-4E4E-43BA-846D-9914D088B242}" type="datetime1">
              <a:rPr lang="zh-CN" altLang="en-US"/>
            </a:fld>
            <a:endParaRPr lang="en-US" altLang="zh-CN" dirty="0"/>
          </a:p>
        </p:txBody>
      </p:sp>
      <p:sp>
        <p:nvSpPr>
          <p:cNvPr id="3" name="墨迹 2"/>
          <p:cNvSpPr/>
          <p:nvPr/>
        </p:nvSpPr>
        <p:spPr bwMode="auto">
          <a:xfrm>
            <a:off x="3078360" y="2205000"/>
            <a:ext cx="5040720" cy="1879560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/>
        </p:nvGraphicFramePr>
        <p:xfrm>
          <a:off x="5920453" y="95431"/>
          <a:ext cx="2491338" cy="1612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" name="公式" r:id="rId7" imgW="1587500" imgH="1104900" progId="Equation.3">
                  <p:embed/>
                </p:oleObj>
              </mc:Choice>
              <mc:Fallback>
                <p:oleObj name="公式" r:id="rId7" imgW="1587500" imgH="1104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0453" y="95431"/>
                        <a:ext cx="2491338" cy="1612642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9"/>
    </p:custDataLst>
  </p:cSld>
  <p:clrMapOvr>
    <a:masterClrMapping/>
  </p:clrMapOvr>
  <p:transition spd="med" advTm="194645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6" grpId="0"/>
      <p:bldP spid="225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4925" y="1196974"/>
            <a:ext cx="4240861" cy="1439863"/>
          </a:xfrm>
        </p:spPr>
        <p:txBody>
          <a:bodyPr/>
          <a:lstStyle/>
          <a:p>
            <a:pPr marL="0" indent="177800" eaLnBrk="1" hangingPunct="1">
              <a:lnSpc>
                <a:spcPct val="115000"/>
              </a:lnSpc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、转移算子        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177800" eaLnBrk="1" hangingPunct="1">
              <a:lnSpc>
                <a:spcPct val="115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利用算子表示法，输入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输出方程可以表示为：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557" name="Object 5"/>
          <p:cNvGraphicFramePr>
            <a:graphicFrameLocks noGrp="1" noChangeAspect="1"/>
          </p:cNvGraphicFramePr>
          <p:nvPr>
            <p:ph idx="4294967295"/>
          </p:nvPr>
        </p:nvGraphicFramePr>
        <p:xfrm>
          <a:off x="375366" y="2835275"/>
          <a:ext cx="532765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8" name="公式" r:id="rId1" imgW="2324100" imgH="482600" progId="Equation.3">
                  <p:embed/>
                </p:oleObj>
              </mc:Choice>
              <mc:Fallback>
                <p:oleObj name="公式" r:id="rId1" imgW="23241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366" y="2835275"/>
                        <a:ext cx="5327650" cy="11064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0" y="649288"/>
            <a:ext cx="4964113" cy="5032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§2.2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系统方程的算子表示法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61" name="Text Box 12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" name="Group 20"/>
          <p:cNvGrpSpPr/>
          <p:nvPr/>
        </p:nvGrpSpPr>
        <p:grpSpPr bwMode="auto">
          <a:xfrm>
            <a:off x="395288" y="2276475"/>
            <a:ext cx="4049712" cy="1081088"/>
            <a:chOff x="249" y="1434"/>
            <a:chExt cx="2722" cy="681"/>
          </a:xfrm>
        </p:grpSpPr>
        <p:sp>
          <p:nvSpPr>
            <p:cNvPr id="19475" name="Line 13"/>
            <p:cNvSpPr>
              <a:spLocks noChangeShapeType="1"/>
            </p:cNvSpPr>
            <p:nvPr/>
          </p:nvSpPr>
          <p:spPr bwMode="auto">
            <a:xfrm flipV="1">
              <a:off x="1701" y="1616"/>
              <a:ext cx="272" cy="9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76" name="Object 7"/>
            <p:cNvGraphicFramePr>
              <a:graphicFrameLocks noChangeAspect="1"/>
            </p:cNvGraphicFramePr>
            <p:nvPr/>
          </p:nvGraphicFramePr>
          <p:xfrm>
            <a:off x="1973" y="1434"/>
            <a:ext cx="454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99" name="公式" r:id="rId3" imgW="368300" imgH="203200" progId="Equation.3">
                    <p:embed/>
                  </p:oleObj>
                </mc:Choice>
                <mc:Fallback>
                  <p:oleObj name="公式" r:id="rId3" imgW="368300" imgH="203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1434"/>
                          <a:ext cx="454" cy="251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7" name="Rectangle 16"/>
            <p:cNvSpPr>
              <a:spLocks noChangeArrowheads="1"/>
            </p:cNvSpPr>
            <p:nvPr/>
          </p:nvSpPr>
          <p:spPr bwMode="auto">
            <a:xfrm>
              <a:off x="249" y="1706"/>
              <a:ext cx="2722" cy="409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</p:grpSp>
      <p:grpSp>
        <p:nvGrpSpPr>
          <p:cNvPr id="5" name="Group 21"/>
          <p:cNvGrpSpPr/>
          <p:nvPr/>
        </p:nvGrpSpPr>
        <p:grpSpPr bwMode="auto">
          <a:xfrm>
            <a:off x="684213" y="3357563"/>
            <a:ext cx="4394200" cy="1190625"/>
            <a:chOff x="431" y="2160"/>
            <a:chExt cx="3002" cy="705"/>
          </a:xfrm>
        </p:grpSpPr>
        <p:sp>
          <p:nvSpPr>
            <p:cNvPr id="19472" name="Rectangle 17"/>
            <p:cNvSpPr>
              <a:spLocks noChangeArrowheads="1"/>
            </p:cNvSpPr>
            <p:nvPr/>
          </p:nvSpPr>
          <p:spPr bwMode="auto">
            <a:xfrm>
              <a:off x="431" y="2160"/>
              <a:ext cx="3002" cy="4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  <p:sp>
          <p:nvSpPr>
            <p:cNvPr id="19473" name="Line 18"/>
            <p:cNvSpPr>
              <a:spLocks noChangeShapeType="1"/>
            </p:cNvSpPr>
            <p:nvPr/>
          </p:nvSpPr>
          <p:spPr bwMode="auto">
            <a:xfrm>
              <a:off x="1837" y="2568"/>
              <a:ext cx="31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74" name="Object 6"/>
            <p:cNvGraphicFramePr>
              <a:graphicFrameLocks noChangeAspect="1"/>
            </p:cNvGraphicFramePr>
            <p:nvPr/>
          </p:nvGraphicFramePr>
          <p:xfrm>
            <a:off x="2192" y="2614"/>
            <a:ext cx="47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0" name="公式" r:id="rId5" imgW="381000" imgH="203200" progId="Equation.3">
                    <p:embed/>
                  </p:oleObj>
                </mc:Choice>
                <mc:Fallback>
                  <p:oleObj name="公式" r:id="rId5" imgW="381000" imgH="203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2" y="2614"/>
                          <a:ext cx="470" cy="251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42" name="Object 3"/>
          <p:cNvGraphicFramePr>
            <a:graphicFrameLocks noChangeAspect="1"/>
          </p:cNvGraphicFramePr>
          <p:nvPr/>
        </p:nvGraphicFramePr>
        <p:xfrm>
          <a:off x="1101725" y="5861050"/>
          <a:ext cx="12795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1" name="公式" r:id="rId7" imgW="532765" imgH="215900" progId="Equation.3">
                  <p:embed/>
                </p:oleObj>
              </mc:Choice>
              <mc:Fallback>
                <p:oleObj name="公式" r:id="rId7" imgW="532765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5861050"/>
                        <a:ext cx="12795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5"/>
          <p:cNvGrpSpPr/>
          <p:nvPr/>
        </p:nvGrpSpPr>
        <p:grpSpPr bwMode="auto">
          <a:xfrm>
            <a:off x="498475" y="4351338"/>
            <a:ext cx="7394575" cy="1377950"/>
            <a:chOff x="204" y="2750"/>
            <a:chExt cx="4658" cy="868"/>
          </a:xfrm>
        </p:grpSpPr>
        <p:graphicFrame>
          <p:nvGraphicFramePr>
            <p:cNvPr id="19469" name="Object 9"/>
            <p:cNvGraphicFramePr>
              <a:graphicFrameLocks noChangeAspect="1"/>
            </p:cNvGraphicFramePr>
            <p:nvPr/>
          </p:nvGraphicFramePr>
          <p:xfrm>
            <a:off x="612" y="3067"/>
            <a:ext cx="4250" cy="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2" name="公式" r:id="rId9" imgW="2895600" imgH="457200" progId="Equation.3">
                    <p:embed/>
                  </p:oleObj>
                </mc:Choice>
                <mc:Fallback>
                  <p:oleObj name="公式" r:id="rId9" imgW="2895600" imgH="457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3067"/>
                          <a:ext cx="4250" cy="551"/>
                        </a:xfrm>
                        <a:prstGeom prst="rect">
                          <a:avLst/>
                        </a:prstGeom>
                        <a:solidFill>
                          <a:srgbClr val="CC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0" name="Rectangle 10"/>
            <p:cNvSpPr>
              <a:spLocks noChangeArrowheads="1"/>
            </p:cNvSpPr>
            <p:nvPr/>
          </p:nvSpPr>
          <p:spPr bwMode="auto">
            <a:xfrm>
              <a:off x="667" y="2768"/>
              <a:ext cx="1225" cy="318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黑体" panose="02010609060101010101" pitchFamily="49" charset="-122"/>
                </a:rPr>
                <a:t>转移算子：</a:t>
              </a:r>
              <a:endParaRPr lang="zh-CN" altLang="en-US" sz="2800">
                <a:latin typeface="黑体" panose="02010609060101010101" pitchFamily="49" charset="-122"/>
              </a:endParaRPr>
            </a:p>
          </p:txBody>
        </p:sp>
        <p:sp>
          <p:nvSpPr>
            <p:cNvPr id="19471" name="Rectangle 10"/>
            <p:cNvSpPr>
              <a:spLocks noChangeArrowheads="1"/>
            </p:cNvSpPr>
            <p:nvPr/>
          </p:nvSpPr>
          <p:spPr bwMode="auto">
            <a:xfrm>
              <a:off x="204" y="2750"/>
              <a:ext cx="453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黑体" panose="02010609060101010101" pitchFamily="49" charset="-122"/>
                </a:rPr>
                <a:t>引入</a:t>
              </a:r>
              <a:endParaRPr lang="zh-CN" altLang="en-US" sz="2800">
                <a:latin typeface="黑体" panose="02010609060101010101" pitchFamily="49" charset="-122"/>
              </a:endParaRPr>
            </a:p>
          </p:txBody>
        </p:sp>
      </p:grpSp>
      <p:graphicFrame>
        <p:nvGraphicFramePr>
          <p:cNvPr id="5144" name="Object 4"/>
          <p:cNvGraphicFramePr>
            <a:graphicFrameLocks noChangeAspect="1"/>
          </p:cNvGraphicFramePr>
          <p:nvPr/>
        </p:nvGraphicFramePr>
        <p:xfrm>
          <a:off x="2411413" y="5675313"/>
          <a:ext cx="244792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3" name="公式" r:id="rId11" imgW="1130300" imgH="419100" progId="Equation.3">
                  <p:embed/>
                </p:oleObj>
              </mc:Choice>
              <mc:Fallback>
                <p:oleObj name="公式" r:id="rId11" imgW="11303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675313"/>
                        <a:ext cx="2447925" cy="906462"/>
                      </a:xfrm>
                      <a:prstGeom prst="rect">
                        <a:avLst/>
                      </a:prstGeom>
                      <a:solidFill>
                        <a:srgbClr val="F0FE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日期占位符 2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523AE27-375C-4593-8631-E6E5E1D7D13D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400320" y="3304080"/>
            <a:ext cx="8232120" cy="346392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167306" y="821533"/>
            <a:ext cx="4976694" cy="3187852"/>
            <a:chOff x="4206026" y="874562"/>
            <a:chExt cx="5241411" cy="3187852"/>
          </a:xfrm>
        </p:grpSpPr>
        <p:graphicFrame>
          <p:nvGraphicFramePr>
            <p:cNvPr id="19479" name="Object 18"/>
            <p:cNvGraphicFramePr>
              <a:graphicFrameLocks noChangeAspect="1"/>
            </p:cNvGraphicFramePr>
            <p:nvPr/>
          </p:nvGraphicFramePr>
          <p:xfrm>
            <a:off x="6084888" y="2492376"/>
            <a:ext cx="2376488" cy="1570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04" name="公式" r:id="rId13" imgW="1066800" imgH="1092200" progId="Equation.3">
                    <p:embed/>
                  </p:oleObj>
                </mc:Choice>
                <mc:Fallback>
                  <p:oleObj name="公式" r:id="rId13" imgW="1066800" imgH="10922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4888" y="2492376"/>
                          <a:ext cx="2376488" cy="1570038"/>
                        </a:xfrm>
                        <a:prstGeom prst="rect">
                          <a:avLst/>
                        </a:prstGeom>
                        <a:solidFill>
                          <a:srgbClr val="CCCCFF"/>
                        </a:solidFill>
                        <a:ln>
                          <a:noFill/>
                        </a:ln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Object 12"/>
                <p:cNvSpPr txBox="1"/>
                <p:nvPr/>
              </p:nvSpPr>
              <p:spPr bwMode="auto">
                <a:xfrm>
                  <a:off x="4206026" y="874562"/>
                  <a:ext cx="5241411" cy="1272686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>
                  <a:noAutofit/>
                </a:bodyPr>
                <a:lstStyle>
                  <a:lvl1pPr marL="469900" indent="-469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908050" indent="-43688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Ø"/>
                    <a:defRPr sz="26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304925" indent="-3956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ü"/>
                    <a:defRPr sz="23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94180" indent="-3873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94230" indent="-398780" algn="l" rtl="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  <a:lvl6pPr marL="2551430" indent="-398780" algn="l" rtl="0" fontAlgn="base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6pPr>
                  <a:lvl7pPr marL="3008630" indent="-398780" algn="l" rtl="0" fontAlgn="base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7pPr>
                  <a:lvl8pPr marL="3465830" indent="-398780" algn="l" rtl="0" fontAlgn="base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8pPr>
                  <a:lvl9pPr marL="3923030" indent="-398780" algn="l" rtl="0" fontAlgn="base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9pPr>
                </a:lstStyle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4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输入</m:t>
                        </m:r>
                        <m:r>
                          <a:rPr lang="zh-CN" altLang="en-US" sz="1400" b="0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4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输出方程：</m:t>
                        </m:r>
                      </m:oMath>
                      <m:oMath xmlns:m="http://schemas.openxmlformats.org/officeDocument/2006/math">
                        <m:f>
                          <m:f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zh-CN" altLang="en-US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zh-CN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sz="14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zh-CN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sz="14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+⋅⋅⋅+</m:t>
                        </m:r>
                        <m:sSub>
                          <m:sSub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𝑑𝑟</m:t>
                            </m:r>
                            <m:r>
                              <a:rPr lang="en-US" altLang="zh-CN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zh-CN" altLang="en-US" sz="14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4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nor/>
                          </m:rPr>
                          <a:rPr lang="en-US" altLang="zh-CN" sz="1400" b="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1400" b="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CN" sz="1400" b="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  <m:oMath xmlns:m="http://schemas.openxmlformats.org/officeDocument/2006/math">
                        <m:r>
                          <a:rPr lang="zh-CN" altLang="en-US" sz="14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f>
                          <m:f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a:rPr lang="zh-CN" altLang="en-US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CN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sz="14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CN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4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1400" b="0" i="1" ker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zh-CN" altLang="en-US" sz="14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+⋅⋅⋅+</m:t>
                        </m:r>
                        <m:sSub>
                          <m:sSub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𝑑𝑒</m:t>
                            </m:r>
                            <m:d>
                              <m:dPr>
                                <m:ctrlPr>
                                  <a:rPr lang="en-US" altLang="zh-CN" sz="14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zh-CN" altLang="en-US" sz="14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sz="14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4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14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4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4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br>
                    <a:rPr lang="zh-CN" altLang="en-US" sz="1400" b="0" i="1" kern="0" dirty="0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</a:br>
                  <a:endParaRPr lang="zh-CN" altLang="en-US" sz="1400" b="0" kern="0" dirty="0"/>
                </a:p>
              </p:txBody>
            </p:sp>
          </mc:Choice>
          <mc:Fallback>
            <p:sp>
              <p:nvSpPr>
                <p:cNvPr id="25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6026" y="874562"/>
                  <a:ext cx="5241411" cy="1272686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2201"/>
    </mc:Choice>
    <mc:Fallback>
      <p:transition spd="slow" advTm="2022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7213" y="1484313"/>
            <a:ext cx="8259762" cy="2725737"/>
          </a:xfr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系统的</a:t>
            </a:r>
            <a:r>
              <a:rPr lang="zh-CN" altLang="en-US" sz="2400" b="1" dirty="0">
                <a:solidFill>
                  <a:srgbClr val="6600CC"/>
                </a:solidFill>
              </a:rPr>
              <a:t>零输入响应</a:t>
            </a:r>
            <a:r>
              <a:rPr lang="zh-CN" altLang="en-US" sz="2400" b="1" dirty="0"/>
              <a:t>是当系统没有外加激励信号时的响应</a:t>
            </a:r>
            <a:r>
              <a:rPr lang="en-US" altLang="zh-CN" sz="2400" b="1" dirty="0"/>
              <a:t>: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求系统的零输入响应，就要求解齐次方程：       </a:t>
            </a:r>
            <a:endParaRPr lang="zh-CN" altLang="en-US" sz="2400" b="1" dirty="0"/>
          </a:p>
        </p:txBody>
      </p:sp>
      <p:graphicFrame>
        <p:nvGraphicFramePr>
          <p:cNvPr id="2458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100138" y="4452938"/>
          <a:ext cx="6481762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3" name="公式" r:id="rId1" imgW="2692400" imgH="457200" progId="Equation.3">
                  <p:embed/>
                </p:oleObj>
              </mc:Choice>
              <mc:Fallback>
                <p:oleObj name="公式" r:id="rId1" imgW="2692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4452938"/>
                        <a:ext cx="6481762" cy="1100137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485" name="Group 10"/>
          <p:cNvGrpSpPr/>
          <p:nvPr/>
        </p:nvGrpSpPr>
        <p:grpSpPr bwMode="auto">
          <a:xfrm>
            <a:off x="1201738" y="2366963"/>
            <a:ext cx="4408487" cy="1084262"/>
            <a:chOff x="757" y="1491"/>
            <a:chExt cx="2777" cy="683"/>
          </a:xfrm>
        </p:grpSpPr>
        <p:graphicFrame>
          <p:nvGraphicFramePr>
            <p:cNvPr id="20488" name="Object 3"/>
            <p:cNvGraphicFramePr>
              <a:graphicFrameLocks noChangeAspect="1"/>
            </p:cNvGraphicFramePr>
            <p:nvPr/>
          </p:nvGraphicFramePr>
          <p:xfrm>
            <a:off x="757" y="1491"/>
            <a:ext cx="1678" cy="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" name="公式" r:id="rId3" imgW="1028700" imgH="419100" progId="Equation.3">
                    <p:embed/>
                  </p:oleObj>
                </mc:Choice>
                <mc:Fallback>
                  <p:oleObj name="公式" r:id="rId3" imgW="1028700" imgH="4191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" y="1491"/>
                          <a:ext cx="1678" cy="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Object 9"/>
            <p:cNvGraphicFramePr>
              <a:graphicFrameLocks noChangeAspect="1"/>
            </p:cNvGraphicFramePr>
            <p:nvPr/>
          </p:nvGraphicFramePr>
          <p:xfrm>
            <a:off x="2726" y="1627"/>
            <a:ext cx="808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" name="公式" r:id="rId5" imgW="494665" imgH="203200" progId="Equation.3">
                    <p:embed/>
                  </p:oleObj>
                </mc:Choice>
                <mc:Fallback>
                  <p:oleObj name="公式" r:id="rId5" imgW="494665" imgH="203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6" y="1627"/>
                          <a:ext cx="808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CCAA09D-224A-45DB-AFA5-B274133A6977}" type="datetime1">
              <a:rPr lang="zh-CN" altLang="en-US"/>
            </a:fld>
            <a:endParaRPr lang="zh-CN" altLang="en-US" dirty="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620713"/>
            <a:ext cx="8577263" cy="647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§2.3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系统的零输入响应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34"/>
    </mc:Choice>
    <mc:Fallback>
      <p:transition spd="slow" advTm="115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57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57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457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318817"/>
            <a:ext cx="2806700" cy="5365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b="1" dirty="0">
                <a:solidFill>
                  <a:srgbClr val="FF3300"/>
                </a:solidFill>
              </a:rPr>
              <a:t>1</a:t>
            </a:r>
            <a:r>
              <a:rPr lang="zh-CN" altLang="en-US" sz="2800" b="1" dirty="0">
                <a:solidFill>
                  <a:srgbClr val="FF3300"/>
                </a:solidFill>
              </a:rPr>
              <a:t>、一阶系统</a:t>
            </a:r>
            <a:endParaRPr lang="zh-CN" altLang="en-US" sz="2800" b="1" dirty="0">
              <a:solidFill>
                <a:srgbClr val="FF3300"/>
              </a:solidFill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 b="1" dirty="0"/>
              <a:t>     </a:t>
            </a:r>
            <a:endParaRPr lang="zh-CN" altLang="en-US" sz="2800" b="1" dirty="0"/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0" y="620713"/>
            <a:ext cx="4427538" cy="647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§2.3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系统的零输入响应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10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>
          <a:xfrm>
            <a:off x="0" y="6465888"/>
            <a:ext cx="1320800" cy="195262"/>
          </a:xfrm>
        </p:spPr>
        <p:txBody>
          <a:bodyPr/>
          <a:lstStyle/>
          <a:p>
            <a:pPr>
              <a:defRPr/>
            </a:pPr>
            <a:fld id="{91FC987C-1D41-4A0F-A0C1-8A5BCB51D05C}" type="datetime1">
              <a:rPr lang="zh-CN" altLang="en-US" smtClean="0"/>
            </a:fld>
            <a:endParaRPr lang="en-US" altLang="zh-CN"/>
          </a:p>
          <a:p>
            <a:pPr>
              <a:defRPr/>
            </a:pP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105" y="2051427"/>
            <a:ext cx="5186400" cy="6096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30" y="2645767"/>
            <a:ext cx="7772457" cy="119063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50" y="3685778"/>
            <a:ext cx="5757905" cy="10525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50" y="4730297"/>
            <a:ext cx="5186400" cy="9477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57" y="5682848"/>
            <a:ext cx="6467522" cy="714380"/>
          </a:xfrm>
          <a:prstGeom prst="rect">
            <a:avLst/>
          </a:prstGeom>
        </p:spPr>
      </p:pic>
      <p:cxnSp>
        <p:nvCxnSpPr>
          <p:cNvPr id="22" name="直接连接符 21"/>
          <p:cNvCxnSpPr/>
          <p:nvPr/>
        </p:nvCxnSpPr>
        <p:spPr>
          <a:xfrm>
            <a:off x="234950" y="1946959"/>
            <a:ext cx="8577263" cy="0"/>
          </a:xfrm>
          <a:prstGeom prst="line">
            <a:avLst/>
          </a:prstGeom>
          <a:ln w="57150" cmpd="sng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413599" y="4738298"/>
            <a:ext cx="6624638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83368" y="2705878"/>
            <a:ext cx="6365875" cy="23813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462755" y="5703366"/>
            <a:ext cx="6708775" cy="22225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283368" y="3729713"/>
            <a:ext cx="6478588" cy="22225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  <p:transition spd="med" advTm="144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341438"/>
            <a:ext cx="2878137" cy="5365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>
                <a:solidFill>
                  <a:srgbClr val="FF3300"/>
                </a:solidFill>
              </a:rPr>
              <a:t>2</a:t>
            </a:r>
            <a:r>
              <a:rPr lang="zh-CN" altLang="en-US" sz="2800" b="1">
                <a:solidFill>
                  <a:srgbClr val="FF3300"/>
                </a:solidFill>
              </a:rPr>
              <a:t>、二阶系统</a:t>
            </a:r>
            <a:endParaRPr lang="zh-CN" altLang="en-US" sz="2800" b="1">
              <a:solidFill>
                <a:srgbClr val="FF3300"/>
              </a:solidFill>
            </a:endParaRPr>
          </a:p>
          <a:p>
            <a:pPr eaLnBrk="1" hangingPunct="1">
              <a:buFontTx/>
              <a:buNone/>
            </a:pPr>
            <a:endParaRPr lang="en-US" altLang="zh-CN" sz="2800" b="1">
              <a:solidFill>
                <a:srgbClr val="FF3300"/>
              </a:solidFill>
            </a:endParaRPr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27988" y="1878013"/>
          <a:ext cx="7182461" cy="2148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name="公式" r:id="rId1" imgW="77419200" imgH="23164800" progId="Equation.3">
                  <p:embed/>
                </p:oleObj>
              </mc:Choice>
              <mc:Fallback>
                <p:oleObj name="公式" r:id="rId1" imgW="77419200" imgH="23164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988" y="1878013"/>
                        <a:ext cx="7182461" cy="2148098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0" y="620713"/>
            <a:ext cx="4572000" cy="647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§2.3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系统的零输入响应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534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8A7136B-2812-4845-B388-97BDB2A58B32}" type="datetime1">
              <a:rPr lang="zh-CN" altLang="en-US"/>
            </a:fld>
            <a:endParaRPr lang="en-US" altLang="zh-CN" dirty="0"/>
          </a:p>
        </p:txBody>
      </p:sp>
      <p:sp>
        <p:nvSpPr>
          <p:cNvPr id="2" name="墨迹 1"/>
          <p:cNvSpPr/>
          <p:nvPr/>
        </p:nvSpPr>
        <p:spPr bwMode="auto">
          <a:xfrm>
            <a:off x="4689720" y="3658680"/>
            <a:ext cx="4091760" cy="275184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4131850"/>
            <a:ext cx="6086520" cy="685805"/>
          </a:xfrm>
          <a:prstGeom prst="rect">
            <a:avLst/>
          </a:prstGeom>
        </p:spPr>
      </p:pic>
      <p:sp>
        <p:nvSpPr>
          <p:cNvPr id="13" name="下箭头 4"/>
          <p:cNvSpPr/>
          <p:nvPr/>
        </p:nvSpPr>
        <p:spPr>
          <a:xfrm>
            <a:off x="2488346" y="4817655"/>
            <a:ext cx="212813" cy="295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下箭头 12"/>
          <p:cNvSpPr/>
          <p:nvPr/>
        </p:nvSpPr>
        <p:spPr>
          <a:xfrm>
            <a:off x="5580582" y="4782981"/>
            <a:ext cx="214378" cy="295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94" y="5010758"/>
            <a:ext cx="6986639" cy="70009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5735977"/>
            <a:ext cx="5257838" cy="723905"/>
          </a:xfrm>
          <a:prstGeom prst="rect">
            <a:avLst/>
          </a:prstGeom>
          <a:solidFill>
            <a:srgbClr val="FFFF00"/>
          </a:solidFill>
        </p:spPr>
      </p:pic>
    </p:spTree>
    <p:custDataLst>
      <p:tags r:id="rId6"/>
    </p:custDataLst>
  </p:cSld>
  <p:clrMapOvr>
    <a:masterClrMapping/>
  </p:clrMapOvr>
  <p:transition spd="med" advTm="5198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5AA658-705E-4F2A-B153-74FC818DFD53}" type="datetime1">
              <a:rPr lang="zh-CN" altLang="en-US" smtClean="0"/>
            </a:fld>
            <a:endParaRPr lang="en-US" altLang="zh-CN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719"/>
          <a:stretch>
            <a:fillRect/>
          </a:stretch>
        </p:blipFill>
        <p:spPr>
          <a:xfrm>
            <a:off x="0" y="1657398"/>
            <a:ext cx="9144000" cy="410227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412875"/>
            <a:ext cx="5554662" cy="5762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 dirty="0">
                <a:solidFill>
                  <a:srgbClr val="FF3300"/>
                </a:solidFill>
              </a:rPr>
              <a:t>3</a:t>
            </a:r>
            <a:r>
              <a:rPr lang="zh-CN" altLang="en-US" sz="2800" b="1" dirty="0">
                <a:solidFill>
                  <a:srgbClr val="FF3300"/>
                </a:solidFill>
              </a:rPr>
              <a:t>、</a:t>
            </a:r>
            <a:r>
              <a:rPr lang="en-US" altLang="zh-CN" sz="2800" b="1" dirty="0">
                <a:solidFill>
                  <a:srgbClr val="FF3300"/>
                </a:solidFill>
              </a:rPr>
              <a:t>n</a:t>
            </a:r>
            <a:r>
              <a:rPr lang="zh-CN" altLang="en-US" sz="2800" b="1" dirty="0">
                <a:solidFill>
                  <a:srgbClr val="FF3300"/>
                </a:solidFill>
              </a:rPr>
              <a:t>阶系统</a:t>
            </a:r>
            <a:r>
              <a:rPr lang="en-US" altLang="zh-CN" sz="2800" b="1" dirty="0">
                <a:solidFill>
                  <a:srgbClr val="FF3300"/>
                </a:solidFill>
              </a:rPr>
              <a:t>(</a:t>
            </a:r>
            <a:r>
              <a:rPr lang="zh-CN" altLang="en-US" sz="2800" b="1" dirty="0">
                <a:solidFill>
                  <a:srgbClr val="FF3300"/>
                </a:solidFill>
              </a:rPr>
              <a:t>假定全是单根）</a:t>
            </a:r>
            <a:endParaRPr lang="zh-CN" altLang="en-US" sz="2800" b="1" dirty="0">
              <a:solidFill>
                <a:srgbClr val="FF3300"/>
              </a:solidFill>
            </a:endParaRPr>
          </a:p>
        </p:txBody>
      </p:sp>
      <p:graphicFrame>
        <p:nvGraphicFramePr>
          <p:cNvPr id="4096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72677" y="1948892"/>
          <a:ext cx="7861643" cy="208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name="公式" r:id="rId1" imgW="2628900" imgH="939800" progId="Equation.3">
                  <p:embed/>
                </p:oleObj>
              </mc:Choice>
              <mc:Fallback>
                <p:oleObj name="公式" r:id="rId1" imgW="26289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677" y="1948892"/>
                        <a:ext cx="7861643" cy="2084387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71550" y="4221163"/>
          <a:ext cx="7380288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" name="公式" r:id="rId3" imgW="3149600" imgH="482600" progId="Equation.3">
                  <p:embed/>
                </p:oleObj>
              </mc:Choice>
              <mc:Fallback>
                <p:oleObj name="公式" r:id="rId3" imgW="31496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221163"/>
                        <a:ext cx="7380288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1403350" y="4797425"/>
            <a:ext cx="6948488" cy="6477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23558" name="Text Box 10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13"/>
          <p:cNvGrpSpPr/>
          <p:nvPr/>
        </p:nvGrpSpPr>
        <p:grpSpPr bwMode="auto">
          <a:xfrm>
            <a:off x="261938" y="5754688"/>
            <a:ext cx="8809037" cy="998537"/>
            <a:chOff x="-189" y="3625"/>
            <a:chExt cx="5109" cy="596"/>
          </a:xfrm>
        </p:grpSpPr>
        <p:sp>
          <p:nvSpPr>
            <p:cNvPr id="23562" name="Rectangle 11"/>
            <p:cNvSpPr>
              <a:spLocks noChangeArrowheads="1"/>
            </p:cNvSpPr>
            <p:nvPr/>
          </p:nvSpPr>
          <p:spPr bwMode="auto">
            <a:xfrm>
              <a:off x="-189" y="3625"/>
              <a:ext cx="5109" cy="596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800">
                  <a:solidFill>
                    <a:srgbClr val="FF0000"/>
                  </a:solidFill>
                  <a:latin typeface="黑体" panose="02010609060101010101" pitchFamily="49" charset="-122"/>
                </a:rPr>
                <a:t>上式中各     值是特征方程的特征根，</a:t>
              </a:r>
              <a:endParaRPr lang="en-US" altLang="zh-CN" sz="2800">
                <a:solidFill>
                  <a:srgbClr val="FF0000"/>
                </a:solidFill>
                <a:latin typeface="黑体" panose="02010609060101010101" pitchFamily="49" charset="-122"/>
              </a:endParaRPr>
            </a:p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800">
                  <a:solidFill>
                    <a:srgbClr val="FF0000"/>
                  </a:solidFill>
                  <a:latin typeface="黑体" panose="02010609060101010101" pitchFamily="49" charset="-122"/>
                </a:rPr>
                <a:t>称为系统的自然频率</a:t>
              </a:r>
              <a:endParaRPr lang="zh-CN" altLang="en-US" sz="28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graphicFrame>
          <p:nvGraphicFramePr>
            <p:cNvPr id="23563" name="Object 12"/>
            <p:cNvGraphicFramePr>
              <a:graphicFrameLocks noChangeAspect="1"/>
            </p:cNvGraphicFramePr>
            <p:nvPr/>
          </p:nvGraphicFramePr>
          <p:xfrm>
            <a:off x="1590" y="3648"/>
            <a:ext cx="198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6" name="公式" r:id="rId5" imgW="152400" imgH="215900" progId="Equation.3">
                    <p:embed/>
                  </p:oleObj>
                </mc:Choice>
                <mc:Fallback>
                  <p:oleObj name="公式" r:id="rId5" imgW="152400" imgH="215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0" y="3648"/>
                          <a:ext cx="198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229624B-EDFE-4175-BA50-69787CF75B06}" type="datetime1">
              <a:rPr lang="zh-CN" altLang="en-US"/>
            </a:fld>
            <a:endParaRPr lang="en-US" altLang="zh-CN" dirty="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0" y="620713"/>
            <a:ext cx="4822825" cy="647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§2.3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系统的零输入响应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墨迹 2"/>
          <p:cNvSpPr/>
          <p:nvPr/>
        </p:nvSpPr>
        <p:spPr bwMode="auto">
          <a:xfrm>
            <a:off x="2782440" y="996480"/>
            <a:ext cx="5951880" cy="534096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 spd="med" advTm="147875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639"/>
            <a:ext cx="9144000" cy="609721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1466"/>
            <a:ext cx="9144000" cy="609721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27088" y="1484313"/>
            <a:ext cx="4321175" cy="5365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/>
              <a:t>当方程有一</a:t>
            </a:r>
            <a:r>
              <a:rPr lang="en-US" altLang="zh-CN" sz="2800" b="1"/>
              <a:t>k</a:t>
            </a:r>
            <a:r>
              <a:rPr lang="zh-CN" altLang="en-US" sz="2800" b="1"/>
              <a:t>阶重根时</a:t>
            </a:r>
            <a:r>
              <a:rPr lang="en-US" altLang="zh-CN" sz="2800" b="1"/>
              <a:t>,</a:t>
            </a:r>
            <a:endParaRPr lang="en-US" altLang="zh-CN" sz="2800" b="1"/>
          </a:p>
        </p:txBody>
      </p:sp>
      <p:graphicFrame>
        <p:nvGraphicFramePr>
          <p:cNvPr id="4198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16013" y="2352675"/>
          <a:ext cx="7092950" cy="141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2" name="公式" r:id="rId1" imgW="2425700" imgH="482600" progId="Equation.3">
                  <p:embed/>
                </p:oleObj>
              </mc:Choice>
              <mc:Fallback>
                <p:oleObj name="公式" r:id="rId1" imgW="24257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352675"/>
                        <a:ext cx="7092950" cy="1411288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16013" y="4221163"/>
          <a:ext cx="7308850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3" name="公式" r:id="rId3" imgW="3289300" imgH="685800" progId="Equation.3">
                  <p:embed/>
                </p:oleObj>
              </mc:Choice>
              <mc:Fallback>
                <p:oleObj name="公式" r:id="rId3" imgW="3289300" imgH="685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221163"/>
                        <a:ext cx="7308850" cy="152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1476375" y="4868863"/>
            <a:ext cx="5400675" cy="6477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0" y="620713"/>
            <a:ext cx="4310063" cy="647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§2.3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系统的零输入响应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3" name="Text Box 10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23A175F-6139-466D-B043-9277A150EBDA}" type="datetime1">
              <a:rPr lang="zh-CN" altLang="en-US"/>
            </a:fld>
            <a:endParaRPr lang="en-US" altLang="zh-CN" dirty="0"/>
          </a:p>
        </p:txBody>
      </p:sp>
    </p:spTree>
    <p:custDataLst>
      <p:tags r:id="rId5"/>
    </p:custDataLst>
  </p:cSld>
  <p:clrMapOvr>
    <a:masterClrMapping/>
  </p:clrMapOvr>
  <p:transition spd="med" advTm="4006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0781"/>
            <a:ext cx="9144000" cy="609721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0175" y="1350963"/>
            <a:ext cx="1944688" cy="5365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/>
              <a:t>4 </a:t>
            </a:r>
            <a:r>
              <a:rPr lang="zh-CN" altLang="en-US" sz="2800" b="1"/>
              <a:t>、例题</a:t>
            </a:r>
            <a:endParaRPr lang="zh-CN" altLang="en-US" sz="2800" b="1"/>
          </a:p>
        </p:txBody>
      </p:sp>
      <p:graphicFrame>
        <p:nvGraphicFramePr>
          <p:cNvPr id="25604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98415" y="1380808"/>
          <a:ext cx="7092950" cy="219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公式" r:id="rId1" imgW="3987800" imgH="1231900" progId="Equation.3">
                  <p:embed/>
                </p:oleObj>
              </mc:Choice>
              <mc:Fallback>
                <p:oleObj name="公式" r:id="rId1" imgW="3987800" imgH="1231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415" y="1380808"/>
                        <a:ext cx="7092950" cy="21907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0" y="620713"/>
            <a:ext cx="4151313" cy="647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§2.3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系统的零输入响应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7" name="Text Box 12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8B311BE-30D1-4602-A83F-B07B51FFBF9A}" type="datetime1">
              <a:rPr lang="zh-CN" altLang="en-US"/>
            </a:fld>
            <a:endParaRPr lang="en-US" altLang="zh-CN" dirty="0"/>
          </a:p>
        </p:txBody>
      </p:sp>
      <p:sp>
        <p:nvSpPr>
          <p:cNvPr id="13" name="Rectangle 14"/>
          <p:cNvSpPr/>
          <p:nvPr/>
        </p:nvSpPr>
        <p:spPr>
          <a:xfrm>
            <a:off x="300503" y="3770312"/>
            <a:ext cx="3760787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ct val="2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:1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）写出系统算子方程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143" y="3705550"/>
            <a:ext cx="3590951" cy="561979"/>
          </a:xfrm>
          <a:prstGeom prst="rect">
            <a:avLst/>
          </a:prstGeom>
        </p:spPr>
      </p:pic>
      <p:sp>
        <p:nvSpPr>
          <p:cNvPr id="16" name="Rectangle 14"/>
          <p:cNvSpPr/>
          <p:nvPr/>
        </p:nvSpPr>
        <p:spPr>
          <a:xfrm>
            <a:off x="660400" y="4424355"/>
            <a:ext cx="3024188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ct val="2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）求出特征方程根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169" y="4369587"/>
            <a:ext cx="5119725" cy="595317"/>
          </a:xfrm>
          <a:prstGeom prst="rect">
            <a:avLst/>
          </a:prstGeom>
        </p:spPr>
      </p:pic>
      <p:sp>
        <p:nvSpPr>
          <p:cNvPr id="20" name="Rectangle 14"/>
          <p:cNvSpPr/>
          <p:nvPr/>
        </p:nvSpPr>
        <p:spPr>
          <a:xfrm>
            <a:off x="660400" y="5109362"/>
            <a:ext cx="4232275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ct val="2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）求出零输入响应解的形式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Rectangle 14"/>
          <p:cNvSpPr/>
          <p:nvPr/>
        </p:nvSpPr>
        <p:spPr>
          <a:xfrm>
            <a:off x="660399" y="5794369"/>
            <a:ext cx="4232275" cy="504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ct val="2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）代入初始条件求解系数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130" y="5636053"/>
            <a:ext cx="3790978" cy="68580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3859169" y="4926563"/>
            <a:ext cx="3948141" cy="681042"/>
            <a:chOff x="3859169" y="4926563"/>
            <a:chExt cx="3948141" cy="681042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9169" y="4926563"/>
              <a:ext cx="3948141" cy="681042"/>
            </a:xfrm>
            <a:prstGeom prst="rect">
              <a:avLst/>
            </a:prstGeom>
          </p:spPr>
        </p:pic>
        <p:cxnSp>
          <p:nvCxnSpPr>
            <p:cNvPr id="10" name="直接连接符 9"/>
            <p:cNvCxnSpPr/>
            <p:nvPr/>
          </p:nvCxnSpPr>
          <p:spPr bwMode="auto">
            <a:xfrm>
              <a:off x="6619741" y="5173757"/>
              <a:ext cx="0" cy="25241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 spd="med" advTm="89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9555163" y="8677275"/>
            <a:ext cx="2778125" cy="635000"/>
          </a:xfrm>
          <a:prstGeom prst="rect">
            <a:avLst/>
          </a:prstGeom>
          <a:ln>
            <a:miter lim="800000"/>
          </a:ln>
        </p:spPr>
        <p:txBody>
          <a:bodyPr lIns="130618" tIns="65309" rIns="130618" bIns="65309"/>
          <a:lstStyle>
            <a:defPPr>
              <a:defRPr lang="zh-CN"/>
            </a:defPPr>
            <a:lvl1pPr algn="r" rtl="0"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  <a:defRPr kumimoji="1" sz="2400" kern="12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  <a:defRPr/>
            </a:pPr>
            <a:fld id="{2869FF86-3BA0-4AD2-9DF4-0A2682CF464E}" type="slidenum">
              <a:rPr lang="en-US" altLang="zh-CN" smtClean="0"/>
            </a:fld>
            <a:endParaRPr lang="en-US" altLang="zh-CN" sz="1645"/>
          </a:p>
        </p:txBody>
      </p:sp>
      <p:sp>
        <p:nvSpPr>
          <p:cNvPr id="1516547" name="Rectangle 3"/>
          <p:cNvSpPr>
            <a:spLocks noGrp="1" noChangeArrowheads="1"/>
          </p:cNvSpPr>
          <p:nvPr>
            <p:ph idx="1"/>
          </p:nvPr>
        </p:nvSpPr>
        <p:spPr>
          <a:xfrm>
            <a:off x="40005" y="725805"/>
            <a:ext cx="9037983" cy="5751195"/>
          </a:xfrm>
          <a:ln w="57150">
            <a:solidFill>
              <a:schemeClr val="tx1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195" dirty="0">
                <a:hlinkClick r:id="rId1" action="ppaction://hlinkfile"/>
              </a:rPr>
              <a:t>分组情况</a:t>
            </a:r>
            <a:endParaRPr lang="en-US" altLang="zh-CN" sz="2195" dirty="0"/>
          </a:p>
          <a:p>
            <a:pPr lvl="1" eaLnBrk="1" hangingPunct="1">
              <a:lnSpc>
                <a:spcPct val="200000"/>
              </a:lnSpc>
              <a:defRPr/>
            </a:pPr>
            <a:r>
              <a:rPr lang="zh-CN" altLang="en-US" sz="1800" b="1" dirty="0"/>
              <a:t>第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组：</a:t>
            </a:r>
            <a:r>
              <a:rPr lang="en-US" altLang="zh-CN" sz="1800" b="1" dirty="0"/>
              <a:t>2023301205</a:t>
            </a:r>
            <a:r>
              <a:rPr lang="zh-CN" altLang="en-US" sz="1800" b="1" dirty="0"/>
              <a:t>吴</a:t>
            </a:r>
            <a:r>
              <a:rPr lang="en-US" altLang="zh-CN" sz="1800" b="1" dirty="0"/>
              <a:t>   </a:t>
            </a:r>
            <a:r>
              <a:rPr lang="zh-CN" altLang="en-US" sz="1800" b="1" dirty="0"/>
              <a:t>昊</a:t>
            </a:r>
            <a:r>
              <a:rPr lang="en-US" altLang="zh-CN" sz="1800" b="1" dirty="0"/>
              <a:t>~2024302614</a:t>
            </a:r>
            <a:r>
              <a:rPr lang="zh-CN" altLang="en-US" sz="1800" b="1" dirty="0"/>
              <a:t>杜仕铭</a:t>
            </a:r>
            <a:r>
              <a:rPr lang="zh-CN" altLang="en-US" sz="1800" b="1" dirty="0">
                <a:solidFill>
                  <a:srgbClr val="0000FF"/>
                </a:solidFill>
              </a:rPr>
              <a:t> （序号</a:t>
            </a:r>
            <a:r>
              <a:rPr lang="en-US" altLang="zh-CN" sz="1800" b="1" dirty="0">
                <a:solidFill>
                  <a:srgbClr val="0000FF"/>
                </a:solidFill>
              </a:rPr>
              <a:t>1~36</a:t>
            </a:r>
            <a:r>
              <a:rPr lang="zh-CN" altLang="en-US" sz="1800" b="1" dirty="0">
                <a:solidFill>
                  <a:srgbClr val="0000FF"/>
                </a:solidFill>
              </a:rPr>
              <a:t>）</a:t>
            </a:r>
            <a:r>
              <a:rPr lang="zh-CN" altLang="en-US" sz="1800" b="1" dirty="0"/>
              <a:t>，  </a:t>
            </a:r>
            <a:r>
              <a:rPr lang="zh-CN" altLang="en-US" sz="1800" b="1" dirty="0">
                <a:solidFill>
                  <a:srgbClr val="FF0000"/>
                </a:solidFill>
              </a:rPr>
              <a:t>组长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：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2024302614  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杜仕铭</a:t>
            </a:r>
            <a:r>
              <a:rPr lang="zh-CN" altLang="en-US" sz="1800" b="1" dirty="0" smtClean="0"/>
              <a:t>，</a:t>
            </a:r>
            <a:r>
              <a:rPr lang="zh-CN" altLang="en-US" sz="1800" b="1" dirty="0"/>
              <a:t>助教老师：</a:t>
            </a:r>
            <a:r>
              <a:rPr lang="en-US" altLang="zh-CN" sz="1800" b="1" dirty="0">
                <a:solidFill>
                  <a:srgbClr val="FF0000"/>
                </a:solidFill>
                <a:cs typeface="+mn-ea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cs typeface="+mn-ea"/>
              </a:rPr>
              <a:t>杨雨，</a:t>
            </a:r>
            <a:r>
              <a:rPr lang="en-US" altLang="zh-CN" sz="1800" b="1" dirty="0">
                <a:solidFill>
                  <a:srgbClr val="FF0000"/>
                </a:solidFill>
                <a:cs typeface="+mn-ea"/>
              </a:rPr>
              <a:t>15984660903</a:t>
            </a:r>
            <a:endParaRPr lang="en-US" altLang="zh-CN" sz="1800" b="1" dirty="0">
              <a:solidFill>
                <a:srgbClr val="FF0000"/>
              </a:solidFill>
              <a:cs typeface="+mn-ea"/>
            </a:endParaRPr>
          </a:p>
          <a:p>
            <a:pPr lvl="1" eaLnBrk="1" hangingPunct="1">
              <a:lnSpc>
                <a:spcPct val="200000"/>
              </a:lnSpc>
              <a:defRPr/>
            </a:pPr>
            <a:r>
              <a:rPr lang="zh-CN" altLang="en-US" sz="1800" b="1" dirty="0">
                <a:cs typeface="+mn-ea"/>
              </a:rPr>
              <a:t>第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组：</a:t>
            </a:r>
            <a:r>
              <a:rPr lang="en-US" altLang="zh-CN" sz="1800" b="1" dirty="0"/>
              <a:t> 2024302615 </a:t>
            </a:r>
            <a:r>
              <a:rPr lang="zh-CN" altLang="en-US" sz="1800" b="1" dirty="0"/>
              <a:t>祝建祥</a:t>
            </a:r>
            <a:r>
              <a:rPr lang="en-US" altLang="zh-CN" sz="1800" b="1" dirty="0"/>
              <a:t>~</a:t>
            </a:r>
            <a:r>
              <a:rPr lang="zh-CN" altLang="en-US" sz="1800" b="1" dirty="0">
                <a:cs typeface="+mn-ea"/>
              </a:rPr>
              <a:t>2024302717郭书翰</a:t>
            </a:r>
            <a:r>
              <a:rPr lang="zh-CN" altLang="en-US" sz="1800" b="1" dirty="0">
                <a:solidFill>
                  <a:srgbClr val="0000FF"/>
                </a:solidFill>
              </a:rPr>
              <a:t>（序号</a:t>
            </a:r>
            <a:r>
              <a:rPr lang="en-US" altLang="zh-CN" sz="1800" b="1" dirty="0">
                <a:solidFill>
                  <a:srgbClr val="0000FF"/>
                </a:solidFill>
              </a:rPr>
              <a:t>37~72</a:t>
            </a:r>
            <a:r>
              <a:rPr lang="zh-CN" altLang="en-US" sz="1800" b="1" dirty="0">
                <a:solidFill>
                  <a:srgbClr val="0000FF"/>
                </a:solidFill>
              </a:rPr>
              <a:t>） </a:t>
            </a:r>
            <a:r>
              <a:rPr lang="zh-CN" altLang="en-US" sz="1800" b="1" dirty="0"/>
              <a:t>，</a:t>
            </a:r>
            <a:endParaRPr lang="zh-CN" altLang="en-US" sz="1800" b="1" dirty="0"/>
          </a:p>
          <a:p>
            <a:pPr marL="471170" lvl="1" indent="0" eaLnBrk="1" hangingPunct="1">
              <a:lnSpc>
                <a:spcPct val="200000"/>
              </a:lnSpc>
              <a:buNone/>
              <a:defRPr/>
            </a:pPr>
            <a:r>
              <a:rPr lang="zh-CN" altLang="en-US" sz="1800" b="1" dirty="0"/>
              <a:t>  </a:t>
            </a:r>
            <a:r>
              <a:rPr lang="en-US" altLang="zh-CN" sz="1800" b="1" dirty="0"/>
              <a:t>  </a:t>
            </a:r>
            <a:r>
              <a:rPr lang="en-US" altLang="zh-CN" sz="1800" b="1" dirty="0">
                <a:solidFill>
                  <a:srgbClr val="FF0000"/>
                </a:solidFill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</a:rPr>
              <a:t>组长：</a:t>
            </a:r>
            <a:r>
              <a:rPr lang="en-US" altLang="zh-CN" sz="1800" b="1" dirty="0">
                <a:solidFill>
                  <a:srgbClr val="FF0000"/>
                </a:solidFill>
              </a:rPr>
              <a:t>2024302671 </a:t>
            </a:r>
            <a:r>
              <a:rPr lang="zh-CN" altLang="en-US" sz="1800" b="1" dirty="0">
                <a:solidFill>
                  <a:srgbClr val="FF0000"/>
                </a:solidFill>
              </a:rPr>
              <a:t>焦建维</a:t>
            </a:r>
            <a:r>
              <a:rPr lang="en-US" altLang="zh-CN" sz="1800" b="1" dirty="0">
                <a:solidFill>
                  <a:srgbClr val="FF0000"/>
                </a:solidFill>
              </a:rPr>
              <a:t> </a:t>
            </a:r>
            <a:r>
              <a:rPr lang="zh-CN" altLang="en-US" sz="1800" b="1" dirty="0"/>
              <a:t>，助教老师：</a:t>
            </a:r>
            <a:r>
              <a:rPr lang="en-US" altLang="zh-CN" sz="1800" b="1" dirty="0">
                <a:solidFill>
                  <a:srgbClr val="FF0000"/>
                </a:solidFill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</a:rPr>
              <a:t>吴宜杭，</a:t>
            </a:r>
            <a:r>
              <a:rPr lang="en-US" altLang="zh-CN" sz="1800" b="1" dirty="0">
                <a:solidFill>
                  <a:srgbClr val="FF0000"/>
                </a:solidFill>
              </a:rPr>
              <a:t>16696657585    </a:t>
            </a:r>
            <a:endParaRPr lang="zh-CN" altLang="en-US" sz="18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200000"/>
              </a:lnSpc>
              <a:buFont typeface="Wingdings" panose="05000000000000000000" charset="0"/>
              <a:buChar char="Ø"/>
              <a:defRPr/>
            </a:pPr>
            <a:r>
              <a:rPr lang="zh-CN" altLang="en-US" sz="1800" b="1" dirty="0">
                <a:cs typeface="+mn-ea"/>
              </a:rPr>
              <a:t>第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组：</a:t>
            </a:r>
            <a:r>
              <a:rPr lang="en-US" altLang="zh-CN" sz="1800" b="1" dirty="0"/>
              <a:t> 2024302720</a:t>
            </a:r>
            <a:r>
              <a:rPr lang="zh-CN" altLang="en-US" sz="1800" b="1" dirty="0"/>
              <a:t>汪飞扬</a:t>
            </a:r>
            <a:r>
              <a:rPr lang="en-US" altLang="zh-CN" sz="1800" b="1" dirty="0"/>
              <a:t>~ 2024304037</a:t>
            </a:r>
            <a:r>
              <a:rPr lang="zh-CN" altLang="en-US" sz="1800" b="1" dirty="0"/>
              <a:t>郑建国</a:t>
            </a:r>
            <a:r>
              <a:rPr lang="zh-CN" altLang="en-US" sz="1800" b="1" dirty="0">
                <a:solidFill>
                  <a:srgbClr val="0000FF"/>
                </a:solidFill>
              </a:rPr>
              <a:t>（序号</a:t>
            </a:r>
            <a:r>
              <a:rPr lang="en-US" altLang="zh-CN" sz="1800" b="1" dirty="0">
                <a:solidFill>
                  <a:srgbClr val="0000FF"/>
                </a:solidFill>
              </a:rPr>
              <a:t>73~107</a:t>
            </a:r>
            <a:r>
              <a:rPr lang="zh-CN" altLang="en-US" sz="1800" b="1" dirty="0">
                <a:solidFill>
                  <a:srgbClr val="0000FF"/>
                </a:solidFill>
              </a:rPr>
              <a:t>） </a:t>
            </a:r>
            <a:r>
              <a:rPr lang="zh-CN" altLang="en-US" sz="1800" b="1" dirty="0"/>
              <a:t>，</a:t>
            </a:r>
            <a:endParaRPr lang="zh-CN" altLang="en-US" sz="1800" b="1" dirty="0"/>
          </a:p>
          <a:p>
            <a:pPr marL="471170" lvl="1" eaLnBrk="1" hangingPunct="1">
              <a:lnSpc>
                <a:spcPct val="200000"/>
              </a:lnSpc>
              <a:buNone/>
              <a:defRPr/>
            </a:pPr>
            <a:r>
              <a:rPr lang="zh-CN" altLang="en-US" sz="1800" b="1" dirty="0"/>
              <a:t> </a:t>
            </a:r>
            <a:r>
              <a:rPr lang="en-US" altLang="zh-CN" sz="1800" b="1" dirty="0"/>
              <a:t>   </a:t>
            </a:r>
            <a:r>
              <a:rPr lang="en-US" altLang="zh-CN" sz="1800" b="1" dirty="0">
                <a:solidFill>
                  <a:srgbClr val="FF0000"/>
                </a:solidFill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     </a:t>
            </a:r>
            <a:r>
              <a:rPr lang="zh-CN" altLang="en-US" sz="1800" b="1" dirty="0">
                <a:solidFill>
                  <a:srgbClr val="FF0000"/>
                </a:solidFill>
              </a:rPr>
              <a:t>组长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：</a:t>
            </a:r>
            <a:r>
              <a:rPr lang="en-US" altLang="zh-CN" sz="1800" b="1" dirty="0" smtClean="0">
                <a:solidFill>
                  <a:srgbClr val="FF0000"/>
                </a:solidFill>
              </a:rPr>
              <a:t>2024302739 </a:t>
            </a:r>
            <a:r>
              <a:rPr lang="zh-CN" altLang="en-US" sz="1800" b="1" dirty="0">
                <a:solidFill>
                  <a:srgbClr val="FF0000"/>
                </a:solidFill>
              </a:rPr>
              <a:t>林已超</a:t>
            </a:r>
            <a:r>
              <a:rPr lang="zh-CN" altLang="en-US" sz="1800" b="1" dirty="0" smtClean="0"/>
              <a:t>，</a:t>
            </a:r>
            <a:r>
              <a:rPr lang="zh-CN" altLang="en-US" sz="1800" b="1" dirty="0"/>
              <a:t>助教老师：</a:t>
            </a:r>
            <a:r>
              <a:rPr lang="zh-CN" altLang="en-US" sz="1800" b="1" dirty="0">
                <a:solidFill>
                  <a:srgbClr val="FF0000"/>
                </a:solidFill>
                <a:cs typeface="+mn-ea"/>
              </a:rPr>
              <a:t>姜卓奇， </a:t>
            </a:r>
            <a:r>
              <a:rPr lang="en-US" altLang="zh-CN" sz="1800" b="1" dirty="0">
                <a:solidFill>
                  <a:srgbClr val="FF0000"/>
                </a:solidFill>
                <a:cs typeface="+mn-ea"/>
              </a:rPr>
              <a:t>18584340539</a:t>
            </a:r>
            <a:endParaRPr lang="en-US" altLang="zh-CN" sz="1800" b="1" dirty="0">
              <a:solidFill>
                <a:srgbClr val="FF0000"/>
              </a:solidFill>
              <a:cs typeface="+mn-ea"/>
            </a:endParaRPr>
          </a:p>
        </p:txBody>
      </p:sp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0" y="-6350"/>
            <a:ext cx="9144000" cy="63309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0" tIns="0" rIns="0" bIns="0">
            <a:spAutoFit/>
          </a:bodyPr>
          <a:lstStyle>
            <a:lvl1pPr>
              <a:defRPr sz="60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</a:defRPr>
            </a:lvl1pPr>
            <a:lvl2pPr marL="742950" indent="-285750">
              <a:defRPr sz="60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</a:defRPr>
            </a:lvl2pPr>
            <a:lvl3pPr marL="1143000" indent="-228600">
              <a:defRPr sz="60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</a:defRPr>
            </a:lvl3pPr>
            <a:lvl4pPr marL="1600200" indent="-228600">
              <a:defRPr sz="60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</a:defRPr>
            </a:lvl4pPr>
            <a:lvl5pPr marL="2057400" indent="-228600">
              <a:defRPr sz="60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</a:defRPr>
            </a:lvl9pPr>
          </a:lstStyle>
          <a:p>
            <a:pPr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330" dirty="0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信号与系统</a:t>
            </a:r>
            <a:r>
              <a:rPr lang="zh-CN" altLang="en-US" sz="4115" dirty="0">
                <a:solidFill>
                  <a:srgbClr val="FFFFFF"/>
                </a:solidFill>
              </a:rPr>
              <a:t>              </a:t>
            </a:r>
            <a:r>
              <a:rPr lang="en-US" altLang="zh-CN" sz="4115" dirty="0">
                <a:solidFill>
                  <a:srgbClr val="FFFFFF"/>
                </a:solidFill>
              </a:rPr>
              <a:t>    </a:t>
            </a:r>
            <a:r>
              <a:rPr lang="zh-CN" altLang="en-US" sz="2330" dirty="0">
                <a:solidFill>
                  <a:srgbClr val="FFFFFF"/>
                </a:solidFill>
                <a:ea typeface="楷体_GB2312" pitchFamily="49" charset="-122"/>
              </a:rPr>
              <a:t>助教老师与课程代表</a:t>
            </a:r>
            <a:endParaRPr lang="zh-CN" altLang="en-US" sz="2330" dirty="0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2"/>
    </p:custDataLst>
  </p:cSld>
  <p:clrMapOvr>
    <a:masterClrMapping/>
  </p:clrMapOvr>
  <p:transition advTm="425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1654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1654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165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1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1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1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1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1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1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1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1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1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1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1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1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1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1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1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1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1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6547" grpId="0" animBg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9398" y="679450"/>
            <a:ext cx="7129463" cy="463550"/>
          </a:xfrm>
        </p:spPr>
        <p:txBody>
          <a:bodyPr rtlCol="0" anchor="b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zh-CN" altLang="en-US" sz="3600" dirty="0">
                <a:solidFill>
                  <a:srgbClr val="FF0000"/>
                </a:solidFill>
                <a:ea typeface="华文行楷" panose="02010800040101010101" pitchFamily="2" charset="-122"/>
              </a:rPr>
              <a:t>回顾</a:t>
            </a:r>
            <a:endParaRPr lang="zh-CN" altLang="en-US" sz="3600" dirty="0">
              <a:solidFill>
                <a:srgbClr val="990000"/>
              </a:solidFill>
              <a:ea typeface="华文行楷" panose="02010800040101010101" pitchFamily="2" charset="-122"/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474788" y="2852738"/>
            <a:ext cx="2016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全响应</a:t>
            </a:r>
            <a:r>
              <a:rPr lang="en-US" altLang="zh-CN" b="1"/>
              <a:t>=</a:t>
            </a:r>
            <a:endParaRPr lang="en-US" altLang="zh-CN" b="1"/>
          </a:p>
        </p:txBody>
      </p:sp>
      <p:sp>
        <p:nvSpPr>
          <p:cNvPr id="630788" name="Rectangle 4"/>
          <p:cNvSpPr>
            <a:spLocks noChangeArrowheads="1"/>
          </p:cNvSpPr>
          <p:nvPr/>
        </p:nvSpPr>
        <p:spPr bwMode="auto">
          <a:xfrm>
            <a:off x="3563938" y="1700213"/>
            <a:ext cx="46085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/>
              <a:t>零输入响应</a:t>
            </a:r>
            <a:r>
              <a:rPr lang="en-US" altLang="zh-CN" b="1"/>
              <a:t>+</a:t>
            </a:r>
            <a:r>
              <a:rPr lang="zh-CN" altLang="en-US" b="1"/>
              <a:t>零状态响应</a:t>
            </a:r>
            <a:endParaRPr lang="zh-CN" altLang="en-US" b="1"/>
          </a:p>
        </p:txBody>
      </p:sp>
      <p:sp>
        <p:nvSpPr>
          <p:cNvPr id="630789" name="Rectangle 5"/>
          <p:cNvSpPr>
            <a:spLocks noChangeArrowheads="1"/>
          </p:cNvSpPr>
          <p:nvPr/>
        </p:nvSpPr>
        <p:spPr bwMode="auto">
          <a:xfrm>
            <a:off x="3563938" y="2767013"/>
            <a:ext cx="3816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/>
              <a:t>自然响应</a:t>
            </a:r>
            <a:r>
              <a:rPr lang="en-US" altLang="zh-CN" b="1"/>
              <a:t>+</a:t>
            </a:r>
            <a:r>
              <a:rPr lang="zh-CN" altLang="en-US" b="1"/>
              <a:t>受迫响应</a:t>
            </a:r>
            <a:endParaRPr lang="zh-CN" altLang="en-US" b="1"/>
          </a:p>
        </p:txBody>
      </p:sp>
      <p:sp>
        <p:nvSpPr>
          <p:cNvPr id="630790" name="Rectangle 6"/>
          <p:cNvSpPr>
            <a:spLocks noChangeArrowheads="1"/>
          </p:cNvSpPr>
          <p:nvPr/>
        </p:nvSpPr>
        <p:spPr bwMode="auto">
          <a:xfrm>
            <a:off x="3563938" y="3833813"/>
            <a:ext cx="3816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/>
              <a:t>瞬态响应</a:t>
            </a:r>
            <a:r>
              <a:rPr lang="en-US" altLang="zh-CN" b="1"/>
              <a:t>+</a:t>
            </a:r>
            <a:r>
              <a:rPr lang="zh-CN" altLang="en-US" b="1"/>
              <a:t>稳态响应</a:t>
            </a:r>
            <a:endParaRPr lang="zh-CN" altLang="en-US" b="1"/>
          </a:p>
        </p:txBody>
      </p:sp>
      <p:sp>
        <p:nvSpPr>
          <p:cNvPr id="12295" name="AutoShape 7"/>
          <p:cNvSpPr/>
          <p:nvPr/>
        </p:nvSpPr>
        <p:spPr bwMode="auto">
          <a:xfrm>
            <a:off x="3419475" y="1989138"/>
            <a:ext cx="71438" cy="2232025"/>
          </a:xfrm>
          <a:prstGeom prst="leftBrace">
            <a:avLst>
              <a:gd name="adj1" fmla="val 260369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BE467AF-F06F-48C7-8A94-657918F249E6}" type="datetime1">
              <a:rPr lang="zh-CN" altLang="en-US"/>
            </a:fld>
            <a:endParaRPr lang="en-US" altLang="zh-CN" dirty="0"/>
          </a:p>
        </p:txBody>
      </p:sp>
    </p:spTree>
    <p:custDataLst>
      <p:tags r:id="rId1"/>
    </p:custDataLst>
  </p:cSld>
  <p:clrMapOvr>
    <a:masterClrMapping/>
  </p:clrMapOvr>
  <p:transition advTm="18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0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788" grpId="0" build="allAtOnce"/>
      <p:bldP spid="630789" grpId="0"/>
      <p:bldP spid="63079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58464" y="615431"/>
            <a:ext cx="7129463" cy="463550"/>
          </a:xfrm>
        </p:spPr>
        <p:txBody>
          <a:bodyPr rtlCol="0" anchor="b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zh-CN" altLang="en-US" sz="3600">
                <a:solidFill>
                  <a:srgbClr val="FF0000"/>
                </a:solidFill>
                <a:ea typeface="华文行楷" panose="02010800040101010101" pitchFamily="2" charset="-122"/>
              </a:rPr>
              <a:t>回顾</a:t>
            </a:r>
            <a:endParaRPr lang="zh-CN" altLang="en-US" sz="3600" dirty="0">
              <a:solidFill>
                <a:srgbClr val="990000"/>
              </a:solidFill>
              <a:ea typeface="华文行楷" panose="02010800040101010101" pitchFamily="2" charset="-122"/>
            </a:endParaRPr>
          </a:p>
        </p:txBody>
      </p:sp>
      <p:sp>
        <p:nvSpPr>
          <p:cNvPr id="631812" name="Rectangle 4"/>
          <p:cNvSpPr>
            <a:spLocks noChangeArrowheads="1"/>
          </p:cNvSpPr>
          <p:nvPr/>
        </p:nvSpPr>
        <p:spPr bwMode="auto">
          <a:xfrm>
            <a:off x="125862" y="1144528"/>
            <a:ext cx="51133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+mn-ea"/>
                <a:ea typeface="+mn-ea"/>
              </a:rPr>
              <a:t>  </a:t>
            </a:r>
            <a:r>
              <a:rPr lang="zh-CN" altLang="en-US" sz="2000" b="1" dirty="0">
                <a:solidFill>
                  <a:srgbClr val="0000FF"/>
                </a:solidFill>
                <a:latin typeface="+mn-ea"/>
                <a:ea typeface="+mn-ea"/>
              </a:rPr>
              <a:t>将微分方程用算子表达式表示</a:t>
            </a:r>
            <a:endParaRPr lang="zh-CN" altLang="en-US" sz="20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5849938" y="4624388"/>
          <a:ext cx="33115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72" name="公式" r:id="rId1" imgW="1307465" imgH="203200" progId="Equation.3">
                  <p:embed/>
                </p:oleObj>
              </mc:Choice>
              <mc:Fallback>
                <p:oleObj name="公式" r:id="rId1" imgW="1307465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9938" y="4624388"/>
                        <a:ext cx="3311525" cy="514350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日期占位符 1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9B4B02B-B254-489A-B331-773223549958}" type="datetime1">
              <a:rPr lang="zh-CN" altLang="en-US"/>
            </a:fld>
            <a:endParaRPr lang="en-US" altLang="zh-CN" dirty="0"/>
          </a:p>
        </p:txBody>
      </p:sp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446088" y="1571625"/>
          <a:ext cx="5984875" cy="214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73" name="公式" r:id="rId3" imgW="82905600" imgH="31699200" progId="Equation.3">
                  <p:embed/>
                </p:oleObj>
              </mc:Choice>
              <mc:Fallback>
                <p:oleObj name="公式" r:id="rId3" imgW="82905600" imgH="31699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8" y="1571625"/>
                        <a:ext cx="5984875" cy="2144713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21878" y="4424282"/>
          <a:ext cx="532765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74" name="公式" r:id="rId5" imgW="2324100" imgH="482600" progId="Equation.3">
                  <p:embed/>
                </p:oleObj>
              </mc:Choice>
              <mc:Fallback>
                <p:oleObj name="公式" r:id="rId5" imgW="23241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8" y="4424282"/>
                        <a:ext cx="5327650" cy="11064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8"/>
          <p:cNvGraphicFramePr>
            <a:graphicFrameLocks noChangeAspect="1"/>
          </p:cNvGraphicFramePr>
          <p:nvPr/>
        </p:nvGraphicFramePr>
        <p:xfrm>
          <a:off x="6547463" y="1833875"/>
          <a:ext cx="2376488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75" name="公式" r:id="rId7" imgW="1066800" imgH="1092200" progId="Equation.3">
                  <p:embed/>
                </p:oleObj>
              </mc:Choice>
              <mc:Fallback>
                <p:oleObj name="公式" r:id="rId7" imgW="1066800" imgH="1092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7463" y="1833875"/>
                        <a:ext cx="2376488" cy="1570038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0"/>
          <p:cNvGrpSpPr/>
          <p:nvPr/>
        </p:nvGrpSpPr>
        <p:grpSpPr bwMode="auto">
          <a:xfrm>
            <a:off x="65088" y="3896438"/>
            <a:ext cx="4049712" cy="1081088"/>
            <a:chOff x="249" y="1434"/>
            <a:chExt cx="2722" cy="681"/>
          </a:xfrm>
        </p:grpSpPr>
        <p:sp>
          <p:nvSpPr>
            <p:cNvPr id="25" name="Line 13"/>
            <p:cNvSpPr>
              <a:spLocks noChangeShapeType="1"/>
            </p:cNvSpPr>
            <p:nvPr/>
          </p:nvSpPr>
          <p:spPr bwMode="auto">
            <a:xfrm flipV="1">
              <a:off x="1701" y="1616"/>
              <a:ext cx="272" cy="9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" name="Object 7"/>
            <p:cNvGraphicFramePr>
              <a:graphicFrameLocks noChangeAspect="1"/>
            </p:cNvGraphicFramePr>
            <p:nvPr/>
          </p:nvGraphicFramePr>
          <p:xfrm>
            <a:off x="1973" y="1434"/>
            <a:ext cx="454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76" name="公式" r:id="rId9" imgW="368300" imgH="203200" progId="Equation.3">
                    <p:embed/>
                  </p:oleObj>
                </mc:Choice>
                <mc:Fallback>
                  <p:oleObj name="公式" r:id="rId9" imgW="368300" imgH="203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1434"/>
                          <a:ext cx="454" cy="251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16"/>
            <p:cNvSpPr>
              <a:spLocks noChangeArrowheads="1"/>
            </p:cNvSpPr>
            <p:nvPr/>
          </p:nvSpPr>
          <p:spPr bwMode="auto">
            <a:xfrm>
              <a:off x="249" y="1706"/>
              <a:ext cx="2722" cy="409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</p:grpSp>
      <p:grpSp>
        <p:nvGrpSpPr>
          <p:cNvPr id="28" name="Group 21"/>
          <p:cNvGrpSpPr/>
          <p:nvPr/>
        </p:nvGrpSpPr>
        <p:grpSpPr bwMode="auto">
          <a:xfrm>
            <a:off x="272604" y="5031501"/>
            <a:ext cx="4458365" cy="1190625"/>
            <a:chOff x="431" y="2160"/>
            <a:chExt cx="3002" cy="705"/>
          </a:xfrm>
        </p:grpSpPr>
        <p:sp>
          <p:nvSpPr>
            <p:cNvPr id="29" name="Rectangle 17"/>
            <p:cNvSpPr>
              <a:spLocks noChangeArrowheads="1"/>
            </p:cNvSpPr>
            <p:nvPr/>
          </p:nvSpPr>
          <p:spPr bwMode="auto">
            <a:xfrm>
              <a:off x="431" y="2160"/>
              <a:ext cx="3002" cy="4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1837" y="2568"/>
              <a:ext cx="317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" name="Object 6"/>
            <p:cNvGraphicFramePr>
              <a:graphicFrameLocks noChangeAspect="1"/>
            </p:cNvGraphicFramePr>
            <p:nvPr/>
          </p:nvGraphicFramePr>
          <p:xfrm>
            <a:off x="2192" y="2614"/>
            <a:ext cx="47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77" name="公式" r:id="rId11" imgW="381000" imgH="203200" progId="Equation.3">
                    <p:embed/>
                  </p:oleObj>
                </mc:Choice>
                <mc:Fallback>
                  <p:oleObj name="公式" r:id="rId11" imgW="381000" imgH="2032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2" y="2614"/>
                          <a:ext cx="470" cy="251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5210175" y="5787231"/>
          <a:ext cx="12795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78" name="公式" r:id="rId13" imgW="532765" imgH="215900" progId="Equation.3">
                  <p:embed/>
                </p:oleObj>
              </mc:Choice>
              <mc:Fallback>
                <p:oleObj name="公式" r:id="rId13" imgW="532765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5" y="5787231"/>
                        <a:ext cx="12795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6519863" y="5601494"/>
          <a:ext cx="244792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79" name="公式" r:id="rId15" imgW="1130300" imgH="419100" progId="Equation.3">
                  <p:embed/>
                </p:oleObj>
              </mc:Choice>
              <mc:Fallback>
                <p:oleObj name="公式" r:id="rId15" imgW="11303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863" y="5601494"/>
                        <a:ext cx="2447925" cy="906462"/>
                      </a:xfrm>
                      <a:prstGeom prst="rect">
                        <a:avLst/>
                      </a:prstGeom>
                      <a:solidFill>
                        <a:srgbClr val="F0FE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0"/>
          <p:cNvGrpSpPr/>
          <p:nvPr/>
        </p:nvGrpSpPr>
        <p:grpSpPr bwMode="auto">
          <a:xfrm>
            <a:off x="7600950" y="5457104"/>
            <a:ext cx="818396" cy="792163"/>
            <a:chOff x="249" y="1616"/>
            <a:chExt cx="2722" cy="499"/>
          </a:xfrm>
        </p:grpSpPr>
        <p:sp>
          <p:nvSpPr>
            <p:cNvPr id="32" name="Line 13"/>
            <p:cNvSpPr>
              <a:spLocks noChangeShapeType="1"/>
            </p:cNvSpPr>
            <p:nvPr/>
          </p:nvSpPr>
          <p:spPr bwMode="auto">
            <a:xfrm flipV="1">
              <a:off x="1701" y="1616"/>
              <a:ext cx="272" cy="9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16"/>
            <p:cNvSpPr>
              <a:spLocks noChangeArrowheads="1"/>
            </p:cNvSpPr>
            <p:nvPr/>
          </p:nvSpPr>
          <p:spPr bwMode="auto">
            <a:xfrm>
              <a:off x="249" y="1706"/>
              <a:ext cx="2722" cy="409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743825" y="5170411"/>
            <a:ext cx="1717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转移算子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custDataLst>
      <p:tags r:id="rId17"/>
    </p:custDataLst>
  </p:cSld>
  <p:clrMapOvr>
    <a:masterClrMapping/>
  </p:clrMapOvr>
  <p:transition advTm="15361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31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2" grpId="0" bldLvl="0" animBg="1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7213" y="1484313"/>
            <a:ext cx="8259762" cy="2725737"/>
          </a:xfr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系统的</a:t>
            </a:r>
            <a:r>
              <a:rPr lang="zh-CN" altLang="en-US" sz="2400" b="1" dirty="0">
                <a:solidFill>
                  <a:srgbClr val="6600CC"/>
                </a:solidFill>
              </a:rPr>
              <a:t>零输入响应</a:t>
            </a:r>
            <a:r>
              <a:rPr lang="zh-CN" altLang="en-US" sz="2400" b="1" dirty="0"/>
              <a:t>是当系统没有外加激励信号时的响应</a:t>
            </a:r>
            <a:r>
              <a:rPr lang="en-US" altLang="zh-CN" sz="2400" b="1" dirty="0"/>
              <a:t>: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2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求系统的零输入响应，就要求解齐次方程：       </a:t>
            </a:r>
            <a:endParaRPr lang="zh-CN" altLang="en-US" sz="2400" b="1" dirty="0"/>
          </a:p>
        </p:txBody>
      </p:sp>
      <p:graphicFrame>
        <p:nvGraphicFramePr>
          <p:cNvPr id="2458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100138" y="4452938"/>
          <a:ext cx="6481762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51" name="公式" r:id="rId1" imgW="2692400" imgH="457200" progId="Equation.3">
                  <p:embed/>
                </p:oleObj>
              </mc:Choice>
              <mc:Fallback>
                <p:oleObj name="公式" r:id="rId1" imgW="2692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4452938"/>
                        <a:ext cx="6481762" cy="1100137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485" name="Group 10"/>
          <p:cNvGrpSpPr/>
          <p:nvPr/>
        </p:nvGrpSpPr>
        <p:grpSpPr bwMode="auto">
          <a:xfrm>
            <a:off x="1201738" y="2366963"/>
            <a:ext cx="4408487" cy="1084262"/>
            <a:chOff x="757" y="1491"/>
            <a:chExt cx="2777" cy="683"/>
          </a:xfrm>
        </p:grpSpPr>
        <p:graphicFrame>
          <p:nvGraphicFramePr>
            <p:cNvPr id="20488" name="Object 3"/>
            <p:cNvGraphicFramePr>
              <a:graphicFrameLocks noChangeAspect="1"/>
            </p:cNvGraphicFramePr>
            <p:nvPr/>
          </p:nvGraphicFramePr>
          <p:xfrm>
            <a:off x="757" y="1491"/>
            <a:ext cx="1678" cy="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952" name="公式" r:id="rId3" imgW="1028700" imgH="419100" progId="Equation.3">
                    <p:embed/>
                  </p:oleObj>
                </mc:Choice>
                <mc:Fallback>
                  <p:oleObj name="公式" r:id="rId3" imgW="1028700" imgH="4191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" y="1491"/>
                          <a:ext cx="1678" cy="6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Object 9"/>
            <p:cNvGraphicFramePr>
              <a:graphicFrameLocks noChangeAspect="1"/>
            </p:cNvGraphicFramePr>
            <p:nvPr/>
          </p:nvGraphicFramePr>
          <p:xfrm>
            <a:off x="2726" y="1627"/>
            <a:ext cx="808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953" name="公式" r:id="rId5" imgW="494665" imgH="203200" progId="Equation.3">
                    <p:embed/>
                  </p:oleObj>
                </mc:Choice>
                <mc:Fallback>
                  <p:oleObj name="公式" r:id="rId5" imgW="494665" imgH="203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6" y="1627"/>
                          <a:ext cx="808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CCAA09D-224A-45DB-AFA5-B274133A6977}" type="datetime1">
              <a:rPr lang="zh-CN" altLang="en-US"/>
            </a:fld>
            <a:endParaRPr lang="zh-CN" altLang="en-US" dirty="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620713"/>
            <a:ext cx="8577263" cy="647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回顾：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系统的零输入响应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34"/>
    </mc:Choice>
    <mc:Fallback>
      <p:transition spd="slow" advTm="115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57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57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457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3146"/>
            <a:ext cx="9144000" cy="6097219"/>
          </a:xfrm>
          <a:prstGeom prst="rect">
            <a:avLst/>
          </a:prstGeom>
        </p:spPr>
      </p:pic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0" y="620713"/>
            <a:ext cx="8577263" cy="647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回顾：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系统的零输入响应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5AA658-705E-4F2A-B153-74FC818DFD53}" type="datetime1">
              <a:rPr lang="zh-CN" altLang="en-US"/>
            </a:fld>
            <a:endParaRPr lang="en-US" altLang="zh-CN" dirty="0"/>
          </a:p>
        </p:txBody>
      </p:sp>
      <p:graphicFrame>
        <p:nvGraphicFramePr>
          <p:cNvPr id="2662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63009" y="1330326"/>
          <a:ext cx="5594350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6" name="公式" r:id="rId1" imgW="3302000" imgH="1600200" progId="Equation.3">
                  <p:embed/>
                </p:oleObj>
              </mc:Choice>
              <mc:Fallback>
                <p:oleObj name="公式" r:id="rId1" imgW="3302000" imgH="160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009" y="1330326"/>
                        <a:ext cx="5594350" cy="27209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77800" y="4294188"/>
          <a:ext cx="7861300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" name="公式" r:id="rId3" imgW="5118100" imgH="660400" progId="Equation.3">
                  <p:embed/>
                </p:oleObj>
              </mc:Choice>
              <mc:Fallback>
                <p:oleObj name="公式" r:id="rId3" imgW="5118100" imgH="660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4294188"/>
                        <a:ext cx="7861300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461963" y="5407025"/>
          <a:ext cx="700563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8" name="公式" r:id="rId5" imgW="4114800" imgH="482600" progId="Equation.3">
                  <p:embed/>
                </p:oleObj>
              </mc:Choice>
              <mc:Fallback>
                <p:oleObj name="公式" r:id="rId5" imgW="4114800" imgH="482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5407025"/>
                        <a:ext cx="7005637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6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6443663" y="1560513"/>
          <a:ext cx="2700337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9" name="Visio" r:id="rId7" imgW="2753995" imgH="2700020" progId="Visio.Drawing.11">
                  <p:embed/>
                </p:oleObj>
              </mc:Choice>
              <mc:Fallback>
                <p:oleObj name="Visio" r:id="rId7" imgW="2753995" imgH="2700020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1560513"/>
                        <a:ext cx="2700337" cy="2671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0" y="620713"/>
            <a:ext cx="4970463" cy="6477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§2.3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系统的零输入响应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44070" name="墨迹 44069"/>
              <p14:cNvContentPartPr/>
              <p14:nvPr/>
            </p14:nvContentPartPr>
            <p14:xfrm>
              <a:off x="2097861" y="2007877"/>
              <a:ext cx="28440" cy="81720"/>
            </p14:xfrm>
          </p:contentPart>
        </mc:Choice>
        <mc:Fallback xmlns="">
          <p:pic>
            <p:nvPicPr>
              <p:cNvPr id="44070" name="墨迹 44069"/>
            </p:nvPicPr>
            <p:blipFill>
              <a:blip r:embed="rId10"/>
            </p:blipFill>
            <p:spPr>
              <a:xfrm>
                <a:off x="2097861" y="2007877"/>
                <a:ext cx="28440" cy="8172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10"/>
              <p:cNvSpPr txBox="1"/>
              <p:nvPr/>
            </p:nvSpPr>
            <p:spPr bwMode="auto">
              <a:xfrm>
                <a:off x="5912914" y="780243"/>
                <a:ext cx="3068077" cy="6937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77500" lnSpcReduction="20000"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51430" indent="-398780" algn="l" rtl="0" fontAlgn="base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3008630" indent="-398780" algn="l" rtl="0" fontAlgn="base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65830" indent="-398780" algn="l" rtl="0" fontAlgn="base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923030" indent="-398780" algn="l" rtl="0" fontAlgn="base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zh-CN" altLang="en-US" sz="20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  <m:r>
                            <a:rPr lang="zh-CN" altLang="en-US" sz="20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0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0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zh-CN" altLang="en-US" sz="20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𝑅𝑖</m:t>
                      </m:r>
                      <m:r>
                        <a:rPr lang="zh-CN" altLang="en-US" sz="20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en-US" sz="20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0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US" altLang="zh-CN" sz="20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000" b="0" i="1" kern="0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0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b="0" i="1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0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sz="20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0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zh-CN" altLang="en-US" sz="2000" b="0" i="1" kern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altLang="zh-CN" sz="2000" b="0" i="1" kern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12914" y="780243"/>
                <a:ext cx="3068077" cy="693763"/>
              </a:xfrm>
              <a:prstGeom prst="rect">
                <a:avLst/>
              </a:prstGeom>
              <a:blipFill rotWithShape="1">
                <a:blip r:embed="rId11"/>
                <a:stretch>
                  <a:fillRect l="-14" t="-67" r="6" b="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2"/>
    </p:custDataLst>
  </p:cSld>
  <p:clrMapOvr>
    <a:masterClrMapping/>
  </p:clrMapOvr>
  <p:transition spd="med" advTm="29768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7651" name="Object 9"/>
          <p:cNvGraphicFramePr>
            <a:graphicFrameLocks noChangeAspect="1"/>
          </p:cNvGraphicFramePr>
          <p:nvPr/>
        </p:nvGraphicFramePr>
        <p:xfrm>
          <a:off x="406400" y="528638"/>
          <a:ext cx="8359775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3" name="公式" r:id="rId1" imgW="4267200" imgH="977900" progId="Equation.3">
                  <p:embed/>
                </p:oleObj>
              </mc:Choice>
              <mc:Fallback>
                <p:oleObj name="公式" r:id="rId1" imgW="4267200" imgH="977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528638"/>
                        <a:ext cx="8359775" cy="1768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00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9" name="Object 13"/>
          <p:cNvGraphicFramePr>
            <a:graphicFrameLocks noChangeAspect="1"/>
          </p:cNvGraphicFramePr>
          <p:nvPr/>
        </p:nvGraphicFramePr>
        <p:xfrm>
          <a:off x="3348038" y="2420938"/>
          <a:ext cx="40322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4" name="公式" r:id="rId3" imgW="2057400" imgH="228600" progId="Equation.3">
                  <p:embed/>
                </p:oleObj>
              </mc:Choice>
              <mc:Fallback>
                <p:oleObj name="公式" r:id="rId3" imgW="20574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420938"/>
                        <a:ext cx="4032250" cy="515937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 w="9525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0" name="Rectangle 14"/>
          <p:cNvSpPr>
            <a:spLocks noChangeArrowheads="1"/>
          </p:cNvSpPr>
          <p:nvPr/>
        </p:nvSpPr>
        <p:spPr bwMode="auto">
          <a:xfrm>
            <a:off x="179388" y="2349500"/>
            <a:ext cx="25209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000">
                <a:solidFill>
                  <a:srgbClr val="006600"/>
                </a:solidFill>
                <a:latin typeface="宋体" panose="02010600030101010101" pitchFamily="2" charset="-122"/>
              </a:rPr>
              <a:t>:</a:t>
            </a: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</a:rPr>
              <a:t>系统算子方程为</a:t>
            </a:r>
            <a:r>
              <a:rPr lang="en-US" altLang="zh-CN" sz="2000">
                <a:solidFill>
                  <a:srgbClr val="006600"/>
                </a:solidFill>
                <a:latin typeface="宋体" panose="02010600030101010101" pitchFamily="2" charset="-122"/>
              </a:rPr>
              <a:t>:</a:t>
            </a:r>
            <a:endParaRPr lang="en-US" altLang="zh-CN" sz="200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70672" name="Rectangle 16"/>
          <p:cNvSpPr>
            <a:spLocks noChangeArrowheads="1"/>
          </p:cNvSpPr>
          <p:nvPr/>
        </p:nvSpPr>
        <p:spPr bwMode="auto">
          <a:xfrm>
            <a:off x="684213" y="2852738"/>
            <a:ext cx="19431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3300"/>
                </a:solidFill>
                <a:latin typeface="宋体" panose="02010600030101010101" pitchFamily="2" charset="-122"/>
              </a:rPr>
              <a:t>特征方程为</a:t>
            </a:r>
            <a:r>
              <a:rPr lang="en-US" altLang="zh-CN" sz="20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0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0673" name="Object 17"/>
          <p:cNvGraphicFramePr>
            <a:graphicFrameLocks noChangeAspect="1"/>
          </p:cNvGraphicFramePr>
          <p:nvPr/>
        </p:nvGraphicFramePr>
        <p:xfrm>
          <a:off x="458788" y="3265488"/>
          <a:ext cx="252095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5" name="公式" r:id="rId5" imgW="1346200" imgH="698500" progId="Equation.3">
                  <p:embed/>
                </p:oleObj>
              </mc:Choice>
              <mc:Fallback>
                <p:oleObj name="公式" r:id="rId5" imgW="1346200" imgH="6985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3265488"/>
                        <a:ext cx="2520950" cy="13081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4" name="Object 18"/>
          <p:cNvGraphicFramePr>
            <a:graphicFrameLocks noChangeAspect="1"/>
          </p:cNvGraphicFramePr>
          <p:nvPr/>
        </p:nvGraphicFramePr>
        <p:xfrm>
          <a:off x="3868738" y="3457575"/>
          <a:ext cx="3716337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6" name="公式" r:id="rId7" imgW="1638300" imgH="711200" progId="Equation.3">
                  <p:embed/>
                </p:oleObj>
              </mc:Choice>
              <mc:Fallback>
                <p:oleObj name="公式" r:id="rId7" imgW="1638300" imgH="7112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3457575"/>
                        <a:ext cx="3716337" cy="13747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5" name="Rectangle 19"/>
          <p:cNvSpPr>
            <a:spLocks noChangeArrowheads="1"/>
          </p:cNvSpPr>
          <p:nvPr/>
        </p:nvSpPr>
        <p:spPr bwMode="auto">
          <a:xfrm>
            <a:off x="3382963" y="3019425"/>
            <a:ext cx="378936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3300"/>
                </a:solidFill>
                <a:latin typeface="宋体" panose="02010600030101010101" pitchFamily="2" charset="-122"/>
              </a:rPr>
              <a:t>则系统的零输入响应形式为</a:t>
            </a:r>
            <a:r>
              <a:rPr lang="en-US" altLang="zh-CN" sz="20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0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70676" name="Rectangle 20"/>
          <p:cNvSpPr>
            <a:spLocks noChangeArrowheads="1"/>
          </p:cNvSpPr>
          <p:nvPr/>
        </p:nvSpPr>
        <p:spPr bwMode="auto">
          <a:xfrm>
            <a:off x="179388" y="5157788"/>
            <a:ext cx="46101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则系统的零输入响应为</a:t>
            </a: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0677" name="Object 21"/>
          <p:cNvGraphicFramePr>
            <a:graphicFrameLocks noChangeAspect="1"/>
          </p:cNvGraphicFramePr>
          <p:nvPr/>
        </p:nvGraphicFramePr>
        <p:xfrm>
          <a:off x="539750" y="5734050"/>
          <a:ext cx="36814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7" name="公式" r:id="rId9" imgW="1511300" imgH="241300" progId="Equation.3">
                  <p:embed/>
                </p:oleObj>
              </mc:Choice>
              <mc:Fallback>
                <p:oleObj name="公式" r:id="rId9" imgW="1511300" imgH="2413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734050"/>
                        <a:ext cx="3681413" cy="5699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8" name="Rectangle 22"/>
          <p:cNvSpPr>
            <a:spLocks noChangeArrowheads="1"/>
          </p:cNvSpPr>
          <p:nvPr/>
        </p:nvSpPr>
        <p:spPr bwMode="auto">
          <a:xfrm>
            <a:off x="5148263" y="5949950"/>
            <a:ext cx="216058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宋体" panose="02010600030101010101" pitchFamily="2" charset="-122"/>
              </a:rPr>
              <a:t>系统自然频率为</a:t>
            </a:r>
            <a:r>
              <a:rPr lang="en-US" altLang="zh-CN" sz="2000">
                <a:latin typeface="宋体" panose="02010600030101010101" pitchFamily="2" charset="-122"/>
              </a:rPr>
              <a:t>:</a:t>
            </a:r>
            <a:endParaRPr lang="en-US" altLang="zh-CN" sz="2000">
              <a:latin typeface="宋体" panose="02010600030101010101" pitchFamily="2" charset="-122"/>
            </a:endParaRPr>
          </a:p>
        </p:txBody>
      </p:sp>
      <p:sp>
        <p:nvSpPr>
          <p:cNvPr id="70679" name="Rectangle 23"/>
          <p:cNvSpPr>
            <a:spLocks noChangeArrowheads="1"/>
          </p:cNvSpPr>
          <p:nvPr/>
        </p:nvSpPr>
        <p:spPr bwMode="auto">
          <a:xfrm>
            <a:off x="7308850" y="5878513"/>
            <a:ext cx="11509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0,-1</a:t>
            </a:r>
            <a:endParaRPr lang="en-US" altLang="zh-CN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日期占位符 6"/>
          <p:cNvSpPr txBox="1">
            <a:spLocks noGrp="1"/>
          </p:cNvSpPr>
          <p:nvPr/>
        </p:nvSpPr>
        <p:spPr bwMode="auto">
          <a:xfrm>
            <a:off x="0" y="6662738"/>
            <a:ext cx="1320800" cy="195262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eaLnBrk="1" hangingPunct="1">
              <a:defRPr/>
            </a:pPr>
            <a:fld id="{F8B311BE-30D1-4602-A83F-B07B51FFBF9A}" type="datetime1">
              <a:rPr lang="zh-CN" altLang="en-US" sz="1200">
                <a:latin typeface="+mn-lt"/>
                <a:ea typeface="+mj-ea"/>
              </a:rPr>
            </a:fld>
            <a:endParaRPr lang="en-US" altLang="zh-CN" sz="1200" dirty="0">
              <a:latin typeface="+mn-lt"/>
              <a:ea typeface="+mj-ea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60"/>
    </mc:Choice>
    <mc:Fallback>
      <p:transition spd="slow" advTm="5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0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0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0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0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0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0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0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0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0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0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0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0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0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0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0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0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0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0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0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7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70" grpId="0"/>
      <p:bldP spid="70672" grpId="0"/>
      <p:bldP spid="70675" grpId="0"/>
      <p:bldP spid="70676" grpId="0"/>
      <p:bldP spid="70678" grpId="0"/>
      <p:bldP spid="7067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8A4A3E-FC5E-42F5-91F2-FBF582990C49}" type="datetime1">
              <a:rPr lang="zh-CN" altLang="en-US"/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20914"/>
          <a:stretch>
            <a:fillRect/>
          </a:stretch>
        </p:blipFill>
        <p:spPr>
          <a:xfrm>
            <a:off x="1616710" y="1286510"/>
            <a:ext cx="6548120" cy="23964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45" y="3417570"/>
            <a:ext cx="6548120" cy="359600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0" y="490855"/>
            <a:ext cx="924179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  </a:t>
            </a:r>
            <a:r>
              <a:rPr lang="zh-CN" altLang="en-US" sz="1600"/>
              <a:t>继电器由四部分构成，分别是线圈、磁路、反力弹簧和触点。继电器的转换触点是继电器的一个动触点和两个静触点。其中动触点与静触点1处于闭会状态，称为常闭触点，动触点与静触点2处于断开状态，称为常开触点。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472" y="849459"/>
            <a:ext cx="8855528" cy="5755984"/>
          </a:xfrm>
          <a:prstGeom prst="rect">
            <a:avLst/>
          </a:prstGeom>
        </p:spPr>
      </p:pic>
      <p:sp>
        <p:nvSpPr>
          <p:cNvPr id="9" name="墨迹 8"/>
          <p:cNvSpPr/>
          <p:nvPr/>
        </p:nvSpPr>
        <p:spPr bwMode="auto">
          <a:xfrm>
            <a:off x="3396600" y="1620360"/>
            <a:ext cx="4300560" cy="213084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441"/>
    </mc:Choice>
    <mc:Fallback>
      <p:transition spd="slow" advTm="564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61" y="979714"/>
            <a:ext cx="8024650" cy="4538217"/>
          </a:xfrm>
          <a:prstGeom prst="rect">
            <a:avLst/>
          </a:prstGeom>
        </p:spPr>
      </p:pic>
      <p:sp>
        <p:nvSpPr>
          <p:cNvPr id="4" name="墨迹 3"/>
          <p:cNvSpPr/>
          <p:nvPr/>
        </p:nvSpPr>
        <p:spPr bwMode="auto">
          <a:xfrm>
            <a:off x="2996640" y="2433600"/>
            <a:ext cx="4593240" cy="2659680"/>
          </a:xfrm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墨迹 5"/>
              <p14:cNvContentPartPr/>
              <p14:nvPr/>
            </p14:nvContentPartPr>
            <p14:xfrm>
              <a:off x="7440480" y="3800520"/>
              <a:ext cx="93600" cy="7164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3"/>
            </p:blipFill>
            <p:spPr>
              <a:xfrm>
                <a:off x="7440480" y="3800520"/>
                <a:ext cx="93600" cy="71640"/>
              </a:xfrm>
              <a:prstGeom prst="rect"/>
            </p:spPr>
          </p:pic>
        </mc:Fallback>
      </mc:AlternateContent>
      <p:pic>
        <p:nvPicPr>
          <p:cNvPr id="2119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685800"/>
            <a:ext cx="190500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 advTm="74993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12" r="1012" b="36521"/>
          <a:stretch>
            <a:fillRect/>
          </a:stretch>
        </p:blipFill>
        <p:spPr>
          <a:xfrm>
            <a:off x="0" y="1670347"/>
            <a:ext cx="9144000" cy="3870481"/>
          </a:xfrm>
          <a:prstGeom prst="rect">
            <a:avLst/>
          </a:prstGeom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墨迹 5"/>
          <p:cNvSpPr/>
          <p:nvPr/>
        </p:nvSpPr>
        <p:spPr bwMode="auto">
          <a:xfrm>
            <a:off x="2009880" y="1514520"/>
            <a:ext cx="6671880" cy="403524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 advTm="12265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46" y="1267534"/>
            <a:ext cx="7828873" cy="3998150"/>
          </a:xfrm>
          <a:prstGeom prst="rect">
            <a:avLst/>
          </a:prstGeom>
        </p:spPr>
      </p:pic>
    </p:spTree>
  </p:cSld>
  <p:clrMapOvr>
    <a:masterClrMapping/>
  </p:clrMapOvr>
  <p:transition spd="med" advTm="37798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4456090" cy="576263"/>
          </a:xfrm>
          <a:solidFill>
            <a:schemeClr val="bg1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§2.4 </a:t>
            </a:r>
            <a:r>
              <a:rPr lang="zh-CN" altLang="en-US" sz="2800" b="1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奇异函数    </a:t>
            </a:r>
            <a:endParaRPr lang="zh-CN" altLang="en-US" sz="2800" b="1" kern="1200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B83DF15-3929-4632-A152-25E3C22EB569}" type="datetime1">
              <a:rPr lang="zh-CN" altLang="en-US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t="14797"/>
          <a:stretch>
            <a:fillRect/>
          </a:stretch>
        </p:blipFill>
        <p:spPr>
          <a:xfrm>
            <a:off x="369695" y="1125538"/>
            <a:ext cx="8185725" cy="34902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75" y="4615793"/>
            <a:ext cx="8005345" cy="2242207"/>
          </a:xfrm>
          <a:prstGeom prst="rect">
            <a:avLst/>
          </a:prstGeom>
        </p:spPr>
      </p:pic>
      <p:sp>
        <p:nvSpPr>
          <p:cNvPr id="8" name="墨迹 7"/>
          <p:cNvSpPr/>
          <p:nvPr/>
        </p:nvSpPr>
        <p:spPr bwMode="auto">
          <a:xfrm>
            <a:off x="2459880" y="575280"/>
            <a:ext cx="2460600" cy="288252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7158"/>
    </mc:Choice>
    <mc:Fallback>
      <p:transition spd="slow" advTm="971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3629025" cy="576263"/>
          </a:xfrm>
          <a:solidFill>
            <a:schemeClr val="bg1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§2.4 </a:t>
            </a:r>
            <a:r>
              <a:rPr lang="zh-CN" altLang="en-US" sz="2800" b="1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奇异函数</a:t>
            </a:r>
            <a:endParaRPr lang="zh-CN" altLang="en-US" sz="2800" b="1" kern="1200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196975"/>
            <a:ext cx="6911975" cy="1041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奇异函数：</a:t>
            </a:r>
            <a:endParaRPr lang="zh-CN" altLang="en-US" sz="2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        </a:t>
            </a:r>
            <a:r>
              <a:rPr lang="zh-CN" altLang="en-US" sz="2400" b="1" dirty="0">
                <a:solidFill>
                  <a:srgbClr val="6600CC"/>
                </a:solidFill>
              </a:rPr>
              <a:t>函数</a:t>
            </a:r>
            <a:r>
              <a:rPr lang="zh-CN" altLang="en-US" sz="2400" b="1" dirty="0"/>
              <a:t>在某处</a:t>
            </a:r>
            <a:r>
              <a:rPr lang="zh-CN" altLang="en-US" sz="2400" b="1" dirty="0">
                <a:solidFill>
                  <a:srgbClr val="6600CC"/>
                </a:solidFill>
              </a:rPr>
              <a:t>间断</a:t>
            </a:r>
            <a:r>
              <a:rPr lang="zh-CN" altLang="en-US" sz="2400" b="1" dirty="0"/>
              <a:t>或某阶</a:t>
            </a:r>
            <a:r>
              <a:rPr lang="zh-CN" altLang="en-US" sz="2400" b="1" dirty="0">
                <a:solidFill>
                  <a:srgbClr val="6600CC"/>
                </a:solidFill>
              </a:rPr>
              <a:t>导数不连续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graphicFrame>
        <p:nvGraphicFramePr>
          <p:cNvPr id="5325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54050" y="2262188"/>
          <a:ext cx="7740650" cy="315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Visio" r:id="rId1" imgW="11349355" imgH="4636770" progId="Visio.Drawing.11">
                  <p:embed/>
                </p:oleObj>
              </mc:Choice>
              <mc:Fallback>
                <p:oleObj name="Visio" r:id="rId1" imgW="11349355" imgH="463677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2262188"/>
                        <a:ext cx="7740650" cy="31575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B83DF15-3929-4632-A152-25E3C22EB569}" type="datetime1">
              <a:rPr lang="zh-CN" altLang="en-US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84"/>
    </mc:Choice>
    <mc:Fallback>
      <p:transition spd="slow" advTm="29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239838"/>
            <a:ext cx="2446338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/>
              <a:t>1</a:t>
            </a:r>
            <a:r>
              <a:rPr lang="zh-CN" altLang="en-US" sz="2800" b="1"/>
              <a:t>、阶跃函数</a:t>
            </a:r>
            <a:endParaRPr lang="zh-CN" altLang="en-US" sz="2800" b="1"/>
          </a:p>
          <a:p>
            <a:pPr eaLnBrk="1" hangingPunct="1">
              <a:buFontTx/>
              <a:buNone/>
            </a:pPr>
            <a:endParaRPr lang="en-US" altLang="zh-CN" sz="2800" b="1"/>
          </a:p>
        </p:txBody>
      </p:sp>
      <p:graphicFrame>
        <p:nvGraphicFramePr>
          <p:cNvPr id="5427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116013" y="3933825"/>
          <a:ext cx="7451725" cy="249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" name="Visio" r:id="rId1" imgW="4130675" imgH="946785" progId="Visio.Drawing.11">
                  <p:embed/>
                </p:oleObj>
              </mc:Choice>
              <mc:Fallback>
                <p:oleObj name="Visio" r:id="rId1" imgW="4130675" imgH="94678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351" r="17574"/>
                      <a:stretch>
                        <a:fillRect/>
                      </a:stretch>
                    </p:blipFill>
                    <p:spPr bwMode="auto">
                      <a:xfrm>
                        <a:off x="1116013" y="3933825"/>
                        <a:ext cx="7451725" cy="249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2484438" y="1557338"/>
          <a:ext cx="47879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" name="Visio" r:id="rId3" imgW="3764915" imgH="946785" progId="Visio.Drawing.11">
                  <p:embed/>
                </p:oleObj>
              </mc:Choice>
              <mc:Fallback>
                <p:oleObj name="Visio" r:id="rId3" imgW="3764915" imgH="94678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2046"/>
                      <a:stretch>
                        <a:fillRect/>
                      </a:stretch>
                    </p:blipFill>
                    <p:spPr bwMode="auto">
                      <a:xfrm>
                        <a:off x="2484438" y="1557338"/>
                        <a:ext cx="4787900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0" y="549275"/>
            <a:ext cx="29876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§2.4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FB81C0E-61DE-4395-87D8-3829B62E5D05}" type="datetime1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53"/>
    </mc:Choice>
    <mc:Fallback>
      <p:transition spd="slow" advTm="17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9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1355725" y="3179763"/>
          <a:ext cx="35433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3" name="公式" r:id="rId1" imgW="1587500" imgH="711200" progId="Equation.3">
                  <p:embed/>
                </p:oleObj>
              </mc:Choice>
              <mc:Fallback>
                <p:oleObj name="公式" r:id="rId1" imgW="1587500" imgH="7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3179763"/>
                        <a:ext cx="35433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90638" y="1403350"/>
          <a:ext cx="2735262" cy="159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4" name="公式" r:id="rId3" imgW="1218565" imgH="711200" progId="Equation.3">
                  <p:embed/>
                </p:oleObj>
              </mc:Choice>
              <mc:Fallback>
                <p:oleObj name="公式" r:id="rId3" imgW="1218565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1403350"/>
                        <a:ext cx="2735262" cy="15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414463" y="4956175"/>
          <a:ext cx="2351087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5" name="公式" r:id="rId5" imgW="1002665" imgH="457200" progId="Equation.3">
                  <p:embed/>
                </p:oleObj>
              </mc:Choice>
              <mc:Fallback>
                <p:oleObj name="公式" r:id="rId5" imgW="1002665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63" y="4956175"/>
                        <a:ext cx="2351087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0" y="549275"/>
            <a:ext cx="29876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§2.4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6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835ACA9-8867-43CD-B159-E2724394C942}" type="datetime1">
              <a:rPr lang="zh-CN" altLang="en-US"/>
            </a:fld>
            <a:endParaRPr lang="en-US" altLang="zh-CN" dirty="0"/>
          </a:p>
        </p:txBody>
      </p:sp>
      <p:sp>
        <p:nvSpPr>
          <p:cNvPr id="4" name="墨迹 3"/>
          <p:cNvSpPr/>
          <p:nvPr/>
        </p:nvSpPr>
        <p:spPr bwMode="auto">
          <a:xfrm>
            <a:off x="2313000" y="1604160"/>
            <a:ext cx="6041880" cy="44596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7"/>
    </p:custDataLst>
  </p:cSld>
  <p:clrMapOvr>
    <a:masterClrMapping/>
  </p:clrMapOvr>
  <p:transition spd="med" advTm="7892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6850" y="1312863"/>
            <a:ext cx="6335713" cy="896937"/>
          </a:xfrm>
        </p:spPr>
        <p:txBody>
          <a:bodyPr/>
          <a:lstStyle/>
          <a:p>
            <a:pPr eaLnBrk="1" hangingPunct="1"/>
            <a:r>
              <a:rPr lang="zh-CN" altLang="en-US" sz="2800" b="1"/>
              <a:t>任一函数与阶跃函数相乘</a:t>
            </a:r>
            <a:endParaRPr lang="zh-CN" altLang="en-US" sz="2800" b="1"/>
          </a:p>
        </p:txBody>
      </p:sp>
      <p:graphicFrame>
        <p:nvGraphicFramePr>
          <p:cNvPr id="5632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348038" y="1989138"/>
          <a:ext cx="2997200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7" name="公式" r:id="rId1" imgW="1028700" imgH="457200" progId="Equation.3">
                  <p:embed/>
                </p:oleObj>
              </mc:Choice>
              <mc:Fallback>
                <p:oleObj name="公式" r:id="rId1" imgW="10287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989138"/>
                        <a:ext cx="2997200" cy="133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0" y="549275"/>
            <a:ext cx="29876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§2.4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749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1750" name="Object 3"/>
          <p:cNvGraphicFramePr>
            <a:graphicFrameLocks noChangeAspect="1"/>
          </p:cNvGraphicFramePr>
          <p:nvPr/>
        </p:nvGraphicFramePr>
        <p:xfrm>
          <a:off x="900113" y="2281238"/>
          <a:ext cx="22320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8" name="公式" r:id="rId3" imgW="660400" imgH="203200" progId="Equation.3">
                  <p:embed/>
                </p:oleObj>
              </mc:Choice>
              <mc:Fallback>
                <p:oleObj name="公式" r:id="rId3" imgW="6604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281238"/>
                        <a:ext cx="22320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A7FCA18-1E33-4960-92D5-EE359B960F64}" type="datetime1">
              <a:rPr lang="zh-CN" altLang="en-US"/>
            </a:fld>
            <a:endParaRPr lang="en-US" altLang="zh-CN" dirty="0"/>
          </a:p>
        </p:txBody>
      </p:sp>
      <p:grpSp>
        <p:nvGrpSpPr>
          <p:cNvPr id="31752" name="Group 12"/>
          <p:cNvGrpSpPr/>
          <p:nvPr/>
        </p:nvGrpSpPr>
        <p:grpSpPr bwMode="auto">
          <a:xfrm>
            <a:off x="0" y="3322638"/>
            <a:ext cx="7642225" cy="2997200"/>
            <a:chOff x="249" y="2199"/>
            <a:chExt cx="4814" cy="1888"/>
          </a:xfrm>
        </p:grpSpPr>
        <p:graphicFrame>
          <p:nvGraphicFramePr>
            <p:cNvPr id="31753" name="Object 5"/>
            <p:cNvGraphicFramePr>
              <a:graphicFrameLocks noChangeAspect="1"/>
            </p:cNvGraphicFramePr>
            <p:nvPr/>
          </p:nvGraphicFramePr>
          <p:xfrm>
            <a:off x="981" y="2199"/>
            <a:ext cx="4082" cy="1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9" name="Visio" r:id="rId5" imgW="5002530" imgH="1613535" progId="Visio.Drawing.11">
                    <p:embed/>
                  </p:oleObj>
                </mc:Choice>
                <mc:Fallback>
                  <p:oleObj name="Visio" r:id="rId5" imgW="5002530" imgH="1613535" progId="Visio.Drawing.11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20425" t="22960" r="22966"/>
                        <a:stretch>
                          <a:fillRect/>
                        </a:stretch>
                      </p:blipFill>
                      <p:spPr bwMode="auto">
                        <a:xfrm>
                          <a:off x="981" y="2199"/>
                          <a:ext cx="4082" cy="1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4" name="Line 10"/>
            <p:cNvSpPr>
              <a:spLocks noChangeShapeType="1"/>
            </p:cNvSpPr>
            <p:nvPr/>
          </p:nvSpPr>
          <p:spPr bwMode="auto">
            <a:xfrm flipH="1">
              <a:off x="503" y="2813"/>
              <a:ext cx="1668" cy="11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none" w="sm" len="sm"/>
            </a:ln>
            <a:effectLst>
              <a:outerShdw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1755" name="Line 11"/>
            <p:cNvSpPr>
              <a:spLocks noChangeShapeType="1"/>
            </p:cNvSpPr>
            <p:nvPr/>
          </p:nvSpPr>
          <p:spPr bwMode="auto">
            <a:xfrm flipH="1">
              <a:off x="249" y="3450"/>
              <a:ext cx="2158" cy="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sm"/>
            </a:ln>
            <a:effectLst>
              <a:outerShdw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  <p:custDataLst>
      <p:tags r:id="rId7"/>
    </p:custDataLst>
  </p:cSld>
  <p:clrMapOvr>
    <a:masterClrMapping/>
  </p:clrMapOvr>
  <p:transition spd="med" advTm="576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268413"/>
            <a:ext cx="2519363" cy="6810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/>
              <a:t>2</a:t>
            </a:r>
            <a:r>
              <a:rPr lang="zh-CN" altLang="en-US" sz="2800" b="1"/>
              <a:t>、冲激函数</a:t>
            </a:r>
            <a:endParaRPr lang="zh-CN" altLang="en-US" sz="2800" b="1"/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3276600" y="1341438"/>
          <a:ext cx="4895850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8" name="Visio" r:id="rId1" imgW="2140585" imgH="1312545" progId="Visio.Drawing.11">
                  <p:embed/>
                </p:oleObj>
              </mc:Choice>
              <mc:Fallback>
                <p:oleObj name="Visio" r:id="rId1" imgW="2140585" imgH="131254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2500" r="-2765"/>
                      <a:stretch>
                        <a:fillRect/>
                      </a:stretch>
                    </p:blipFill>
                    <p:spPr bwMode="auto">
                      <a:xfrm>
                        <a:off x="3276600" y="1341438"/>
                        <a:ext cx="4895850" cy="252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827088" y="3860800"/>
          <a:ext cx="3455987" cy="213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9" name="公式" r:id="rId3" imgW="1396365" imgH="862965" progId="Equation.3">
                  <p:embed/>
                </p:oleObj>
              </mc:Choice>
              <mc:Fallback>
                <p:oleObj name="公式" r:id="rId3" imgW="1396365" imgH="86296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60800"/>
                        <a:ext cx="3455987" cy="213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0" y="549275"/>
            <a:ext cx="29876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§2.4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774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C69BF14-C734-4256-83F5-1C02BCFACDC8}" type="datetime1">
              <a:rPr lang="zh-CN" altLang="en-US"/>
            </a:fld>
            <a:endParaRPr lang="zh-CN" altLang="en-US" dirty="0"/>
          </a:p>
        </p:txBody>
      </p:sp>
      <p:sp>
        <p:nvSpPr>
          <p:cNvPr id="3" name="墨迹 2"/>
          <p:cNvSpPr/>
          <p:nvPr/>
        </p:nvSpPr>
        <p:spPr bwMode="auto">
          <a:xfrm>
            <a:off x="3463920" y="1770840"/>
            <a:ext cx="3171240" cy="8755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569"/>
    </mc:Choice>
    <mc:Fallback>
      <p:transition spd="slow" advTm="935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268413"/>
            <a:ext cx="3200400" cy="6810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/>
              <a:t>引入非理想直流源</a:t>
            </a:r>
            <a:endParaRPr lang="zh-CN" altLang="en-US" sz="2800" b="1"/>
          </a:p>
        </p:txBody>
      </p:sp>
      <p:graphicFrame>
        <p:nvGraphicFramePr>
          <p:cNvPr id="68611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708400" y="620713"/>
          <a:ext cx="2808288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" name="Visio" r:id="rId1" imgW="2140585" imgH="1312545" progId="Visio.Drawing.11">
                  <p:embed/>
                </p:oleObj>
              </mc:Choice>
              <mc:Fallback>
                <p:oleObj name="Visio" r:id="rId1" imgW="2140585" imgH="131254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2500" r="-2765"/>
                      <a:stretch>
                        <a:fillRect/>
                      </a:stretch>
                    </p:blipFill>
                    <p:spPr bwMode="auto">
                      <a:xfrm>
                        <a:off x="3708400" y="620713"/>
                        <a:ext cx="2808288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0" y="549275"/>
            <a:ext cx="29876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§2.4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3797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8615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00113" y="5373688"/>
          <a:ext cx="266382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9" name="公式" r:id="rId3" imgW="1116965" imgH="393700" progId="Equation.3">
                  <p:embed/>
                </p:oleObj>
              </mc:Choice>
              <mc:Fallback>
                <p:oleObj name="公式" r:id="rId3" imgW="1116965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373688"/>
                        <a:ext cx="2663825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677F71-303E-4A37-8686-0606BCEC5D9F}" type="datetime1">
              <a:rPr lang="zh-CN" altLang="en-US"/>
            </a:fld>
            <a:endParaRPr lang="en-US" altLang="zh-CN" dirty="0"/>
          </a:p>
        </p:txBody>
      </p:sp>
      <p:grpSp>
        <p:nvGrpSpPr>
          <p:cNvPr id="33800" name="组合 2"/>
          <p:cNvGrpSpPr/>
          <p:nvPr/>
        </p:nvGrpSpPr>
        <p:grpSpPr bwMode="auto">
          <a:xfrm>
            <a:off x="557213" y="2317750"/>
            <a:ext cx="8029575" cy="2921000"/>
            <a:chOff x="736261" y="2282598"/>
            <a:chExt cx="8029914" cy="2921227"/>
          </a:xfrm>
        </p:grpSpPr>
        <p:graphicFrame>
          <p:nvGraphicFramePr>
            <p:cNvPr id="33801" name="Object 4"/>
            <p:cNvGraphicFramePr>
              <a:graphicFrameLocks noChangeAspect="1"/>
            </p:cNvGraphicFramePr>
            <p:nvPr/>
          </p:nvGraphicFramePr>
          <p:xfrm>
            <a:off x="4625975" y="2420938"/>
            <a:ext cx="4140200" cy="2782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0" name="Visio" r:id="rId5" imgW="5249545" imgH="2043430" progId="Visio.Drawing.11">
                    <p:embed/>
                  </p:oleObj>
                </mc:Choice>
                <mc:Fallback>
                  <p:oleObj name="Visio" r:id="rId5" imgW="5249545" imgH="2043430" progId="Visio.Drawing.11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50095" t="22960" r="7784"/>
                        <a:stretch>
                          <a:fillRect/>
                        </a:stretch>
                      </p:blipFill>
                      <p:spPr bwMode="auto">
                        <a:xfrm>
                          <a:off x="4625975" y="2420938"/>
                          <a:ext cx="4140200" cy="27828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2" name="Text Box 13"/>
            <p:cNvSpPr txBox="1">
              <a:spLocks noChangeArrowheads="1"/>
            </p:cNvSpPr>
            <p:nvPr/>
          </p:nvSpPr>
          <p:spPr bwMode="auto">
            <a:xfrm>
              <a:off x="5976939" y="2676526"/>
              <a:ext cx="838200" cy="3254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1800" i="1"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lang="el-GR" altLang="zh-CN" sz="1800" i="1"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rPr>
                <a:t>ε</a:t>
              </a:r>
              <a:r>
                <a:rPr lang="en-US" altLang="zh-CN" sz="1800" i="1">
                  <a:latin typeface="Times New Roman" panose="02020603050405020304" pitchFamily="18" charset="0"/>
                  <a:ea typeface="SimSun-ExtB" panose="02010609060101010101" pitchFamily="49" charset="-122"/>
                  <a:cs typeface="Times New Roman" panose="02020603050405020304" pitchFamily="18" charset="0"/>
                </a:rPr>
                <a:t>(t)</a:t>
              </a:r>
              <a:endParaRPr lang="el-GR" altLang="zh-CN" sz="1800" i="1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3803" name="组合 1"/>
            <p:cNvGrpSpPr/>
            <p:nvPr/>
          </p:nvGrpSpPr>
          <p:grpSpPr bwMode="auto">
            <a:xfrm>
              <a:off x="736261" y="2282598"/>
              <a:ext cx="3024188" cy="2911475"/>
              <a:chOff x="981075" y="2195513"/>
              <a:chExt cx="3024188" cy="2911475"/>
            </a:xfrm>
          </p:grpSpPr>
          <p:grpSp>
            <p:nvGrpSpPr>
              <p:cNvPr id="33804" name="Group 8"/>
              <p:cNvGrpSpPr/>
              <p:nvPr/>
            </p:nvGrpSpPr>
            <p:grpSpPr bwMode="auto">
              <a:xfrm>
                <a:off x="981075" y="2195513"/>
                <a:ext cx="3024188" cy="2911475"/>
                <a:chOff x="612" y="1389"/>
                <a:chExt cx="1905" cy="1834"/>
              </a:xfrm>
            </p:grpSpPr>
            <p:graphicFrame>
              <p:nvGraphicFramePr>
                <p:cNvPr id="33806" name="Object 9"/>
                <p:cNvGraphicFramePr>
                  <a:graphicFrameLocks noChangeAspect="1"/>
                </p:cNvGraphicFramePr>
                <p:nvPr/>
              </p:nvGraphicFramePr>
              <p:xfrm>
                <a:off x="612" y="1389"/>
                <a:ext cx="1905" cy="183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561" name="Visio" r:id="rId7" imgW="5249545" imgH="2043430" progId="Visio.Drawing.11">
                        <p:embed/>
                      </p:oleObj>
                    </mc:Choice>
                    <mc:Fallback>
                      <p:oleObj name="Visio" r:id="rId7" imgW="5249545" imgH="2043430" progId="Visio.Drawing.11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l="20425" t="22960" r="50163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12" y="1389"/>
                              <a:ext cx="1905" cy="183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3807" name="Rectangle 10"/>
                <p:cNvSpPr>
                  <a:spLocks noChangeArrowheads="1"/>
                </p:cNvSpPr>
                <p:nvPr/>
              </p:nvSpPr>
              <p:spPr bwMode="auto">
                <a:xfrm>
                  <a:off x="869" y="2156"/>
                  <a:ext cx="263" cy="33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marL="342900" indent="-3429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Ø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ü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85000"/>
                    </a:lnSpc>
                    <a:buFont typeface="Wingdings" panose="05000000000000000000" pitchFamily="2" charset="2"/>
                    <a:buNone/>
                  </a:pPr>
                  <a:endParaRPr lang="zh-CN" altLang="zh-CN" sz="3600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p:grpSp>
          <p:sp>
            <p:nvSpPr>
              <p:cNvPr id="33805" name="Rectangle 14"/>
              <p:cNvSpPr>
                <a:spLocks noChangeArrowheads="1"/>
              </p:cNvSpPr>
              <p:nvPr/>
            </p:nvSpPr>
            <p:spPr bwMode="auto">
              <a:xfrm>
                <a:off x="2132013" y="2671763"/>
                <a:ext cx="671513" cy="3254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prstShdw prst="shdw12">
                  <a:schemeClr val="bg2">
                    <a:alpha val="50000"/>
                  </a:schemeClr>
                </a:prstShdw>
              </a:effectLst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marL="367030" indent="-36703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r>
                  <a:rPr lang="el-GR" altLang="zh-CN" sz="1800" i="1">
                    <a:latin typeface="Arial" panose="020B0604020202020204" pitchFamily="34" charset="0"/>
                  </a:rPr>
                  <a:t>ε</a:t>
                </a:r>
                <a:r>
                  <a:rPr lang="en-US" altLang="zh-CN" sz="1800" i="1">
                    <a:latin typeface="Arial" panose="020B0604020202020204" pitchFamily="34" charset="0"/>
                  </a:rPr>
                  <a:t>(t)</a:t>
                </a:r>
                <a:endParaRPr lang="zh-CN" altLang="en-US" sz="1800" i="1">
                  <a:latin typeface="Arial" panose="020B0604020202020204" pitchFamily="34" charset="0"/>
                </a:endParaRPr>
              </a:p>
            </p:txBody>
          </p:sp>
        </p:grpSp>
      </p:grpSp>
    </p:spTree>
    <p:custDataLst>
      <p:tags r:id="rId8"/>
    </p:custDataLst>
  </p:cSld>
  <p:clrMapOvr>
    <a:masterClrMapping/>
  </p:clrMapOvr>
  <p:transition spd="med" advTm="472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51" y="574128"/>
            <a:ext cx="8742422" cy="6035563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5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3645029" y="967583"/>
          <a:ext cx="4608513" cy="270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8" name="Visio" r:id="rId1" imgW="4281805" imgH="3012440" progId="Visio.Drawing.11">
                  <p:embed/>
                </p:oleObj>
              </mc:Choice>
              <mc:Fallback>
                <p:oleObj name="Visio" r:id="rId1" imgW="4281805" imgH="301244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0190"/>
                      <a:stretch>
                        <a:fillRect/>
                      </a:stretch>
                    </p:blipFill>
                    <p:spPr bwMode="auto">
                      <a:xfrm>
                        <a:off x="3645029" y="967583"/>
                        <a:ext cx="4608513" cy="270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50825" y="1341438"/>
          <a:ext cx="2754313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9" name="公式" r:id="rId3" imgW="1016000" imgH="812800" progId="Equation.3">
                  <p:embed/>
                </p:oleObj>
              </mc:Choice>
              <mc:Fallback>
                <p:oleObj name="公式" r:id="rId3" imgW="1016000" imgH="81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341438"/>
                        <a:ext cx="2754313" cy="220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0" y="549275"/>
            <a:ext cx="29876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§2.4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821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0420" name="Object 6"/>
          <p:cNvGraphicFramePr>
            <a:graphicFrameLocks noChangeAspect="1"/>
          </p:cNvGraphicFramePr>
          <p:nvPr/>
        </p:nvGraphicFramePr>
        <p:xfrm>
          <a:off x="1141413" y="4076700"/>
          <a:ext cx="3186112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0" name="公式" r:id="rId5" imgW="989965" imgH="330200" progId="Equation.3">
                  <p:embed/>
                </p:oleObj>
              </mc:Choice>
              <mc:Fallback>
                <p:oleObj name="公式" r:id="rId5" imgW="989965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4076700"/>
                        <a:ext cx="3186112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5"/>
          <p:cNvGraphicFramePr>
            <a:graphicFrameLocks noChangeAspect="1"/>
          </p:cNvGraphicFramePr>
          <p:nvPr/>
        </p:nvGraphicFramePr>
        <p:xfrm>
          <a:off x="4284663" y="4365625"/>
          <a:ext cx="1052512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1" name="公式" r:id="rId7" imgW="330200" imgH="203200" progId="Equation.3">
                  <p:embed/>
                </p:oleObj>
              </mc:Choice>
              <mc:Fallback>
                <p:oleObj name="公式" r:id="rId7" imgW="330200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4365625"/>
                        <a:ext cx="1052512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917575" y="5445125"/>
          <a:ext cx="392112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2" name="公式" r:id="rId9" imgW="1219200" imgH="330200" progId="Equation.3">
                  <p:embed/>
                </p:oleObj>
              </mc:Choice>
              <mc:Fallback>
                <p:oleObj name="公式" r:id="rId9" imgW="1219200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5445125"/>
                        <a:ext cx="3921125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7"/>
          <p:cNvGraphicFramePr>
            <a:graphicFrameLocks noChangeAspect="1"/>
          </p:cNvGraphicFramePr>
          <p:nvPr/>
        </p:nvGraphicFramePr>
        <p:xfrm>
          <a:off x="4892675" y="5716588"/>
          <a:ext cx="113347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3" name="公式" r:id="rId11" imgW="355600" imgH="215900" progId="Equation.3">
                  <p:embed/>
                </p:oleObj>
              </mc:Choice>
              <mc:Fallback>
                <p:oleObj name="公式" r:id="rId11" imgW="3556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675" y="5716588"/>
                        <a:ext cx="113347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日期占位符 6"/>
          <p:cNvSpPr txBox="1">
            <a:spLocks noGrp="1"/>
          </p:cNvSpPr>
          <p:nvPr/>
        </p:nvSpPr>
        <p:spPr bwMode="auto">
          <a:xfrm>
            <a:off x="0" y="6662738"/>
            <a:ext cx="1320800" cy="195262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eaLnBrk="1" hangingPunct="1">
              <a:defRPr/>
            </a:pPr>
            <a:fld id="{F8B311BE-30D1-4602-A83F-B07B51FFBF9A}" type="datetime1">
              <a:rPr lang="zh-CN" altLang="en-US" sz="1200">
                <a:latin typeface="+mn-lt"/>
                <a:ea typeface="+mj-ea"/>
              </a:rPr>
            </a:fld>
            <a:endParaRPr lang="en-US" altLang="zh-CN" sz="1200" dirty="0">
              <a:latin typeface="+mn-lt"/>
              <a:ea typeface="+mj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6457"/>
    </mc:Choice>
    <mc:Fallback>
      <p:transition spd="slow" advTm="3164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268413"/>
            <a:ext cx="4246563" cy="609600"/>
          </a:xfrm>
        </p:spPr>
        <p:txBody>
          <a:bodyPr/>
          <a:lstStyle/>
          <a:p>
            <a:pPr eaLnBrk="1" hangingPunct="1"/>
            <a:r>
              <a:rPr lang="zh-CN" altLang="en-US" sz="2800" b="1"/>
              <a:t>广义函数（分配函数）</a:t>
            </a:r>
            <a:endParaRPr lang="zh-CN" altLang="en-US" sz="2800" b="1"/>
          </a:p>
        </p:txBody>
      </p:sp>
      <p:graphicFrame>
        <p:nvGraphicFramePr>
          <p:cNvPr id="6042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181475" y="1692275"/>
          <a:ext cx="4105275" cy="186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0" name="公式" r:id="rId1" imgW="1676400" imgH="762000" progId="Equation.3">
                  <p:embed/>
                </p:oleObj>
              </mc:Choice>
              <mc:Fallback>
                <p:oleObj name="公式" r:id="rId1" imgW="1676400" imgH="762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1692275"/>
                        <a:ext cx="4105275" cy="18653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60400" y="3657600"/>
          <a:ext cx="5053450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1" name="公式" r:id="rId3" imgW="1930400" imgH="1041400" progId="Equation.3">
                  <p:embed/>
                </p:oleObj>
              </mc:Choice>
              <mc:Fallback>
                <p:oleObj name="公式" r:id="rId3" imgW="1930400" imgH="1041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" y="3657600"/>
                        <a:ext cx="5053450" cy="2489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549275"/>
            <a:ext cx="29876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§2.4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5846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425" name="Line 9"/>
          <p:cNvSpPr>
            <a:spLocks noChangeShapeType="1"/>
          </p:cNvSpPr>
          <p:nvPr/>
        </p:nvSpPr>
        <p:spPr bwMode="auto">
          <a:xfrm flipH="1">
            <a:off x="2497138" y="2887663"/>
            <a:ext cx="1654175" cy="769937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41CADB9-02C0-4127-BBF4-771D3D2D3BED}" type="datetime1">
              <a:rPr lang="zh-CN" altLang="en-US"/>
            </a:fld>
            <a:endParaRPr lang="en-US" altLang="zh-CN" dirty="0"/>
          </a:p>
        </p:txBody>
      </p:sp>
    </p:spTree>
    <p:custDataLst>
      <p:tags r:id="rId5"/>
    </p:custDataLst>
  </p:cSld>
  <p:clrMapOvr>
    <a:masterClrMapping/>
  </p:clrMapOvr>
  <p:transition spd="med" advTm="11645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524000"/>
            <a:ext cx="6767513" cy="5365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kumimoji="1" lang="en-US" altLang="zh-CN" sz="2800" b="1"/>
              <a:t>         </a:t>
            </a:r>
            <a:r>
              <a:rPr kumimoji="1" lang="zh-CN" altLang="en-US" sz="2800" b="1"/>
              <a:t>的抽样特性</a:t>
            </a:r>
            <a:endParaRPr kumimoji="1" lang="zh-CN" altLang="en-US" sz="2800" b="1"/>
          </a:p>
        </p:txBody>
      </p:sp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971550" y="2276475"/>
          <a:ext cx="7004050" cy="377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4" name="Visio" r:id="rId1" imgW="3374390" imgH="1818640" progId="Visio.Drawing.11">
                  <p:embed/>
                </p:oleObj>
              </mc:Choice>
              <mc:Fallback>
                <p:oleObj name="Visio" r:id="rId1" imgW="3374390" imgH="181864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276475"/>
                        <a:ext cx="7004050" cy="377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411413" y="1582738"/>
          <a:ext cx="6365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5" name="公式" r:id="rId3" imgW="292100" imgH="203200" progId="Equation.3">
                  <p:embed/>
                </p:oleObj>
              </mc:Choice>
              <mc:Fallback>
                <p:oleObj name="公式" r:id="rId3" imgW="292100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582738"/>
                        <a:ext cx="63658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0" y="549275"/>
            <a:ext cx="5094288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§2.4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0035B35-2348-482C-AB35-7B25DD1792FD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4494960" y="2131560"/>
            <a:ext cx="4182480" cy="287784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287"/>
    </mc:Choice>
    <mc:Fallback>
      <p:transition spd="slow" advTm="842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125538"/>
            <a:ext cx="3600450" cy="5365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kumimoji="1" lang="el-GR" altLang="zh-CN" sz="2800" b="1"/>
              <a:t>δ</a:t>
            </a:r>
            <a:r>
              <a:rPr kumimoji="1" lang="zh-CN" altLang="el-GR" sz="2800" b="1"/>
              <a:t>（</a:t>
            </a:r>
            <a:r>
              <a:rPr kumimoji="1" lang="el-GR" altLang="zh-CN" sz="2800" b="1"/>
              <a:t>t</a:t>
            </a:r>
            <a:r>
              <a:rPr kumimoji="1" lang="zh-CN" altLang="el-GR" sz="2800" b="1"/>
              <a:t>）</a:t>
            </a:r>
            <a:r>
              <a:rPr kumimoji="1" lang="zh-CN" altLang="en-US" sz="2800" b="1"/>
              <a:t>的其他特性：</a:t>
            </a:r>
            <a:endParaRPr kumimoji="1" lang="zh-CN" altLang="en-US" sz="2800" b="1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1022350" y="2924175"/>
            <a:ext cx="3636963" cy="817563"/>
            <a:chOff x="1156" y="1979"/>
            <a:chExt cx="2291" cy="515"/>
          </a:xfrm>
        </p:grpSpPr>
        <p:graphicFrame>
          <p:nvGraphicFramePr>
            <p:cNvPr id="37907" name="Object 5"/>
            <p:cNvGraphicFramePr>
              <a:graphicFrameLocks noChangeAspect="1"/>
            </p:cNvGraphicFramePr>
            <p:nvPr/>
          </p:nvGraphicFramePr>
          <p:xfrm>
            <a:off x="1474" y="1979"/>
            <a:ext cx="1973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7" name="公式" r:id="rId1" imgW="1701800" imgH="444500" progId="Equation.3">
                    <p:embed/>
                  </p:oleObj>
                </mc:Choice>
                <mc:Fallback>
                  <p:oleObj name="公式" r:id="rId1" imgW="1701800" imgH="4445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1979"/>
                          <a:ext cx="1973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8" name="Rectangle 6"/>
            <p:cNvSpPr>
              <a:spLocks noChangeArrowheads="1"/>
            </p:cNvSpPr>
            <p:nvPr/>
          </p:nvSpPr>
          <p:spPr bwMode="auto">
            <a:xfrm>
              <a:off x="1156" y="202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en-US" altLang="zh-CN" sz="2800">
                  <a:latin typeface="黑体" panose="02010609060101010101" pitchFamily="49" charset="-122"/>
                </a:rPr>
                <a:t>★</a:t>
              </a:r>
              <a:endParaRPr lang="en-US" altLang="zh-CN" sz="2800">
                <a:latin typeface="黑体" panose="02010609060101010101" pitchFamily="49" charset="-122"/>
              </a:endParaRPr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1022350" y="2060575"/>
            <a:ext cx="4252913" cy="519113"/>
            <a:chOff x="1156" y="1570"/>
            <a:chExt cx="2679" cy="327"/>
          </a:xfrm>
        </p:grpSpPr>
        <p:sp>
          <p:nvSpPr>
            <p:cNvPr id="37905" name="Rectangle 8"/>
            <p:cNvSpPr>
              <a:spLocks noChangeArrowheads="1"/>
            </p:cNvSpPr>
            <p:nvPr/>
          </p:nvSpPr>
          <p:spPr bwMode="auto">
            <a:xfrm>
              <a:off x="1156" y="157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en-US" altLang="zh-CN" sz="2800">
                  <a:latin typeface="黑体" panose="02010609060101010101" pitchFamily="49" charset="-122"/>
                </a:rPr>
                <a:t>★</a:t>
              </a:r>
              <a:endParaRPr lang="en-US" altLang="zh-CN" sz="2800">
                <a:latin typeface="黑体" panose="02010609060101010101" pitchFamily="49" charset="-122"/>
              </a:endParaRPr>
            </a:p>
          </p:txBody>
        </p:sp>
        <p:graphicFrame>
          <p:nvGraphicFramePr>
            <p:cNvPr id="37906" name="Object 9"/>
            <p:cNvGraphicFramePr>
              <a:graphicFrameLocks noChangeAspect="1"/>
            </p:cNvGraphicFramePr>
            <p:nvPr/>
          </p:nvGraphicFramePr>
          <p:xfrm>
            <a:off x="1474" y="1616"/>
            <a:ext cx="2361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8" name="公式" r:id="rId3" imgW="1815465" imgH="215900" progId="Equation.3">
                    <p:embed/>
                  </p:oleObj>
                </mc:Choice>
                <mc:Fallback>
                  <p:oleObj name="公式" r:id="rId3" imgW="1815465" imgH="2159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1616"/>
                          <a:ext cx="2361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/>
          <p:cNvGrpSpPr/>
          <p:nvPr/>
        </p:nvGrpSpPr>
        <p:grpSpPr bwMode="auto">
          <a:xfrm>
            <a:off x="1022350" y="3775075"/>
            <a:ext cx="3387725" cy="517525"/>
            <a:chOff x="1156" y="2568"/>
            <a:chExt cx="2134" cy="326"/>
          </a:xfrm>
        </p:grpSpPr>
        <p:sp>
          <p:nvSpPr>
            <p:cNvPr id="37903" name="Rectangle 11"/>
            <p:cNvSpPr>
              <a:spLocks noChangeArrowheads="1"/>
            </p:cNvSpPr>
            <p:nvPr/>
          </p:nvSpPr>
          <p:spPr bwMode="auto">
            <a:xfrm>
              <a:off x="1156" y="256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en-US" altLang="zh-CN" sz="2800">
                  <a:latin typeface="黑体" panose="02010609060101010101" pitchFamily="49" charset="-122"/>
                </a:rPr>
                <a:t>★</a:t>
              </a:r>
              <a:endParaRPr lang="en-US" altLang="zh-CN" sz="2800">
                <a:latin typeface="黑体" panose="02010609060101010101" pitchFamily="49" charset="-122"/>
              </a:endParaRPr>
            </a:p>
          </p:txBody>
        </p:sp>
        <p:graphicFrame>
          <p:nvGraphicFramePr>
            <p:cNvPr id="37904" name="Object 12"/>
            <p:cNvGraphicFramePr>
              <a:graphicFrameLocks noChangeAspect="1"/>
            </p:cNvGraphicFramePr>
            <p:nvPr/>
          </p:nvGraphicFramePr>
          <p:xfrm>
            <a:off x="1474" y="2614"/>
            <a:ext cx="181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9" name="公式" r:id="rId5" imgW="1396365" imgH="215900" progId="Equation.3">
                    <p:embed/>
                  </p:oleObj>
                </mc:Choice>
                <mc:Fallback>
                  <p:oleObj name="公式" r:id="rId5" imgW="1396365" imgH="215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2614"/>
                          <a:ext cx="1816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/>
          <p:cNvGrpSpPr/>
          <p:nvPr/>
        </p:nvGrpSpPr>
        <p:grpSpPr bwMode="auto">
          <a:xfrm>
            <a:off x="971550" y="4437063"/>
            <a:ext cx="7431088" cy="812800"/>
            <a:chOff x="1156" y="2750"/>
            <a:chExt cx="4681" cy="512"/>
          </a:xfrm>
        </p:grpSpPr>
        <p:graphicFrame>
          <p:nvGraphicFramePr>
            <p:cNvPr id="37901" name="Object 14"/>
            <p:cNvGraphicFramePr>
              <a:graphicFrameLocks noChangeAspect="1"/>
            </p:cNvGraphicFramePr>
            <p:nvPr/>
          </p:nvGraphicFramePr>
          <p:xfrm>
            <a:off x="1428" y="2750"/>
            <a:ext cx="4409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80" name="公式" r:id="rId7" imgW="3390900" imgH="393700" progId="Equation.3">
                    <p:embed/>
                  </p:oleObj>
                </mc:Choice>
                <mc:Fallback>
                  <p:oleObj name="公式" r:id="rId7" imgW="3390900" imgH="3937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" y="2750"/>
                          <a:ext cx="4409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2" name="Rectangle 15"/>
            <p:cNvSpPr>
              <a:spLocks noChangeArrowheads="1"/>
            </p:cNvSpPr>
            <p:nvPr/>
          </p:nvSpPr>
          <p:spPr bwMode="auto">
            <a:xfrm>
              <a:off x="1156" y="284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en-US" altLang="zh-CN" sz="2800">
                  <a:latin typeface="黑体" panose="02010609060101010101" pitchFamily="49" charset="-122"/>
                </a:rPr>
                <a:t>★</a:t>
              </a:r>
              <a:endParaRPr lang="en-US" altLang="zh-CN" sz="2800">
                <a:latin typeface="黑体" panose="02010609060101010101" pitchFamily="49" charset="-122"/>
              </a:endParaRPr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1022350" y="5300663"/>
            <a:ext cx="4594225" cy="812800"/>
            <a:chOff x="1156" y="3294"/>
            <a:chExt cx="2894" cy="512"/>
          </a:xfrm>
        </p:grpSpPr>
        <p:graphicFrame>
          <p:nvGraphicFramePr>
            <p:cNvPr id="37899" name="Object 17"/>
            <p:cNvGraphicFramePr>
              <a:graphicFrameLocks noChangeAspect="1"/>
            </p:cNvGraphicFramePr>
            <p:nvPr/>
          </p:nvGraphicFramePr>
          <p:xfrm>
            <a:off x="1474" y="3294"/>
            <a:ext cx="2576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81" name="公式" r:id="rId9" imgW="1981200" imgH="393700" progId="Equation.3">
                    <p:embed/>
                  </p:oleObj>
                </mc:Choice>
                <mc:Fallback>
                  <p:oleObj name="公式" r:id="rId9" imgW="1981200" imgH="3937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3294"/>
                          <a:ext cx="2576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0" name="Rectangle 18"/>
            <p:cNvSpPr>
              <a:spLocks noChangeArrowheads="1"/>
            </p:cNvSpPr>
            <p:nvPr/>
          </p:nvSpPr>
          <p:spPr bwMode="auto">
            <a:xfrm>
              <a:off x="1156" y="3385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en-US" altLang="zh-CN" sz="2800">
                  <a:latin typeface="黑体" panose="02010609060101010101" pitchFamily="49" charset="-122"/>
                </a:rPr>
                <a:t>★</a:t>
              </a:r>
              <a:endParaRPr lang="en-US" altLang="zh-CN" sz="2800">
                <a:latin typeface="黑体" panose="02010609060101010101" pitchFamily="49" charset="-122"/>
              </a:endParaRPr>
            </a:p>
          </p:txBody>
        </p:sp>
      </p:grpSp>
      <p:sp>
        <p:nvSpPr>
          <p:cNvPr id="62483" name="Rectangle 19"/>
          <p:cNvSpPr>
            <a:spLocks noChangeArrowheads="1"/>
          </p:cNvSpPr>
          <p:nvPr/>
        </p:nvSpPr>
        <p:spPr bwMode="auto">
          <a:xfrm>
            <a:off x="0" y="549275"/>
            <a:ext cx="29876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§2.4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897" name="Text Box 20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" name="日期占位符 1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97CCF2B-6B90-4E34-B6A5-38B52C4A35FD}" type="datetime1">
              <a:rPr lang="zh-CN" altLang="en-US"/>
            </a:fld>
            <a:endParaRPr lang="en-US" altLang="zh-CN" dirty="0"/>
          </a:p>
        </p:txBody>
      </p:sp>
    </p:spTree>
    <p:custDataLst>
      <p:tags r:id="rId11"/>
    </p:custDataLst>
  </p:cSld>
  <p:clrMapOvr>
    <a:masterClrMapping/>
  </p:clrMapOvr>
  <p:transition spd="med" advTm="123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13"/>
          <p:cNvGrpSpPr/>
          <p:nvPr/>
        </p:nvGrpSpPr>
        <p:grpSpPr>
          <a:xfrm>
            <a:off x="371475" y="1557338"/>
            <a:ext cx="8401050" cy="839787"/>
            <a:chOff x="1156" y="2742"/>
            <a:chExt cx="4838" cy="529"/>
          </a:xfrm>
        </p:grpSpPr>
        <p:graphicFrame>
          <p:nvGraphicFramePr>
            <p:cNvPr id="60432" name="Object 14"/>
            <p:cNvGraphicFramePr>
              <a:graphicFrameLocks noChangeAspect="1"/>
            </p:cNvGraphicFramePr>
            <p:nvPr/>
          </p:nvGraphicFramePr>
          <p:xfrm>
            <a:off x="1372" y="2742"/>
            <a:ext cx="4622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70" name="" r:id="rId1" imgW="3632200" imgH="406400" progId="Equation.DSMT4">
                    <p:embed/>
                  </p:oleObj>
                </mc:Choice>
                <mc:Fallback>
                  <p:oleObj name="" r:id="rId1" imgW="3632200" imgH="406400" progId="Equation.DSMT4">
                    <p:embed/>
                    <p:pic>
                      <p:nvPicPr>
                        <p:cNvPr id="0" name="Object 1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72" y="2742"/>
                          <a:ext cx="4622" cy="5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33" name="Rectangle 15"/>
            <p:cNvSpPr/>
            <p:nvPr/>
          </p:nvSpPr>
          <p:spPr>
            <a:xfrm>
              <a:off x="1156" y="2840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★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483" name="Rectangle 19"/>
          <p:cNvSpPr>
            <a:spLocks noChangeArrowheads="1"/>
          </p:cNvSpPr>
          <p:nvPr/>
        </p:nvSpPr>
        <p:spPr bwMode="auto">
          <a:xfrm>
            <a:off x="0" y="549275"/>
            <a:ext cx="29876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§2.4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奇异函数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60420" name="Text Box 20"/>
          <p:cNvSpPr txBox="1"/>
          <p:nvPr/>
        </p:nvSpPr>
        <p:spPr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30622" tIns="65311" rIns="130622" bIns="65311">
            <a:spAutoFit/>
          </a:bodyPr>
          <a:lstStyle/>
          <a:p>
            <a:pPr defTabSz="1306830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203575" y="4076700"/>
          <a:ext cx="3476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1" name="" r:id="rId3" imgW="127000" imgH="114300" progId="Equation.DSMT4">
                  <p:embed/>
                </p:oleObj>
              </mc:Choice>
              <mc:Fallback>
                <p:oleObj name="" r:id="rId3" imgW="127000" imgH="114300" progId="Equation.DSMT4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3575" y="4076700"/>
                        <a:ext cx="347663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15975" y="2708275"/>
          <a:ext cx="481171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2" name="" r:id="rId5" imgW="2082800" imgH="342900" progId="Equation.DSMT4">
                  <p:embed/>
                </p:oleObj>
              </mc:Choice>
              <mc:Fallback>
                <p:oleObj name="" r:id="rId5" imgW="2082800" imgH="342900" progId="Equation.DSMT4">
                  <p:embed/>
                  <p:pic>
                    <p:nvPicPr>
                      <p:cNvPr id="0" name="对象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5975" y="2708275"/>
                        <a:ext cx="4811713" cy="792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635375" y="4868863"/>
          <a:ext cx="3097213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3" name="" r:id="rId7" imgW="1180465" imgH="342900" progId="Equation.DSMT4">
                  <p:embed/>
                </p:oleObj>
              </mc:Choice>
              <mc:Fallback>
                <p:oleObj name="" r:id="rId7" imgW="1180465" imgH="342900" progId="Equation.DSMT4">
                  <p:embed/>
                  <p:pic>
                    <p:nvPicPr>
                      <p:cNvPr id="0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35375" y="4868863"/>
                        <a:ext cx="3097213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851275" y="3716338"/>
          <a:ext cx="4926013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4" name="" r:id="rId9" imgW="1803400" imgH="342900" progId="Equation.DSMT4">
                  <p:embed/>
                </p:oleObj>
              </mc:Choice>
              <mc:Fallback>
                <p:oleObj name="" r:id="rId9" imgW="1803400" imgH="342900" progId="Equation.DSMT4">
                  <p:embed/>
                  <p:pic>
                    <p:nvPicPr>
                      <p:cNvPr id="0" name="对象 2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51275" y="3716338"/>
                        <a:ext cx="4926013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203575" y="5157788"/>
          <a:ext cx="3476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5" name="" r:id="rId11" imgW="127000" imgH="114300" progId="Equation.DSMT4">
                  <p:embed/>
                </p:oleObj>
              </mc:Choice>
              <mc:Fallback>
                <p:oleObj name="" r:id="rId11" imgW="127000" imgH="114300" progId="Equation.DSMT4">
                  <p:embed/>
                  <p:pic>
                    <p:nvPicPr>
                      <p:cNvPr id="0" name="对象 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03575" y="5157788"/>
                        <a:ext cx="347663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779838" y="5949950"/>
          <a:ext cx="10017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6" name="" r:id="rId13" imgW="545465" imgH="203200" progId="Equation.DSMT4">
                  <p:embed/>
                </p:oleObj>
              </mc:Choice>
              <mc:Fallback>
                <p:oleObj name="" r:id="rId13" imgW="545465" imgH="203200" progId="Equation.DSMT4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79838" y="5949950"/>
                        <a:ext cx="1001712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203575" y="6092825"/>
          <a:ext cx="3476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7" name="" r:id="rId15" imgW="127000" imgH="114300" progId="Equation.DSMT4">
                  <p:embed/>
                </p:oleObj>
              </mc:Choice>
              <mc:Fallback>
                <p:oleObj name="" r:id="rId15" imgW="127000" imgH="114300" progId="Equation.DSMT4">
                  <p:embed/>
                  <p:pic>
                    <p:nvPicPr>
                      <p:cNvPr id="0" name="对象 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03575" y="6092825"/>
                        <a:ext cx="347663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255588" y="3716338"/>
            <a:ext cx="8397875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2987675" y="4724400"/>
            <a:ext cx="5665788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987675" y="5876925"/>
            <a:ext cx="5665788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55588" y="2492375"/>
            <a:ext cx="8397875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547370" y="1245553"/>
          <a:ext cx="6911975" cy="337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6" name="公式" r:id="rId1" imgW="3302000" imgH="1612900" progId="Equation.3">
                  <p:embed/>
                </p:oleObj>
              </mc:Choice>
              <mc:Fallback>
                <p:oleObj name="公式" r:id="rId1" imgW="3302000" imgH="1612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70" y="1245553"/>
                        <a:ext cx="6911975" cy="337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0" y="549275"/>
            <a:ext cx="2987675" cy="576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§2.4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941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978049E-818F-4587-934F-422EF3CF2B3F}" type="datetime1">
              <a:rPr lang="zh-CN" altLang="en-US"/>
            </a:fld>
            <a:endParaRPr lang="zh-CN" altLang="en-US" dirty="0"/>
          </a:p>
        </p:txBody>
      </p:sp>
      <p:graphicFrame>
        <p:nvGraphicFramePr>
          <p:cNvPr id="60421" name="Object 5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4222750" y="900113"/>
          <a:ext cx="39878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7" name="公式" r:id="rId4" imgW="1231265" imgH="190500" progId="Equation.3">
                  <p:embed/>
                </p:oleObj>
              </mc:Choice>
              <mc:Fallback>
                <p:oleObj name="公式" r:id="rId4" imgW="1231265" imgH="190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900113"/>
                        <a:ext cx="3987800" cy="595312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6598920" y="5433060"/>
            <a:ext cx="0" cy="1066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54527" y="5170646"/>
          <a:ext cx="6658610" cy="82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8" name="公式" r:id="rId6" imgW="3048000" imgH="393700" progId="Equation.3">
                  <p:embed/>
                </p:oleObj>
              </mc:Choice>
              <mc:Fallback>
                <p:oleObj name="公式" r:id="rId6" imgW="30480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527" y="5170646"/>
                        <a:ext cx="6658610" cy="8235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4"/>
    </mc:Choice>
    <mc:Fallback>
      <p:transition spd="slow" advTm="1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540" y="1263050"/>
            <a:ext cx="8024650" cy="4538217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09398" y="679450"/>
            <a:ext cx="840079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b" anchorCtr="0" compatLnSpc="1">
            <a:normAutofit fontScale="77500" lnSpcReduction="2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3600" b="0" kern="0" dirty="0">
                <a:solidFill>
                  <a:srgbClr val="FF0000"/>
                </a:solidFill>
                <a:ea typeface="华文行楷" panose="02010800040101010101" pitchFamily="2" charset="-122"/>
              </a:rPr>
              <a:t> </a:t>
            </a:r>
            <a:r>
              <a:rPr lang="zh-CN" altLang="en-US" sz="3600" b="0" kern="0" dirty="0">
                <a:solidFill>
                  <a:srgbClr val="0000FF"/>
                </a:solidFill>
                <a:ea typeface="华文行楷" panose="02010800040101010101" pitchFamily="2" charset="-122"/>
              </a:rPr>
              <a:t>零状态响应的需解决的问题</a:t>
            </a:r>
            <a:endParaRPr lang="en-US" altLang="zh-CN" sz="3600" b="0" kern="0" dirty="0">
              <a:solidFill>
                <a:srgbClr val="0000FF"/>
              </a:solidFill>
              <a:ea typeface="华文行楷" panose="0201080004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5" name="墨迹 4"/>
              <p14:cNvContentPartPr/>
              <p14:nvPr/>
            </p14:nvContentPartPr>
            <p14:xfrm>
              <a:off x="4258310" y="2849880"/>
              <a:ext cx="707390" cy="45529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4258310" y="2849880"/>
                <a:ext cx="707390" cy="4552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8" name="墨迹 7"/>
              <p14:cNvContentPartPr/>
              <p14:nvPr/>
            </p14:nvContentPartPr>
            <p14:xfrm>
              <a:off x="1269365" y="3937635"/>
              <a:ext cx="4751070" cy="16637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5"/>
            </p:blipFill>
            <p:spPr>
              <a:xfrm>
                <a:off x="1269365" y="3937635"/>
                <a:ext cx="4751070" cy="166370"/>
              </a:xfrm>
              <a:prstGeom prst="rect"/>
            </p:spPr>
          </p:pic>
        </mc:Fallback>
      </mc:AlternateContent>
    </p:spTree>
  </p:cSld>
  <p:clrMapOvr>
    <a:masterClrMapping/>
  </p:clrMapOvr>
  <p:transition spd="med" advTm="74993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77875"/>
            <a:ext cx="4673600" cy="504825"/>
          </a:xfrm>
          <a:solidFill>
            <a:schemeClr val="bg1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§2.5 </a:t>
            </a:r>
            <a:r>
              <a:rPr lang="zh-CN" altLang="en-US" sz="2800" b="1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信号的脉冲分解</a:t>
            </a:r>
            <a:endParaRPr lang="zh-CN" altLang="en-US" sz="2800" b="1" kern="1200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2060575"/>
            <a:ext cx="6553200" cy="2592388"/>
          </a:xfrm>
          <a:solidFill>
            <a:schemeClr val="bg1"/>
          </a:solidFill>
          <a:ln w="57150">
            <a:solidFill>
              <a:schemeClr val="tx1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/>
          <a:lstStyle/>
          <a:p>
            <a:pPr marL="0" indent="449580" eaLnBrk="1" hangingPunct="1">
              <a:lnSpc>
                <a:spcPct val="150000"/>
              </a:lnSpc>
              <a:buFontTx/>
              <a:buNone/>
            </a:pPr>
            <a:r>
              <a:rPr lang="en-US" altLang="zh-CN" b="1"/>
              <a:t>  </a:t>
            </a:r>
            <a:r>
              <a:rPr lang="zh-CN" altLang="en-US" b="1"/>
              <a:t>信号在时域分析中的分解，就是把信号的时间函数用若干个</a:t>
            </a:r>
            <a:r>
              <a:rPr lang="zh-CN" altLang="en-US" b="1">
                <a:solidFill>
                  <a:srgbClr val="FF0000"/>
                </a:solidFill>
              </a:rPr>
              <a:t>奇异函数之和</a:t>
            </a:r>
            <a:r>
              <a:rPr lang="zh-CN" altLang="en-US" b="1"/>
              <a:t>来表示。</a:t>
            </a:r>
            <a:endParaRPr lang="zh-CN" altLang="en-US" b="1"/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86B3F0D-9146-4135-8796-E112A972FC72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3"/>
    </mc:Choice>
    <mc:Fallback>
      <p:transition spd="slow" advTm="1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294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94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29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animBg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412875"/>
            <a:ext cx="6623050" cy="5365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/>
              <a:t>1</a:t>
            </a:r>
            <a:r>
              <a:rPr lang="zh-CN" altLang="en-US" sz="2800" b="1"/>
              <a:t>、周期性脉冲信号表示为奇异函数之和</a:t>
            </a:r>
            <a:endParaRPr lang="zh-CN" altLang="en-US" sz="2800" b="1"/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323850" y="692150"/>
            <a:ext cx="5002213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§2.5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信号的脉冲分解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1989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205038"/>
            <a:ext cx="6523038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5516563"/>
            <a:ext cx="5991225" cy="485775"/>
          </a:xfrm>
          <a:prstGeom prst="rect">
            <a:avLst/>
          </a:prstGeom>
          <a:solidFill>
            <a:srgbClr val="0000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29A58A4-03F6-4A0A-8E42-AA0E03B3D56B}" type="datetime1">
              <a:rPr lang="zh-CN" altLang="en-US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2"/>
    </mc:Choice>
    <mc:Fallback>
      <p:transition spd="slow" advTm="4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06375" y="4652963"/>
            <a:ext cx="2798763" cy="935037"/>
          </a:xfrm>
          <a:ln w="57150"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zh-CN" altLang="en-US" sz="1800" b="1">
                <a:latin typeface="黑体" panose="02010609060101010101" pitchFamily="49" charset="-122"/>
              </a:rPr>
              <a:t>有始周期矩形脉冲可以表示为：</a:t>
            </a:r>
            <a:endParaRPr lang="zh-CN" altLang="en-US" sz="1800" b="1">
              <a:latin typeface="黑体" panose="02010609060101010101" pitchFamily="49" charset="-122"/>
            </a:endParaRPr>
          </a:p>
        </p:txBody>
      </p:sp>
      <p:graphicFrame>
        <p:nvGraphicFramePr>
          <p:cNvPr id="8499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433763" y="4305300"/>
          <a:ext cx="4751387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0" name="Microsoft 公式 3.0" r:id="rId1" imgW="2413000" imgH="1117600" progId="Equation.3">
                  <p:embed/>
                </p:oleObj>
              </mc:Choice>
              <mc:Fallback>
                <p:oleObj name="Microsoft 公式 3.0" r:id="rId1" imgW="2413000" imgH="1117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4305300"/>
                        <a:ext cx="4751387" cy="220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6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827088" y="1125538"/>
          <a:ext cx="5500687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1" name="Visio" r:id="rId3" imgW="6002655" imgH="5120640" progId="Visio.Drawing.11">
                  <p:embed/>
                </p:oleObj>
              </mc:Choice>
              <mc:Fallback>
                <p:oleObj name="Visio" r:id="rId3" imgW="6002655" imgH="512064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78" t="23022" r="20094" b="22011"/>
                      <a:stretch>
                        <a:fillRect/>
                      </a:stretch>
                    </p:blipFill>
                    <p:spPr bwMode="auto">
                      <a:xfrm>
                        <a:off x="827088" y="1125538"/>
                        <a:ext cx="5500687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706438"/>
            <a:ext cx="4683125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§2.5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信号的脉冲分解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68F9ECE-EA5C-4B74-8088-CCA00F883614}" type="datetime1">
              <a:rPr lang="zh-CN" altLang="en-US"/>
            </a:fld>
            <a:endParaRPr lang="en-US" altLang="zh-CN" dirty="0"/>
          </a:p>
        </p:txBody>
      </p:sp>
    </p:spTree>
    <p:custDataLst>
      <p:tags r:id="rId5"/>
    </p:custDataLst>
  </p:cSld>
  <p:clrMapOvr>
    <a:masterClrMapping/>
  </p:clrMapOvr>
  <p:transition spd="med" advTm="121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499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499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499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4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4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animBg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4005263"/>
            <a:ext cx="3527425" cy="1295400"/>
          </a:xfrm>
          <a:ln w="57150"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135000"/>
              </a:lnSpc>
            </a:pPr>
            <a:r>
              <a:rPr lang="zh-CN" altLang="en-US" sz="2400" b="1"/>
              <a:t>有始周期锯齿形脉冲信号可以表示为：</a:t>
            </a:r>
            <a:endParaRPr lang="zh-CN" altLang="en-US" sz="2400" b="1"/>
          </a:p>
        </p:txBody>
      </p:sp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4413250" y="4022725"/>
          <a:ext cx="2938463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6" name="公式" r:id="rId1" imgW="1562100" imgH="889000" progId="Equation.3">
                  <p:embed/>
                </p:oleObj>
              </mc:Choice>
              <mc:Fallback>
                <p:oleObj name="公式" r:id="rId1" imgW="1562100" imgH="889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0" y="4022725"/>
                        <a:ext cx="2938463" cy="177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0" name="Object 4"/>
          <p:cNvGraphicFramePr>
            <a:graphicFrameLocks noChangeAspect="1"/>
          </p:cNvGraphicFramePr>
          <p:nvPr/>
        </p:nvGraphicFramePr>
        <p:xfrm>
          <a:off x="139700" y="1112838"/>
          <a:ext cx="4271963" cy="296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7" name="Visio" r:id="rId3" imgW="6002655" imgH="5120640" progId="Visio.Drawing.11">
                  <p:embed/>
                </p:oleObj>
              </mc:Choice>
              <mc:Fallback>
                <p:oleObj name="Visio" r:id="rId3" imgW="6002655" imgH="512064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78" t="23022" r="30731" b="22011"/>
                      <a:stretch>
                        <a:fillRect/>
                      </a:stretch>
                    </p:blipFill>
                    <p:spPr bwMode="auto">
                      <a:xfrm>
                        <a:off x="139700" y="1112838"/>
                        <a:ext cx="4271963" cy="296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692150"/>
            <a:ext cx="42052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§2.5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信号的脉冲分解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5848" name="Object 7"/>
          <p:cNvGraphicFramePr>
            <a:graphicFrameLocks noChangeAspect="1"/>
          </p:cNvGraphicFramePr>
          <p:nvPr/>
        </p:nvGraphicFramePr>
        <p:xfrm>
          <a:off x="4992688" y="1511300"/>
          <a:ext cx="22320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8" name="公式" r:id="rId5" imgW="1167765" imgH="393700" progId="Equation.3">
                  <p:embed/>
                </p:oleObj>
              </mc:Choice>
              <mc:Fallback>
                <p:oleObj name="公式" r:id="rId5" imgW="1167765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1511300"/>
                        <a:ext cx="223202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5"/>
          <p:cNvGraphicFramePr>
            <a:graphicFrameLocks noChangeAspect="1"/>
          </p:cNvGraphicFramePr>
          <p:nvPr/>
        </p:nvGraphicFramePr>
        <p:xfrm>
          <a:off x="4721225" y="2327275"/>
          <a:ext cx="381635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9" name="公式" r:id="rId7" imgW="1955800" imgH="393700" progId="Equation.3">
                  <p:embed/>
                </p:oleObj>
              </mc:Choice>
              <mc:Fallback>
                <p:oleObj name="公式" r:id="rId7" imgW="19558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225" y="2327275"/>
                        <a:ext cx="381635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6"/>
          <p:cNvGraphicFramePr>
            <a:graphicFrameLocks noChangeAspect="1"/>
          </p:cNvGraphicFramePr>
          <p:nvPr/>
        </p:nvGraphicFramePr>
        <p:xfrm>
          <a:off x="4789488" y="3173413"/>
          <a:ext cx="36004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0" name="公式" r:id="rId9" imgW="2222500" imgH="393700" progId="Equation.3">
                  <p:embed/>
                </p:oleObj>
              </mc:Choice>
              <mc:Fallback>
                <p:oleObj name="公式" r:id="rId9" imgW="22225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488" y="3173413"/>
                        <a:ext cx="36004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1" name="Object 7"/>
          <p:cNvGraphicFramePr>
            <a:graphicFrameLocks noChangeAspect="1"/>
          </p:cNvGraphicFramePr>
          <p:nvPr/>
        </p:nvGraphicFramePr>
        <p:xfrm>
          <a:off x="4184650" y="1692275"/>
          <a:ext cx="79216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1" name="公式" r:id="rId11" imgW="431800" imgH="203200" progId="Equation.3">
                  <p:embed/>
                </p:oleObj>
              </mc:Choice>
              <mc:Fallback>
                <p:oleObj name="公式" r:id="rId11" imgW="4318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1692275"/>
                        <a:ext cx="792163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5544481-5710-4FBC-BDC4-0A8C080287C7}" type="datetime1">
              <a:rPr lang="zh-CN" altLang="en-US"/>
            </a:fld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60"/>
    </mc:Choice>
    <mc:Fallback>
      <p:transition spd="slow" advTm="22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601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601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60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5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animBg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268413"/>
            <a:ext cx="5832475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/>
              <a:t>2</a:t>
            </a:r>
            <a:r>
              <a:rPr lang="zh-CN" altLang="en-US" sz="2800"/>
              <a:t>、任意函数表示为阶跃函数的积分</a:t>
            </a:r>
            <a:endParaRPr lang="zh-CN" altLang="en-US" sz="2800"/>
          </a:p>
        </p:txBody>
      </p:sp>
      <p:graphicFrame>
        <p:nvGraphicFramePr>
          <p:cNvPr id="87043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-62705" y="1510043"/>
          <a:ext cx="4673600" cy="345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3" name="Visio" r:id="rId1" imgW="10833100" imgH="6938645" progId="Visio.Drawing.11">
                  <p:embed/>
                </p:oleObj>
              </mc:Choice>
              <mc:Fallback>
                <p:oleObj name="Visio" r:id="rId1" imgW="10833100" imgH="693864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33" t="20158" r="9993" b="8102"/>
                      <a:stretch>
                        <a:fillRect/>
                      </a:stretch>
                    </p:blipFill>
                    <p:spPr bwMode="auto">
                      <a:xfrm>
                        <a:off x="-62705" y="1510043"/>
                        <a:ext cx="4673600" cy="345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323850" y="692150"/>
            <a:ext cx="4595813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§2.5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信号的脉冲分解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b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3CBD658-C6C3-4333-BEAD-1ED337D1F186}" type="datetime1">
              <a:rPr lang="zh-CN" altLang="en-US" b="0"/>
            </a:fld>
            <a:endParaRPr lang="en-US" altLang="zh-CN" b="0" dirty="0"/>
          </a:p>
        </p:txBody>
      </p:sp>
      <p:graphicFrame>
        <p:nvGraphicFramePr>
          <p:cNvPr id="45065" name="Object 7"/>
          <p:cNvGraphicFramePr>
            <a:graphicFrameLocks noChangeAspect="1"/>
          </p:cNvGraphicFramePr>
          <p:nvPr/>
        </p:nvGraphicFramePr>
        <p:xfrm>
          <a:off x="0" y="5995794"/>
          <a:ext cx="9144000" cy="85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4" name="公式" r:id="rId3" imgW="102412800" imgH="16459200" progId="Equation.3">
                  <p:embed/>
                </p:oleObj>
              </mc:Choice>
              <mc:Fallback>
                <p:oleObj name="公式" r:id="rId3" imgW="102412800" imgH="16459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995794"/>
                        <a:ext cx="9144000" cy="8515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807130" y="1823496"/>
            <a:ext cx="6885883" cy="386269"/>
            <a:chOff x="344487" y="1834186"/>
            <a:chExt cx="6885883" cy="38626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4487" y="1839533"/>
              <a:ext cx="5791200" cy="380922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56324" y="1834186"/>
              <a:ext cx="1074046" cy="366293"/>
            </a:xfrm>
            <a:prstGeom prst="rect">
              <a:avLst/>
            </a:prstGeom>
          </p:spPr>
        </p:pic>
      </p:grp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368800" y="2349500"/>
          <a:ext cx="430053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5" name="公式" r:id="rId7" imgW="52425600" imgH="4876800" progId="Equation.3">
                  <p:embed/>
                </p:oleObj>
              </mc:Choice>
              <mc:Fallback>
                <p:oleObj name="公式" r:id="rId7" imgW="52425600" imgH="4876800" progId="Equation.3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8800" y="2349500"/>
                        <a:ext cx="4300538" cy="4000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526087" y="2829179"/>
          <a:ext cx="2689073" cy="569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6" name="公式" r:id="rId9" imgW="25908000" imgH="5486400" progId="Equation.3">
                  <p:embed/>
                </p:oleObj>
              </mc:Choice>
              <mc:Fallback>
                <p:oleObj name="公式" r:id="rId9" imgW="25908000" imgH="5486400" progId="Equation.3">
                  <p:embed/>
                  <p:pic>
                    <p:nvPicPr>
                      <p:cNvPr id="0" name="对象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26087" y="2829179"/>
                        <a:ext cx="2689073" cy="569451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335036" y="3410292"/>
          <a:ext cx="1559383" cy="44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7" name="公式" r:id="rId11" imgW="17068800" imgH="4876800" progId="Equation.3">
                  <p:embed/>
                </p:oleObj>
              </mc:Choice>
              <mc:Fallback>
                <p:oleObj name="公式" r:id="rId11" imgW="17068800" imgH="4876800" progId="Equation.3">
                  <p:embed/>
                  <p:pic>
                    <p:nvPicPr>
                      <p:cNvPr id="0" name="对象 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35036" y="3410292"/>
                        <a:ext cx="1559383" cy="4455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1408" y="5036668"/>
          <a:ext cx="8957809" cy="959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8" name="公式" r:id="rId13" imgW="133807200" imgH="16459200" progId="Equation.3">
                  <p:embed/>
                </p:oleObj>
              </mc:Choice>
              <mc:Fallback>
                <p:oleObj name="公式" r:id="rId13" imgW="133807200" imgH="16459200" progId="Equation.3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408" y="5036668"/>
                        <a:ext cx="8957809" cy="95975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510313" y="3855830"/>
          <a:ext cx="4633631" cy="1204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9" name="公式" r:id="rId15" imgW="60960000" imgH="15849600" progId="Equation.3">
                  <p:embed/>
                </p:oleObj>
              </mc:Choice>
              <mc:Fallback>
                <p:oleObj name="公式" r:id="rId15" imgW="60960000" imgH="15849600" progId="Equation.3">
                  <p:embed/>
                  <p:pic>
                    <p:nvPicPr>
                      <p:cNvPr id="0" name="对象 1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10313" y="3855830"/>
                        <a:ext cx="4633631" cy="1204744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墨迹 17"/>
          <p:cNvSpPr/>
          <p:nvPr/>
        </p:nvSpPr>
        <p:spPr bwMode="auto">
          <a:xfrm>
            <a:off x="312480" y="2003040"/>
            <a:ext cx="8921160" cy="47192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7"/>
    </p:custDataLst>
  </p:cSld>
  <p:clrMapOvr>
    <a:masterClrMapping/>
  </p:clrMapOvr>
  <p:transition spd="med" advTm="184264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7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7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268413"/>
            <a:ext cx="5832475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/>
              <a:t>2</a:t>
            </a:r>
            <a:r>
              <a:rPr lang="zh-CN" altLang="en-US" sz="2800"/>
              <a:t>、任意函数表示为阶跃函数的积分</a:t>
            </a:r>
            <a:endParaRPr lang="zh-CN" altLang="en-US" sz="280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323850" y="692150"/>
            <a:ext cx="4595813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§2.5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信号的脉冲分解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b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3CBD658-C6C3-4333-BEAD-1ED337D1F186}" type="datetime1">
              <a:rPr lang="zh-CN" altLang="en-US" b="0"/>
            </a:fld>
            <a:endParaRPr lang="en-US" altLang="zh-CN" b="0" dirty="0"/>
          </a:p>
        </p:txBody>
      </p:sp>
      <p:graphicFrame>
        <p:nvGraphicFramePr>
          <p:cNvPr id="13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617396" y="5578447"/>
          <a:ext cx="3573293" cy="629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2" name="公式" r:id="rId1" imgW="1562100" imgH="330200" progId="Equation.3">
                  <p:embed/>
                </p:oleObj>
              </mc:Choice>
              <mc:Fallback>
                <p:oleObj name="公式" r:id="rId1" imgW="1562100" imgH="33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7396" y="5578447"/>
                        <a:ext cx="3573293" cy="62905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10" y="3157998"/>
            <a:ext cx="6223907" cy="210342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10" y="5489038"/>
            <a:ext cx="4263118" cy="718463"/>
          </a:xfrm>
          <a:prstGeom prst="rect">
            <a:avLst/>
          </a:prstGeom>
          <a:solidFill>
            <a:srgbClr val="33CC33"/>
          </a:solidFill>
        </p:spPr>
      </p:pic>
      <p:graphicFrame>
        <p:nvGraphicFramePr>
          <p:cNvPr id="21" name="Object 7"/>
          <p:cNvGraphicFramePr>
            <a:graphicFrameLocks noChangeAspect="1"/>
          </p:cNvGraphicFramePr>
          <p:nvPr/>
        </p:nvGraphicFramePr>
        <p:xfrm>
          <a:off x="157163" y="1800225"/>
          <a:ext cx="8709025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3" name="公式" r:id="rId5" imgW="94488000" imgH="16459200" progId="Equation.3">
                  <p:embed/>
                </p:oleObj>
              </mc:Choice>
              <mc:Fallback>
                <p:oleObj name="公式" r:id="rId5" imgW="94488000" imgH="16459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3" y="1800225"/>
                        <a:ext cx="8709025" cy="12509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p:transition spd="med" advTm="157077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5AA658-705E-4F2A-B153-74FC818DFD53}" type="datetime1">
              <a:rPr lang="zh-CN" altLang="en-US" smtClean="0"/>
            </a:fld>
            <a:endParaRPr lang="en-US" altLang="zh-CN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632279"/>
            <a:ext cx="4595813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§2.5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信号的脉冲分解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28" y="2029605"/>
            <a:ext cx="7658101" cy="3085896"/>
          </a:xfrm>
          <a:prstGeom prst="rect">
            <a:avLst/>
          </a:prstGeom>
        </p:spPr>
      </p:pic>
    </p:spTree>
  </p:cSld>
  <p:clrMapOvr>
    <a:masterClrMapping/>
  </p:clrMapOvr>
  <p:transition spd="med" advTm="9714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067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2208" y="1546750"/>
          <a:ext cx="4618264" cy="3423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5" name="Visio" r:id="rId1" imgW="6887210" imgH="4407535" progId="Visio.Drawing.11">
                  <p:embed/>
                </p:oleObj>
              </mc:Choice>
              <mc:Fallback>
                <p:oleObj name="Visio" r:id="rId1" imgW="6887210" imgH="440753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 l="15433" t="33360" r="9993" b="8102"/>
                      <a:stretch>
                        <a:fillRect/>
                      </a:stretch>
                    </p:blipFill>
                    <p:spPr bwMode="auto">
                      <a:xfrm>
                        <a:off x="242208" y="1546750"/>
                        <a:ext cx="4618264" cy="342316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706438"/>
            <a:ext cx="4105275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§2.5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信号的脉冲分解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>
          <a:xfrm>
            <a:off x="0" y="6500813"/>
            <a:ext cx="1320800" cy="195262"/>
          </a:xfrm>
        </p:spPr>
        <p:txBody>
          <a:bodyPr/>
          <a:lstStyle/>
          <a:p>
            <a:pPr>
              <a:defRPr/>
            </a:pPr>
            <a:fld id="{8BFCBD33-46D1-4B20-9D96-E48A3789995F}" type="datetime1">
              <a:rPr lang="zh-CN" altLang="en-US"/>
            </a:fld>
            <a:endParaRPr lang="en-US" altLang="zh-CN" dirty="0"/>
          </a:p>
        </p:txBody>
      </p:sp>
      <p:graphicFrame>
        <p:nvGraphicFramePr>
          <p:cNvPr id="14" name="Object 7"/>
          <p:cNvGraphicFramePr>
            <a:graphicFrameLocks noChangeAspect="1"/>
          </p:cNvGraphicFramePr>
          <p:nvPr/>
        </p:nvGraphicFramePr>
        <p:xfrm>
          <a:off x="242208" y="5756997"/>
          <a:ext cx="8646611" cy="106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6" name="公式" r:id="rId3" imgW="105156000" imgH="17068800" progId="Equation.3">
                  <p:embed/>
                </p:oleObj>
              </mc:Choice>
              <mc:Fallback>
                <p:oleObj name="公式" r:id="rId3" imgW="105156000" imgH="17068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08" y="5756997"/>
                        <a:ext cx="8646611" cy="10626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642531" y="2358076"/>
          <a:ext cx="4396014" cy="920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7" name="公式" r:id="rId5" imgW="52425600" imgH="10972800" progId="Equation.3">
                  <p:embed/>
                </p:oleObj>
              </mc:Choice>
              <mc:Fallback>
                <p:oleObj name="公式" r:id="rId5" imgW="52425600" imgH="10972800" progId="Equation.3">
                  <p:embed/>
                  <p:pic>
                    <p:nvPicPr>
                      <p:cNvPr id="0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42531" y="2358076"/>
                        <a:ext cx="4396014" cy="920096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825195" y="3388153"/>
          <a:ext cx="5213350" cy="1364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8" name="公式" r:id="rId7" imgW="72237600" imgH="21031200" progId="Equation.3">
                  <p:embed/>
                </p:oleObj>
              </mc:Choice>
              <mc:Fallback>
                <p:oleObj name="公式" r:id="rId7" imgW="72237600" imgH="21031200" progId="Equation.3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25195" y="3388153"/>
                        <a:ext cx="5213350" cy="136495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28890" y="4776977"/>
          <a:ext cx="7936140" cy="970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9" name="公式" r:id="rId9" imgW="143865600" imgH="16459200" progId="Equation.3">
                  <p:embed/>
                </p:oleObj>
              </mc:Choice>
              <mc:Fallback>
                <p:oleObj name="公式" r:id="rId9" imgW="143865600" imgH="16459200" progId="Equation.3">
                  <p:embed/>
                  <p:pic>
                    <p:nvPicPr>
                      <p:cNvPr id="0" name="对象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8890" y="4776977"/>
                        <a:ext cx="7936140" cy="970756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02520" y="1254306"/>
            <a:ext cx="6694487" cy="4651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、任意函数表示为冲激函数的积分</a:t>
            </a:r>
            <a:endParaRPr lang="zh-CN" altLang="en-US" sz="2800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1818340"/>
            <a:ext cx="4572000" cy="555308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ransition spd="med" advTm="13893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341438"/>
            <a:ext cx="6694487" cy="4651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、任意函数表示为冲激函数的积分</a:t>
            </a:r>
            <a:endParaRPr lang="zh-CN" altLang="en-US" sz="2800" b="1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706438"/>
            <a:ext cx="4105275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§2.5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信号的脉冲分解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>
          <a:xfrm>
            <a:off x="0" y="6500813"/>
            <a:ext cx="1320800" cy="195262"/>
          </a:xfrm>
        </p:spPr>
        <p:txBody>
          <a:bodyPr/>
          <a:lstStyle/>
          <a:p>
            <a:pPr>
              <a:defRPr/>
            </a:pPr>
            <a:fld id="{8BFCBD33-46D1-4B20-9D96-E48A3789995F}" type="datetime1">
              <a:rPr lang="zh-CN" altLang="en-US"/>
            </a:fld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640" y="5516562"/>
            <a:ext cx="4709460" cy="1036638"/>
          </a:xfrm>
          <a:prstGeom prst="rect">
            <a:avLst/>
          </a:prstGeom>
          <a:solidFill>
            <a:schemeClr val="accent2"/>
          </a:solidFill>
        </p:spPr>
      </p:pic>
      <p:graphicFrame>
        <p:nvGraphicFramePr>
          <p:cNvPr id="17" name="Object 7"/>
          <p:cNvGraphicFramePr>
            <a:graphicFrameLocks noChangeAspect="1"/>
          </p:cNvGraphicFramePr>
          <p:nvPr/>
        </p:nvGraphicFramePr>
        <p:xfrm>
          <a:off x="671513" y="1963738"/>
          <a:ext cx="7594600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0" name="公式" r:id="rId2" imgW="92354400" imgH="17068800" progId="Equation.3">
                  <p:embed/>
                </p:oleObj>
              </mc:Choice>
              <mc:Fallback>
                <p:oleObj name="公式" r:id="rId2" imgW="92354400" imgH="17068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1963738"/>
                        <a:ext cx="7594600" cy="13747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14325" y="3519488"/>
          <a:ext cx="756285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1" name="公式" r:id="rId4" imgW="83210400" imgH="15240000" progId="Equation.3">
                  <p:embed/>
                </p:oleObj>
              </mc:Choice>
              <mc:Fallback>
                <p:oleObj name="公式" r:id="rId4" imgW="83210400" imgH="15240000" progId="Equation.3">
                  <p:embed/>
                  <p:pic>
                    <p:nvPicPr>
                      <p:cNvPr id="0" name="对象 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4325" y="3519488"/>
                        <a:ext cx="7562850" cy="127635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89857" y="5072742"/>
            <a:ext cx="1265690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所以</a:t>
            </a:r>
            <a:endParaRPr lang="zh-CN" altLang="en-US" dirty="0"/>
          </a:p>
        </p:txBody>
      </p:sp>
      <p:sp>
        <p:nvSpPr>
          <p:cNvPr id="12" name="墨迹 11"/>
          <p:cNvSpPr/>
          <p:nvPr/>
        </p:nvSpPr>
        <p:spPr bwMode="auto">
          <a:xfrm>
            <a:off x="2548800" y="2999520"/>
            <a:ext cx="6222960" cy="27522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 spd="med" advTm="10349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848" y="871812"/>
            <a:ext cx="8426303" cy="4784710"/>
          </a:xfrm>
          <a:prstGeom prst="rect">
            <a:avLst/>
          </a:prstGeom>
        </p:spPr>
      </p:pic>
    </p:spTree>
  </p:cSld>
  <p:clrMapOvr>
    <a:masterClrMapping/>
  </p:clrMapOvr>
  <p:transition spd="med" advTm="21721"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66775" y="3743325"/>
            <a:ext cx="7642225" cy="2519363"/>
          </a:xfrm>
          <a:solidFill>
            <a:schemeClr val="bg1"/>
          </a:solidFill>
          <a:ln w="57150">
            <a:solidFill>
              <a:srgbClr val="FF0000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 </a:t>
            </a:r>
            <a:r>
              <a:rPr lang="zh-CN" altLang="en-US" sz="2400" b="1"/>
              <a:t>给定一</a:t>
            </a:r>
            <a:r>
              <a:rPr lang="zh-CN" altLang="en-US" sz="2400" b="1">
                <a:solidFill>
                  <a:srgbClr val="6600CC"/>
                </a:solidFill>
              </a:rPr>
              <a:t>零状态系统</a:t>
            </a:r>
            <a:r>
              <a:rPr lang="zh-CN" altLang="en-US" sz="2400" b="1"/>
              <a:t>，把代表电压源或电流源的阶跃函数或冲激函数作为</a:t>
            </a:r>
            <a:r>
              <a:rPr lang="zh-CN" altLang="en-US" sz="2400" b="1">
                <a:solidFill>
                  <a:srgbClr val="6600CC"/>
                </a:solidFill>
              </a:rPr>
              <a:t>激励源</a:t>
            </a:r>
            <a:r>
              <a:rPr lang="zh-CN" altLang="en-US" sz="2400" b="1"/>
              <a:t>加于此系统的输入处，然后要解得系统输出处表示电压或电流的</a:t>
            </a:r>
            <a:r>
              <a:rPr lang="zh-CN" altLang="en-US" sz="2400" b="1">
                <a:solidFill>
                  <a:srgbClr val="6600CC"/>
                </a:solidFill>
              </a:rPr>
              <a:t>响应函数</a:t>
            </a:r>
            <a:r>
              <a:rPr lang="zh-CN" altLang="en-US" sz="2400" b="1"/>
              <a:t>。</a:t>
            </a:r>
            <a:endParaRPr lang="zh-CN" altLang="en-US" sz="2400" b="1"/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323850" y="692150"/>
            <a:ext cx="4892675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7109" name="Group 5"/>
          <p:cNvGrpSpPr/>
          <p:nvPr/>
        </p:nvGrpSpPr>
        <p:grpSpPr bwMode="auto">
          <a:xfrm>
            <a:off x="1547813" y="1989138"/>
            <a:ext cx="6408737" cy="1589087"/>
            <a:chOff x="1020" y="2160"/>
            <a:chExt cx="3221" cy="683"/>
          </a:xfrm>
        </p:grpSpPr>
        <p:sp>
          <p:nvSpPr>
            <p:cNvPr id="47112" name="Rectangle 6"/>
            <p:cNvSpPr>
              <a:spLocks noChangeArrowheads="1"/>
            </p:cNvSpPr>
            <p:nvPr/>
          </p:nvSpPr>
          <p:spPr bwMode="auto">
            <a:xfrm>
              <a:off x="2109" y="2251"/>
              <a:ext cx="1043" cy="4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1800">
                  <a:latin typeface="Arial" panose="020B0604020202020204" pitchFamily="34" charset="0"/>
                </a:rPr>
                <a:t>零状态系统</a:t>
              </a: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7113" name="AutoShape 7"/>
            <p:cNvSpPr>
              <a:spLocks noChangeArrowheads="1"/>
            </p:cNvSpPr>
            <p:nvPr/>
          </p:nvSpPr>
          <p:spPr bwMode="auto">
            <a:xfrm>
              <a:off x="1020" y="2387"/>
              <a:ext cx="1089" cy="137"/>
            </a:xfrm>
            <a:prstGeom prst="rightArrow">
              <a:avLst>
                <a:gd name="adj1" fmla="val 50000"/>
                <a:gd name="adj2" fmla="val 19872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  <p:sp>
          <p:nvSpPr>
            <p:cNvPr id="47114" name="AutoShape 8"/>
            <p:cNvSpPr>
              <a:spLocks noChangeArrowheads="1"/>
            </p:cNvSpPr>
            <p:nvPr/>
          </p:nvSpPr>
          <p:spPr bwMode="auto">
            <a:xfrm>
              <a:off x="3152" y="2387"/>
              <a:ext cx="1089" cy="137"/>
            </a:xfrm>
            <a:prstGeom prst="rightArrow">
              <a:avLst>
                <a:gd name="adj1" fmla="val 50000"/>
                <a:gd name="adj2" fmla="val 19872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  <p:graphicFrame>
          <p:nvGraphicFramePr>
            <p:cNvPr id="47115" name="Object 9"/>
            <p:cNvGraphicFramePr>
              <a:graphicFrameLocks noChangeAspect="1"/>
            </p:cNvGraphicFramePr>
            <p:nvPr/>
          </p:nvGraphicFramePr>
          <p:xfrm>
            <a:off x="3330" y="2470"/>
            <a:ext cx="560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0" name="公式" r:id="rId1" imgW="241300" imgH="177800" progId="Equation.3">
                    <p:embed/>
                  </p:oleObj>
                </mc:Choice>
                <mc:Fallback>
                  <p:oleObj name="公式" r:id="rId1" imgW="241300" imgH="1778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0" y="2470"/>
                          <a:ext cx="560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6" name="Object 10"/>
            <p:cNvGraphicFramePr>
              <a:graphicFrameLocks noChangeAspect="1"/>
            </p:cNvGraphicFramePr>
            <p:nvPr/>
          </p:nvGraphicFramePr>
          <p:xfrm>
            <a:off x="1202" y="2478"/>
            <a:ext cx="41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1" name="公式" r:id="rId3" imgW="279400" imgH="203200" progId="Equation.3">
                    <p:embed/>
                  </p:oleObj>
                </mc:Choice>
                <mc:Fallback>
                  <p:oleObj name="公式" r:id="rId3" imgW="279400" imgH="2032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2478"/>
                          <a:ext cx="41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7" name="Object 11"/>
            <p:cNvGraphicFramePr>
              <a:graphicFrameLocks noChangeAspect="1"/>
            </p:cNvGraphicFramePr>
            <p:nvPr/>
          </p:nvGraphicFramePr>
          <p:xfrm>
            <a:off x="1193" y="2177"/>
            <a:ext cx="435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2" name="公式" r:id="rId5" imgW="292100" imgH="203200" progId="Equation.3">
                    <p:embed/>
                  </p:oleObj>
                </mc:Choice>
                <mc:Fallback>
                  <p:oleObj name="公式" r:id="rId5" imgW="292100" imgH="2032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3" y="2177"/>
                          <a:ext cx="435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8" name="Object 12"/>
            <p:cNvGraphicFramePr>
              <a:graphicFrameLocks noChangeAspect="1"/>
            </p:cNvGraphicFramePr>
            <p:nvPr/>
          </p:nvGraphicFramePr>
          <p:xfrm>
            <a:off x="3334" y="2160"/>
            <a:ext cx="41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3" name="公式" r:id="rId7" imgW="279400" imgH="203200" progId="Equation.3">
                    <p:embed/>
                  </p:oleObj>
                </mc:Choice>
                <mc:Fallback>
                  <p:oleObj name="公式" r:id="rId7" imgW="279400" imgH="2032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2160"/>
                          <a:ext cx="41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395288" y="1341438"/>
            <a:ext cx="2176462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任务定义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" name="日期占位符 1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D2E6AC7-1426-4BF4-A0DA-D031375C2DAB}" type="datetime1">
              <a:rPr lang="zh-CN" altLang="en-US"/>
            </a:fld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4150800" y="2801160"/>
            <a:ext cx="1302480" cy="15012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358"/>
    </mc:Choice>
    <mc:Fallback>
      <p:transition spd="slow" advTm="283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909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909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909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animBg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827088" y="1484313"/>
            <a:ext cx="7088187" cy="1296987"/>
          </a:xfrm>
          <a:solidFill>
            <a:schemeClr val="bg1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marL="0" indent="186055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因此，根据前面所述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线性时不变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系统的响应与激励的关系，可知：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0115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900113" y="3068638"/>
          <a:ext cx="22320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4" name="公式" r:id="rId1" imgW="1002665" imgH="215900" progId="Equation.3">
                  <p:embed/>
                </p:oleObj>
              </mc:Choice>
              <mc:Fallback>
                <p:oleObj name="公式" r:id="rId1" imgW="1002665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068638"/>
                        <a:ext cx="22320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9943" name="Object 6"/>
          <p:cNvGraphicFramePr>
            <a:graphicFrameLocks noChangeAspect="1"/>
          </p:cNvGraphicFramePr>
          <p:nvPr/>
        </p:nvGraphicFramePr>
        <p:xfrm>
          <a:off x="1273175" y="5000625"/>
          <a:ext cx="244792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5" name="公式" r:id="rId3" imgW="1116965" imgH="393700" progId="Equation.3">
                  <p:embed/>
                </p:oleObj>
              </mc:Choice>
              <mc:Fallback>
                <p:oleObj name="公式" r:id="rId3" imgW="1116965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5000625"/>
                        <a:ext cx="244792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4"/>
          <p:cNvGraphicFramePr>
            <a:graphicFrameLocks noChangeAspect="1"/>
          </p:cNvGraphicFramePr>
          <p:nvPr/>
        </p:nvGraphicFramePr>
        <p:xfrm>
          <a:off x="827088" y="3860800"/>
          <a:ext cx="324008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6" name="公式" r:id="rId5" imgW="1562100" imgH="393700" progId="Equation.3">
                  <p:embed/>
                </p:oleObj>
              </mc:Choice>
              <mc:Fallback>
                <p:oleObj name="公式" r:id="rId5" imgW="15621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60800"/>
                        <a:ext cx="324008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5"/>
          <p:cNvGraphicFramePr>
            <a:graphicFrameLocks noChangeAspect="1"/>
          </p:cNvGraphicFramePr>
          <p:nvPr/>
        </p:nvGraphicFramePr>
        <p:xfrm>
          <a:off x="4284663" y="3860800"/>
          <a:ext cx="252095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7" name="公式" r:id="rId7" imgW="1180465" imgH="393700" progId="Equation.3">
                  <p:embed/>
                </p:oleObj>
              </mc:Choice>
              <mc:Fallback>
                <p:oleObj name="公式" r:id="rId7" imgW="1180465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860800"/>
                        <a:ext cx="252095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日期占位符 8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568031D-4024-4C2D-9258-1C39F73458E4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1611360" y="2979360"/>
            <a:ext cx="5470560" cy="301716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627"/>
    </mc:Choice>
    <mc:Fallback>
      <p:transition spd="slow" advTm="806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38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468313" y="1484313"/>
          <a:ext cx="721836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8" name="公式" r:id="rId1" imgW="3200400" imgH="457200" progId="Equation.3">
                  <p:embed/>
                </p:oleObj>
              </mc:Choice>
              <mc:Fallback>
                <p:oleObj name="公式" r:id="rId1" imgW="32004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484313"/>
                        <a:ext cx="7218362" cy="977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2124075" y="5013325"/>
            <a:ext cx="4754563" cy="1330325"/>
            <a:chOff x="1791" y="2931"/>
            <a:chExt cx="2995" cy="838"/>
          </a:xfrm>
        </p:grpSpPr>
        <p:graphicFrame>
          <p:nvGraphicFramePr>
            <p:cNvPr id="49160" name="Object 4"/>
            <p:cNvGraphicFramePr>
              <a:graphicFrameLocks noChangeAspect="1"/>
            </p:cNvGraphicFramePr>
            <p:nvPr/>
          </p:nvGraphicFramePr>
          <p:xfrm>
            <a:off x="1791" y="2931"/>
            <a:ext cx="2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19" name="公式" r:id="rId3" imgW="177800" imgH="203200" progId="Equation.3">
                    <p:embed/>
                  </p:oleObj>
                </mc:Choice>
                <mc:Fallback>
                  <p:oleObj name="公式" r:id="rId3" imgW="177800" imgH="203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2931"/>
                          <a:ext cx="296" cy="33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1" name="Line 5"/>
            <p:cNvSpPr>
              <a:spLocks noChangeShapeType="1"/>
            </p:cNvSpPr>
            <p:nvPr/>
          </p:nvSpPr>
          <p:spPr bwMode="auto">
            <a:xfrm>
              <a:off x="2200" y="3113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2" name="Text Box 6"/>
            <p:cNvSpPr txBox="1">
              <a:spLocks noChangeArrowheads="1"/>
            </p:cNvSpPr>
            <p:nvPr/>
          </p:nvSpPr>
          <p:spPr bwMode="auto">
            <a:xfrm>
              <a:off x="2699" y="2976"/>
              <a:ext cx="2087" cy="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fontAlgn="b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黑体" panose="02010609060101010101" pitchFamily="49" charset="-122"/>
                  <a:ea typeface="华文新魏" panose="02010800040101010101" pitchFamily="2" charset="-122"/>
                </a:rPr>
                <a:t>代表激励前一瞬间</a:t>
              </a:r>
              <a:endParaRPr lang="zh-CN" altLang="en-US" sz="2800">
                <a:latin typeface="黑体" panose="02010609060101010101" pitchFamily="49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49163" name="Object 7"/>
            <p:cNvGraphicFramePr>
              <a:graphicFrameLocks noChangeAspect="1"/>
            </p:cNvGraphicFramePr>
            <p:nvPr/>
          </p:nvGraphicFramePr>
          <p:xfrm>
            <a:off x="1791" y="3430"/>
            <a:ext cx="2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20" name="公式" r:id="rId5" imgW="177800" imgH="203200" progId="Equation.3">
                    <p:embed/>
                  </p:oleObj>
                </mc:Choice>
                <mc:Fallback>
                  <p:oleObj name="公式" r:id="rId5" imgW="177800" imgH="203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3430"/>
                          <a:ext cx="296" cy="33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4" name="Line 8"/>
            <p:cNvSpPr>
              <a:spLocks noChangeShapeType="1"/>
            </p:cNvSpPr>
            <p:nvPr/>
          </p:nvSpPr>
          <p:spPr bwMode="auto">
            <a:xfrm>
              <a:off x="2200" y="361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5" name="Text Box 9"/>
            <p:cNvSpPr txBox="1">
              <a:spLocks noChangeArrowheads="1"/>
            </p:cNvSpPr>
            <p:nvPr/>
          </p:nvSpPr>
          <p:spPr bwMode="auto">
            <a:xfrm>
              <a:off x="2699" y="3475"/>
              <a:ext cx="2087" cy="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fontAlgn="b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黑体" panose="02010609060101010101" pitchFamily="49" charset="-122"/>
                  <a:ea typeface="华文新魏" panose="02010800040101010101" pitchFamily="2" charset="-122"/>
                </a:rPr>
                <a:t>代表激励后一瞬间</a:t>
              </a:r>
              <a:endParaRPr lang="zh-CN" altLang="en-US" sz="2800">
                <a:latin typeface="黑体" panose="02010609060101010101" pitchFamily="49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91146" name="Rectangle 10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157" name="Text Box 11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0973" name="Object 3"/>
          <p:cNvGraphicFramePr>
            <a:graphicFrameLocks noChangeAspect="1"/>
          </p:cNvGraphicFramePr>
          <p:nvPr/>
        </p:nvGraphicFramePr>
        <p:xfrm>
          <a:off x="1763713" y="2781300"/>
          <a:ext cx="2735262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21" name="公式" r:id="rId7" imgW="1054100" imgH="736600" progId="Equation.3">
                  <p:embed/>
                </p:oleObj>
              </mc:Choice>
              <mc:Fallback>
                <p:oleObj name="公式" r:id="rId7" imgW="1054100" imgH="736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781300"/>
                        <a:ext cx="2735262" cy="1911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日期占位符 1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FBB4FB0-304C-4841-8462-90E3A7D04BAD}" type="datetime1">
              <a:rPr lang="zh-CN" altLang="en-US"/>
            </a:fld>
            <a:endParaRPr lang="zh-CN" altLang="en-US"/>
          </a:p>
        </p:txBody>
      </p:sp>
      <p:sp>
        <p:nvSpPr>
          <p:cNvPr id="3" name="墨迹 2"/>
          <p:cNvSpPr/>
          <p:nvPr/>
        </p:nvSpPr>
        <p:spPr bwMode="auto">
          <a:xfrm>
            <a:off x="2080440" y="2463120"/>
            <a:ext cx="6633360" cy="39409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511"/>
    </mc:Choice>
    <mc:Fallback>
      <p:transition spd="slow" advTm="1315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1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1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12" r="1012" b="36521"/>
          <a:stretch>
            <a:fillRect/>
          </a:stretch>
        </p:blipFill>
        <p:spPr>
          <a:xfrm>
            <a:off x="0" y="1670347"/>
            <a:ext cx="9144000" cy="3870481"/>
          </a:xfrm>
          <a:prstGeom prst="rect">
            <a:avLst/>
          </a:prstGeom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墨迹 5"/>
          <p:cNvSpPr/>
          <p:nvPr/>
        </p:nvSpPr>
        <p:spPr bwMode="auto">
          <a:xfrm>
            <a:off x="2009880" y="1514520"/>
            <a:ext cx="6671880" cy="403524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22277" y="607620"/>
            <a:ext cx="71294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b" anchorCtr="0" compatLnSpc="1">
            <a:normAutofit fontScale="77500" lnSpcReduction="2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b="0" kern="0" dirty="0">
                <a:solidFill>
                  <a:srgbClr val="FF0000"/>
                </a:solidFill>
                <a:ea typeface="华文行楷" panose="02010800040101010101" pitchFamily="2" charset="-122"/>
              </a:rPr>
              <a:t>回顾   </a:t>
            </a:r>
            <a:r>
              <a:rPr lang="zh-CN" altLang="en-US" sz="2800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零状态响应的求解思路</a:t>
            </a:r>
            <a:endParaRPr lang="zh-CN" altLang="en-US" sz="2800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 advTm="12265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9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1355725" y="3179763"/>
          <a:ext cx="35433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0" name="公式" r:id="rId1" imgW="1587500" imgH="711200" progId="Equation.3">
                  <p:embed/>
                </p:oleObj>
              </mc:Choice>
              <mc:Fallback>
                <p:oleObj name="公式" r:id="rId1" imgW="1587500" imgH="7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3179763"/>
                        <a:ext cx="35433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90638" y="1403350"/>
          <a:ext cx="2735262" cy="159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1" name="公式" r:id="rId3" imgW="1218565" imgH="711200" progId="Equation.3">
                  <p:embed/>
                </p:oleObj>
              </mc:Choice>
              <mc:Fallback>
                <p:oleObj name="公式" r:id="rId3" imgW="1218565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1403350"/>
                        <a:ext cx="2735262" cy="159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414463" y="4956175"/>
          <a:ext cx="2351087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2" name="公式" r:id="rId5" imgW="1002665" imgH="457200" progId="Equation.3">
                  <p:embed/>
                </p:oleObj>
              </mc:Choice>
              <mc:Fallback>
                <p:oleObj name="公式" r:id="rId5" imgW="1002665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63" y="4956175"/>
                        <a:ext cx="2351087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835ACA9-8867-43CD-B159-E2724394C942}" type="datetime1">
              <a:rPr lang="zh-CN" altLang="en-US"/>
            </a:fld>
            <a:endParaRPr lang="en-US" altLang="zh-CN" dirty="0"/>
          </a:p>
        </p:txBody>
      </p:sp>
      <p:sp>
        <p:nvSpPr>
          <p:cNvPr id="4" name="墨迹 3"/>
          <p:cNvSpPr/>
          <p:nvPr/>
        </p:nvSpPr>
        <p:spPr bwMode="auto">
          <a:xfrm>
            <a:off x="2313000" y="1604160"/>
            <a:ext cx="6041880" cy="44596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322277" y="607620"/>
            <a:ext cx="71294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b" anchorCtr="0" compatLnSpc="1">
            <a:normAutofit fontScale="77500" lnSpcReduction="2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b="0" kern="0" dirty="0">
                <a:solidFill>
                  <a:srgbClr val="FF0000"/>
                </a:solidFill>
                <a:ea typeface="华文行楷" panose="02010800040101010101" pitchFamily="2" charset="-122"/>
              </a:rPr>
              <a:t>回顾   </a:t>
            </a:r>
            <a:r>
              <a:rPr lang="zh-CN" altLang="en-US" sz="2800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阶跃信号</a:t>
            </a:r>
            <a:endParaRPr lang="zh-CN" altLang="en-US" sz="2800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7"/>
    </p:custDataLst>
  </p:cSld>
  <p:clrMapOvr>
    <a:masterClrMapping/>
  </p:clrMapOvr>
  <p:transition spd="med" advTm="7892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39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50825" y="1341438"/>
          <a:ext cx="2754313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10" name="公式" r:id="rId1" imgW="1016000" imgH="812800" progId="Equation.3">
                  <p:embed/>
                </p:oleObj>
              </mc:Choice>
              <mc:Fallback>
                <p:oleObj name="公式" r:id="rId1" imgW="1016000" imgH="81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341438"/>
                        <a:ext cx="2754313" cy="220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0420" name="Object 6"/>
          <p:cNvGraphicFramePr>
            <a:graphicFrameLocks noChangeAspect="1"/>
          </p:cNvGraphicFramePr>
          <p:nvPr/>
        </p:nvGraphicFramePr>
        <p:xfrm>
          <a:off x="250825" y="3945384"/>
          <a:ext cx="3186112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11" name="公式" r:id="rId3" imgW="989965" imgH="330200" progId="Equation.3">
                  <p:embed/>
                </p:oleObj>
              </mc:Choice>
              <mc:Fallback>
                <p:oleObj name="公式" r:id="rId3" imgW="989965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945384"/>
                        <a:ext cx="3186112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5"/>
          <p:cNvGraphicFramePr>
            <a:graphicFrameLocks noChangeAspect="1"/>
          </p:cNvGraphicFramePr>
          <p:nvPr/>
        </p:nvGraphicFramePr>
        <p:xfrm>
          <a:off x="3519488" y="4196209"/>
          <a:ext cx="1052512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12" name="公式" r:id="rId5" imgW="330200" imgH="203200" progId="Equation.3">
                  <p:embed/>
                </p:oleObj>
              </mc:Choice>
              <mc:Fallback>
                <p:oleObj name="公式" r:id="rId5" imgW="330200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4196209"/>
                        <a:ext cx="1052512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322277" y="5185569"/>
          <a:ext cx="392112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13" name="公式" r:id="rId7" imgW="1219200" imgH="330200" progId="Equation.3">
                  <p:embed/>
                </p:oleObj>
              </mc:Choice>
              <mc:Fallback>
                <p:oleObj name="公式" r:id="rId7" imgW="1219200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77" y="5185569"/>
                        <a:ext cx="3921125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7"/>
          <p:cNvGraphicFramePr>
            <a:graphicFrameLocks noChangeAspect="1"/>
          </p:cNvGraphicFramePr>
          <p:nvPr/>
        </p:nvGraphicFramePr>
        <p:xfrm>
          <a:off x="4243402" y="5560573"/>
          <a:ext cx="113347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14" name="公式" r:id="rId9" imgW="355600" imgH="215900" progId="Equation.3">
                  <p:embed/>
                </p:oleObj>
              </mc:Choice>
              <mc:Fallback>
                <p:oleObj name="公式" r:id="rId9" imgW="3556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402" y="5560573"/>
                        <a:ext cx="113347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日期占位符 6"/>
          <p:cNvSpPr txBox="1">
            <a:spLocks noGrp="1"/>
          </p:cNvSpPr>
          <p:nvPr/>
        </p:nvSpPr>
        <p:spPr bwMode="auto">
          <a:xfrm>
            <a:off x="0" y="6662738"/>
            <a:ext cx="1320800" cy="195262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eaLnBrk="1" hangingPunct="1">
              <a:defRPr/>
            </a:pPr>
            <a:fld id="{F8B311BE-30D1-4602-A83F-B07B51FFBF9A}" type="datetime1">
              <a:rPr lang="zh-CN" altLang="en-US" sz="1200">
                <a:latin typeface="+mn-lt"/>
                <a:ea typeface="+mj-ea"/>
              </a:rPr>
            </a:fld>
            <a:endParaRPr lang="en-US" altLang="zh-CN" sz="1200" dirty="0">
              <a:latin typeface="+mn-lt"/>
              <a:ea typeface="+mj-ea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250825" y="569919"/>
            <a:ext cx="71294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b" anchorCtr="0" compatLnSpc="1">
            <a:normAutofit fontScale="77500" lnSpcReduction="2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600" b="0" kern="0" dirty="0">
                <a:solidFill>
                  <a:srgbClr val="FF0000"/>
                </a:solidFill>
                <a:ea typeface="华文行楷" panose="02010800040101010101" pitchFamily="2" charset="-122"/>
              </a:rPr>
              <a:t>回顾   </a:t>
            </a:r>
            <a:r>
              <a:rPr lang="zh-CN" altLang="en-US" sz="2800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冲激信号</a:t>
            </a:r>
            <a:endParaRPr lang="zh-CN" altLang="en-US" sz="2800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6457"/>
    </mc:Choice>
    <mc:Fallback>
      <p:transition spd="slow" advTm="3164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sz="half" idx="1"/>
            <p:custDataLst>
              <p:tags r:id="rId1"/>
            </p:custDataLst>
          </p:nvPr>
        </p:nvSpPr>
        <p:spPr>
          <a:xfrm>
            <a:off x="323850" y="1268413"/>
            <a:ext cx="5832475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b="1" kern="1200" dirty="0"/>
              <a:t>任意函数表示为阶跃函数的积分</a:t>
            </a:r>
            <a:endParaRPr lang="zh-CN" altLang="en-US" sz="2800" b="1" kern="12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323850" y="692150"/>
            <a:ext cx="6218555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回顾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：信号的脉冲分解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 b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 b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3CBD658-C6C3-4333-BEAD-1ED337D1F186}" type="datetime1">
              <a:rPr lang="zh-CN" altLang="en-US" b="0"/>
            </a:fld>
            <a:endParaRPr lang="en-US" altLang="zh-CN" b="0" dirty="0"/>
          </a:p>
        </p:txBody>
      </p:sp>
      <p:graphicFrame>
        <p:nvGraphicFramePr>
          <p:cNvPr id="13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97585" y="3418205"/>
          <a:ext cx="6024880" cy="1061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25" name="公式" r:id="rId2" imgW="1562100" imgH="330200" progId="Equation.3">
                  <p:embed/>
                </p:oleObj>
              </mc:Choice>
              <mc:Fallback>
                <p:oleObj name="公式" r:id="rId2" imgW="1562100" imgH="33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585" y="3418205"/>
                        <a:ext cx="6024880" cy="1061085"/>
                      </a:xfrm>
                      <a:prstGeom prst="rect">
                        <a:avLst/>
                      </a:prstGeom>
                      <a:solidFill>
                        <a:srgbClr val="F0FE66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25" y="2700118"/>
            <a:ext cx="4263118" cy="718463"/>
          </a:xfrm>
          <a:prstGeom prst="rect">
            <a:avLst/>
          </a:prstGeom>
          <a:solidFill>
            <a:srgbClr val="33CC33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/>
          <a:srcRect l="-1992" t="69662" r="20150" b="-2210"/>
          <a:stretch>
            <a:fillRect/>
          </a:stretch>
        </p:blipFill>
        <p:spPr>
          <a:xfrm>
            <a:off x="616585" y="1783080"/>
            <a:ext cx="7676515" cy="1048385"/>
          </a:xfrm>
          <a:prstGeom prst="hexagon">
            <a:avLst>
              <a:gd name="adj" fmla="val 16898"/>
              <a:gd name="vf" fmla="val 115470"/>
            </a:avLst>
          </a:prstGeom>
          <a:solidFill>
            <a:srgbClr val="F0FE66"/>
          </a:solidFill>
        </p:spPr>
      </p:pic>
      <p:sp>
        <p:nvSpPr>
          <p:cNvPr id="46082" name="Rectangle 2"/>
          <p:cNvSpPr>
            <a:spLocks noGrp="1" noChangeArrowheads="1"/>
          </p:cNvSpPr>
          <p:nvPr/>
        </p:nvSpPr>
        <p:spPr>
          <a:xfrm>
            <a:off x="327978" y="4549458"/>
            <a:ext cx="6694487" cy="4651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）任意函数表示为冲激函数的积分</a:t>
            </a:r>
            <a:endParaRPr lang="zh-CN" altLang="en-US" sz="28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085" y="5103495"/>
            <a:ext cx="5895975" cy="1171575"/>
          </a:xfrm>
          <a:prstGeom prst="rect">
            <a:avLst/>
          </a:prstGeom>
          <a:solidFill>
            <a:srgbClr val="F0FE66"/>
          </a:solidFill>
        </p:spPr>
      </p:pic>
    </p:spTree>
    <p:custDataLst>
      <p:tags r:id="rId7"/>
    </p:custDataLst>
  </p:cSld>
  <p:clrMapOvr>
    <a:masterClrMapping/>
  </p:clrMapOvr>
  <p:transition spd="med" advTm="157077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build="p"/>
      <p:bldP spid="45058" grpId="1" build="p"/>
      <p:bldP spid="46082" grpId="0"/>
      <p:bldP spid="46082" grpId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38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468313" y="1484313"/>
          <a:ext cx="721836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0" name="公式" r:id="rId1" imgW="3200400" imgH="457200" progId="Equation.3">
                  <p:embed/>
                </p:oleObj>
              </mc:Choice>
              <mc:Fallback>
                <p:oleObj name="公式" r:id="rId1" imgW="32004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484313"/>
                        <a:ext cx="7218362" cy="977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2124075" y="5013325"/>
            <a:ext cx="4754563" cy="1330325"/>
            <a:chOff x="1791" y="2931"/>
            <a:chExt cx="2995" cy="838"/>
          </a:xfrm>
        </p:grpSpPr>
        <p:graphicFrame>
          <p:nvGraphicFramePr>
            <p:cNvPr id="49160" name="Object 4"/>
            <p:cNvGraphicFramePr>
              <a:graphicFrameLocks noChangeAspect="1"/>
            </p:cNvGraphicFramePr>
            <p:nvPr/>
          </p:nvGraphicFramePr>
          <p:xfrm>
            <a:off x="1791" y="2931"/>
            <a:ext cx="2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71" name="公式" r:id="rId3" imgW="177800" imgH="203200" progId="Equation.3">
                    <p:embed/>
                  </p:oleObj>
                </mc:Choice>
                <mc:Fallback>
                  <p:oleObj name="公式" r:id="rId3" imgW="177800" imgH="203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2931"/>
                          <a:ext cx="296" cy="33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1" name="Line 5"/>
            <p:cNvSpPr>
              <a:spLocks noChangeShapeType="1"/>
            </p:cNvSpPr>
            <p:nvPr/>
          </p:nvSpPr>
          <p:spPr bwMode="auto">
            <a:xfrm>
              <a:off x="2200" y="3113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2" name="Text Box 6"/>
            <p:cNvSpPr txBox="1">
              <a:spLocks noChangeArrowheads="1"/>
            </p:cNvSpPr>
            <p:nvPr/>
          </p:nvSpPr>
          <p:spPr bwMode="auto">
            <a:xfrm>
              <a:off x="2699" y="2976"/>
              <a:ext cx="2087" cy="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fontAlgn="b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黑体" panose="02010609060101010101" pitchFamily="49" charset="-122"/>
                  <a:ea typeface="华文新魏" panose="02010800040101010101" pitchFamily="2" charset="-122"/>
                </a:rPr>
                <a:t>代表激励前一瞬间</a:t>
              </a:r>
              <a:endParaRPr lang="zh-CN" altLang="en-US" sz="2800">
                <a:latin typeface="黑体" panose="02010609060101010101" pitchFamily="49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49163" name="Object 7"/>
            <p:cNvGraphicFramePr>
              <a:graphicFrameLocks noChangeAspect="1"/>
            </p:cNvGraphicFramePr>
            <p:nvPr/>
          </p:nvGraphicFramePr>
          <p:xfrm>
            <a:off x="1791" y="3430"/>
            <a:ext cx="2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072" name="公式" r:id="rId5" imgW="177800" imgH="203200" progId="Equation.3">
                    <p:embed/>
                  </p:oleObj>
                </mc:Choice>
                <mc:Fallback>
                  <p:oleObj name="公式" r:id="rId5" imgW="177800" imgH="203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3430"/>
                          <a:ext cx="296" cy="33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4" name="Line 8"/>
            <p:cNvSpPr>
              <a:spLocks noChangeShapeType="1"/>
            </p:cNvSpPr>
            <p:nvPr/>
          </p:nvSpPr>
          <p:spPr bwMode="auto">
            <a:xfrm>
              <a:off x="2200" y="3612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5" name="Text Box 9"/>
            <p:cNvSpPr txBox="1">
              <a:spLocks noChangeArrowheads="1"/>
            </p:cNvSpPr>
            <p:nvPr/>
          </p:nvSpPr>
          <p:spPr bwMode="auto">
            <a:xfrm>
              <a:off x="2699" y="3475"/>
              <a:ext cx="2087" cy="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fontAlgn="b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黑体" panose="02010609060101010101" pitchFamily="49" charset="-122"/>
                  <a:ea typeface="华文新魏" panose="02010800040101010101" pitchFamily="2" charset="-122"/>
                </a:rPr>
                <a:t>代表激励后一瞬间</a:t>
              </a:r>
              <a:endParaRPr lang="zh-CN" altLang="en-US" sz="2800">
                <a:latin typeface="黑体" panose="02010609060101010101" pitchFamily="49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91146" name="Rectangle 10"/>
          <p:cNvSpPr>
            <a:spLocks noChangeArrowheads="1"/>
          </p:cNvSpPr>
          <p:nvPr/>
        </p:nvSpPr>
        <p:spPr bwMode="auto">
          <a:xfrm>
            <a:off x="323850" y="692150"/>
            <a:ext cx="7308215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l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回顾</a:t>
            </a: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阶跃响应和冲激响应的关系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157" name="Text Box 11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0973" name="Object 3"/>
          <p:cNvGraphicFramePr>
            <a:graphicFrameLocks noChangeAspect="1"/>
          </p:cNvGraphicFramePr>
          <p:nvPr/>
        </p:nvGraphicFramePr>
        <p:xfrm>
          <a:off x="1763713" y="2781300"/>
          <a:ext cx="2735262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3" name="公式" r:id="rId7" imgW="1054100" imgH="736600" progId="Equation.3">
                  <p:embed/>
                </p:oleObj>
              </mc:Choice>
              <mc:Fallback>
                <p:oleObj name="公式" r:id="rId7" imgW="1054100" imgH="736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781300"/>
                        <a:ext cx="2735262" cy="1911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日期占位符 1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FBB4FB0-304C-4841-8462-90E3A7D04BAD}" type="datetime1">
              <a:rPr lang="zh-CN" altLang="en-US"/>
            </a:fld>
            <a:endParaRPr lang="zh-CN" altLang="en-US"/>
          </a:p>
        </p:txBody>
      </p:sp>
      <p:sp>
        <p:nvSpPr>
          <p:cNvPr id="3" name="墨迹 2"/>
          <p:cNvSpPr/>
          <p:nvPr/>
        </p:nvSpPr>
        <p:spPr bwMode="auto">
          <a:xfrm>
            <a:off x="2080440" y="2463120"/>
            <a:ext cx="6633360" cy="39409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511"/>
    </mc:Choice>
    <mc:Fallback>
      <p:transition spd="slow" advTm="1315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1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1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4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763713" y="1412875"/>
          <a:ext cx="5040312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6" name="" r:id="rId1" imgW="1511300" imgH="457200" progId="Equation.3">
                  <p:embed/>
                </p:oleObj>
              </mc:Choice>
              <mc:Fallback>
                <p:oleObj name="" r:id="rId1" imgW="1511300" imgH="4572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763713" y="1412875"/>
                        <a:ext cx="5040312" cy="15255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1979613" y="3644900"/>
          <a:ext cx="4246562" cy="16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7" name="" r:id="rId3" imgW="1206500" imgH="482600" progId="Equation.DSMT4">
                  <p:embed/>
                </p:oleObj>
              </mc:Choice>
              <mc:Fallback>
                <p:oleObj name="" r:id="rId3" imgW="1206500" imgH="4826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613" y="3644900"/>
                        <a:ext cx="4246562" cy="1697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§2.6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阶跃响应和冲激响应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  <p:sp>
        <p:nvSpPr>
          <p:cNvPr id="74757" name="Text Box 7"/>
          <p:cNvSpPr txBox="1"/>
          <p:nvPr/>
        </p:nvSpPr>
        <p:spPr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30622" tIns="65311" rIns="130622" bIns="65311">
            <a:spAutoFit/>
          </a:bodyPr>
          <a:lstStyle/>
          <a:p>
            <a:pPr defTabSz="1306830"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 sz="2800" b="1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3111500"/>
            <a:ext cx="8397875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668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241" y="4646613"/>
            <a:ext cx="1143000" cy="1009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50"/>
                                        <p:tgtEl>
                                          <p:spTgt spid="7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763713" y="1412875"/>
          <a:ext cx="5040312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0" name="公式" r:id="rId1" imgW="1511300" imgH="457200" progId="Equation.3">
                  <p:embed/>
                </p:oleObj>
              </mc:Choice>
              <mc:Fallback>
                <p:oleObj name="公式" r:id="rId1" imgW="15113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412875"/>
                        <a:ext cx="5040312" cy="152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1460500" y="3241675"/>
          <a:ext cx="6480175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1" name="公式" r:id="rId3" imgW="1841500" imgH="736600" progId="Equation.3">
                  <p:embed/>
                </p:oleObj>
              </mc:Choice>
              <mc:Fallback>
                <p:oleObj name="公式" r:id="rId3" imgW="1841500" imgH="736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3241675"/>
                        <a:ext cx="6480175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Line 4"/>
          <p:cNvSpPr>
            <a:spLocks noChangeShapeType="1"/>
          </p:cNvSpPr>
          <p:nvPr/>
        </p:nvSpPr>
        <p:spPr bwMode="auto">
          <a:xfrm flipH="1" flipV="1">
            <a:off x="6496050" y="5657850"/>
            <a:ext cx="46038" cy="385763"/>
          </a:xfrm>
          <a:prstGeom prst="line">
            <a:avLst/>
          </a:prstGeom>
          <a:noFill/>
          <a:ln w="9525">
            <a:solidFill>
              <a:srgbClr val="66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4716463" y="6008688"/>
            <a:ext cx="324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t=0</a:t>
            </a:r>
            <a:r>
              <a:rPr lang="zh-CN" altLang="en-US" sz="280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处的冲激分量</a:t>
            </a:r>
            <a:endParaRPr lang="zh-CN" altLang="en-US" sz="2800">
              <a:solidFill>
                <a:srgbClr val="66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5396972-7D1C-4B2C-B807-AEEB1E75BAEC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1420560" y="487800"/>
            <a:ext cx="7682400" cy="53762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9143"/>
    </mc:Choice>
    <mc:Fallback>
      <p:transition spd="slow" advTm="259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ChangeArrowheads="1"/>
          </p:cNvSpPr>
          <p:nvPr/>
        </p:nvSpPr>
        <p:spPr bwMode="auto">
          <a:xfrm>
            <a:off x="1744663" y="1917700"/>
            <a:ext cx="4895850" cy="30241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741680" indent="-49847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i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转移算子直接分解</a:t>
            </a:r>
            <a:endParaRPr lang="zh-CN" altLang="en-US" sz="2400" i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系数平衡法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零输入响应法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线性时不变系统的性质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4174" y="804863"/>
            <a:ext cx="7179785" cy="608012"/>
          </a:xfrm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zh-CN" altLang="en-US" sz="2800" dirty="0"/>
              <a:t>单位冲激响应的求解                  </a:t>
            </a:r>
            <a:r>
              <a:rPr lang="en-US" altLang="zh-CN" sz="2800" dirty="0"/>
              <a:t>**</a:t>
            </a:r>
            <a:endParaRPr lang="zh-CN" altLang="en-US" sz="2800" dirty="0"/>
          </a:p>
        </p:txBody>
      </p:sp>
      <p:sp>
        <p:nvSpPr>
          <p:cNvPr id="51204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2250" y="1563688"/>
            <a:ext cx="8397875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墨迹 1"/>
          <p:cNvSpPr/>
          <p:nvPr/>
        </p:nvSpPr>
        <p:spPr bwMode="auto">
          <a:xfrm>
            <a:off x="5326200" y="1842120"/>
            <a:ext cx="2237760" cy="26834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111"/>
    </mc:Choice>
    <mc:Fallback>
      <p:transition spd="slow" advTm="621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196975"/>
            <a:ext cx="8686800" cy="13970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en-US" altLang="zh-CN" sz="2400" b="1" dirty="0"/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冲激响应的求解</a:t>
            </a:r>
            <a:r>
              <a:rPr lang="zh-CN" altLang="en-US" sz="2400" b="1" dirty="0"/>
              <a:t>（默认初始条件为：   状态），单位冲激函数     为激励函数，冲激响应      为响应函数，系统微分方程为：   </a:t>
            </a:r>
            <a:endParaRPr lang="zh-CN" altLang="en-US" sz="2400" b="1" dirty="0"/>
          </a:p>
        </p:txBody>
      </p:sp>
      <p:graphicFrame>
        <p:nvGraphicFramePr>
          <p:cNvPr id="93189" name="Object 5"/>
          <p:cNvGraphicFramePr>
            <a:graphicFrameLocks noChangeAspect="1"/>
          </p:cNvGraphicFramePr>
          <p:nvPr/>
        </p:nvGraphicFramePr>
        <p:xfrm>
          <a:off x="1820863" y="2179638"/>
          <a:ext cx="5538787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01" name="公式" r:id="rId1" imgW="2311400" imgH="482600" progId="Equation.3">
                  <p:embed/>
                </p:oleObj>
              </mc:Choice>
              <mc:Fallback>
                <p:oleObj name="公式" r:id="rId1" imgW="23114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2179638"/>
                        <a:ext cx="5538787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6"/>
          <p:cNvGraphicFramePr>
            <a:graphicFrameLocks noChangeAspect="1"/>
          </p:cNvGraphicFramePr>
          <p:nvPr/>
        </p:nvGraphicFramePr>
        <p:xfrm>
          <a:off x="565944" y="4871510"/>
          <a:ext cx="7788275" cy="1995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02" name="公式" r:id="rId3" imgW="3365500" imgH="1181100" progId="Equation.3">
                  <p:embed/>
                </p:oleObj>
              </mc:Choice>
              <mc:Fallback>
                <p:oleObj name="公式" r:id="rId3" imgW="3365500" imgH="1181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44" y="4871510"/>
                        <a:ext cx="7788275" cy="199570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1" name="Object 7"/>
          <p:cNvGraphicFramePr>
            <a:graphicFrameLocks noChangeAspect="1"/>
          </p:cNvGraphicFramePr>
          <p:nvPr/>
        </p:nvGraphicFramePr>
        <p:xfrm>
          <a:off x="1201738" y="3974362"/>
          <a:ext cx="12795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03" name="公式" r:id="rId5" imgW="533400" imgH="203200" progId="Equation.3">
                  <p:embed/>
                </p:oleObj>
              </mc:Choice>
              <mc:Fallback>
                <p:oleObj name="公式" r:id="rId5" imgW="5334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3974362"/>
                        <a:ext cx="1279525" cy="4873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30" name="组合 11"/>
          <p:cNvGrpSpPr/>
          <p:nvPr/>
        </p:nvGrpSpPr>
        <p:grpSpPr bwMode="auto">
          <a:xfrm>
            <a:off x="1343025" y="1211263"/>
            <a:ext cx="4735513" cy="946150"/>
            <a:chOff x="1314450" y="1211263"/>
            <a:chExt cx="4735513" cy="946150"/>
          </a:xfrm>
        </p:grpSpPr>
        <p:graphicFrame>
          <p:nvGraphicFramePr>
            <p:cNvPr id="52237" name="Object 3"/>
            <p:cNvGraphicFramePr>
              <a:graphicFrameLocks noChangeAspect="1"/>
            </p:cNvGraphicFramePr>
            <p:nvPr/>
          </p:nvGraphicFramePr>
          <p:xfrm>
            <a:off x="4913313" y="1643063"/>
            <a:ext cx="708025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04" name="公式" r:id="rId7" imgW="279400" imgH="203200" progId="Equation.3">
                    <p:embed/>
                  </p:oleObj>
                </mc:Choice>
                <mc:Fallback>
                  <p:oleObj name="公式" r:id="rId7" imgW="279400" imgH="2032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3313" y="1643063"/>
                          <a:ext cx="708025" cy="514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8" name="Object 4"/>
            <p:cNvGraphicFramePr>
              <a:graphicFrameLocks noChangeAspect="1"/>
            </p:cNvGraphicFramePr>
            <p:nvPr/>
          </p:nvGraphicFramePr>
          <p:xfrm>
            <a:off x="1314450" y="1700213"/>
            <a:ext cx="576262" cy="401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05" name="公式" r:id="rId9" imgW="292100" imgH="203200" progId="Equation.3">
                    <p:embed/>
                  </p:oleObj>
                </mc:Choice>
                <mc:Fallback>
                  <p:oleObj name="公式" r:id="rId9" imgW="292100" imgH="203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4450" y="1700213"/>
                          <a:ext cx="576262" cy="401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9" name="Object 8"/>
            <p:cNvGraphicFramePr>
              <a:graphicFrameLocks noChangeAspect="1"/>
            </p:cNvGraphicFramePr>
            <p:nvPr/>
          </p:nvGraphicFramePr>
          <p:xfrm>
            <a:off x="5592763" y="1211263"/>
            <a:ext cx="457200" cy="487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06" name="公式" r:id="rId11" imgW="177800" imgH="203200" progId="Equation.3">
                    <p:embed/>
                  </p:oleObj>
                </mc:Choice>
                <mc:Fallback>
                  <p:oleObj name="公式" r:id="rId11" imgW="177800" imgH="203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2763" y="1211263"/>
                          <a:ext cx="457200" cy="487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193" name="Rectangle 9"/>
          <p:cNvSpPr>
            <a:spLocks noChangeArrowheads="1"/>
          </p:cNvSpPr>
          <p:nvPr/>
        </p:nvSpPr>
        <p:spPr bwMode="auto">
          <a:xfrm>
            <a:off x="0" y="549275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232" name="Text Box 10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829" name="TextBox 12"/>
          <p:cNvSpPr txBox="1">
            <a:spLocks noChangeArrowheads="1"/>
          </p:cNvSpPr>
          <p:nvPr/>
        </p:nvSpPr>
        <p:spPr bwMode="auto">
          <a:xfrm>
            <a:off x="-69850" y="3946949"/>
            <a:ext cx="1271588" cy="4556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</a:rPr>
              <a:t>）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34830" name="矩形 13"/>
          <p:cNvSpPr>
            <a:spLocks noChangeArrowheads="1"/>
          </p:cNvSpPr>
          <p:nvPr/>
        </p:nvSpPr>
        <p:spPr bwMode="auto">
          <a:xfrm>
            <a:off x="0" y="3306024"/>
            <a:ext cx="5424488" cy="668338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方法一、公式分解法</a:t>
            </a:r>
            <a:endParaRPr lang="zh-CN" altLang="en-US" sz="28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" name="Object 16"/>
          <p:cNvGraphicFramePr>
            <a:graphicFrameLocks noChangeAspect="1"/>
          </p:cNvGraphicFramePr>
          <p:nvPr/>
        </p:nvGraphicFramePr>
        <p:xfrm>
          <a:off x="454819" y="4423517"/>
          <a:ext cx="1493838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07" name="公式" r:id="rId13" imgW="14935200" imgH="4267200" progId="Equation.3">
                  <p:embed/>
                </p:oleObj>
              </mc:Choice>
              <mc:Fallback>
                <p:oleObj name="公式" r:id="rId13" imgW="14935200" imgH="4267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9" y="4423517"/>
                        <a:ext cx="1493838" cy="4270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5"/>
    </p:custDataLst>
  </p:cSld>
  <p:clrMapOvr>
    <a:masterClrMapping/>
  </p:clrMapOvr>
  <p:transition spd="med" advTm="23687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3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9" grpId="0" animBg="1"/>
      <p:bldP spid="3483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10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5118100" y="1062831"/>
          <a:ext cx="3949700" cy="290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1" name="公式" r:id="rId1" imgW="64922400" imgH="52120800" progId="Equation.3">
                  <p:embed/>
                </p:oleObj>
              </mc:Choice>
              <mc:Fallback>
                <p:oleObj name="公式" r:id="rId1" imgW="64922400" imgH="52120800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100" y="1062831"/>
                        <a:ext cx="3949700" cy="2905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-5475" y="598381"/>
            <a:ext cx="4810125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§2.6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阶跃响应和冲激响应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5580063" y="596737"/>
            <a:ext cx="20161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分式项求解：</a:t>
            </a:r>
            <a:endParaRPr lang="zh-CN" altLang="en-US" sz="2400" dirty="0">
              <a:solidFill>
                <a:srgbClr val="FF33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94214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833438" y="4808900"/>
          <a:ext cx="19875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2" name="" r:id="rId3" imgW="862965" imgH="431800" progId="Equation.3">
                  <p:embed/>
                </p:oleObj>
              </mc:Choice>
              <mc:Fallback>
                <p:oleObj name="" r:id="rId3" imgW="862965" imgH="431800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4808900"/>
                        <a:ext cx="198755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0" name="Object 8"/>
          <p:cNvGraphicFramePr>
            <a:graphicFrameLocks noChangeAspect="1"/>
          </p:cNvGraphicFramePr>
          <p:nvPr/>
        </p:nvGraphicFramePr>
        <p:xfrm>
          <a:off x="76200" y="1136072"/>
          <a:ext cx="4679950" cy="166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3" name="" r:id="rId5" imgW="2654300" imgH="939800" progId="Equation.3">
                  <p:embed/>
                </p:oleObj>
              </mc:Choice>
              <mc:Fallback>
                <p:oleObj name="" r:id="rId5" imgW="2654300" imgH="93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36072"/>
                        <a:ext cx="4679950" cy="166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9"/>
          <p:cNvGraphicFramePr>
            <a:graphicFrameLocks noChangeAspect="1"/>
          </p:cNvGraphicFramePr>
          <p:nvPr/>
        </p:nvGraphicFramePr>
        <p:xfrm>
          <a:off x="76200" y="4078287"/>
          <a:ext cx="4545176" cy="532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4" name="公式" r:id="rId7" imgW="72542400" imgH="7010400" progId="Equation.3">
                  <p:embed/>
                </p:oleObj>
              </mc:Choice>
              <mc:Fallback>
                <p:oleObj name="公式" r:id="rId7" imgW="72542400" imgH="7010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078287"/>
                        <a:ext cx="4545176" cy="532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4" name="Line 10"/>
          <p:cNvSpPr/>
          <p:nvPr/>
        </p:nvSpPr>
        <p:spPr>
          <a:xfrm>
            <a:off x="4987925" y="566738"/>
            <a:ext cx="1588" cy="6013450"/>
          </a:xfrm>
          <a:prstGeom prst="line">
            <a:avLst/>
          </a:prstGeom>
          <a:ln w="28575"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4044" name="Rectangle 5"/>
          <p:cNvSpPr>
            <a:spLocks noChangeArrowheads="1"/>
          </p:cNvSpPr>
          <p:nvPr/>
        </p:nvSpPr>
        <p:spPr bwMode="auto">
          <a:xfrm>
            <a:off x="5165725" y="3983440"/>
            <a:ext cx="3708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将上式从</a:t>
            </a:r>
            <a:r>
              <a:rPr lang="en-US" altLang="zh-CN" sz="24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en-US" altLang="zh-CN" sz="2400" baseline="30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4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到</a:t>
            </a:r>
            <a:r>
              <a:rPr lang="en-US" altLang="zh-CN" sz="24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zh-CN" altLang="en-US" sz="24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取定积分：</a:t>
            </a:r>
            <a:endParaRPr lang="zh-CN" altLang="en-US" sz="2400" dirty="0">
              <a:solidFill>
                <a:srgbClr val="FF33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44045" name="Object 13"/>
          <p:cNvGraphicFramePr>
            <a:graphicFrameLocks noChangeAspect="1"/>
          </p:cNvGraphicFramePr>
          <p:nvPr/>
        </p:nvGraphicFramePr>
        <p:xfrm>
          <a:off x="317500" y="3027867"/>
          <a:ext cx="437515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5" name="公式" r:id="rId9" imgW="56388000" imgH="10668000" progId="Equation.3">
                  <p:embed/>
                </p:oleObj>
              </mc:Choice>
              <mc:Fallback>
                <p:oleObj name="公式" r:id="rId9" imgW="56388000" imgH="10668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" y="3027867"/>
                        <a:ext cx="4375150" cy="827087"/>
                      </a:xfrm>
                      <a:prstGeom prst="rect">
                        <a:avLst/>
                      </a:prstGeom>
                      <a:solidFill>
                        <a:srgbClr val="F0FE66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4987925" y="4433888"/>
          <a:ext cx="415607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6" name="公式" r:id="rId11" imgW="83210400" imgH="24993600" progId="Equation.3">
                  <p:embed/>
                </p:oleObj>
              </mc:Choice>
              <mc:Fallback>
                <p:oleObj name="公式" r:id="rId11" imgW="83210400" imgH="24993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4433888"/>
                        <a:ext cx="4156075" cy="1233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987925" y="5767028"/>
          <a:ext cx="4038872" cy="1090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7" name="公式" r:id="rId13" imgW="52425600" imgH="18288000" progId="Equation.3">
                  <p:embed/>
                </p:oleObj>
              </mc:Choice>
              <mc:Fallback>
                <p:oleObj name="公式" r:id="rId13" imgW="52425600" imgH="18288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5767028"/>
                        <a:ext cx="4038872" cy="1090972"/>
                      </a:xfrm>
                      <a:prstGeom prst="rect">
                        <a:avLst/>
                      </a:prstGeom>
                      <a:solidFill>
                        <a:srgbClr val="F0FE66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墨迹 1"/>
          <p:cNvSpPr/>
          <p:nvPr/>
        </p:nvSpPr>
        <p:spPr bwMode="auto">
          <a:xfrm>
            <a:off x="60840" y="1671480"/>
            <a:ext cx="9146160" cy="51696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7327"/>
    </mc:Choice>
    <mc:Fallback>
      <p:transition spd="slow" advTm="6773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4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4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4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4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8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5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3191" name="Object 7"/>
          <p:cNvGraphicFramePr>
            <a:graphicFrameLocks noChangeAspect="1"/>
          </p:cNvGraphicFramePr>
          <p:nvPr/>
        </p:nvGraphicFramePr>
        <p:xfrm>
          <a:off x="371475" y="1323975"/>
          <a:ext cx="5948363" cy="1172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0" name="公式" r:id="rId1" imgW="2476500" imgH="558800" progId="Equation.3">
                  <p:embed/>
                </p:oleObj>
              </mc:Choice>
              <mc:Fallback>
                <p:oleObj name="公式" r:id="rId1" imgW="2476500" imgH="558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" y="1323975"/>
                        <a:ext cx="5948363" cy="117223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115780" y="2695575"/>
          <a:ext cx="9043987" cy="383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1" name="公式" r:id="rId3" imgW="92354400" imgH="51816000" progId="Equation.3">
                  <p:embed/>
                </p:oleObj>
              </mc:Choice>
              <mc:Fallback>
                <p:oleObj name="公式" r:id="rId3" imgW="92354400" imgH="51816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80" y="2695575"/>
                        <a:ext cx="9043987" cy="383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479"/>
    </mc:Choice>
    <mc:Fallback>
      <p:transition spd="slow" advTm="1024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8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5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4276" name="Object 2"/>
          <p:cNvGraphicFramePr>
            <a:graphicFrameLocks noChangeAspect="1"/>
          </p:cNvGraphicFramePr>
          <p:nvPr/>
        </p:nvGraphicFramePr>
        <p:xfrm>
          <a:off x="1080321" y="4337050"/>
          <a:ext cx="5778445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7" name="公式" r:id="rId1" imgW="56083200" imgH="28041600" progId="Equation.3">
                  <p:embed/>
                </p:oleObj>
              </mc:Choice>
              <mc:Fallback>
                <p:oleObj name="公式" r:id="rId1" imgW="56083200" imgH="28041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321" y="4337050"/>
                        <a:ext cx="5778445" cy="2520950"/>
                      </a:xfrm>
                      <a:prstGeom prst="rect">
                        <a:avLst/>
                      </a:prstGeom>
                      <a:solidFill>
                        <a:srgbClr val="99CC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1" name="Object 7"/>
          <p:cNvGraphicFramePr>
            <a:graphicFrameLocks noChangeAspect="1"/>
          </p:cNvGraphicFramePr>
          <p:nvPr/>
        </p:nvGraphicFramePr>
        <p:xfrm>
          <a:off x="371475" y="1323975"/>
          <a:ext cx="5948363" cy="1172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8" name="公式" r:id="rId3" imgW="2476500" imgH="558800" progId="Equation.3">
                  <p:embed/>
                </p:oleObj>
              </mc:Choice>
              <mc:Fallback>
                <p:oleObj name="公式" r:id="rId3" imgW="2476500" imgH="558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" y="1323975"/>
                        <a:ext cx="5948363" cy="117223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1017587" y="2677209"/>
          <a:ext cx="6408738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9" name="公式" r:id="rId5" imgW="82600800" imgH="16459200" progId="Equation.3">
                  <p:embed/>
                </p:oleObj>
              </mc:Choice>
              <mc:Fallback>
                <p:oleObj name="公式" r:id="rId5" imgW="82600800" imgH="16459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7" y="2677209"/>
                        <a:ext cx="6408738" cy="1276350"/>
                      </a:xfrm>
                      <a:prstGeom prst="rect">
                        <a:avLst/>
                      </a:prstGeom>
                      <a:solidFill>
                        <a:srgbClr val="F0FE66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708"/>
    </mc:Choice>
    <mc:Fallback>
      <p:transition spd="slow" advTm="247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8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299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5300" name="Object 2"/>
          <p:cNvGraphicFramePr>
            <a:graphicFrameLocks noChangeAspect="1"/>
          </p:cNvGraphicFramePr>
          <p:nvPr/>
        </p:nvGraphicFramePr>
        <p:xfrm>
          <a:off x="849540" y="3806413"/>
          <a:ext cx="71532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3" name="公式" r:id="rId1" imgW="79552800" imgH="10668000" progId="Equation.3">
                  <p:embed/>
                </p:oleObj>
              </mc:Choice>
              <mc:Fallback>
                <p:oleObj name="公式" r:id="rId1" imgW="79552800" imgH="1066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540" y="3806413"/>
                        <a:ext cx="7153275" cy="958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4"/>
          <p:cNvGraphicFramePr>
            <a:graphicFrameLocks noChangeAspect="1"/>
          </p:cNvGraphicFramePr>
          <p:nvPr/>
        </p:nvGraphicFramePr>
        <p:xfrm>
          <a:off x="6138043" y="2719696"/>
          <a:ext cx="3009900" cy="555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4" name="公式" r:id="rId3" imgW="850265" imgH="177800" progId="Equation.3">
                  <p:embed/>
                </p:oleObj>
              </mc:Choice>
              <mc:Fallback>
                <p:oleObj name="公式" r:id="rId3" imgW="850265" imgH="17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8043" y="2719696"/>
                        <a:ext cx="3009900" cy="555291"/>
                      </a:xfrm>
                      <a:prstGeom prst="rect">
                        <a:avLst/>
                      </a:prstGeom>
                      <a:solidFill>
                        <a:srgbClr val="0099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5"/>
          <p:cNvGraphicFramePr>
            <a:graphicFrameLocks noChangeAspect="1"/>
          </p:cNvGraphicFramePr>
          <p:nvPr/>
        </p:nvGraphicFramePr>
        <p:xfrm>
          <a:off x="308687" y="1845781"/>
          <a:ext cx="4833938" cy="855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5" name="公式" r:id="rId5" imgW="1943100" imgH="431800" progId="Equation.3">
                  <p:embed/>
                </p:oleObj>
              </mc:Choice>
              <mc:Fallback>
                <p:oleObj name="公式" r:id="rId5" imgW="19431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87" y="1845781"/>
                        <a:ext cx="4833938" cy="85595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6"/>
          <p:cNvGraphicFramePr>
            <a:graphicFrameLocks noChangeAspect="1"/>
          </p:cNvGraphicFramePr>
          <p:nvPr/>
        </p:nvGraphicFramePr>
        <p:xfrm>
          <a:off x="5332440" y="1977690"/>
          <a:ext cx="3227388" cy="464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6" name="公式" r:id="rId7" imgW="1435100" imgH="228600" progId="Equation.3">
                  <p:embed/>
                </p:oleObj>
              </mc:Choice>
              <mc:Fallback>
                <p:oleObj name="公式" r:id="rId7" imgW="14351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440" y="1977690"/>
                        <a:ext cx="3227388" cy="46466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3"/>
          <p:cNvGraphicFramePr>
            <a:graphicFrameLocks noChangeAspect="1"/>
          </p:cNvGraphicFramePr>
          <p:nvPr/>
        </p:nvGraphicFramePr>
        <p:xfrm>
          <a:off x="251785" y="2527805"/>
          <a:ext cx="5886258" cy="909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7" name="公式" r:id="rId9" imgW="57302400" imgH="10668000" progId="Equation.3">
                  <p:embed/>
                </p:oleObj>
              </mc:Choice>
              <mc:Fallback>
                <p:oleObj name="公式" r:id="rId9" imgW="57302400" imgH="1066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85" y="2527805"/>
                        <a:ext cx="5886258" cy="909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Text Box 16"/>
          <p:cNvSpPr txBox="1">
            <a:spLocks noChangeArrowheads="1"/>
          </p:cNvSpPr>
          <p:nvPr/>
        </p:nvSpPr>
        <p:spPr bwMode="auto">
          <a:xfrm>
            <a:off x="389731" y="3354682"/>
            <a:ext cx="6748462" cy="457200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  <a:latin typeface="黑体" panose="02010609060101010101" pitchFamily="49" charset="-122"/>
              </a:rPr>
              <a:t>冲激响应与零输入响应的形式对比</a:t>
            </a:r>
            <a:r>
              <a:rPr lang="en-US" altLang="zh-CN" sz="2400" dirty="0">
                <a:solidFill>
                  <a:srgbClr val="FF3300"/>
                </a:solidFill>
                <a:latin typeface="黑体" panose="02010609060101010101" pitchFamily="49" charset="-122"/>
              </a:rPr>
              <a:t>—</a:t>
            </a:r>
            <a:r>
              <a:rPr lang="zh-CN" altLang="en-US" sz="2400" dirty="0">
                <a:solidFill>
                  <a:srgbClr val="FF3300"/>
                </a:solidFill>
                <a:latin typeface="黑体" panose="02010609060101010101" pitchFamily="49" charset="-122"/>
              </a:rPr>
              <a:t>有重根</a:t>
            </a:r>
            <a:endParaRPr lang="zh-CN" altLang="en-US" sz="2400" dirty="0">
              <a:solidFill>
                <a:srgbClr val="FF3300"/>
              </a:solidFill>
              <a:latin typeface="黑体" panose="02010609060101010101" pitchFamily="49" charset="-122"/>
            </a:endParaRPr>
          </a:p>
        </p:txBody>
      </p:sp>
      <p:sp>
        <p:nvSpPr>
          <p:cNvPr id="55303" name="Text Box 18"/>
          <p:cNvSpPr txBox="1">
            <a:spLocks noChangeArrowheads="1"/>
          </p:cNvSpPr>
          <p:nvPr/>
        </p:nvSpPr>
        <p:spPr bwMode="auto">
          <a:xfrm>
            <a:off x="350838" y="1347788"/>
            <a:ext cx="6748462" cy="457200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黑体" panose="02010609060101010101" pitchFamily="49" charset="-122"/>
              </a:rPr>
              <a:t>冲激响应与零输入响应的形式对比</a:t>
            </a:r>
            <a:r>
              <a:rPr lang="en-US" altLang="zh-CN" sz="2400">
                <a:solidFill>
                  <a:srgbClr val="FF3300"/>
                </a:solidFill>
                <a:latin typeface="黑体" panose="02010609060101010101" pitchFamily="49" charset="-122"/>
              </a:rPr>
              <a:t>—</a:t>
            </a:r>
            <a:r>
              <a:rPr lang="zh-CN" altLang="en-US" sz="2400">
                <a:solidFill>
                  <a:srgbClr val="FF3300"/>
                </a:solidFill>
                <a:latin typeface="黑体" panose="02010609060101010101" pitchFamily="49" charset="-122"/>
              </a:rPr>
              <a:t>无重根</a:t>
            </a:r>
            <a:endParaRPr lang="zh-CN" altLang="en-US" sz="2400">
              <a:solidFill>
                <a:srgbClr val="FF3300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24" name="Object 2"/>
          <p:cNvGraphicFramePr>
            <a:graphicFrameLocks noChangeAspect="1"/>
          </p:cNvGraphicFramePr>
          <p:nvPr/>
        </p:nvGraphicFramePr>
        <p:xfrm>
          <a:off x="214751" y="5826125"/>
          <a:ext cx="9015412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8" name="公式" r:id="rId11" imgW="100279200" imgH="10972800" progId="Equation.3">
                  <p:embed/>
                </p:oleObj>
              </mc:Choice>
              <mc:Fallback>
                <p:oleObj name="公式" r:id="rId11" imgW="100279200" imgH="10972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51" y="5826125"/>
                        <a:ext cx="9015412" cy="985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/>
        </p:nvGraphicFramePr>
        <p:xfrm>
          <a:off x="251785" y="4765263"/>
          <a:ext cx="838676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9" name="公式" r:id="rId13" imgW="93268800" imgH="10972800" progId="Equation.3">
                  <p:embed/>
                </p:oleObj>
              </mc:Choice>
              <mc:Fallback>
                <p:oleObj name="公式" r:id="rId13" imgW="93268800" imgH="10972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85" y="4765263"/>
                        <a:ext cx="8386763" cy="9874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8757"/>
    </mc:Choice>
    <mc:Fallback>
      <p:transition spd="slow" advTm="3187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041400" y="1233488"/>
          <a:ext cx="605948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0" name="公式" r:id="rId1" imgW="2997200" imgH="635000" progId="Equation.3">
                  <p:embed/>
                </p:oleObj>
              </mc:Choice>
              <mc:Fallback>
                <p:oleObj name="公式" r:id="rId1" imgW="2997200" imgH="635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1233488"/>
                        <a:ext cx="6059488" cy="12954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706438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6324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234042" y="4702175"/>
          <a:ext cx="8986158" cy="2055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1" name="公式" r:id="rId3" imgW="86563200" imgH="21945600" progId="Equation.3">
                  <p:embed/>
                </p:oleObj>
              </mc:Choice>
              <mc:Fallback>
                <p:oleObj name="公式" r:id="rId3" imgW="86563200" imgH="21945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042" y="4702175"/>
                        <a:ext cx="8986158" cy="205543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5638800" y="1179513"/>
          <a:ext cx="3200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2" name="公式" r:id="rId5" imgW="1040765" imgH="177800" progId="Equation.3">
                  <p:embed/>
                </p:oleObj>
              </mc:Choice>
              <mc:Fallback>
                <p:oleObj name="公式" r:id="rId5" imgW="1040765" imgH="17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179513"/>
                        <a:ext cx="3200400" cy="5461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Box 10"/>
          <p:cNvSpPr txBox="1">
            <a:spLocks noChangeArrowheads="1"/>
          </p:cNvSpPr>
          <p:nvPr/>
        </p:nvSpPr>
        <p:spPr bwMode="auto">
          <a:xfrm>
            <a:off x="0" y="1312863"/>
            <a:ext cx="960438" cy="4556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  <a:latin typeface="黑体" panose="02010609060101010101" pitchFamily="49" charset="-122"/>
              </a:rPr>
              <a:t>(2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</a:rPr>
              <a:t>）</a:t>
            </a:r>
            <a:endParaRPr lang="zh-CN" altLang="en-US" sz="28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4033838" y="3692525"/>
          <a:ext cx="412591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3" name="公式" r:id="rId7" imgW="1371600" imgH="215900" progId="Equation.3">
                  <p:embed/>
                </p:oleObj>
              </mc:Choice>
              <mc:Fallback>
                <p:oleObj name="公式" r:id="rId7" imgW="13716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8" y="3692525"/>
                        <a:ext cx="4125912" cy="6064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30" name="Group 19"/>
          <p:cNvGrpSpPr/>
          <p:nvPr/>
        </p:nvGrpSpPr>
        <p:grpSpPr bwMode="auto">
          <a:xfrm>
            <a:off x="388938" y="2519363"/>
            <a:ext cx="8477250" cy="927100"/>
            <a:chOff x="204" y="2091"/>
            <a:chExt cx="5340" cy="584"/>
          </a:xfrm>
        </p:grpSpPr>
        <p:graphicFrame>
          <p:nvGraphicFramePr>
            <p:cNvPr id="56332" name="Object 5"/>
            <p:cNvGraphicFramePr>
              <a:graphicFrameLocks noChangeAspect="1"/>
            </p:cNvGraphicFramePr>
            <p:nvPr/>
          </p:nvGraphicFramePr>
          <p:xfrm>
            <a:off x="3489" y="2091"/>
            <a:ext cx="2055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4" name="公式" r:id="rId9" imgW="1294765" imgH="266700" progId="Equation.3">
                    <p:embed/>
                  </p:oleObj>
                </mc:Choice>
                <mc:Fallback>
                  <p:oleObj name="公式" r:id="rId9" imgW="1294765" imgH="2667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9" y="2091"/>
                          <a:ext cx="2055" cy="4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33" name="Object 14"/>
            <p:cNvGraphicFramePr>
              <a:graphicFrameLocks noChangeAspect="1"/>
            </p:cNvGraphicFramePr>
            <p:nvPr/>
          </p:nvGraphicFramePr>
          <p:xfrm>
            <a:off x="204" y="2115"/>
            <a:ext cx="1451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5" name="公式" r:id="rId11" imgW="1117600" imgH="431800" progId="Equation.3">
                    <p:embed/>
                  </p:oleObj>
                </mc:Choice>
                <mc:Fallback>
                  <p:oleObj name="公式" r:id="rId11" imgW="1117600" imgH="4318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2115"/>
                          <a:ext cx="1451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334" name="Object 6"/>
            <p:cNvGraphicFramePr>
              <a:graphicFrameLocks noChangeAspect="1"/>
            </p:cNvGraphicFramePr>
            <p:nvPr/>
          </p:nvGraphicFramePr>
          <p:xfrm>
            <a:off x="1719" y="2096"/>
            <a:ext cx="1813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56" name="公式" r:id="rId13" imgW="1397000" imgH="431800" progId="Equation.3">
                    <p:embed/>
                  </p:oleObj>
                </mc:Choice>
                <mc:Fallback>
                  <p:oleObj name="公式" r:id="rId13" imgW="1397000" imgH="4318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9" y="2096"/>
                          <a:ext cx="1813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Object 20"/>
          <p:cNvGraphicFramePr>
            <a:graphicFrameLocks noChangeAspect="1"/>
          </p:cNvGraphicFramePr>
          <p:nvPr/>
        </p:nvGraphicFramePr>
        <p:xfrm>
          <a:off x="889000" y="3808413"/>
          <a:ext cx="27987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7" name="公式" r:id="rId15" imgW="1231265" imgH="203200" progId="Equation.3">
                  <p:embed/>
                </p:oleObj>
              </mc:Choice>
              <mc:Fallback>
                <p:oleObj name="公式" r:id="rId15" imgW="1231265" imgH="203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3808413"/>
                        <a:ext cx="2798763" cy="4508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7485"/>
    </mc:Choice>
    <mc:Fallback>
      <p:transition spd="slow" advTm="1574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Box 6"/>
          <p:cNvSpPr txBox="1">
            <a:spLocks noChangeArrowheads="1"/>
          </p:cNvSpPr>
          <p:nvPr/>
        </p:nvSpPr>
        <p:spPr bwMode="auto">
          <a:xfrm>
            <a:off x="188913" y="1219200"/>
            <a:ext cx="858837" cy="3508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</a:rPr>
              <a:t>（</a:t>
            </a:r>
            <a:r>
              <a:rPr lang="en-US" altLang="zh-CN" sz="2000">
                <a:solidFill>
                  <a:srgbClr val="FF0000"/>
                </a:solidFill>
                <a:latin typeface="黑体" panose="02010609060101010101" pitchFamily="49" charset="-122"/>
              </a:rPr>
              <a:t>3</a:t>
            </a: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</a:rPr>
              <a:t>）</a:t>
            </a:r>
            <a:endParaRPr lang="zh-CN" altLang="en-US" sz="20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96258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1042988" y="1450975"/>
          <a:ext cx="7891462" cy="506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3" name="Equation" r:id="rId1" imgW="3683000" imgH="2362200" progId="Equation.DSMT4">
                  <p:embed/>
                </p:oleObj>
              </mc:Choice>
              <mc:Fallback>
                <p:oleObj name="Equation" r:id="rId1" imgW="3683000" imgH="2362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450975"/>
                        <a:ext cx="7891462" cy="50609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2FBDEB0-6671-40FD-9FDF-9F273CDE5F6A}" type="datetime1">
              <a:rPr lang="zh-CN" altLang="en-US"/>
            </a:fld>
            <a:endParaRPr lang="en-US" altLang="zh-CN"/>
          </a:p>
        </p:txBody>
      </p:sp>
      <p:sp>
        <p:nvSpPr>
          <p:cNvPr id="57351" name="矩形 1"/>
          <p:cNvSpPr>
            <a:spLocks noChangeArrowheads="1"/>
          </p:cNvSpPr>
          <p:nvPr/>
        </p:nvSpPr>
        <p:spPr bwMode="auto">
          <a:xfrm>
            <a:off x="1839913" y="4935538"/>
            <a:ext cx="258762" cy="5508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tailEnd type="triangle" w="sm" len="sm"/>
              </a14:hiddenLine>
            </a:ext>
          </a:extLst>
        </p:spPr>
        <p:txBody>
          <a:bodyPr>
            <a:spAutoFit/>
          </a:bodyPr>
          <a:lstStyle>
            <a:lvl1pPr marL="367030" indent="-18732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3220560" y="6220800"/>
              <a:ext cx="509400" cy="2556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3220560" y="6220800"/>
                <a:ext cx="509400" cy="255600"/>
              </a:xfrm>
              <a:prstGeom prst="rect"/>
            </p:spPr>
          </p:pic>
        </mc:Fallback>
      </mc:AlternateContent>
    </p:spTree>
  </p:cSld>
  <p:clrMapOvr>
    <a:masterClrMapping/>
  </p:clrMapOvr>
  <p:transition spd="med" advTm="10043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359186" y="1750119"/>
          <a:ext cx="8591714" cy="421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37" name="Equation" r:id="rId1" imgW="4419600" imgH="2286000" progId="Equation.DSMT4">
                  <p:embed/>
                </p:oleObj>
              </mc:Choice>
              <mc:Fallback>
                <p:oleObj name="Equation" r:id="rId1" imgW="4419600" imgH="2286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86" y="1750119"/>
                        <a:ext cx="8591714" cy="421163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465631" y="6032500"/>
            <a:ext cx="8378824" cy="8255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</p:spPr>
        <p:txBody>
          <a:bodyPr wrap="square" anchor="ctr">
            <a:spAutoFit/>
          </a:bodyPr>
          <a:lstStyle>
            <a:lvl1pPr indent="4432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可见解的形式及其中系数的确定完全可以从转移算子分解角度确定。 </a:t>
            </a:r>
            <a:endParaRPr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92623" y="661988"/>
            <a:ext cx="7480080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              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29149" y="1220788"/>
            <a:ext cx="8378824" cy="4585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</p:spPr>
        <p:txBody>
          <a:bodyPr wrap="square" anchor="ctr">
            <a:spAutoFit/>
          </a:bodyPr>
          <a:lstStyle>
            <a:lvl1pPr indent="4432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总结：</a:t>
            </a:r>
            <a:endParaRPr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5817240" y="5732280"/>
              <a:ext cx="533880" cy="2667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5817240" y="5732280"/>
                <a:ext cx="533880" cy="266760"/>
              </a:xfrm>
              <a:prstGeom prst="rect"/>
            </p:spPr>
          </p:pic>
        </mc:Fallback>
      </mc:AlternateContent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271"/>
    </mc:Choice>
    <mc:Fallback>
      <p:transition spd="slow" advTm="352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animBg="1"/>
      <p:bldP spid="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557338"/>
            <a:ext cx="3676650" cy="4065587"/>
          </a:xfrm>
          <a:solidFill>
            <a:srgbClr val="F0FE66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3</a:t>
            </a:r>
            <a:r>
              <a:rPr lang="zh-CN" altLang="en-US" sz="2400" b="1"/>
              <a:t>、例题</a:t>
            </a:r>
            <a:endParaRPr lang="zh-CN" altLang="en-US" sz="2400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[</a:t>
            </a:r>
            <a:r>
              <a:rPr lang="zh-CN" altLang="en-US" sz="2400" b="1"/>
              <a:t>例一</a:t>
            </a:r>
            <a:r>
              <a:rPr lang="en-US" altLang="zh-CN" sz="2400" b="1"/>
              <a:t>]RC</a:t>
            </a:r>
            <a:r>
              <a:rPr lang="zh-CN" altLang="en-US" sz="2400" b="1"/>
              <a:t>串联电路初始状态为零，受激于</a:t>
            </a:r>
            <a:r>
              <a:rPr lang="zh-CN" altLang="en-US" sz="2400" b="1">
                <a:solidFill>
                  <a:srgbClr val="FF3300"/>
                </a:solidFill>
              </a:rPr>
              <a:t>单位冲激电压源，</a:t>
            </a:r>
            <a:r>
              <a:rPr lang="zh-CN" altLang="en-US" sz="2400" b="1"/>
              <a:t>如图所示，求响应电流及响应电压。</a:t>
            </a:r>
            <a:endParaRPr lang="zh-CN" altLang="en-US" sz="2400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</p:txBody>
      </p:sp>
      <p:graphicFrame>
        <p:nvGraphicFramePr>
          <p:cNvPr id="59395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5076825" y="2060575"/>
          <a:ext cx="3073400" cy="301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1" name="Visio" r:id="rId1" imgW="2753995" imgH="2700020" progId="Visio.Drawing.11">
                  <p:embed/>
                </p:oleObj>
              </mc:Choice>
              <mc:Fallback>
                <p:oleObj name="Visio" r:id="rId1" imgW="2753995" imgH="270002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060575"/>
                        <a:ext cx="3073400" cy="301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4D9CFD0-20A8-44C1-83ED-D2A3B0C1BA17}" type="datetime1">
              <a:rPr lang="zh-CN" altLang="en-US"/>
            </a:fld>
            <a:endParaRPr lang="zh-CN" altLang="en-US" dirty="0"/>
          </a:p>
        </p:txBody>
      </p:sp>
      <p:sp>
        <p:nvSpPr>
          <p:cNvPr id="2" name="墨迹 1"/>
          <p:cNvSpPr/>
          <p:nvPr/>
        </p:nvSpPr>
        <p:spPr bwMode="auto">
          <a:xfrm>
            <a:off x="1051920" y="2808000"/>
            <a:ext cx="4530960" cy="50724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950"/>
    </mc:Choice>
    <mc:Fallback>
      <p:transition spd="slow" advTm="259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576388" y="2286000"/>
          <a:ext cx="40100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38" name="公式" r:id="rId1" imgW="1726565" imgH="393700" progId="Equation.3">
                  <p:embed/>
                </p:oleObj>
              </mc:Choice>
              <mc:Fallback>
                <p:oleObj name="公式" r:id="rId1" imgW="1726565" imgH="393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2286000"/>
                        <a:ext cx="40100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07" name="AutoShape 3"/>
          <p:cNvSpPr>
            <a:spLocks noChangeArrowheads="1"/>
          </p:cNvSpPr>
          <p:nvPr/>
        </p:nvSpPr>
        <p:spPr bwMode="auto">
          <a:xfrm>
            <a:off x="3371850" y="2060575"/>
            <a:ext cx="192088" cy="425450"/>
          </a:xfrm>
          <a:prstGeom prst="upDownArrow">
            <a:avLst>
              <a:gd name="adj1" fmla="val 50000"/>
              <a:gd name="adj2" fmla="val 40114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zh-CN" sz="2800">
              <a:latin typeface="黑体" panose="02010609060101010101" pitchFamily="49" charset="-122"/>
            </a:endParaRPr>
          </a:p>
        </p:txBody>
      </p:sp>
      <p:graphicFrame>
        <p:nvGraphicFramePr>
          <p:cNvPr id="98308" name="Object 4"/>
          <p:cNvGraphicFramePr>
            <a:graphicFrameLocks noChangeAspect="1"/>
          </p:cNvGraphicFramePr>
          <p:nvPr/>
        </p:nvGraphicFramePr>
        <p:xfrm>
          <a:off x="2771775" y="1341438"/>
          <a:ext cx="34575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39" name="公式" r:id="rId3" imgW="1600200" imgH="393700" progId="Equation.3">
                  <p:embed/>
                </p:oleObj>
              </mc:Choice>
              <mc:Fallback>
                <p:oleObj name="公式" r:id="rId3" imgW="16002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341438"/>
                        <a:ext cx="345757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250825" y="1412875"/>
            <a:ext cx="1008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解：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827088" y="1484313"/>
            <a:ext cx="187166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）建模</a:t>
            </a:r>
            <a:endParaRPr lang="zh-CN" altLang="en-US" sz="28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223838" y="3027363"/>
            <a:ext cx="19431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）求解</a:t>
            </a:r>
            <a:endParaRPr lang="zh-CN" altLang="en-US" sz="28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8312" name="Object 8"/>
          <p:cNvGraphicFramePr>
            <a:graphicFrameLocks noChangeAspect="1"/>
          </p:cNvGraphicFramePr>
          <p:nvPr/>
        </p:nvGraphicFramePr>
        <p:xfrm>
          <a:off x="0" y="4051300"/>
          <a:ext cx="11922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0" name="公式" r:id="rId5" imgW="545465" imgH="203200" progId="Equation.3">
                  <p:embed/>
                </p:oleObj>
              </mc:Choice>
              <mc:Fallback>
                <p:oleObj name="公式" r:id="rId5" imgW="545465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051300"/>
                        <a:ext cx="119221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4" name="Object 10"/>
          <p:cNvGraphicFramePr>
            <a:graphicFrameLocks noChangeAspect="1"/>
          </p:cNvGraphicFramePr>
          <p:nvPr/>
        </p:nvGraphicFramePr>
        <p:xfrm>
          <a:off x="1835150" y="5300663"/>
          <a:ext cx="504031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1" name="公式" r:id="rId7" imgW="1778000" imgH="419100" progId="Equation.3">
                  <p:embed/>
                </p:oleObj>
              </mc:Choice>
              <mc:Fallback>
                <p:oleObj name="公式" r:id="rId7" imgW="17780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300663"/>
                        <a:ext cx="5040313" cy="1071562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5" name="Rectangle 11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427" name="Text Box 12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0428" name="Object 3"/>
          <p:cNvGraphicFramePr>
            <a:graphicFrameLocks noChangeAspect="1"/>
          </p:cNvGraphicFramePr>
          <p:nvPr/>
        </p:nvGraphicFramePr>
        <p:xfrm>
          <a:off x="6588125" y="520700"/>
          <a:ext cx="2555875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2" name="Visio" r:id="rId9" imgW="2753995" imgH="2700020" progId="Visio.Drawing.11">
                  <p:embed/>
                </p:oleObj>
              </mc:Choice>
              <mc:Fallback>
                <p:oleObj name="Visio" r:id="rId9" imgW="2753995" imgH="270002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520700"/>
                        <a:ext cx="2555875" cy="25050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7"/>
          <p:cNvGraphicFramePr>
            <a:graphicFrameLocks noChangeAspect="1"/>
          </p:cNvGraphicFramePr>
          <p:nvPr/>
        </p:nvGraphicFramePr>
        <p:xfrm>
          <a:off x="1357313" y="3967163"/>
          <a:ext cx="1385887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3" name="公式" r:id="rId11" imgW="635000" imgH="393700" progId="Equation.3">
                  <p:embed/>
                </p:oleObj>
              </mc:Choice>
              <mc:Fallback>
                <p:oleObj name="公式" r:id="rId11" imgW="6350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3967163"/>
                        <a:ext cx="1385887" cy="6254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3" name="Object 9"/>
          <p:cNvGraphicFramePr>
            <a:graphicFrameLocks noChangeAspect="1"/>
          </p:cNvGraphicFramePr>
          <p:nvPr/>
        </p:nvGraphicFramePr>
        <p:xfrm>
          <a:off x="577850" y="4652963"/>
          <a:ext cx="23510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4" name="公式" r:id="rId13" imgW="1002665" imgH="203200" progId="Equation.3">
                  <p:embed/>
                </p:oleObj>
              </mc:Choice>
              <mc:Fallback>
                <p:oleObj name="公式" r:id="rId13" imgW="1002665" imgH="203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4652963"/>
                        <a:ext cx="235108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日期占位符 1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65BA5A3-C346-47CB-98CF-E4E44C879655}" type="datetime1">
              <a:rPr lang="zh-CN" altLang="en-US"/>
            </a:fld>
            <a:endParaRPr lang="zh-CN" altLang="en-US" dirty="0"/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1349375" y="3246438"/>
          <a:ext cx="3013075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5" name="公式" r:id="rId15" imgW="1142365" imgH="317500" progId="Equation.3">
                  <p:embed/>
                </p:oleObj>
              </mc:Choice>
              <mc:Fallback>
                <p:oleObj name="公式" r:id="rId15" imgW="1142365" imgH="3175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3246438"/>
                        <a:ext cx="3013075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955925" y="4143375"/>
          <a:ext cx="2511425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6" name="公式" r:id="rId17" imgW="951865" imgH="469900" progId="Equation.3">
                  <p:embed/>
                </p:oleObj>
              </mc:Choice>
              <mc:Fallback>
                <p:oleObj name="公式" r:id="rId17" imgW="951865" imgH="4699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5925" y="4143375"/>
                        <a:ext cx="2511425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71" name="Object 11"/>
          <p:cNvGraphicFramePr>
            <a:graphicFrameLocks noChangeAspect="1"/>
          </p:cNvGraphicFramePr>
          <p:nvPr/>
        </p:nvGraphicFramePr>
        <p:xfrm>
          <a:off x="6840538" y="2900363"/>
          <a:ext cx="23034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7" name="公式" r:id="rId19" imgW="1117600" imgH="431800" progId="Equation.3">
                  <p:embed/>
                </p:oleObj>
              </mc:Choice>
              <mc:Fallback>
                <p:oleObj name="公式" r:id="rId19" imgW="1117600" imgH="431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8" y="2900363"/>
                        <a:ext cx="2303462" cy="889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72" name="Object 12"/>
          <p:cNvGraphicFramePr>
            <a:graphicFrameLocks noChangeAspect="1"/>
          </p:cNvGraphicFramePr>
          <p:nvPr/>
        </p:nvGraphicFramePr>
        <p:xfrm>
          <a:off x="5881688" y="4537075"/>
          <a:ext cx="326231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8" name="公式" r:id="rId21" imgW="1294765" imgH="266700" progId="Equation.3">
                  <p:embed/>
                </p:oleObj>
              </mc:Choice>
              <mc:Fallback>
                <p:oleObj name="公式" r:id="rId21" imgW="1294765" imgH="266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1688" y="4537075"/>
                        <a:ext cx="3262312" cy="6715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73" name="Object 13"/>
          <p:cNvGraphicFramePr>
            <a:graphicFrameLocks noChangeAspect="1"/>
          </p:cNvGraphicFramePr>
          <p:nvPr/>
        </p:nvGraphicFramePr>
        <p:xfrm>
          <a:off x="6265863" y="3686175"/>
          <a:ext cx="28781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49" name="公式" r:id="rId23" imgW="1397000" imgH="431800" progId="Equation.3">
                  <p:embed/>
                </p:oleObj>
              </mc:Choice>
              <mc:Fallback>
                <p:oleObj name="公式" r:id="rId23" imgW="1397000" imgH="431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863" y="3686175"/>
                        <a:ext cx="2878137" cy="889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0" y="3502025"/>
            <a:ext cx="1395413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黑体" panose="02010609060101010101" pitchFamily="49" charset="-122"/>
              </a:rPr>
              <a:t>算子方程</a:t>
            </a:r>
            <a:endParaRPr lang="zh-CN" altLang="en-US" sz="2000">
              <a:latin typeface="黑体" panose="02010609060101010101" pitchFamily="49" charset="-122"/>
            </a:endParaRPr>
          </a:p>
        </p:txBody>
      </p:sp>
      <p:sp>
        <p:nvSpPr>
          <p:cNvPr id="3" name="墨迹 2"/>
          <p:cNvSpPr/>
          <p:nvPr/>
        </p:nvSpPr>
        <p:spPr bwMode="auto">
          <a:xfrm>
            <a:off x="3905280" y="753480"/>
            <a:ext cx="4014720" cy="46674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2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1048"/>
    </mc:Choice>
    <mc:Fallback>
      <p:transition spd="slow" advTm="1510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4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animBg="1"/>
      <p:bldP spid="2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308" name="Object 4"/>
          <p:cNvGraphicFramePr>
            <a:graphicFrameLocks noChangeAspect="1"/>
          </p:cNvGraphicFramePr>
          <p:nvPr/>
        </p:nvGraphicFramePr>
        <p:xfrm>
          <a:off x="1258888" y="2276475"/>
          <a:ext cx="27368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7" name="公式" r:id="rId1" imgW="1205865" imgH="393700" progId="Equation.3">
                  <p:embed/>
                </p:oleObj>
              </mc:Choice>
              <mc:Fallback>
                <p:oleObj name="公式" r:id="rId1" imgW="1205865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276475"/>
                        <a:ext cx="27368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0" y="2047875"/>
            <a:ext cx="12588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求电压</a:t>
            </a:r>
            <a:endParaRPr lang="zh-CN" altLang="en-US" sz="240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8314" name="Object 10"/>
          <p:cNvGraphicFramePr>
            <a:graphicFrameLocks noChangeAspect="1"/>
          </p:cNvGraphicFramePr>
          <p:nvPr/>
        </p:nvGraphicFramePr>
        <p:xfrm>
          <a:off x="1187450" y="1341438"/>
          <a:ext cx="36004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8" name="公式" r:id="rId3" imgW="1778000" imgH="419100" progId="Equation.3">
                  <p:embed/>
                </p:oleObj>
              </mc:Choice>
              <mc:Fallback>
                <p:oleObj name="公式" r:id="rId3" imgW="17780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341438"/>
                        <a:ext cx="3600450" cy="76517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5" name="Rectangle 11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1446" name="Text Box 12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1447" name="Object 3"/>
          <p:cNvGraphicFramePr>
            <a:graphicFrameLocks noChangeAspect="1"/>
          </p:cNvGraphicFramePr>
          <p:nvPr/>
        </p:nvGraphicFramePr>
        <p:xfrm>
          <a:off x="6443663" y="692150"/>
          <a:ext cx="2555875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9" name="Visio" r:id="rId5" imgW="2753995" imgH="2700020" progId="Visio.Drawing.11">
                  <p:embed/>
                </p:oleObj>
              </mc:Choice>
              <mc:Fallback>
                <p:oleObj name="Visio" r:id="rId5" imgW="2753995" imgH="270002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692150"/>
                        <a:ext cx="2555875" cy="25050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2051050" y="3357563"/>
          <a:ext cx="41052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0" name="公式" r:id="rId7" imgW="2120900" imgH="419100" progId="Equation.3">
                  <p:embed/>
                </p:oleObj>
              </mc:Choice>
              <mc:Fallback>
                <p:oleObj name="公式" r:id="rId7" imgW="21209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357563"/>
                        <a:ext cx="41052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1835150" y="4365625"/>
          <a:ext cx="4176713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1" name="公式" r:id="rId9" imgW="2095500" imgH="419100" progId="Equation.3">
                  <p:embed/>
                </p:oleObj>
              </mc:Choice>
              <mc:Fallback>
                <p:oleObj name="公式" r:id="rId9" imgW="20955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365625"/>
                        <a:ext cx="4176713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1908175" y="5516563"/>
          <a:ext cx="37465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2" name="公式" r:id="rId11" imgW="1879600" imgH="419100" progId="Equation.3">
                  <p:embed/>
                </p:oleObj>
              </mc:Choice>
              <mc:Fallback>
                <p:oleObj name="公式" r:id="rId11" imgW="18796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516563"/>
                        <a:ext cx="374650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5927725" y="5516563"/>
          <a:ext cx="189865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3" name="公式" r:id="rId13" imgW="951865" imgH="419100" progId="Equation.3">
                  <p:embed/>
                </p:oleObj>
              </mc:Choice>
              <mc:Fallback>
                <p:oleObj name="公式" r:id="rId13" imgW="951865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725" y="5516563"/>
                        <a:ext cx="189865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日期占位符 1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3FD9F38-991B-416B-A23B-B9FDF725824F}" type="datetime1">
              <a:rPr lang="zh-CN" altLang="en-US"/>
            </a:fld>
            <a:endParaRPr lang="en-US" altLang="zh-CN"/>
          </a:p>
        </p:txBody>
      </p:sp>
    </p:spTree>
    <p:custDataLst>
      <p:tags r:id="rId15"/>
    </p:custDataLst>
  </p:cSld>
  <p:clrMapOvr>
    <a:masterClrMapping/>
  </p:clrMapOvr>
  <p:transition spd="med" advTm="6394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ChangeArrowheads="1"/>
          </p:cNvSpPr>
          <p:nvPr/>
        </p:nvSpPr>
        <p:spPr bwMode="auto">
          <a:xfrm>
            <a:off x="1744663" y="1917700"/>
            <a:ext cx="4895850" cy="30241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741680" indent="-49847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转移算子直接分解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i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系数平衡法</a:t>
            </a:r>
            <a:endParaRPr lang="zh-CN" altLang="en-US" sz="2400" i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零输入响应法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线性时不变系统的性质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xfrm>
            <a:off x="384175" y="804863"/>
            <a:ext cx="3717925" cy="608012"/>
          </a:xfrm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zh-CN" altLang="en-US" sz="2800"/>
              <a:t>单位冲激响应的求解</a:t>
            </a:r>
            <a:endParaRPr lang="zh-CN" altLang="en-US" sz="2800"/>
          </a:p>
        </p:txBody>
      </p:sp>
      <p:sp>
        <p:nvSpPr>
          <p:cNvPr id="63492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2250" y="1563688"/>
            <a:ext cx="8397875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67"/>
    </mc:Choice>
    <mc:Fallback>
      <p:transition spd="slow" advTm="61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728788"/>
            <a:ext cx="4479925" cy="4808537"/>
          </a:xfrm>
          <a:ln w="57150">
            <a:solidFill>
              <a:srgbClr val="FF0000"/>
            </a:solidFill>
            <a:miter lim="800000"/>
          </a:ln>
        </p:spPr>
        <p:txBody>
          <a:bodyPr/>
          <a:lstStyle/>
          <a:p>
            <a:pPr marL="0" indent="263525" eaLnBrk="1" hangingPunct="1">
              <a:lnSpc>
                <a:spcPct val="135000"/>
              </a:lnSpc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  <a:ea typeface="楷体_GB2312" pitchFamily="49" charset="-122"/>
              </a:rPr>
              <a:t> </a:t>
            </a: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据</a:t>
            </a: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的大小关系直接写出</a:t>
            </a: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的形式，其中的系数</a:t>
            </a: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2200" b="1" baseline="-2500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k</a:t>
            </a:r>
            <a:r>
              <a:rPr lang="en-US" altLang="zh-CN" sz="2200" b="1" baseline="-2500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则待定</a:t>
            </a: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然后求</a:t>
            </a: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的各阶导数。</a:t>
            </a:r>
            <a:endParaRPr lang="en-US" altLang="zh-CN" sz="2200" b="1">
              <a:latin typeface="楷体_GB2312" pitchFamily="49" charset="-122"/>
              <a:ea typeface="楷体_GB2312" pitchFamily="49" charset="-122"/>
            </a:endParaRPr>
          </a:p>
          <a:p>
            <a:pPr marL="0" indent="263525" eaLnBrk="1" hangingPunct="1">
              <a:lnSpc>
                <a:spcPct val="135000"/>
              </a:lnSpc>
              <a:buFontTx/>
              <a:buNone/>
            </a:pP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 (2) 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及其各阶导数代入微分方程，并化简归纳。</a:t>
            </a:r>
            <a:endParaRPr lang="en-US" altLang="zh-CN" sz="2200" b="1">
              <a:latin typeface="楷体_GB2312" pitchFamily="49" charset="-122"/>
              <a:ea typeface="楷体_GB2312" pitchFamily="49" charset="-122"/>
            </a:endParaRPr>
          </a:p>
          <a:p>
            <a:pPr marL="0" indent="263525" eaLnBrk="1" hangingPunct="1">
              <a:lnSpc>
                <a:spcPct val="135000"/>
              </a:lnSpc>
              <a:buFontTx/>
              <a:buNone/>
            </a:pP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 (3) 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依据方程左右奇异函数的系数相同的原则，确定</a:t>
            </a:r>
            <a:r>
              <a:rPr lang="en-US" altLang="zh-CN" sz="2200" b="1"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200" b="1">
                <a:latin typeface="楷体_GB2312" pitchFamily="49" charset="-122"/>
                <a:ea typeface="楷体_GB2312" pitchFamily="49" charset="-122"/>
              </a:rPr>
              <a:t>中的各待定系数。</a:t>
            </a:r>
            <a:endParaRPr lang="zh-CN" altLang="en-US" sz="2200" b="1">
              <a:latin typeface="楷体_GB2312" pitchFamily="49" charset="-122"/>
              <a:ea typeface="楷体_GB2312" pitchFamily="49" charset="-122"/>
            </a:endParaRPr>
          </a:p>
          <a:p>
            <a:pPr marL="0" indent="263525" eaLnBrk="1" hangingPunct="1">
              <a:lnSpc>
                <a:spcPct val="135000"/>
              </a:lnSpc>
              <a:buFontTx/>
              <a:buNone/>
            </a:pPr>
            <a:r>
              <a:rPr lang="zh-CN" altLang="en-US" sz="2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该方法缺点：</a:t>
            </a:r>
            <a:r>
              <a:rPr lang="en-US" altLang="zh-CN" sz="2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h</a:t>
            </a:r>
            <a:r>
              <a:rPr lang="zh-CN" altLang="en-US" sz="2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）高阶导数求解麻烦。</a:t>
            </a:r>
            <a:endParaRPr lang="zh-CN" altLang="en-US" sz="2200" b="1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323850" y="692150"/>
            <a:ext cx="5815013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1598609-5F96-41AA-A2F4-3D5F9CF687DF}" type="datetime1">
              <a:rPr lang="zh-CN" altLang="en-US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0" y="1147763"/>
            <a:ext cx="5229225" cy="585787"/>
          </a:xfrm>
          <a:prstGeom prst="rect">
            <a:avLst/>
          </a:prstGeom>
          <a:solidFill>
            <a:srgbClr val="33CC33"/>
          </a:solidFill>
        </p:spPr>
        <p:txBody>
          <a:bodyPr>
            <a:spAutoFit/>
          </a:bodyPr>
          <a:lstStyle/>
          <a:p>
            <a:pPr marL="469900" indent="-469900" eaLnBrk="1" hangingPunct="1">
              <a:lnSpc>
                <a:spcPct val="135000"/>
              </a:lnSpc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方法</a:t>
            </a:r>
            <a:r>
              <a:rPr lang="zh-CN" altLang="en-US" sz="24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二、待定系数法（冲激平衡法）</a:t>
            </a:r>
            <a:endParaRPr lang="zh-CN" altLang="en-US" sz="2400" kern="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4527550" y="1770063"/>
          <a:ext cx="4427538" cy="268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6" name="Equation" r:id="rId1" imgW="3810000" imgH="2286000" progId="Equation.DSMT4">
                  <p:embed/>
                </p:oleObj>
              </mc:Choice>
              <mc:Fallback>
                <p:oleObj name="Equation" r:id="rId1" imgW="3810000" imgH="2286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550" y="1770063"/>
                        <a:ext cx="4427538" cy="26812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4557713" y="4572000"/>
            <a:ext cx="4254500" cy="396875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黑体" panose="02010609060101010101" pitchFamily="49" charset="-122"/>
              </a:rPr>
              <a:t>求导时注意，不要忘记阶跃信号：</a:t>
            </a:r>
            <a:endParaRPr lang="zh-CN" altLang="en-US" sz="2000">
              <a:solidFill>
                <a:srgbClr val="FF3300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58379" name="Object 9"/>
          <p:cNvGraphicFramePr>
            <a:graphicFrameLocks noChangeAspect="1"/>
          </p:cNvGraphicFramePr>
          <p:nvPr/>
        </p:nvGraphicFramePr>
        <p:xfrm>
          <a:off x="4330700" y="5114925"/>
          <a:ext cx="4813300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7" name="公式" r:id="rId3" imgW="3365500" imgH="1168400" progId="Equation.3">
                  <p:embed/>
                </p:oleObj>
              </mc:Choice>
              <mc:Fallback>
                <p:oleObj name="公式" r:id="rId3" imgW="3365500" imgH="116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5114925"/>
                        <a:ext cx="4813300" cy="17430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6295"/>
    </mc:Choice>
    <mc:Fallback>
      <p:transition spd="slow" advTm="2662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1000"/>
                                        <p:tgtEl>
                                          <p:spTgt spid="99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1000"/>
                                        <p:tgtEl>
                                          <p:spTgt spid="99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837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23850" y="1268413"/>
          <a:ext cx="3240088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7" name="公式" r:id="rId1" imgW="1726565" imgH="393700" progId="Equation.3">
                  <p:embed/>
                </p:oleObj>
              </mc:Choice>
              <mc:Fallback>
                <p:oleObj name="公式" r:id="rId1" imgW="1726565" imgH="393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268413"/>
                        <a:ext cx="3240088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9" name="Object 9"/>
          <p:cNvGraphicFramePr>
            <a:graphicFrameLocks noChangeAspect="1"/>
          </p:cNvGraphicFramePr>
          <p:nvPr/>
        </p:nvGraphicFramePr>
        <p:xfrm>
          <a:off x="1531938" y="1965325"/>
          <a:ext cx="3417887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8" name="公式" r:id="rId3" imgW="1777365" imgH="355600" progId="Equation.3">
                  <p:embed/>
                </p:oleObj>
              </mc:Choice>
              <mc:Fallback>
                <p:oleObj name="公式" r:id="rId3" imgW="1777365" imgH="355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1965325"/>
                        <a:ext cx="3417887" cy="6842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15" name="Rectangle 11"/>
          <p:cNvSpPr>
            <a:spLocks noChangeArrowheads="1"/>
          </p:cNvSpPr>
          <p:nvPr/>
        </p:nvSpPr>
        <p:spPr bwMode="auto">
          <a:xfrm>
            <a:off x="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5541" name="Text Box 12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5542" name="Object 3"/>
          <p:cNvGraphicFramePr>
            <a:graphicFrameLocks noChangeAspect="1"/>
          </p:cNvGraphicFramePr>
          <p:nvPr/>
        </p:nvGraphicFramePr>
        <p:xfrm>
          <a:off x="6443663" y="692150"/>
          <a:ext cx="2555875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9" name="Visio" r:id="rId5" imgW="2753995" imgH="2700020" progId="Visio.Drawing.11">
                  <p:embed/>
                </p:oleObj>
              </mc:Choice>
              <mc:Fallback>
                <p:oleObj name="Visio" r:id="rId5" imgW="2753995" imgH="270002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692150"/>
                        <a:ext cx="2555875" cy="25050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3" name="Object 8"/>
          <p:cNvGraphicFramePr>
            <a:graphicFrameLocks noChangeAspect="1"/>
          </p:cNvGraphicFramePr>
          <p:nvPr/>
        </p:nvGraphicFramePr>
        <p:xfrm>
          <a:off x="3994150" y="1384300"/>
          <a:ext cx="16557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90" name="公式" r:id="rId7" imgW="1091565" imgH="393700" progId="Equation.3">
                  <p:embed/>
                </p:oleObj>
              </mc:Choice>
              <mc:Fallback>
                <p:oleObj name="公式" r:id="rId7" imgW="1091565" imgH="393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1384300"/>
                        <a:ext cx="1655763" cy="501650"/>
                      </a:xfrm>
                      <a:prstGeom prst="rect">
                        <a:avLst/>
                      </a:prstGeom>
                      <a:solidFill>
                        <a:srgbClr val="F0FE66"/>
                      </a:solidFill>
                      <a:ln w="3810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4" name="Object 6"/>
          <p:cNvGraphicFramePr>
            <a:graphicFrameLocks noChangeAspect="1"/>
          </p:cNvGraphicFramePr>
          <p:nvPr/>
        </p:nvGraphicFramePr>
        <p:xfrm>
          <a:off x="179388" y="2133600"/>
          <a:ext cx="13684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91" name="公式" r:id="rId9" imgW="850265" imgH="203200" progId="Equation.3">
                  <p:embed/>
                </p:oleObj>
              </mc:Choice>
              <mc:Fallback>
                <p:oleObj name="公式" r:id="rId9" imgW="850265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133600"/>
                        <a:ext cx="13684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68263" y="2614613"/>
          <a:ext cx="54070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92" name="公式" r:id="rId11" imgW="3048000" imgH="444500" progId="Equation.3">
                  <p:embed/>
                </p:oleObj>
              </mc:Choice>
              <mc:Fallback>
                <p:oleObj name="公式" r:id="rId11" imgW="30480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3" y="2614613"/>
                        <a:ext cx="54070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179388" y="3884613"/>
          <a:ext cx="76755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93" name="公式" r:id="rId13" imgW="3860800" imgH="444500" progId="Equation.3">
                  <p:embed/>
                </p:oleObj>
              </mc:Choice>
              <mc:Fallback>
                <p:oleObj name="公式" r:id="rId13" imgW="38608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884613"/>
                        <a:ext cx="767556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/>
        </p:nvGraphicFramePr>
        <p:xfrm>
          <a:off x="0" y="4692650"/>
          <a:ext cx="9193213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94" name="公式" r:id="rId15" imgW="4864100" imgH="444500" progId="Equation.3">
                  <p:embed/>
                </p:oleObj>
              </mc:Choice>
              <mc:Fallback>
                <p:oleObj name="公式" r:id="rId15" imgW="4864100" imgH="444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692650"/>
                        <a:ext cx="9193213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40" name="Object 10"/>
          <p:cNvGraphicFramePr>
            <a:graphicFrameLocks noChangeAspect="1"/>
          </p:cNvGraphicFramePr>
          <p:nvPr/>
        </p:nvGraphicFramePr>
        <p:xfrm>
          <a:off x="679450" y="3227388"/>
          <a:ext cx="411638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95" name="公式" r:id="rId17" imgW="2362200" imgH="444500" progId="Equation.3">
                  <p:embed/>
                </p:oleObj>
              </mc:Choice>
              <mc:Fallback>
                <p:oleObj name="公式" r:id="rId17" imgW="2362200" imgH="444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3227388"/>
                        <a:ext cx="4116388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4" name="Object 11"/>
          <p:cNvGraphicFramePr>
            <a:graphicFrameLocks noChangeAspect="1"/>
          </p:cNvGraphicFramePr>
          <p:nvPr/>
        </p:nvGraphicFramePr>
        <p:xfrm>
          <a:off x="4470400" y="5876925"/>
          <a:ext cx="461486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96" name="公式" r:id="rId19" imgW="1778000" imgH="419100" progId="Equation.3">
                  <p:embed/>
                </p:oleObj>
              </mc:Choice>
              <mc:Fallback>
                <p:oleObj name="公式" r:id="rId19" imgW="17780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5876925"/>
                        <a:ext cx="4614863" cy="98107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179388" y="5445125"/>
            <a:ext cx="3241675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待定系数法求得：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53646F-518B-42D8-86F0-B9203CEF826A}" type="datetime1">
              <a:rPr lang="zh-CN" altLang="en-US"/>
            </a:fld>
            <a:endParaRPr lang="en-US" altLang="zh-CN"/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0" y="5994400"/>
          <a:ext cx="43068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97" name="公式" r:id="rId21" imgW="1396365" imgH="406400" progId="Equation.3">
                  <p:embed/>
                </p:oleObj>
              </mc:Choice>
              <mc:Fallback>
                <p:oleObj name="公式" r:id="rId21" imgW="1396365" imgH="40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994400"/>
                        <a:ext cx="4306888" cy="863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3"/>
    </p:custDataLst>
  </p:cSld>
  <p:clrMapOvr>
    <a:masterClrMapping/>
  </p:clrMapOvr>
  <p:transition spd="med" advTm="25013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96975"/>
            <a:ext cx="3887787" cy="1223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2]</a:t>
            </a:r>
            <a:r>
              <a:rPr lang="zh-CN" altLang="en-US" sz="2400"/>
              <a:t>设系统的微分方程为</a:t>
            </a: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试求此系统的冲激响应。</a:t>
            </a:r>
            <a:endParaRPr lang="zh-CN" altLang="en-US" sz="2400"/>
          </a:p>
        </p:txBody>
      </p:sp>
      <p:graphicFrame>
        <p:nvGraphicFramePr>
          <p:cNvPr id="66563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211638" y="1196975"/>
          <a:ext cx="331152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8" name="公式" r:id="rId1" imgW="1955800" imgH="419100" progId="Equation.3">
                  <p:embed/>
                </p:oleObj>
              </mc:Choice>
              <mc:Fallback>
                <p:oleObj name="公式" r:id="rId1" imgW="19558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196975"/>
                        <a:ext cx="3311525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0358" name="Object 6"/>
          <p:cNvGraphicFramePr>
            <a:graphicFrameLocks noChangeAspect="1"/>
          </p:cNvGraphicFramePr>
          <p:nvPr/>
        </p:nvGraphicFramePr>
        <p:xfrm>
          <a:off x="4140200" y="2349500"/>
          <a:ext cx="4751388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9" name="公式" r:id="rId3" imgW="2006600" imgH="419100" progId="Equation.3">
                  <p:embed/>
                </p:oleObj>
              </mc:Choice>
              <mc:Fallback>
                <p:oleObj name="公式" r:id="rId3" imgW="20066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349500"/>
                        <a:ext cx="4751388" cy="9350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323850" y="2492375"/>
            <a:ext cx="1079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解：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0360" name="Text Box 8"/>
          <p:cNvSpPr txBox="1">
            <a:spLocks noChangeArrowheads="1"/>
          </p:cNvSpPr>
          <p:nvPr/>
        </p:nvSpPr>
        <p:spPr bwMode="auto">
          <a:xfrm>
            <a:off x="785813" y="2565400"/>
            <a:ext cx="3335337" cy="4556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）建模（代入）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0361" name="Text Box 9"/>
          <p:cNvSpPr txBox="1">
            <a:spLocks noChangeArrowheads="1"/>
          </p:cNvSpPr>
          <p:nvPr/>
        </p:nvSpPr>
        <p:spPr bwMode="auto">
          <a:xfrm>
            <a:off x="1042988" y="3284538"/>
            <a:ext cx="1871662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）求解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0362" name="Object 10"/>
          <p:cNvGraphicFramePr>
            <a:graphicFrameLocks noChangeAspect="1"/>
          </p:cNvGraphicFramePr>
          <p:nvPr/>
        </p:nvGraphicFramePr>
        <p:xfrm>
          <a:off x="3059113" y="3933825"/>
          <a:ext cx="1219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0" name="公式" r:id="rId5" imgW="558800" imgH="241300" progId="Equation.3">
                  <p:embed/>
                </p:oleObj>
              </mc:Choice>
              <mc:Fallback>
                <p:oleObj name="公式" r:id="rId5" imgW="5588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933825"/>
                        <a:ext cx="12192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3" name="Object 11"/>
          <p:cNvGraphicFramePr>
            <a:graphicFrameLocks noChangeAspect="1"/>
          </p:cNvGraphicFramePr>
          <p:nvPr/>
        </p:nvGraphicFramePr>
        <p:xfrm>
          <a:off x="3132138" y="4652963"/>
          <a:ext cx="330358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1" name="公式" r:id="rId7" imgW="1409700" imgH="228600" progId="Equation.3">
                  <p:embed/>
                </p:oleObj>
              </mc:Choice>
              <mc:Fallback>
                <p:oleObj name="公式" r:id="rId7" imgW="14097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652963"/>
                        <a:ext cx="330358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5" name="Object 1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55650" y="404813"/>
          <a:ext cx="5976938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2" name="公式" r:id="rId9" imgW="2463800" imgH="965200" progId="Equation.3">
                  <p:embed/>
                </p:oleObj>
              </mc:Choice>
              <mc:Fallback>
                <p:oleObj name="公式" r:id="rId9" imgW="2463800" imgH="965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04813"/>
                        <a:ext cx="5976938" cy="18002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8575">
                        <a:solidFill>
                          <a:srgbClr val="66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/>
          <p:nvPr/>
        </p:nvGrpSpPr>
        <p:grpSpPr bwMode="auto">
          <a:xfrm>
            <a:off x="255588" y="5286370"/>
            <a:ext cx="8888413" cy="454025"/>
            <a:chOff x="161" y="2831"/>
            <a:chExt cx="5599" cy="286"/>
          </a:xfrm>
        </p:grpSpPr>
        <p:graphicFrame>
          <p:nvGraphicFramePr>
            <p:cNvPr id="66579" name="Object 19"/>
            <p:cNvGraphicFramePr>
              <a:graphicFrameLocks noChangeAspect="1"/>
            </p:cNvGraphicFramePr>
            <p:nvPr/>
          </p:nvGraphicFramePr>
          <p:xfrm>
            <a:off x="161" y="2831"/>
            <a:ext cx="167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93" name="公式" r:id="rId11" imgW="1256665" imgH="215900" progId="Equation.3">
                    <p:embed/>
                  </p:oleObj>
                </mc:Choice>
                <mc:Fallback>
                  <p:oleObj name="公式" r:id="rId11" imgW="1256665" imgH="2159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" y="2831"/>
                          <a:ext cx="167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580" name="Text Box 8"/>
            <p:cNvSpPr txBox="1">
              <a:spLocks noChangeArrowheads="1"/>
            </p:cNvSpPr>
            <p:nvPr/>
          </p:nvSpPr>
          <p:spPr bwMode="auto">
            <a:xfrm>
              <a:off x="1837" y="2861"/>
              <a:ext cx="3923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400" dirty="0">
                  <a:latin typeface="楷体_GB2312" pitchFamily="49" charset="-122"/>
                  <a:ea typeface="楷体_GB2312" pitchFamily="49" charset="-122"/>
                </a:rPr>
                <a:t>代入输入输出方程，利用系数平衡法解得：</a:t>
              </a:r>
              <a:endParaRPr lang="en-US" altLang="zh-CN" sz="2400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1258888" y="4005263"/>
          <a:ext cx="119221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4" name="公式" r:id="rId13" imgW="545465" imgH="203200" progId="Equation.3">
                  <p:embed/>
                </p:oleObj>
              </mc:Choice>
              <mc:Fallback>
                <p:oleObj name="公式" r:id="rId13" imgW="545465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005263"/>
                        <a:ext cx="1192212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827088" y="4652963"/>
          <a:ext cx="19939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5" name="公式" r:id="rId15" imgW="850265" imgH="203200" progId="Equation.3">
                  <p:embed/>
                </p:oleObj>
              </mc:Choice>
              <mc:Fallback>
                <p:oleObj name="公式" r:id="rId15" imgW="850265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652963"/>
                        <a:ext cx="19939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日期占位符 1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18B31E7-B543-4FB5-BB6B-6039A7376780}" type="datetime1">
              <a:rPr lang="zh-CN" altLang="en-US"/>
            </a:fld>
            <a:endParaRPr lang="en-US" altLang="zh-CN" dirty="0"/>
          </a:p>
        </p:txBody>
      </p:sp>
      <p:graphicFrame>
        <p:nvGraphicFramePr>
          <p:cNvPr id="2" name="Object 12"/>
          <p:cNvGraphicFramePr>
            <a:graphicFrameLocks noChangeAspect="1"/>
          </p:cNvGraphicFramePr>
          <p:nvPr/>
        </p:nvGraphicFramePr>
        <p:xfrm>
          <a:off x="187409" y="5953291"/>
          <a:ext cx="31146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6" name="公式" r:id="rId17" imgW="862965" imgH="215900" progId="Equation.3">
                  <p:embed/>
                </p:oleObj>
              </mc:Choice>
              <mc:Fallback>
                <p:oleObj name="公式" r:id="rId17" imgW="862965" imgH="215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09" y="5953291"/>
                        <a:ext cx="3114675" cy="5461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4" name="Object 18"/>
          <p:cNvGraphicFramePr>
            <a:graphicFrameLocks noChangeAspect="1"/>
          </p:cNvGraphicFramePr>
          <p:nvPr/>
        </p:nvGraphicFramePr>
        <p:xfrm>
          <a:off x="3446463" y="5932488"/>
          <a:ext cx="502920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97" name="公式" r:id="rId19" imgW="1371600" imgH="228600" progId="Equation.3">
                  <p:embed/>
                </p:oleObj>
              </mc:Choice>
              <mc:Fallback>
                <p:oleObj name="公式" r:id="rId19" imgW="137160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3" y="5932488"/>
                        <a:ext cx="5029200" cy="6238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1"/>
    </p:custDataLst>
  </p:cSld>
  <p:clrMapOvr>
    <a:masterClrMapping/>
  </p:clrMapOvr>
  <p:transition spd="med" advTm="137925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0" grpId="0" animBg="1"/>
      <p:bldP spid="10036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ChangeArrowheads="1"/>
          </p:cNvSpPr>
          <p:nvPr/>
        </p:nvSpPr>
        <p:spPr bwMode="auto">
          <a:xfrm>
            <a:off x="1744663" y="1917700"/>
            <a:ext cx="4895850" cy="30241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741680" indent="-49847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转移算子直接分解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系数平衡法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零输入响应法</a:t>
            </a:r>
            <a:endParaRPr lang="zh-CN" altLang="en-US" sz="2400" i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线性时不变系统的性质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title"/>
          </p:nvPr>
        </p:nvSpPr>
        <p:spPr>
          <a:xfrm>
            <a:off x="384175" y="804863"/>
            <a:ext cx="3717925" cy="608012"/>
          </a:xfrm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zh-CN" altLang="en-US" sz="2800"/>
              <a:t>单位冲激响应的求解</a:t>
            </a:r>
            <a:endParaRPr lang="zh-CN" altLang="en-US" sz="2800"/>
          </a:p>
        </p:txBody>
      </p:sp>
      <p:sp>
        <p:nvSpPr>
          <p:cNvPr id="67588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2250" y="1563688"/>
            <a:ext cx="8397875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870"/>
    </mc:Choice>
    <mc:Fallback>
      <p:transition spd="slow" advTm="338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5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5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5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82638" y="2239963"/>
            <a:ext cx="8059737" cy="3014662"/>
          </a:xfrm>
          <a:ln w="38100">
            <a:solidFill>
              <a:srgbClr val="FF0000"/>
            </a:solidFill>
            <a:miter lim="800000"/>
          </a:ln>
        </p:spPr>
        <p:txBody>
          <a:bodyPr/>
          <a:lstStyle/>
          <a:p>
            <a:pPr marL="0" indent="44958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l-GR" altLang="zh-CN" sz="2800" b="1">
                <a:latin typeface="楷体_GB2312" pitchFamily="49" charset="-122"/>
                <a:ea typeface="楷体_GB2312" pitchFamily="49" charset="-122"/>
              </a:rPr>
              <a:t>δ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(t)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的作用转化为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t=0</a:t>
            </a:r>
            <a:r>
              <a:rPr lang="en-US" altLang="zh-CN" sz="2800" b="1" baseline="30000"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时的初始状态，求该初始状态下的作用下的零输入响应，即可得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1379" name="Rectangle 3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A38A476-DC42-4C10-BDC8-B4833580802C}" type="datetime1">
              <a:rPr lang="zh-CN" altLang="en-US"/>
            </a:fld>
            <a:endParaRPr lang="zh-CN" altLang="en-US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5875" y="1220788"/>
            <a:ext cx="5424488" cy="588962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方法三、零输入响应法</a:t>
            </a:r>
            <a:endParaRPr lang="zh-CN" altLang="en-US" sz="28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496"/>
    </mc:Choice>
    <mc:Fallback>
      <p:transition spd="slow" advTm="234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137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137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137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1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1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1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 animBg="1" build="p"/>
      <p:bldP spid="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02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847725" y="1571625"/>
          <a:ext cx="5824538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8" name="公式" r:id="rId1" imgW="2413000" imgH="698500" progId="Equation.3">
                  <p:embed/>
                </p:oleObj>
              </mc:Choice>
              <mc:Fallback>
                <p:oleObj name="公式" r:id="rId1" imgW="2413000" imgH="698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" y="1571625"/>
                        <a:ext cx="5824538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3" name="Rectangle 3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511175" y="3402013"/>
          <a:ext cx="81216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9" name="公式" r:id="rId3" imgW="3340100" imgH="419100" progId="Equation.3">
                  <p:embed/>
                </p:oleObj>
              </mc:Choice>
              <mc:Fallback>
                <p:oleObj name="公式" r:id="rId3" imgW="33401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" y="3402013"/>
                        <a:ext cx="8121650" cy="9366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1" name="Text Box 9"/>
          <p:cNvSpPr txBox="1">
            <a:spLocks noChangeArrowheads="1"/>
          </p:cNvSpPr>
          <p:nvPr/>
        </p:nvSpPr>
        <p:spPr bwMode="auto">
          <a:xfrm>
            <a:off x="323850" y="4608582"/>
            <a:ext cx="3781425" cy="458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为保证等式平衡，有：</a:t>
            </a:r>
            <a:endParaRPr lang="zh-CN" altLang="en-US" sz="2800" dirty="0">
              <a:solidFill>
                <a:srgbClr val="66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1412327" y="5286375"/>
            <a:ext cx="6796252" cy="104028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2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上等式左边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第一项</a:t>
            </a: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有冲激项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上等式左边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第二项</a:t>
            </a:r>
            <a:r>
              <a:rPr lang="en-US" altLang="zh-CN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h’(t)</a:t>
            </a: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有阶跃项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F31A27D-CA72-480D-BC1B-D93B6FEAB097}" type="datetime1">
              <a:rPr lang="zh-CN" altLang="en-US"/>
            </a:fld>
            <a:endParaRPr lang="zh-CN" altLang="en-US" dirty="0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302"/>
    </mc:Choice>
    <mc:Fallback>
      <p:transition spd="slow" advTm="1103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1" grpId="0" animBg="1"/>
      <p:bldP spid="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0659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2402" name="Object 2"/>
          <p:cNvGraphicFramePr>
            <a:graphicFrameLocks noChangeAspect="1"/>
          </p:cNvGraphicFramePr>
          <p:nvPr/>
        </p:nvGraphicFramePr>
        <p:xfrm>
          <a:off x="271462" y="1321443"/>
          <a:ext cx="8712857" cy="1243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8" name="公式" r:id="rId1" imgW="138988800" imgH="18897600" progId="Equation.3">
                  <p:embed/>
                </p:oleObj>
              </mc:Choice>
              <mc:Fallback>
                <p:oleObj name="公式" r:id="rId1" imgW="138988800" imgH="18897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" y="1321443"/>
                        <a:ext cx="8712857" cy="124395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1" name="Text Box 9"/>
          <p:cNvSpPr txBox="1">
            <a:spLocks noChangeArrowheads="1"/>
          </p:cNvSpPr>
          <p:nvPr/>
        </p:nvSpPr>
        <p:spPr bwMode="auto">
          <a:xfrm>
            <a:off x="336550" y="2797183"/>
            <a:ext cx="8712857" cy="7143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      实际系统</a:t>
            </a: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必须符合</a:t>
            </a:r>
            <a:r>
              <a:rPr lang="zh-CN" altLang="en-US" sz="2400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因果规律，在冲激激励未加之前不会有响应，所以在</a:t>
            </a:r>
            <a:r>
              <a:rPr lang="en-US" altLang="zh-CN" sz="2400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400" baseline="30000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zh-CN" altLang="en-US" sz="2400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时刻：</a:t>
            </a:r>
            <a:endParaRPr lang="zh-CN" altLang="en-US" sz="2400" dirty="0">
              <a:solidFill>
                <a:srgbClr val="66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7019925" y="3644900"/>
            <a:ext cx="576263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lang="en-US" altLang="zh-CN" sz="2800">
              <a:solidFill>
                <a:srgbClr val="66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1144" name="Object 3"/>
          <p:cNvGraphicFramePr>
            <a:graphicFrameLocks noChangeAspect="1"/>
          </p:cNvGraphicFramePr>
          <p:nvPr/>
        </p:nvGraphicFramePr>
        <p:xfrm>
          <a:off x="779792" y="3644900"/>
          <a:ext cx="5976937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99" name="公式" r:id="rId3" imgW="2209800" imgH="228600" progId="Equation.3">
                  <p:embed/>
                </p:oleObj>
              </mc:Choice>
              <mc:Fallback>
                <p:oleObj name="公式" r:id="rId3" imgW="22098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92" y="3644900"/>
                        <a:ext cx="5976937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6" name="Object 4"/>
          <p:cNvGraphicFramePr>
            <a:graphicFrameLocks noChangeAspect="1"/>
          </p:cNvGraphicFramePr>
          <p:nvPr/>
        </p:nvGraphicFramePr>
        <p:xfrm>
          <a:off x="271462" y="5502275"/>
          <a:ext cx="8777945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0" name="公式" r:id="rId5" imgW="2336800" imgH="482600" progId="Equation.3">
                  <p:embed/>
                </p:oleObj>
              </mc:Choice>
              <mc:Fallback>
                <p:oleObj name="公式" r:id="rId5" imgW="23368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" y="5502275"/>
                        <a:ext cx="8777945" cy="13271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9525">
                        <a:solidFill>
                          <a:srgbClr val="CCCC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323849" y="4292600"/>
            <a:ext cx="8673005" cy="1135054"/>
            <a:chOff x="323849" y="4292600"/>
            <a:chExt cx="8673005" cy="1135054"/>
          </a:xfrm>
        </p:grpSpPr>
        <p:sp>
          <p:nvSpPr>
            <p:cNvPr id="3" name="Text Box 9"/>
            <p:cNvSpPr txBox="1">
              <a:spLocks noChangeArrowheads="1"/>
            </p:cNvSpPr>
            <p:nvPr/>
          </p:nvSpPr>
          <p:spPr bwMode="auto">
            <a:xfrm>
              <a:off x="323849" y="4292600"/>
              <a:ext cx="8673005" cy="11350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35921" dir="2700000" algn="ctr" rotWithShape="0">
                <a:srgbClr val="80808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400" dirty="0">
                  <a:solidFill>
                    <a:srgbClr val="6600CC"/>
                  </a:solidFill>
                  <a:latin typeface="楷体_GB2312" pitchFamily="49" charset="-122"/>
                  <a:ea typeface="楷体_GB2312" pitchFamily="49" charset="-122"/>
                </a:rPr>
                <a:t>     上中除第一项              积分结果在</a:t>
              </a:r>
              <a:r>
                <a:rPr lang="en-US" altLang="zh-CN" sz="2400" dirty="0">
                  <a:solidFill>
                    <a:srgbClr val="6600CC"/>
                  </a:solidFill>
                  <a:latin typeface="楷体_GB2312" pitchFamily="49" charset="-122"/>
                  <a:ea typeface="楷体_GB2312" pitchFamily="49" charset="-122"/>
                </a:rPr>
                <a:t>t=0</a:t>
              </a:r>
              <a:r>
                <a:rPr lang="zh-CN" altLang="en-US" sz="2400" dirty="0">
                  <a:solidFill>
                    <a:srgbClr val="6600CC"/>
                  </a:solidFill>
                  <a:latin typeface="楷体_GB2312" pitchFamily="49" charset="-122"/>
                  <a:ea typeface="楷体_GB2312" pitchFamily="49" charset="-122"/>
                </a:rPr>
                <a:t>处不连续外，其它各项都是连续的，所以在</a:t>
              </a:r>
              <a:r>
                <a:rPr lang="en-US" altLang="zh-CN" sz="2400" dirty="0">
                  <a:solidFill>
                    <a:srgbClr val="6600CC"/>
                  </a:solidFill>
                  <a:latin typeface="楷体_GB2312" pitchFamily="49" charset="-122"/>
                  <a:ea typeface="楷体_GB2312" pitchFamily="49" charset="-122"/>
                </a:rPr>
                <a:t>0+</a:t>
              </a:r>
              <a:r>
                <a:rPr lang="zh-CN" altLang="en-US" sz="2400" dirty="0">
                  <a:solidFill>
                    <a:srgbClr val="6600CC"/>
                  </a:solidFill>
                  <a:latin typeface="楷体_GB2312" pitchFamily="49" charset="-122"/>
                  <a:ea typeface="楷体_GB2312" pitchFamily="49" charset="-122"/>
                </a:rPr>
                <a:t>时刻有：</a:t>
              </a:r>
              <a:endParaRPr lang="zh-CN" altLang="en-US" sz="2400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3208584" y="4422061"/>
            <a:ext cx="1119351" cy="4380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01" name="公式" r:id="rId7" imgW="12192000" imgH="5486400" progId="Equation.3">
                    <p:embed/>
                  </p:oleObj>
                </mc:Choice>
                <mc:Fallback>
                  <p:oleObj name="公式" r:id="rId7" imgW="12192000" imgH="5486400" progId="Equation.3">
                    <p:embed/>
                    <p:pic>
                      <p:nvPicPr>
                        <p:cNvPr id="0" name="对象 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08584" y="4422061"/>
                          <a:ext cx="1119351" cy="438066"/>
                        </a:xfrm>
                        <a:prstGeom prst="rect">
                          <a:avLst/>
                        </a:prstGeom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9"/>
    </p:custDataLst>
  </p:cSld>
  <p:clrMapOvr>
    <a:masterClrMapping/>
  </p:clrMapOvr>
  <p:transition spd="med" advTm="24837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1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1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1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1" grpId="0" animBg="1"/>
      <p:bldP spid="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02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39750" y="1989138"/>
          <a:ext cx="7326313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6" name="公式" r:id="rId1" imgW="3098800" imgH="711200" progId="Equation.3">
                  <p:embed/>
                </p:oleObj>
              </mc:Choice>
              <mc:Fallback>
                <p:oleObj name="公式" r:id="rId1" imgW="30988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989138"/>
                        <a:ext cx="7326313" cy="168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3" name="Rectangle 3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0361" name="Text Box 9"/>
          <p:cNvSpPr txBox="1">
            <a:spLocks noChangeArrowheads="1"/>
          </p:cNvSpPr>
          <p:nvPr/>
        </p:nvSpPr>
        <p:spPr bwMode="auto">
          <a:xfrm>
            <a:off x="179388" y="1412875"/>
            <a:ext cx="1744662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所以：</a:t>
            </a:r>
            <a:endParaRPr lang="zh-CN" altLang="en-US" sz="28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11188" y="5445125"/>
            <a:ext cx="7632700" cy="1057275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  有了初始条件，就可以利用求零输入响应的方法来求解冲激响应了</a:t>
            </a:r>
            <a:r>
              <a:rPr lang="en-US" altLang="zh-CN" sz="280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!!</a:t>
            </a:r>
            <a:endParaRPr lang="en-US" altLang="zh-CN" sz="2800">
              <a:solidFill>
                <a:srgbClr val="66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1547813" y="3860800"/>
          <a:ext cx="5705475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7" name="公式" r:id="rId3" imgW="2413000" imgH="508000" progId="Equation.3">
                  <p:embed/>
                </p:oleObj>
              </mc:Choice>
              <mc:Fallback>
                <p:oleObj name="公式" r:id="rId3" imgW="2413000" imgH="50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860800"/>
                        <a:ext cx="5705475" cy="120173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8A8676C-3EBD-4E9E-838E-FB48B2B929AF}" type="datetime1">
              <a:rPr lang="zh-CN" altLang="en-US"/>
            </a:fld>
            <a:endParaRPr lang="en-US" altLang="zh-CN"/>
          </a:p>
        </p:txBody>
      </p:sp>
    </p:spTree>
    <p:custDataLst>
      <p:tags r:id="rId5"/>
    </p:custDataLst>
  </p:cSld>
  <p:clrMapOvr>
    <a:masterClrMapping/>
  </p:clrMapOvr>
  <p:transition spd="med" advTm="8609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1" grpId="0" animBg="1"/>
      <p:bldP spid="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268413"/>
            <a:ext cx="3960813" cy="12573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2]</a:t>
            </a:r>
            <a:r>
              <a:rPr lang="zh-CN" altLang="en-US" sz="2400"/>
              <a:t>设系统的微分方程为</a:t>
            </a: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试求此系统的冲激响应。</a:t>
            </a:r>
            <a:endParaRPr lang="zh-CN" altLang="en-US" sz="2400"/>
          </a:p>
        </p:txBody>
      </p:sp>
      <p:graphicFrame>
        <p:nvGraphicFramePr>
          <p:cNvPr id="72707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67175" y="1341438"/>
          <a:ext cx="3240088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6" name="公式" r:id="rId1" imgW="1955800" imgH="419100" progId="Equation.3">
                  <p:embed/>
                </p:oleObj>
              </mc:Choice>
              <mc:Fallback>
                <p:oleObj name="公式" r:id="rId1" imgW="19558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1341438"/>
                        <a:ext cx="3240088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323850" y="2492375"/>
            <a:ext cx="1079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解：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3431" name="Object 7"/>
          <p:cNvGraphicFramePr>
            <a:graphicFrameLocks noChangeAspect="1"/>
          </p:cNvGraphicFramePr>
          <p:nvPr/>
        </p:nvGraphicFramePr>
        <p:xfrm>
          <a:off x="1547813" y="2708275"/>
          <a:ext cx="544512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7" name="公式" r:id="rId3" imgW="2324100" imgH="228600" progId="Equation.3">
                  <p:embed/>
                </p:oleObj>
              </mc:Choice>
              <mc:Fallback>
                <p:oleObj name="公式" r:id="rId3" imgW="23241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708275"/>
                        <a:ext cx="544512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2" name="Object 8"/>
          <p:cNvGraphicFramePr>
            <a:graphicFrameLocks noChangeAspect="1"/>
          </p:cNvGraphicFramePr>
          <p:nvPr/>
        </p:nvGraphicFramePr>
        <p:xfrm>
          <a:off x="1698625" y="5591175"/>
          <a:ext cx="32131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8" name="公式" r:id="rId5" imgW="1371600" imgH="228600" progId="Equation.3">
                  <p:embed/>
                </p:oleObj>
              </mc:Choice>
              <mc:Fallback>
                <p:oleObj name="公式" r:id="rId5" imgW="13716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625" y="5591175"/>
                        <a:ext cx="32131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3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84438" y="3500438"/>
          <a:ext cx="3816350" cy="171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49" name="Equation" r:id="rId7" imgW="1638300" imgH="736600" progId="Equation.DSMT4">
                  <p:embed/>
                </p:oleObj>
              </mc:Choice>
              <mc:Fallback>
                <p:oleObj name="Equation" r:id="rId7" imgW="1638300" imgH="736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500438"/>
                        <a:ext cx="3816350" cy="1716087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66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日期占位符 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4C51FD0-7EC0-420F-A379-3148C89BBFB6}" type="datetime1">
              <a:rPr lang="zh-CN" altLang="en-US"/>
            </a:fld>
            <a:endParaRPr lang="en-US" altLang="zh-CN" dirty="0"/>
          </a:p>
        </p:txBody>
      </p:sp>
    </p:spTree>
    <p:custDataLst>
      <p:tags r:id="rId9"/>
    </p:custDataLst>
  </p:cSld>
  <p:clrMapOvr>
    <a:masterClrMapping/>
  </p:clrMapOvr>
  <p:transition spd="med" advTm="11681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82815" y="2151230"/>
          <a:ext cx="8808786" cy="425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4" name="公式" r:id="rId1" imgW="5143500" imgH="2197100" progId="Equation.3">
                  <p:embed/>
                </p:oleObj>
              </mc:Choice>
              <mc:Fallback>
                <p:oleObj name="公式" r:id="rId1" imgW="5143500" imgH="2197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15" y="2151230"/>
                        <a:ext cx="8808786" cy="425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3732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19E278B-D8C3-45D5-9D9A-80155C783B0D}" type="datetime1">
              <a:rPr lang="zh-CN" altLang="en-US"/>
            </a:fld>
            <a:endParaRPr lang="zh-CN" altLang="en-US"/>
          </a:p>
        </p:txBody>
      </p:sp>
      <p:graphicFrame>
        <p:nvGraphicFramePr>
          <p:cNvPr id="103431" name="Object 7"/>
          <p:cNvGraphicFramePr>
            <a:graphicFrameLocks noChangeAspect="1"/>
          </p:cNvGraphicFramePr>
          <p:nvPr/>
        </p:nvGraphicFramePr>
        <p:xfrm>
          <a:off x="2592388" y="1322388"/>
          <a:ext cx="33020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5" name="公式" r:id="rId3" imgW="1409700" imgH="228600" progId="Equation.3">
                  <p:embed/>
                </p:oleObj>
              </mc:Choice>
              <mc:Fallback>
                <p:oleObj name="公式" r:id="rId3" imgW="14097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1322388"/>
                        <a:ext cx="330200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487"/>
    </mc:Choice>
    <mc:Fallback>
      <p:transition spd="slow" advTm="234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title"/>
          </p:nvPr>
        </p:nvSpPr>
        <p:spPr>
          <a:xfrm>
            <a:off x="684213" y="1084263"/>
            <a:ext cx="4465637" cy="608012"/>
          </a:xfrm>
          <a:solidFill>
            <a:schemeClr val="bg1"/>
          </a:solidFill>
        </p:spPr>
        <p:txBody>
          <a:bodyPr/>
          <a:lstStyle/>
          <a:p>
            <a:r>
              <a:rPr lang="zh-CN" altLang="en-US" sz="2800"/>
              <a:t>单位冲激响应的求解</a:t>
            </a:r>
            <a:endParaRPr lang="zh-CN" altLang="en-US" sz="2800"/>
          </a:p>
        </p:txBody>
      </p:sp>
      <p:sp>
        <p:nvSpPr>
          <p:cNvPr id="7475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778000" y="1917700"/>
            <a:ext cx="4895850" cy="3024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741680" indent="-49847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转移算子直接分解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系数平衡法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零输入响应法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线性时不变系统的性质</a:t>
            </a:r>
            <a:endParaRPr lang="zh-CN" altLang="en-US" sz="2400" i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52"/>
    </mc:Choice>
    <mc:Fallback>
      <p:transition spd="slow" advTm="23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8" name="Object 3" descr="粉色面巾纸"/>
          <p:cNvGraphicFramePr>
            <a:graphicFrameLocks noChangeAspect="1"/>
          </p:cNvGraphicFramePr>
          <p:nvPr/>
        </p:nvGraphicFramePr>
        <p:xfrm>
          <a:off x="856018" y="1739192"/>
          <a:ext cx="31638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8" name="" r:id="rId1" imgW="1422400" imgH="457200" progId="Equation.3">
                  <p:embed/>
                </p:oleObj>
              </mc:Choice>
              <mc:Fallback>
                <p:oleObj name="" r:id="rId1" imgW="1422400" imgH="457200" progId="Equation.3">
                  <p:embed/>
                  <p:pic>
                    <p:nvPicPr>
                      <p:cNvPr id="0" name="Object 3" descr="粉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018" y="1739192"/>
                        <a:ext cx="3163888" cy="1019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8" descr="蓝色面巾纸"/>
          <p:cNvGraphicFramePr>
            <a:graphicFrameLocks noChangeAspect="1"/>
          </p:cNvGraphicFramePr>
          <p:nvPr/>
        </p:nvGraphicFramePr>
        <p:xfrm>
          <a:off x="856018" y="3646212"/>
          <a:ext cx="5292725" cy="144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9" name="" r:id="rId3" imgW="2463800" imgH="673100" progId="Equation.3">
                  <p:embed/>
                </p:oleObj>
              </mc:Choice>
              <mc:Fallback>
                <p:oleObj name="" r:id="rId3" imgW="2463800" imgH="673100" progId="Equation.3">
                  <p:embed/>
                  <p:pic>
                    <p:nvPicPr>
                      <p:cNvPr id="0" name="Object 8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018" y="3646212"/>
                        <a:ext cx="5292725" cy="14430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Rectangle 3"/>
          <p:cNvSpPr txBox="1">
            <a:spLocks noChangeArrowheads="1"/>
          </p:cNvSpPr>
          <p:nvPr/>
        </p:nvSpPr>
        <p:spPr bwMode="auto">
          <a:xfrm>
            <a:off x="428625" y="857250"/>
            <a:ext cx="4465638" cy="608013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>
                <a:alpha val="0"/>
              </a:srgbClr>
            </a:solidFill>
            <a:rou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zh-CN" altLang="en-US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单位冲激响应的求解</a:t>
            </a:r>
            <a:endParaRPr lang="zh-CN" altLang="en-US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5781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3357563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p:transition spd="med" advTm="56024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09625" y="1493838"/>
            <a:ext cx="6694488" cy="3273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3]</a:t>
            </a:r>
            <a:r>
              <a:rPr lang="zh-CN" altLang="en-US" sz="2400"/>
              <a:t>设系统的微分方程为</a:t>
            </a: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试求此系统的冲激响应。</a:t>
            </a:r>
            <a:endParaRPr lang="zh-CN" altLang="en-US" sz="2800"/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2268538" y="3284538"/>
            <a:ext cx="6623050" cy="248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1985963" y="1979613"/>
          <a:ext cx="4603750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49" name="公式" r:id="rId1" imgW="1828800" imgH="838200" progId="Equation.3">
                  <p:embed/>
                </p:oleObj>
              </mc:Choice>
              <mc:Fallback>
                <p:oleObj name="公式" r:id="rId1" imgW="1828800" imgH="838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1979613"/>
                        <a:ext cx="4603750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74A1BB-C123-4EB3-A71B-02A76EDF91C5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768"/>
    </mc:Choice>
    <mc:Fallback>
      <p:transition spd="slow" advTm="16768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498" name="Object 2"/>
          <p:cNvGraphicFramePr>
            <a:graphicFrameLocks noChangeAspect="1"/>
          </p:cNvGraphicFramePr>
          <p:nvPr/>
        </p:nvGraphicFramePr>
        <p:xfrm>
          <a:off x="1763713" y="2276475"/>
          <a:ext cx="382905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5" name="公式" r:id="rId1" imgW="1536065" imgH="444500" progId="Equation.3">
                  <p:embed/>
                </p:oleObj>
              </mc:Choice>
              <mc:Fallback>
                <p:oleObj name="公式" r:id="rId1" imgW="1536065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276475"/>
                        <a:ext cx="382905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395288" y="2349500"/>
            <a:ext cx="936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解：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6500" name="AutoShape 4"/>
          <p:cNvSpPr>
            <a:spLocks noChangeArrowheads="1"/>
          </p:cNvSpPr>
          <p:nvPr/>
        </p:nvSpPr>
        <p:spPr bwMode="auto">
          <a:xfrm>
            <a:off x="3403600" y="4784408"/>
            <a:ext cx="2808288" cy="1584325"/>
          </a:xfrm>
          <a:prstGeom prst="cloudCallout">
            <a:avLst>
              <a:gd name="adj1" fmla="val 72894"/>
              <a:gd name="adj2" fmla="val -48097"/>
            </a:avLst>
          </a:prstGeom>
          <a:noFill/>
          <a:ln w="9525">
            <a:solidFill>
              <a:srgbClr val="6600CC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zh-CN" sz="2800">
              <a:latin typeface="黑体" panose="02010609060101010101" pitchFamily="49" charset="-122"/>
            </a:endParaRPr>
          </a:p>
        </p:txBody>
      </p:sp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6570980" y="4315778"/>
          <a:ext cx="79216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6" name="公式" r:id="rId3" imgW="316865" imgH="215900" progId="Equation.3">
                  <p:embed/>
                </p:oleObj>
              </mc:Choice>
              <mc:Fallback>
                <p:oleObj name="公式" r:id="rId3" imgW="316865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0980" y="4315778"/>
                        <a:ext cx="79216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2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7831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7832" name="Object 4"/>
          <p:cNvGraphicFramePr>
            <a:graphicFrameLocks noChangeAspect="1"/>
          </p:cNvGraphicFramePr>
          <p:nvPr/>
        </p:nvGraphicFramePr>
        <p:xfrm>
          <a:off x="684213" y="1268413"/>
          <a:ext cx="7129462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7" name="公式" r:id="rId5" imgW="3390900" imgH="419100" progId="Equation.3">
                  <p:embed/>
                </p:oleObj>
              </mc:Choice>
              <mc:Fallback>
                <p:oleObj name="公式" r:id="rId5" imgW="33909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268413"/>
                        <a:ext cx="7129462" cy="7667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9"/>
          <p:cNvGraphicFramePr>
            <a:graphicFrameLocks noChangeAspect="1"/>
          </p:cNvGraphicFramePr>
          <p:nvPr/>
        </p:nvGraphicFramePr>
        <p:xfrm>
          <a:off x="1908175" y="3644900"/>
          <a:ext cx="3798888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8" name="公式" r:id="rId7" imgW="1524000" imgH="457200" progId="Equation.3">
                  <p:embed/>
                </p:oleObj>
              </mc:Choice>
              <mc:Fallback>
                <p:oleObj name="公式" r:id="rId7" imgW="152400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644900"/>
                        <a:ext cx="3798888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2120900" y="5078413"/>
          <a:ext cx="402113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9" name="公式" r:id="rId9" imgW="1612900" imgH="419100" progId="Equation.3">
                  <p:embed/>
                </p:oleObj>
              </mc:Choice>
              <mc:Fallback>
                <p:oleObj name="公式" r:id="rId9" imgW="16129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5078413"/>
                        <a:ext cx="4021138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BC6CE30-DCBE-4495-8821-61966C3DE066}" type="datetime1">
              <a:rPr lang="zh-CN" altLang="en-US"/>
            </a:fld>
            <a:endParaRPr lang="zh-CN" altLang="en-US" dirty="0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79"/>
    </mc:Choice>
    <mc:Fallback>
      <p:transition spd="slow" advTm="600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0" grpId="0" bldLvl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522" name="Object 2"/>
          <p:cNvGraphicFramePr>
            <a:graphicFrameLocks noChangeAspect="1"/>
          </p:cNvGraphicFramePr>
          <p:nvPr/>
        </p:nvGraphicFramePr>
        <p:xfrm>
          <a:off x="755650" y="1196975"/>
          <a:ext cx="5688013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89" name="公式" r:id="rId1" imgW="2768600" imgH="863600" progId="Equation.3">
                  <p:embed/>
                </p:oleObj>
              </mc:Choice>
              <mc:Fallback>
                <p:oleObj name="公式" r:id="rId1" imgW="2768600" imgH="863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196975"/>
                        <a:ext cx="5688013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3" name="Object 3"/>
          <p:cNvGraphicFramePr>
            <a:graphicFrameLocks noChangeAspect="1"/>
          </p:cNvGraphicFramePr>
          <p:nvPr/>
        </p:nvGraphicFramePr>
        <p:xfrm>
          <a:off x="1217613" y="2830513"/>
          <a:ext cx="5822950" cy="187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0" name="公式" r:id="rId3" imgW="2794000" imgH="901700" progId="Equation.3">
                  <p:embed/>
                </p:oleObj>
              </mc:Choice>
              <mc:Fallback>
                <p:oleObj name="公式" r:id="rId3" imgW="2794000" imgH="901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2830513"/>
                        <a:ext cx="5822950" cy="1878012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827088" y="5013325"/>
          <a:ext cx="11525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1" name="公式" r:id="rId5" imgW="469900" imgH="215900" progId="Equation.3">
                  <p:embed/>
                </p:oleObj>
              </mc:Choice>
              <mc:Fallback>
                <p:oleObj name="公式" r:id="rId5" imgW="4699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013325"/>
                        <a:ext cx="11525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5" name="Object 5"/>
          <p:cNvGraphicFramePr>
            <a:graphicFrameLocks noChangeAspect="1"/>
          </p:cNvGraphicFramePr>
          <p:nvPr/>
        </p:nvGraphicFramePr>
        <p:xfrm>
          <a:off x="1042988" y="5805488"/>
          <a:ext cx="6997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2" name="公式" r:id="rId7" imgW="2095500" imgH="228600" progId="Equation.3">
                  <p:embed/>
                </p:oleObj>
              </mc:Choice>
              <mc:Fallback>
                <p:oleObj name="公式" r:id="rId7" imgW="20955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805488"/>
                        <a:ext cx="6997700" cy="762000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6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8855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2124075" y="4868863"/>
          <a:ext cx="4176713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93" name="公式" r:id="rId9" imgW="1777365" imgH="292100" progId="Equation.3">
                  <p:embed/>
                </p:oleObj>
              </mc:Choice>
              <mc:Fallback>
                <p:oleObj name="公式" r:id="rId9" imgW="1777365" imgH="292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868863"/>
                        <a:ext cx="4176713" cy="684212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日期占位符 8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350CBCA-3D70-470C-8263-AAA02CA84ADB}" type="datetime1">
              <a:rPr lang="zh-CN" altLang="en-US"/>
            </a:fld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2398"/>
    </mc:Choice>
    <mc:Fallback>
      <p:transition spd="slow" advTm="1823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6694488" cy="32734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4]</a:t>
            </a:r>
            <a:r>
              <a:rPr lang="zh-CN" altLang="en-US" sz="2400"/>
              <a:t>设系统的微分方程为</a:t>
            </a: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试求此系统的冲激响应。</a:t>
            </a:r>
            <a:endParaRPr lang="zh-CN" altLang="en-US" sz="2800"/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2268538" y="3284538"/>
            <a:ext cx="6623050" cy="248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79876" name="Object 4"/>
          <p:cNvGraphicFramePr>
            <a:graphicFrameLocks noChangeAspect="1"/>
          </p:cNvGraphicFramePr>
          <p:nvPr/>
        </p:nvGraphicFramePr>
        <p:xfrm>
          <a:off x="2195513" y="1844675"/>
          <a:ext cx="4219575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1" name="公式" r:id="rId1" imgW="1676400" imgH="838200" progId="Equation.3">
                  <p:embed/>
                </p:oleObj>
              </mc:Choice>
              <mc:Fallback>
                <p:oleObj name="公式" r:id="rId1" imgW="1676400" imgH="838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844675"/>
                        <a:ext cx="4219575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0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9878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FD88A53-712A-4F08-A37D-B2732FD88E40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11"/>
    </mc:Choice>
    <mc:Fallback>
      <p:transition spd="slow" advTm="1911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98" name="Object 4"/>
          <p:cNvGraphicFramePr>
            <a:graphicFrameLocks noChangeAspect="1"/>
          </p:cNvGraphicFramePr>
          <p:nvPr/>
        </p:nvGraphicFramePr>
        <p:xfrm>
          <a:off x="3289300" y="1336675"/>
          <a:ext cx="58547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0" name="公式" r:id="rId1" imgW="2628900" imgH="419100" progId="Equation.3">
                  <p:embed/>
                </p:oleObj>
              </mc:Choice>
              <mc:Fallback>
                <p:oleObj name="公式" r:id="rId1" imgW="26289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1336675"/>
                        <a:ext cx="58547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0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0900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0901" name="Text Box 3"/>
          <p:cNvSpPr txBox="1">
            <a:spLocks noChangeArrowheads="1"/>
          </p:cNvSpPr>
          <p:nvPr/>
        </p:nvSpPr>
        <p:spPr bwMode="auto">
          <a:xfrm>
            <a:off x="668338" y="2138363"/>
            <a:ext cx="4313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系统的算子表达式为：</a:t>
            </a:r>
            <a:endParaRPr lang="zh-CN" altLang="en-US" sz="28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4217" name="Object 3"/>
          <p:cNvGraphicFramePr>
            <a:graphicFrameLocks noChangeAspect="1"/>
          </p:cNvGraphicFramePr>
          <p:nvPr/>
        </p:nvGraphicFramePr>
        <p:xfrm>
          <a:off x="1619250" y="2708275"/>
          <a:ext cx="59578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1" name="公式" r:id="rId3" imgW="2387600" imgH="228600" progId="Equation.3">
                  <p:embed/>
                </p:oleObj>
              </mc:Choice>
              <mc:Fallback>
                <p:oleObj name="公式" r:id="rId3" imgW="23876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708275"/>
                        <a:ext cx="5957888" cy="5048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2195513" y="4581525"/>
          <a:ext cx="389413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2" name="公式" r:id="rId5" imgW="1562100" imgH="419100" progId="Equation.3">
                  <p:embed/>
                </p:oleObj>
              </mc:Choice>
              <mc:Fallback>
                <p:oleObj name="公式" r:id="rId5" imgW="15621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581525"/>
                        <a:ext cx="3894137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0" name="Object 7"/>
          <p:cNvGraphicFramePr>
            <a:graphicFrameLocks noChangeAspect="1"/>
          </p:cNvGraphicFramePr>
          <p:nvPr/>
        </p:nvGraphicFramePr>
        <p:xfrm>
          <a:off x="2268538" y="5949950"/>
          <a:ext cx="39370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3" name="公式" r:id="rId7" imgW="1409700" imgH="228600" progId="Equation.3">
                  <p:embed/>
                </p:oleObj>
              </mc:Choice>
              <mc:Fallback>
                <p:oleObj name="公式" r:id="rId7" imgW="14097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949950"/>
                        <a:ext cx="3937000" cy="638175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31" name="AutoShape 23"/>
          <p:cNvSpPr>
            <a:spLocks noChangeArrowheads="1"/>
          </p:cNvSpPr>
          <p:nvPr/>
        </p:nvSpPr>
        <p:spPr bwMode="auto">
          <a:xfrm>
            <a:off x="5003800" y="5589588"/>
            <a:ext cx="287338" cy="431800"/>
          </a:xfrm>
          <a:prstGeom prst="downArrow">
            <a:avLst>
              <a:gd name="adj1" fmla="val 50000"/>
              <a:gd name="adj2" fmla="val 37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8385B00-6A89-48BD-851C-47AF4D792732}" type="datetime1">
              <a:rPr lang="zh-CN" altLang="en-US"/>
            </a:fld>
            <a:endParaRPr lang="en-US" altLang="zh-CN"/>
          </a:p>
        </p:txBody>
      </p:sp>
      <p:sp>
        <p:nvSpPr>
          <p:cNvPr id="80909" name="Text Box 3"/>
          <p:cNvSpPr txBox="1">
            <a:spLocks noChangeArrowheads="1"/>
          </p:cNvSpPr>
          <p:nvPr/>
        </p:nvSpPr>
        <p:spPr bwMode="auto">
          <a:xfrm>
            <a:off x="0" y="1285875"/>
            <a:ext cx="36004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解法一：分解法</a:t>
            </a:r>
            <a:endParaRPr lang="zh-CN" altLang="en-US" sz="28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1402239" y="3357563"/>
          <a:ext cx="348361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4" name="公式" r:id="rId9" imgW="1397000" imgH="444500" progId="Equation.3">
                  <p:embed/>
                </p:oleObj>
              </mc:Choice>
              <mc:Fallback>
                <p:oleObj name="公式" r:id="rId9" imgW="13970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2239" y="3357563"/>
                        <a:ext cx="348361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5219700" y="3357563"/>
          <a:ext cx="31337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5" name="公式" r:id="rId11" imgW="1257300" imgH="419100" progId="Equation.3">
                  <p:embed/>
                </p:oleObj>
              </mc:Choice>
              <mc:Fallback>
                <p:oleObj name="公式" r:id="rId11" imgW="12573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357563"/>
                        <a:ext cx="31337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p:transition spd="med" advTm="8457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4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4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4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4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3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2" name="Object 4"/>
          <p:cNvGraphicFramePr>
            <a:graphicFrameLocks noChangeAspect="1"/>
          </p:cNvGraphicFramePr>
          <p:nvPr/>
        </p:nvGraphicFramePr>
        <p:xfrm>
          <a:off x="1870075" y="1490663"/>
          <a:ext cx="6557963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6" name="公式" r:id="rId1" imgW="2628900" imgH="419100" progId="Equation.3">
                  <p:embed/>
                </p:oleObj>
              </mc:Choice>
              <mc:Fallback>
                <p:oleObj name="公式" r:id="rId1" imgW="26289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075" y="1490663"/>
                        <a:ext cx="6557963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0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§2.6 </a:t>
            </a: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阶跃响应和冲激响应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24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25" name="Text Box 3"/>
          <p:cNvSpPr txBox="1">
            <a:spLocks noChangeArrowheads="1"/>
          </p:cNvSpPr>
          <p:nvPr/>
        </p:nvSpPr>
        <p:spPr bwMode="auto">
          <a:xfrm>
            <a:off x="539750" y="2492375"/>
            <a:ext cx="1296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因为：</a:t>
            </a:r>
            <a:endParaRPr lang="zh-CN" altLang="en-US" sz="28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86374" name="Object 3"/>
          <p:cNvGraphicFramePr>
            <a:graphicFrameLocks noChangeAspect="1"/>
          </p:cNvGraphicFramePr>
          <p:nvPr/>
        </p:nvGraphicFramePr>
        <p:xfrm>
          <a:off x="1331913" y="3933825"/>
          <a:ext cx="9810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7" name="公式" r:id="rId3" imgW="393700" imgH="203200" progId="Equation.3">
                  <p:embed/>
                </p:oleObj>
              </mc:Choice>
              <mc:Fallback>
                <p:oleObj name="公式" r:id="rId3" imgW="3937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933825"/>
                        <a:ext cx="9810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5" name="Text Box 3"/>
          <p:cNvSpPr txBox="1">
            <a:spLocks noChangeArrowheads="1"/>
          </p:cNvSpPr>
          <p:nvPr/>
        </p:nvSpPr>
        <p:spPr bwMode="auto">
          <a:xfrm>
            <a:off x="468313" y="3284538"/>
            <a:ext cx="3806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所以解的形式为：</a:t>
            </a:r>
            <a:endParaRPr lang="zh-CN" altLang="en-US" sz="28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86376" name="Object 8"/>
          <p:cNvGraphicFramePr>
            <a:graphicFrameLocks noChangeAspect="1"/>
          </p:cNvGraphicFramePr>
          <p:nvPr/>
        </p:nvGraphicFramePr>
        <p:xfrm>
          <a:off x="1725613" y="2444750"/>
          <a:ext cx="2281237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8" name="公式" r:id="rId5" imgW="914400" imgH="381000" progId="Equation.3">
                  <p:embed/>
                </p:oleObj>
              </mc:Choice>
              <mc:Fallback>
                <p:oleObj name="公式" r:id="rId5" imgW="914400" imgH="38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2444750"/>
                        <a:ext cx="2281237" cy="8413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7" name="Object 5"/>
          <p:cNvGraphicFramePr>
            <a:graphicFrameLocks noChangeAspect="1"/>
          </p:cNvGraphicFramePr>
          <p:nvPr/>
        </p:nvGraphicFramePr>
        <p:xfrm>
          <a:off x="2371725" y="4678363"/>
          <a:ext cx="63690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9" name="公式" r:id="rId7" imgW="2552700" imgH="241300" progId="Equation.3">
                  <p:embed/>
                </p:oleObj>
              </mc:Choice>
              <mc:Fallback>
                <p:oleObj name="公式" r:id="rId7" imgW="25527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4678363"/>
                        <a:ext cx="6369050" cy="5334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/>
          <p:nvPr/>
        </p:nvGrpSpPr>
        <p:grpSpPr bwMode="auto">
          <a:xfrm>
            <a:off x="468313" y="5284788"/>
            <a:ext cx="8934450" cy="458787"/>
            <a:chOff x="119" y="3430"/>
            <a:chExt cx="5466" cy="280"/>
          </a:xfrm>
        </p:grpSpPr>
        <p:graphicFrame>
          <p:nvGraphicFramePr>
            <p:cNvPr id="81938" name="Object 12"/>
            <p:cNvGraphicFramePr>
              <a:graphicFrameLocks noChangeAspect="1"/>
            </p:cNvGraphicFramePr>
            <p:nvPr/>
          </p:nvGraphicFramePr>
          <p:xfrm>
            <a:off x="119" y="3430"/>
            <a:ext cx="1117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0" name="公式" r:id="rId9" imgW="837565" imgH="215900" progId="Equation.3">
                    <p:embed/>
                  </p:oleObj>
                </mc:Choice>
                <mc:Fallback>
                  <p:oleObj name="公式" r:id="rId9" imgW="837565" imgH="215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" y="3430"/>
                          <a:ext cx="1117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939" name="Text Box 8"/>
            <p:cNvSpPr txBox="1">
              <a:spLocks noChangeArrowheads="1"/>
            </p:cNvSpPr>
            <p:nvPr/>
          </p:nvSpPr>
          <p:spPr bwMode="auto">
            <a:xfrm>
              <a:off x="1248" y="3461"/>
              <a:ext cx="4337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楷体_GB2312" pitchFamily="49" charset="-122"/>
                  <a:ea typeface="楷体_GB2312" pitchFamily="49" charset="-122"/>
                </a:rPr>
                <a:t>代入输入输出方程，利用系数平衡法解得：</a:t>
              </a:r>
              <a:endParaRPr lang="en-US" altLang="zh-CN" sz="240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aphicFrame>
        <p:nvGraphicFramePr>
          <p:cNvPr id="186382" name="Object 6"/>
          <p:cNvGraphicFramePr>
            <a:graphicFrameLocks noChangeAspect="1"/>
          </p:cNvGraphicFramePr>
          <p:nvPr/>
        </p:nvGraphicFramePr>
        <p:xfrm>
          <a:off x="3624263" y="6248400"/>
          <a:ext cx="55753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1" name="公式" r:id="rId11" imgW="1676400" imgH="228600" progId="Equation.3">
                  <p:embed/>
                </p:oleObj>
              </mc:Choice>
              <mc:Fallback>
                <p:oleObj name="公式" r:id="rId11" imgW="16764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63" y="6248400"/>
                        <a:ext cx="5575300" cy="527050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3" name="Object 7"/>
          <p:cNvGraphicFramePr>
            <a:graphicFrameLocks noChangeAspect="1"/>
          </p:cNvGraphicFramePr>
          <p:nvPr/>
        </p:nvGraphicFramePr>
        <p:xfrm>
          <a:off x="2294105" y="3848100"/>
          <a:ext cx="45942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2" name="公式" r:id="rId13" imgW="1841500" imgH="241300" progId="Equation.3">
                  <p:embed/>
                </p:oleObj>
              </mc:Choice>
              <mc:Fallback>
                <p:oleObj name="公式" r:id="rId13" imgW="18415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4105" y="3848100"/>
                        <a:ext cx="4594225" cy="5334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4" name="Object 8"/>
          <p:cNvGraphicFramePr>
            <a:graphicFrameLocks noChangeAspect="1"/>
          </p:cNvGraphicFramePr>
          <p:nvPr/>
        </p:nvGraphicFramePr>
        <p:xfrm>
          <a:off x="1331913" y="4652963"/>
          <a:ext cx="1076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3" name="公式" r:id="rId15" imgW="431800" imgH="228600" progId="Equation.3">
                  <p:embed/>
                </p:oleObj>
              </mc:Choice>
              <mc:Fallback>
                <p:oleObj name="公式" r:id="rId15" imgW="4318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652963"/>
                        <a:ext cx="10763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日期占位符 1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E62649B-7483-4642-B245-C2C72C905722}" type="datetime1">
              <a:rPr lang="zh-CN" altLang="en-US"/>
            </a:fld>
            <a:endParaRPr lang="en-US" altLang="zh-CN"/>
          </a:p>
        </p:txBody>
      </p:sp>
      <p:graphicFrame>
        <p:nvGraphicFramePr>
          <p:cNvPr id="186381" name="Object 9"/>
          <p:cNvGraphicFramePr>
            <a:graphicFrameLocks noChangeAspect="1"/>
          </p:cNvGraphicFramePr>
          <p:nvPr/>
        </p:nvGraphicFramePr>
        <p:xfrm>
          <a:off x="26988" y="6299200"/>
          <a:ext cx="34893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4" name="公式" r:id="rId17" imgW="672465" imgH="177800" progId="Equation.3">
                  <p:embed/>
                </p:oleObj>
              </mc:Choice>
              <mc:Fallback>
                <p:oleObj name="公式" r:id="rId17" imgW="672465" imgH="177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8" y="6299200"/>
                        <a:ext cx="3489325" cy="558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6" name="矩形 17"/>
          <p:cNvSpPr>
            <a:spLocks noChangeArrowheads="1"/>
          </p:cNvSpPr>
          <p:nvPr/>
        </p:nvSpPr>
        <p:spPr bwMode="auto">
          <a:xfrm>
            <a:off x="412750" y="1184275"/>
            <a:ext cx="34305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解法二：待定系数法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56340" name="Object 20"/>
          <p:cNvGraphicFramePr>
            <a:graphicFrameLocks noChangeAspect="1"/>
          </p:cNvGraphicFramePr>
          <p:nvPr/>
        </p:nvGraphicFramePr>
        <p:xfrm>
          <a:off x="323850" y="5667375"/>
          <a:ext cx="80724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85" name="公式" r:id="rId19" imgW="4368800" imgH="241300" progId="Equation.3">
                  <p:embed/>
                </p:oleObj>
              </mc:Choice>
              <mc:Fallback>
                <p:oleObj name="公式" r:id="rId19" imgW="4368800" imgH="2413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667375"/>
                        <a:ext cx="807243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1"/>
    </p:custDataLst>
  </p:cSld>
  <p:clrMapOvr>
    <a:masterClrMapping/>
  </p:clrMapOvr>
  <p:transition spd="med" advTm="11546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6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6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6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6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6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6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6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6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6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6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Object 4"/>
          <p:cNvGraphicFramePr>
            <a:graphicFrameLocks noChangeAspect="1"/>
          </p:cNvGraphicFramePr>
          <p:nvPr/>
        </p:nvGraphicFramePr>
        <p:xfrm>
          <a:off x="3057525" y="750094"/>
          <a:ext cx="60864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77" name="公式" r:id="rId1" imgW="2628900" imgH="419100" progId="Equation.3">
                  <p:embed/>
                </p:oleObj>
              </mc:Choice>
              <mc:Fallback>
                <p:oleObj name="公式" r:id="rId1" imgW="26289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750094"/>
                        <a:ext cx="60864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7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2948" name="Text Box 3"/>
          <p:cNvSpPr txBox="1">
            <a:spLocks noChangeArrowheads="1"/>
          </p:cNvSpPr>
          <p:nvPr/>
        </p:nvSpPr>
        <p:spPr bwMode="auto">
          <a:xfrm>
            <a:off x="0" y="608013"/>
            <a:ext cx="3367088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解法三：零输入响应法</a:t>
            </a:r>
            <a:endParaRPr lang="zh-CN" altLang="en-US" sz="24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6498" name="Object 2"/>
          <p:cNvGraphicFramePr>
            <a:graphicFrameLocks noChangeAspect="1"/>
          </p:cNvGraphicFramePr>
          <p:nvPr/>
        </p:nvGraphicFramePr>
        <p:xfrm>
          <a:off x="5724525" y="1557338"/>
          <a:ext cx="216058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78" name="公式" r:id="rId3" imgW="927100" imgH="241300" progId="Equation.3">
                  <p:embed/>
                </p:oleObj>
              </mc:Choice>
              <mc:Fallback>
                <p:oleObj name="公式" r:id="rId3" imgW="9271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1557338"/>
                        <a:ext cx="216058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5561013" y="3100388"/>
          <a:ext cx="2881312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79" name="公式" r:id="rId5" imgW="1155700" imgH="228600" progId="Equation.3">
                  <p:embed/>
                </p:oleObj>
              </mc:Choice>
              <mc:Fallback>
                <p:oleObj name="公式" r:id="rId5" imgW="11557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013" y="3100388"/>
                        <a:ext cx="2881312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9" name="Object 5"/>
          <p:cNvGraphicFramePr>
            <a:graphicFrameLocks noChangeAspect="1"/>
          </p:cNvGraphicFramePr>
          <p:nvPr/>
        </p:nvGraphicFramePr>
        <p:xfrm>
          <a:off x="2051050" y="5876925"/>
          <a:ext cx="4681538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80" name="公式" r:id="rId7" imgW="1676400" imgH="228600" progId="Equation.3">
                  <p:embed/>
                </p:oleObj>
              </mc:Choice>
              <mc:Fallback>
                <p:oleObj name="公式" r:id="rId7" imgW="16764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876925"/>
                        <a:ext cx="4681538" cy="636588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0" name="Object 6"/>
          <p:cNvGraphicFramePr>
            <a:graphicFrameLocks noChangeAspect="1"/>
          </p:cNvGraphicFramePr>
          <p:nvPr/>
        </p:nvGraphicFramePr>
        <p:xfrm>
          <a:off x="1182688" y="1557338"/>
          <a:ext cx="382905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81" name="公式" r:id="rId9" imgW="2005965" imgH="635000" progId="Equation.3">
                  <p:embed/>
                </p:oleObj>
              </mc:Choice>
              <mc:Fallback>
                <p:oleObj name="公式" r:id="rId9" imgW="2005965" imgH="635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688" y="1557338"/>
                        <a:ext cx="3829050" cy="1190625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1" name="Object 7"/>
          <p:cNvGraphicFramePr>
            <a:graphicFrameLocks noChangeAspect="1"/>
          </p:cNvGraphicFramePr>
          <p:nvPr/>
        </p:nvGraphicFramePr>
        <p:xfrm>
          <a:off x="252413" y="2967038"/>
          <a:ext cx="53467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82" name="公式" r:id="rId11" imgW="2324100" imgH="393700" progId="Equation.3">
                  <p:embed/>
                </p:oleObj>
              </mc:Choice>
              <mc:Fallback>
                <p:oleObj name="公式" r:id="rId11" imgW="23241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3" y="2967038"/>
                        <a:ext cx="53467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2" name="Object 8"/>
          <p:cNvGraphicFramePr>
            <a:graphicFrameLocks noChangeAspect="1"/>
          </p:cNvGraphicFramePr>
          <p:nvPr/>
        </p:nvGraphicFramePr>
        <p:xfrm>
          <a:off x="204788" y="4089400"/>
          <a:ext cx="64293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83" name="公式" r:id="rId13" imgW="2794000" imgH="419100" progId="Equation.3">
                  <p:embed/>
                </p:oleObj>
              </mc:Choice>
              <mc:Fallback>
                <p:oleObj name="公式" r:id="rId13" imgW="27940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8" y="4089400"/>
                        <a:ext cx="64293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3" name="Object 9"/>
          <p:cNvGraphicFramePr>
            <a:graphicFrameLocks noChangeAspect="1"/>
          </p:cNvGraphicFramePr>
          <p:nvPr/>
        </p:nvGraphicFramePr>
        <p:xfrm>
          <a:off x="3586163" y="5016500"/>
          <a:ext cx="36004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84" name="公式" r:id="rId15" imgW="1562100" imgH="228600" progId="Equation.3">
                  <p:embed/>
                </p:oleObj>
              </mc:Choice>
              <mc:Fallback>
                <p:oleObj name="公式" r:id="rId15" imgW="15621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5016500"/>
                        <a:ext cx="36004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4" name="Object 10"/>
          <p:cNvGraphicFramePr>
            <a:graphicFrameLocks noChangeAspect="1"/>
          </p:cNvGraphicFramePr>
          <p:nvPr/>
        </p:nvGraphicFramePr>
        <p:xfrm>
          <a:off x="5580063" y="2276475"/>
          <a:ext cx="327501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85" name="公式" r:id="rId17" imgW="1714500" imgH="241300" progId="Equation.3">
                  <p:embed/>
                </p:oleObj>
              </mc:Choice>
              <mc:Fallback>
                <p:oleObj name="公式" r:id="rId17" imgW="17145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276475"/>
                        <a:ext cx="327501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日期占位符 1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A1DF330-A166-44D7-9EC8-71093FD6D4BA}" type="datetime1">
              <a:rPr lang="zh-CN" altLang="en-US"/>
            </a:fld>
            <a:endParaRPr lang="en-US" altLang="zh-CN"/>
          </a:p>
        </p:txBody>
      </p:sp>
    </p:spTree>
    <p:custDataLst>
      <p:tags r:id="rId19"/>
    </p:custDataLst>
  </p:cSld>
  <p:clrMapOvr>
    <a:masterClrMapping/>
  </p:clrMapOvr>
  <p:transition spd="med" advTm="32097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5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5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5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5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5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5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5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5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5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5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ChangeArrowheads="1"/>
          </p:cNvSpPr>
          <p:nvPr/>
        </p:nvSpPr>
        <p:spPr bwMode="auto">
          <a:xfrm>
            <a:off x="1744663" y="1917700"/>
            <a:ext cx="4895850" cy="30241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741680" indent="-49847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转移算子直接分解</a:t>
            </a:r>
            <a:endParaRPr lang="zh-CN" altLang="en-US" sz="2400" i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系数平衡法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零输入响应法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线性时不变系统的性质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4174" y="804863"/>
            <a:ext cx="7179785" cy="608012"/>
          </a:xfrm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回顾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单位冲激响应的求解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04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2250" y="1563688"/>
            <a:ext cx="8397875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墨迹 1"/>
          <p:cNvSpPr/>
          <p:nvPr/>
        </p:nvSpPr>
        <p:spPr bwMode="auto">
          <a:xfrm>
            <a:off x="5326200" y="1842120"/>
            <a:ext cx="2237760" cy="26834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111"/>
    </mc:Choice>
    <mc:Fallback>
      <p:transition spd="slow" advTm="621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18121" y="1438093"/>
          <a:ext cx="8591714" cy="421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73" name="Equation" r:id="rId1" imgW="4419600" imgH="2286000" progId="Equation.DSMT4">
                  <p:embed/>
                </p:oleObj>
              </mc:Choice>
              <mc:Fallback>
                <p:oleObj name="Equation" r:id="rId1" imgW="4419600" imgH="2286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21" y="1438093"/>
                        <a:ext cx="8591714" cy="421163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465631" y="5970278"/>
            <a:ext cx="8378824" cy="8255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</p:spPr>
        <p:txBody>
          <a:bodyPr wrap="square" anchor="ctr">
            <a:spAutoFit/>
          </a:bodyPr>
          <a:lstStyle>
            <a:lvl1pPr indent="4432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可见解的形式及其中系数的确定完全可以从转移算子分解角度确定。 </a:t>
            </a:r>
            <a:endParaRPr lang="zh-CN" altLang="en-US" sz="280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18121" y="699690"/>
            <a:ext cx="8378824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</p:spPr>
        <p:txBody>
          <a:bodyPr wrap="square" anchor="ctr">
            <a:spAutoFit/>
          </a:bodyPr>
          <a:lstStyle>
            <a:lvl1pPr indent="4432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indent="0" eaLnBrk="1" hangingPunct="1">
              <a:lnSpc>
                <a:spcPct val="85000"/>
              </a:lnSpc>
              <a:buNone/>
            </a:pPr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回顾</a:t>
            </a:r>
            <a:r>
              <a:rPr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       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转移算子直接分解</a:t>
            </a:r>
            <a:endParaRPr lang="zh-CN" altLang="en-US" sz="2800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271"/>
    </mc:Choice>
    <mc:Fallback>
      <p:transition spd="slow" advTm="352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ldLvl="0" animBg="1"/>
      <p:bldP spid="8" grpId="0" bldLvl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52" y="1519366"/>
            <a:ext cx="9091448" cy="5338634"/>
          </a:xfrm>
          <a:prstGeom prst="rect">
            <a:avLst/>
          </a:prstGeom>
        </p:spPr>
      </p:pic>
      <p:sp>
        <p:nvSpPr>
          <p:cNvPr id="4" name="墨迹 3"/>
          <p:cNvSpPr/>
          <p:nvPr/>
        </p:nvSpPr>
        <p:spPr bwMode="auto">
          <a:xfrm>
            <a:off x="1507320" y="6377040"/>
            <a:ext cx="976680" cy="442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46598" y="650165"/>
            <a:ext cx="8378824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</a:ln>
        </p:spPr>
        <p:txBody>
          <a:bodyPr wrap="square" anchor="ctr">
            <a:spAutoFit/>
          </a:bodyPr>
          <a:lstStyle>
            <a:lvl1pPr indent="4432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indent="0" eaLnBrk="1" hangingPunct="1">
              <a:lnSpc>
                <a:spcPct val="85000"/>
              </a:lnSpc>
              <a:buNone/>
            </a:pPr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回顾</a:t>
            </a:r>
            <a:r>
              <a:rPr lang="en-US" altLang="zh-C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           </a:t>
            </a:r>
            <a:r>
              <a:rPr lang="zh-CN" altLang="en-US" sz="28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分解法</a:t>
            </a:r>
            <a:endParaRPr lang="zh-CN" altLang="en-US" sz="2800" dirty="0">
              <a:solidFill>
                <a:srgbClr val="FF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 advTm="28403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0" y="1728788"/>
            <a:ext cx="4479925" cy="507666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  <a:miter lim="800000"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263525" eaLnBrk="1" hangingPunct="1">
              <a:lnSpc>
                <a:spcPct val="135000"/>
              </a:lnSpc>
              <a:buFontTx/>
              <a:buNone/>
            </a:pPr>
            <a:r>
              <a:rPr lang="zh-CN" altLang="en-US" sz="2200" b="0" kern="0" dirty="0">
                <a:latin typeface="Times New Roman" panose="02020603050405020304" pitchFamily="18" charset="0"/>
                <a:ea typeface="楷体_GB2312" pitchFamily="49" charset="-122"/>
              </a:rPr>
              <a:t> </a:t>
            </a: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据</a:t>
            </a: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的大小关系直接写出</a:t>
            </a: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的形式，其中的系数</a:t>
            </a: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2200" b="1" kern="0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200" b="1" kern="0" dirty="0" err="1">
                <a:latin typeface="楷体_GB2312" pitchFamily="49" charset="-122"/>
                <a:ea typeface="楷体_GB2312" pitchFamily="49" charset="-122"/>
              </a:rPr>
              <a:t>k</a:t>
            </a:r>
            <a:r>
              <a:rPr lang="en-US" altLang="zh-CN" sz="2200" b="1" kern="0" baseline="-25000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则待定</a:t>
            </a: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然后求</a:t>
            </a: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的各阶导数。</a:t>
            </a:r>
            <a:endParaRPr lang="en-US" altLang="zh-CN" sz="2200" b="1" kern="0" dirty="0">
              <a:latin typeface="楷体_GB2312" pitchFamily="49" charset="-122"/>
              <a:ea typeface="楷体_GB2312" pitchFamily="49" charset="-122"/>
            </a:endParaRPr>
          </a:p>
          <a:p>
            <a:pPr marL="0" indent="263525" eaLnBrk="1" hangingPunct="1">
              <a:lnSpc>
                <a:spcPct val="135000"/>
              </a:lnSpc>
              <a:buFontTx/>
              <a:buNone/>
            </a:pP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 (2) 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及其各阶导数代入微分方程，并化简归纳。</a:t>
            </a:r>
            <a:endParaRPr lang="en-US" altLang="zh-CN" sz="2200" b="1" kern="0" dirty="0">
              <a:latin typeface="楷体_GB2312" pitchFamily="49" charset="-122"/>
              <a:ea typeface="楷体_GB2312" pitchFamily="49" charset="-122"/>
            </a:endParaRPr>
          </a:p>
          <a:p>
            <a:pPr marL="0" indent="263525" eaLnBrk="1" hangingPunct="1">
              <a:lnSpc>
                <a:spcPct val="135000"/>
              </a:lnSpc>
              <a:buFontTx/>
              <a:buNone/>
            </a:pP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 (3) 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依据方程左右奇异函数的系数相同的原则，确定</a:t>
            </a:r>
            <a:r>
              <a:rPr lang="en-US" altLang="zh-CN" sz="2200" b="1" kern="0" dirty="0"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200" b="1" kern="0" dirty="0">
                <a:latin typeface="楷体_GB2312" pitchFamily="49" charset="-122"/>
                <a:ea typeface="楷体_GB2312" pitchFamily="49" charset="-122"/>
              </a:rPr>
              <a:t>中的各待定系数。</a:t>
            </a:r>
            <a:endParaRPr lang="zh-CN" altLang="en-US" sz="2200" b="1" kern="0" dirty="0">
              <a:latin typeface="楷体_GB2312" pitchFamily="49" charset="-122"/>
              <a:ea typeface="楷体_GB2312" pitchFamily="49" charset="-122"/>
            </a:endParaRPr>
          </a:p>
          <a:p>
            <a:pPr marL="0" indent="263525" eaLnBrk="1" hangingPunct="1">
              <a:lnSpc>
                <a:spcPct val="135000"/>
              </a:lnSpc>
              <a:buFontTx/>
              <a:buNone/>
            </a:pPr>
            <a:r>
              <a:rPr lang="zh-CN" altLang="en-US" sz="2200" b="1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该方法缺点：</a:t>
            </a:r>
            <a:r>
              <a:rPr lang="en-US" altLang="zh-CN" sz="2200" b="1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h</a:t>
            </a:r>
            <a:r>
              <a:rPr lang="zh-CN" altLang="en-US" sz="2200" b="1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200" b="1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zh-CN" altLang="en-US" sz="2200" b="1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）高阶导数求解麻烦。</a:t>
            </a:r>
            <a:endParaRPr lang="zh-CN" altLang="en-US" sz="2200" b="1" kern="0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4598193" y="1741205"/>
          <a:ext cx="4427538" cy="2830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04" name="Equation" r:id="rId1" imgW="3810000" imgH="2286000" progId="Equation.DSMT4">
                  <p:embed/>
                </p:oleObj>
              </mc:Choice>
              <mc:Fallback>
                <p:oleObj name="Equation" r:id="rId1" imgW="3810000" imgH="2286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193" y="1741205"/>
                        <a:ext cx="4427538" cy="28307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557713" y="4572000"/>
            <a:ext cx="4254500" cy="396875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>
                <a:solidFill>
                  <a:srgbClr val="FF3300"/>
                </a:solidFill>
                <a:latin typeface="黑体" panose="02010609060101010101" pitchFamily="49" charset="-122"/>
              </a:rPr>
              <a:t>求导时注意，不要忘记阶跃信号：</a:t>
            </a:r>
            <a:endParaRPr lang="zh-CN" altLang="en-US" sz="2000">
              <a:solidFill>
                <a:srgbClr val="FF3300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4479925" y="4923138"/>
          <a:ext cx="4664075" cy="1882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05" name="公式" r:id="rId3" imgW="3365500" imgH="1168400" progId="Equation.3">
                  <p:embed/>
                </p:oleObj>
              </mc:Choice>
              <mc:Fallback>
                <p:oleObj name="公式" r:id="rId3" imgW="3365500" imgH="1168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925" y="4923138"/>
                        <a:ext cx="4664075" cy="188230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0427" y="872825"/>
            <a:ext cx="8814186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回顾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         </a:t>
            </a:r>
            <a:r>
              <a:rPr lang="zh-CN" altLang="en-US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待定系数法（冲激平衡法）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5"/>
    </p:custDataLst>
  </p:cSld>
  <p:clrMapOvr>
    <a:masterClrMapping/>
  </p:clrMapOvr>
  <p:transition spd="med" advTm="320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539750" y="1107872"/>
            <a:ext cx="8059737" cy="1428147"/>
          </a:xfrm>
          <a:prstGeom prst="rect">
            <a:avLst/>
          </a:prstGeom>
          <a:ln w="38100">
            <a:solidFill>
              <a:srgbClr val="FF0000"/>
            </a:solidFill>
            <a:miter lim="800000"/>
          </a:ln>
        </p:spPr>
        <p:txBody>
          <a:bodyPr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44958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kern="0" dirty="0"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l-GR" altLang="zh-CN" sz="2800" b="1" kern="0" dirty="0">
                <a:latin typeface="楷体_GB2312" pitchFamily="49" charset="-122"/>
                <a:ea typeface="楷体_GB2312" pitchFamily="49" charset="-122"/>
              </a:rPr>
              <a:t>δ</a:t>
            </a:r>
            <a:r>
              <a:rPr lang="en-US" altLang="zh-CN" sz="2800" b="1" kern="0" dirty="0">
                <a:latin typeface="楷体_GB2312" pitchFamily="49" charset="-122"/>
                <a:ea typeface="楷体_GB2312" pitchFamily="49" charset="-122"/>
              </a:rPr>
              <a:t>(t)</a:t>
            </a:r>
            <a:r>
              <a:rPr lang="zh-CN" altLang="en-US" sz="2800" b="1" kern="0" dirty="0">
                <a:latin typeface="楷体_GB2312" pitchFamily="49" charset="-122"/>
                <a:ea typeface="楷体_GB2312" pitchFamily="49" charset="-122"/>
              </a:rPr>
              <a:t>的作用转化为</a:t>
            </a:r>
            <a:r>
              <a:rPr lang="en-US" altLang="zh-CN" sz="2800" b="1" kern="0" dirty="0">
                <a:latin typeface="楷体_GB2312" pitchFamily="49" charset="-122"/>
                <a:ea typeface="楷体_GB2312" pitchFamily="49" charset="-122"/>
              </a:rPr>
              <a:t>t=0</a:t>
            </a:r>
            <a:r>
              <a:rPr lang="en-US" altLang="zh-CN" sz="2800" b="1" kern="0" baseline="30000" dirty="0">
                <a:latin typeface="楷体_GB2312" pitchFamily="49" charset="-122"/>
                <a:ea typeface="楷体_GB2312" pitchFamily="49" charset="-122"/>
              </a:rPr>
              <a:t>+</a:t>
            </a:r>
            <a:r>
              <a:rPr lang="zh-CN" altLang="en-US" sz="2800" b="1" kern="0" dirty="0">
                <a:latin typeface="楷体_GB2312" pitchFamily="49" charset="-122"/>
                <a:ea typeface="楷体_GB2312" pitchFamily="49" charset="-122"/>
              </a:rPr>
              <a:t>时的初始状态，求该初始状态下的作用下的零输入响应，即可得</a:t>
            </a:r>
            <a:r>
              <a:rPr lang="en-US" altLang="zh-CN" sz="2800" b="1" kern="0" dirty="0">
                <a:latin typeface="楷体_GB2312" pitchFamily="49" charset="-122"/>
                <a:ea typeface="楷体_GB2312" pitchFamily="49" charset="-122"/>
              </a:rPr>
              <a:t>h(t)</a:t>
            </a:r>
            <a:r>
              <a:rPr lang="zh-CN" altLang="en-US" sz="2800" b="1" kern="0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1" kern="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45172" y="530952"/>
            <a:ext cx="899882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回顾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                   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零输入响应法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539750" y="2673125"/>
          <a:ext cx="7479506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8" name="公式" r:id="rId1" imgW="3098800" imgH="711200" progId="Equation.3">
                  <p:embed/>
                </p:oleObj>
              </mc:Choice>
              <mc:Fallback>
                <p:oleObj name="公式" r:id="rId1" imgW="30988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673125"/>
                        <a:ext cx="7479506" cy="168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63152" y="5800725"/>
            <a:ext cx="7632700" cy="1057275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  有了初始条件，就可以利用求零输入响应的方法来求解冲激响应了</a:t>
            </a:r>
            <a:r>
              <a:rPr lang="en-US" altLang="zh-CN" sz="2800" dirty="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!!</a:t>
            </a:r>
            <a:endParaRPr lang="en-US" altLang="zh-CN" sz="2800" dirty="0">
              <a:solidFill>
                <a:srgbClr val="66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1426764" y="4491393"/>
          <a:ext cx="5705475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29" name="公式" r:id="rId3" imgW="2413000" imgH="508000" progId="Equation.3">
                  <p:embed/>
                </p:oleObj>
              </mc:Choice>
              <mc:Fallback>
                <p:oleObj name="公式" r:id="rId3" imgW="2413000" imgH="50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6764" y="4491393"/>
                        <a:ext cx="5705475" cy="120173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p:transition spd="med" advTm="887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build="p"/>
      <p:bldP spid="7" grpId="0" bldLvl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113338" y="1331913"/>
            <a:ext cx="3978275" cy="4983162"/>
          </a:xfrm>
          <a:ln w="28575">
            <a:solidFill>
              <a:schemeClr val="tx1"/>
            </a:solidFill>
            <a:miter lim="800000"/>
          </a:ln>
        </p:spPr>
        <p:txBody>
          <a:bodyPr/>
          <a:lstStyle/>
          <a:p>
            <a:pPr marL="0" indent="357505">
              <a:lnSpc>
                <a:spcPct val="140000"/>
              </a:lnSpc>
              <a:spcAft>
                <a:spcPct val="30000"/>
              </a:spcAft>
              <a:buFontTx/>
              <a:buNone/>
            </a:pPr>
            <a:r>
              <a:rPr lang="zh-CN" altLang="en-US" sz="2400" b="1">
                <a:solidFill>
                  <a:srgbClr val="FF3300"/>
                </a:solidFill>
              </a:rPr>
              <a:t>  叠加积分法</a:t>
            </a:r>
            <a:r>
              <a:rPr lang="zh-CN" altLang="en-US" sz="2400" b="1"/>
              <a:t>是将</a:t>
            </a:r>
            <a:r>
              <a:rPr lang="zh-CN" altLang="en-US" sz="2400" b="1">
                <a:solidFill>
                  <a:srgbClr val="FF3300"/>
                </a:solidFill>
              </a:rPr>
              <a:t>激励信号</a:t>
            </a:r>
            <a:r>
              <a:rPr lang="zh-CN" altLang="en-US" sz="2400" b="1"/>
              <a:t>分解为一些较为简单的时间函数表示的</a:t>
            </a:r>
            <a:r>
              <a:rPr lang="zh-CN" altLang="en-US" sz="2400" b="1">
                <a:solidFill>
                  <a:srgbClr val="FF3300"/>
                </a:solidFill>
              </a:rPr>
              <a:t>单元信号</a:t>
            </a:r>
            <a:r>
              <a:rPr lang="zh-CN" altLang="en-US" sz="2400" b="1"/>
              <a:t>，分别求取这种简单信号激励下的系统响应，然后对各单元信号的响应进行叠加而得总的零状态响应。</a:t>
            </a:r>
            <a:endParaRPr lang="en-US" altLang="zh-CN" sz="2400" b="1"/>
          </a:p>
          <a:p>
            <a:pPr marL="0" indent="357505">
              <a:lnSpc>
                <a:spcPct val="140000"/>
              </a:lnSpc>
              <a:spcAft>
                <a:spcPct val="30000"/>
              </a:spcAft>
              <a:buFontTx/>
              <a:buNone/>
            </a:pPr>
            <a:r>
              <a:rPr lang="zh-CN" altLang="en-US" sz="2400" b="1">
                <a:solidFill>
                  <a:srgbClr val="6600CC"/>
                </a:solidFill>
              </a:rPr>
              <a:t> </a:t>
            </a:r>
            <a:r>
              <a:rPr lang="zh-CN" altLang="en-US" sz="2400" b="1"/>
              <a:t>利用各</a:t>
            </a:r>
            <a:r>
              <a:rPr lang="zh-CN" altLang="en-US" sz="2400" b="1">
                <a:solidFill>
                  <a:srgbClr val="6600CC"/>
                </a:solidFill>
              </a:rPr>
              <a:t>冲激分量</a:t>
            </a:r>
            <a:r>
              <a:rPr lang="zh-CN" altLang="en-US" sz="2400" b="1"/>
              <a:t>响应叠加求</a:t>
            </a:r>
            <a:r>
              <a:rPr lang="zh-CN" altLang="en-US" sz="2400" b="1">
                <a:solidFill>
                  <a:srgbClr val="6600CC"/>
                </a:solidFill>
              </a:rPr>
              <a:t>零状态响应</a:t>
            </a:r>
            <a:r>
              <a:rPr lang="zh-CN" altLang="en-US" sz="2400" b="1"/>
              <a:t>。</a:t>
            </a:r>
            <a:endParaRPr lang="zh-CN" altLang="en-US" sz="2400" b="1"/>
          </a:p>
        </p:txBody>
      </p:sp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title"/>
          </p:nvPr>
        </p:nvSpPr>
        <p:spPr>
          <a:xfrm>
            <a:off x="320565" y="755650"/>
            <a:ext cx="3481388" cy="576263"/>
          </a:xfr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§2.7 </a:t>
            </a:r>
            <a:r>
              <a:rPr lang="zh-CN" altLang="en-US" sz="2800" b="1" kern="1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叠加积分</a:t>
            </a:r>
            <a:endParaRPr lang="zh-CN" altLang="en-US" sz="2800" b="1" kern="1200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5A4D196-BA9C-498E-A758-E510F3D4450F}" type="datetime1">
              <a:rPr lang="zh-CN" altLang="en-US"/>
            </a:fld>
            <a:endParaRPr lang="zh-CN" altLang="en-US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57163" y="1449388"/>
          <a:ext cx="4286250" cy="498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7" name="" r:id="rId1" imgW="2943225" imgH="3876675" progId="Visio.Drawing.11">
                  <p:embed/>
                </p:oleObj>
              </mc:Choice>
              <mc:Fallback>
                <p:oleObj name="" r:id="rId1" imgW="2943225" imgH="387667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9610"/>
                      <a:stretch>
                        <a:fillRect/>
                      </a:stretch>
                    </p:blipFill>
                    <p:spPr bwMode="auto">
                      <a:xfrm>
                        <a:off x="157163" y="1449388"/>
                        <a:ext cx="4286250" cy="498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4562475" y="382588"/>
            <a:ext cx="0" cy="6283325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094"/>
    </mc:Choice>
    <mc:Fallback>
      <p:transition spd="slow" advTm="720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3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3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3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3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3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3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6" grpId="0" uiExpand="1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14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0825" y="1196975"/>
          <a:ext cx="3313113" cy="211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56" name="Visio" r:id="rId1" imgW="11729085" imgH="7495540" progId="Visio.Drawing.11">
                  <p:embed/>
                </p:oleObj>
              </mc:Choice>
              <mc:Fallback>
                <p:oleObj name="Visio" r:id="rId1" imgW="11729085" imgH="749554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33" t="33360" r="9993" b="8102"/>
                      <a:stretch>
                        <a:fillRect/>
                      </a:stretch>
                    </p:blipFill>
                    <p:spPr bwMode="auto">
                      <a:xfrm>
                        <a:off x="250825" y="1196975"/>
                        <a:ext cx="3313113" cy="211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5" name="Object 3"/>
          <p:cNvGraphicFramePr>
            <a:graphicFrameLocks noChangeAspect="1"/>
          </p:cNvGraphicFramePr>
          <p:nvPr/>
        </p:nvGraphicFramePr>
        <p:xfrm>
          <a:off x="4140200" y="1341438"/>
          <a:ext cx="2881313" cy="183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57" name="Visio" r:id="rId3" imgW="11729085" imgH="7495540" progId="Visio.Drawing.11">
                  <p:embed/>
                </p:oleObj>
              </mc:Choice>
              <mc:Fallback>
                <p:oleObj name="Visio" r:id="rId3" imgW="11729085" imgH="749554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33" t="33360" r="9993" b="8102"/>
                      <a:stretch>
                        <a:fillRect/>
                      </a:stretch>
                    </p:blipFill>
                    <p:spPr bwMode="auto">
                      <a:xfrm>
                        <a:off x="4140200" y="1341438"/>
                        <a:ext cx="2881313" cy="183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3995738" y="549275"/>
            <a:ext cx="2592387" cy="576263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r>
              <a:rPr lang="zh-CN" altLang="en-US" sz="2000" b="1"/>
              <a:t>卷积积分示意图</a:t>
            </a:r>
            <a:endParaRPr lang="zh-CN" altLang="en-US" sz="2000" b="1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title"/>
          </p:nvPr>
        </p:nvSpPr>
        <p:spPr>
          <a:xfrm>
            <a:off x="250825" y="620713"/>
            <a:ext cx="2736850" cy="576262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en-US" altLang="zh-CN" sz="2800" b="1"/>
              <a:t>§2.7 </a:t>
            </a:r>
            <a:r>
              <a:rPr lang="zh-CN" altLang="en-US" sz="2800" b="1"/>
              <a:t>叠加积分</a:t>
            </a:r>
            <a:endParaRPr lang="zh-CN" altLang="en-US" sz="2800" b="1"/>
          </a:p>
        </p:txBody>
      </p:sp>
      <p:sp>
        <p:nvSpPr>
          <p:cNvPr id="8499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5719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07950" y="3213100"/>
          <a:ext cx="38877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58" name="公式" r:id="rId5" imgW="1841500" imgH="431800" progId="Equation.3">
                  <p:embed/>
                </p:oleObj>
              </mc:Choice>
              <mc:Fallback>
                <p:oleObj name="公式" r:id="rId5" imgW="18415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3213100"/>
                        <a:ext cx="3887788" cy="914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0" name="Object 5"/>
          <p:cNvGraphicFramePr>
            <a:graphicFrameLocks noChangeAspect="1"/>
          </p:cNvGraphicFramePr>
          <p:nvPr/>
        </p:nvGraphicFramePr>
        <p:xfrm>
          <a:off x="4211638" y="3068638"/>
          <a:ext cx="4537075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59" name="公式" r:id="rId7" imgW="1828800" imgH="431800" progId="Equation.3">
                  <p:embed/>
                </p:oleObj>
              </mc:Choice>
              <mc:Fallback>
                <p:oleObj name="公式" r:id="rId7" imgW="18288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3068638"/>
                        <a:ext cx="4537075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1" name="Object 6"/>
          <p:cNvGraphicFramePr>
            <a:graphicFrameLocks noChangeAspect="1"/>
          </p:cNvGraphicFramePr>
          <p:nvPr/>
        </p:nvGraphicFramePr>
        <p:xfrm>
          <a:off x="1017588" y="4292600"/>
          <a:ext cx="5111750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60" name="公式" r:id="rId9" imgW="2235200" imgH="685800" progId="Equation.3">
                  <p:embed/>
                </p:oleObj>
              </mc:Choice>
              <mc:Fallback>
                <p:oleObj name="公式" r:id="rId9" imgW="2235200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8" y="4292600"/>
                        <a:ext cx="5111750" cy="1568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2" name="Object 7"/>
          <p:cNvGraphicFramePr>
            <a:graphicFrameLocks noChangeAspect="1"/>
          </p:cNvGraphicFramePr>
          <p:nvPr/>
        </p:nvGraphicFramePr>
        <p:xfrm>
          <a:off x="6321425" y="4906963"/>
          <a:ext cx="25923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61" name="公式" r:id="rId11" imgW="647700" imgH="203200" progId="Equation.3">
                  <p:embed/>
                </p:oleObj>
              </mc:Choice>
              <mc:Fallback>
                <p:oleObj name="公式" r:id="rId11" imgW="6477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1425" y="4906963"/>
                        <a:ext cx="2592388" cy="812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7B43DC5-3FBD-46B7-AB2F-DA168BC6C54C}" type="datetime1">
              <a:rPr lang="zh-CN" altLang="en-US"/>
            </a:fld>
            <a:endParaRPr lang="en-US" altLang="zh-CN" dirty="0"/>
          </a:p>
        </p:txBody>
      </p:sp>
    </p:spTree>
    <p:custDataLst>
      <p:tags r:id="rId13"/>
    </p:custDataLst>
  </p:cSld>
  <p:clrMapOvr>
    <a:masterClrMapping/>
  </p:clrMapOvr>
  <p:transition spd="med" advTm="36542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18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630238" y="2420938"/>
          <a:ext cx="6134100" cy="345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2" name="公式" r:id="rId1" imgW="2705100" imgH="1524000" progId="Equation.3">
                  <p:embed/>
                </p:oleObj>
              </mc:Choice>
              <mc:Fallback>
                <p:oleObj name="公式" r:id="rId1" imgW="2705100" imgH="1524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8" y="2420938"/>
                        <a:ext cx="6134100" cy="345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19" name="Rectangle 3"/>
          <p:cNvSpPr>
            <a:spLocks noGrp="1" noChangeArrowheads="1"/>
          </p:cNvSpPr>
          <p:nvPr>
            <p:ph type="title"/>
          </p:nvPr>
        </p:nvSpPr>
        <p:spPr>
          <a:xfrm>
            <a:off x="250825" y="620713"/>
            <a:ext cx="2736850" cy="576262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en-US" altLang="zh-CN" sz="2800" b="1"/>
              <a:t>§2.7 </a:t>
            </a:r>
            <a:r>
              <a:rPr lang="zh-CN" altLang="en-US" sz="2800" b="1"/>
              <a:t>叠加积分</a:t>
            </a:r>
            <a:endParaRPr lang="zh-CN" altLang="en-US" sz="2800" b="1"/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6021" name="Object 3"/>
          <p:cNvGraphicFramePr>
            <a:graphicFrameLocks noChangeAspect="1"/>
          </p:cNvGraphicFramePr>
          <p:nvPr/>
        </p:nvGraphicFramePr>
        <p:xfrm>
          <a:off x="5795963" y="404813"/>
          <a:ext cx="30734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3" name="Visio" r:id="rId3" imgW="2753995" imgH="2700020" progId="Visio.Drawing.11">
                  <p:embed/>
                </p:oleObj>
              </mc:Choice>
              <mc:Fallback>
                <p:oleObj name="Visio" r:id="rId3" imgW="2753995" imgH="270002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04813"/>
                        <a:ext cx="3073400" cy="27368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6AE16E7-D151-4E22-BB55-4E24FFE5C3B1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6047"/>
    </mc:Choice>
    <mc:Fallback>
      <p:transition spd="slow" advTm="66047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762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468313" y="3789363"/>
          <a:ext cx="4967287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48" name="公式" r:id="rId1" imgW="2705100" imgH="1028700" progId="Equation.3">
                  <p:embed/>
                </p:oleObj>
              </mc:Choice>
              <mc:Fallback>
                <p:oleObj name="公式" r:id="rId1" imgW="2705100" imgH="1028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789363"/>
                        <a:ext cx="4967287" cy="2066925"/>
                      </a:xfrm>
                      <a:prstGeom prst="rect">
                        <a:avLst/>
                      </a:prstGeom>
                      <a:solidFill>
                        <a:srgbClr val="FF99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3" name="Object 3"/>
          <p:cNvGraphicFramePr>
            <a:graphicFrameLocks noChangeAspect="1"/>
          </p:cNvGraphicFramePr>
          <p:nvPr/>
        </p:nvGraphicFramePr>
        <p:xfrm>
          <a:off x="684213" y="2997200"/>
          <a:ext cx="33496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49" name="公式" r:id="rId3" imgW="1371600" imgH="228600" progId="Equation.3">
                  <p:embed/>
                </p:oleObj>
              </mc:Choice>
              <mc:Fallback>
                <p:oleObj name="公式" r:id="rId3" imgW="13716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97200"/>
                        <a:ext cx="33496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7765" name="Object 4"/>
          <p:cNvGraphicFramePr>
            <a:graphicFrameLocks noChangeAspect="1"/>
          </p:cNvGraphicFramePr>
          <p:nvPr/>
        </p:nvGraphicFramePr>
        <p:xfrm>
          <a:off x="5614988" y="3673475"/>
          <a:ext cx="33115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50" name="公式" r:id="rId5" imgW="1447800" imgH="330200" progId="Equation.3">
                  <p:embed/>
                </p:oleObj>
              </mc:Choice>
              <mc:Fallback>
                <p:oleObj name="公式" r:id="rId5" imgW="1447800" imgH="33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988" y="3673475"/>
                        <a:ext cx="3311525" cy="755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6" name="Object 5"/>
          <p:cNvGraphicFramePr>
            <a:graphicFrameLocks noChangeAspect="1"/>
          </p:cNvGraphicFramePr>
          <p:nvPr/>
        </p:nvGraphicFramePr>
        <p:xfrm>
          <a:off x="6070600" y="620713"/>
          <a:ext cx="3073400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51" name="Visio" r:id="rId7" imgW="2753995" imgH="2700020" progId="Visio.Drawing.11">
                  <p:embed/>
                </p:oleObj>
              </mc:Choice>
              <mc:Fallback>
                <p:oleObj name="Visio" r:id="rId7" imgW="2753995" imgH="270002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620713"/>
                        <a:ext cx="3073400" cy="27368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7" name="Object 6"/>
          <p:cNvGraphicFramePr>
            <a:graphicFrameLocks noChangeAspect="1"/>
          </p:cNvGraphicFramePr>
          <p:nvPr/>
        </p:nvGraphicFramePr>
        <p:xfrm>
          <a:off x="2555875" y="1090613"/>
          <a:ext cx="272891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52" name="公式" r:id="rId9" imgW="1116965" imgH="393700" progId="Equation.3">
                  <p:embed/>
                </p:oleObj>
              </mc:Choice>
              <mc:Fallback>
                <p:oleObj name="公式" r:id="rId9" imgW="1116965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090613"/>
                        <a:ext cx="272891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250825" y="620713"/>
            <a:ext cx="2736850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§2.7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叠加积分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7049" name="Text Box 9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179388" y="2205038"/>
            <a:ext cx="2376487" cy="5032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冲激响应：</a:t>
            </a:r>
            <a:endParaRPr lang="zh-CN" altLang="en-US" sz="28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8314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2268538" y="2139950"/>
          <a:ext cx="295275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53" name="公式" r:id="rId11" imgW="1816100" imgH="419100" progId="Equation.3">
                  <p:embed/>
                </p:oleObj>
              </mc:Choice>
              <mc:Fallback>
                <p:oleObj name="公式" r:id="rId11" imgW="18161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139950"/>
                        <a:ext cx="2952750" cy="68103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364"/>
    </mc:Choice>
    <mc:Fallback>
      <p:transition spd="slow" advTm="123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36893"/>
            <a:ext cx="2879725" cy="576262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en-US" altLang="zh-CN" sz="2800"/>
              <a:t>§2.7 </a:t>
            </a:r>
            <a:r>
              <a:rPr lang="zh-CN" altLang="en-US" sz="2800"/>
              <a:t>叠加积分</a:t>
            </a:r>
            <a:endParaRPr lang="zh-CN" altLang="en-US" sz="2800"/>
          </a:p>
        </p:txBody>
      </p:sp>
      <p:graphicFrame>
        <p:nvGraphicFramePr>
          <p:cNvPr id="118787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515938" y="1435100"/>
          <a:ext cx="726122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63" name="" r:id="rId1" imgW="3238500" imgH="584200" progId="Equation.3">
                  <p:embed/>
                </p:oleObj>
              </mc:Choice>
              <mc:Fallback>
                <p:oleObj name="" r:id="rId1" imgW="3238500" imgH="5842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1435100"/>
                        <a:ext cx="7261225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8" name="Object 6"/>
          <p:cNvGraphicFramePr>
            <a:graphicFrameLocks noChangeAspect="1"/>
          </p:cNvGraphicFramePr>
          <p:nvPr/>
        </p:nvGraphicFramePr>
        <p:xfrm>
          <a:off x="1015207" y="2795112"/>
          <a:ext cx="2037715" cy="41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64" name="" r:id="rId3" imgW="545465" imgH="177165" progId="Equation.3">
                  <p:embed/>
                </p:oleObj>
              </mc:Choice>
              <mc:Fallback>
                <p:oleObj name="" r:id="rId3" imgW="545465" imgH="17716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207" y="2795112"/>
                        <a:ext cx="2037715" cy="41656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9" name="Object 7"/>
          <p:cNvGraphicFramePr>
            <a:graphicFrameLocks noChangeAspect="1"/>
          </p:cNvGraphicFramePr>
          <p:nvPr/>
        </p:nvGraphicFramePr>
        <p:xfrm>
          <a:off x="5044599" y="2746217"/>
          <a:ext cx="1282065" cy="41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65" name="" r:id="rId5" imgW="545465" imgH="177165" progId="Equation.3">
                  <p:embed/>
                </p:oleObj>
              </mc:Choice>
              <mc:Fallback>
                <p:oleObj name="" r:id="rId5" imgW="545465" imgH="1771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599" y="2746217"/>
                        <a:ext cx="1282065" cy="41656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0" name="Text Box 8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8794" name="Object 10"/>
          <p:cNvGraphicFramePr>
            <a:graphicFrameLocks noChangeAspect="1"/>
          </p:cNvGraphicFramePr>
          <p:nvPr/>
        </p:nvGraphicFramePr>
        <p:xfrm>
          <a:off x="363855" y="3666490"/>
          <a:ext cx="6970395" cy="192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66" name="" r:id="rId7" imgW="2145665" imgH="965200" progId="Equation.3">
                  <p:embed/>
                </p:oleObj>
              </mc:Choice>
              <mc:Fallback>
                <p:oleObj name="" r:id="rId7" imgW="2145665" imgH="965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" y="3666490"/>
                        <a:ext cx="6970395" cy="192976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/>
          <p:cNvCxnSpPr/>
          <p:nvPr/>
        </p:nvCxnSpPr>
        <p:spPr>
          <a:xfrm>
            <a:off x="146050" y="3605213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墨迹 1"/>
          <p:cNvSpPr/>
          <p:nvPr/>
        </p:nvSpPr>
        <p:spPr bwMode="auto">
          <a:xfrm>
            <a:off x="267480" y="535320"/>
            <a:ext cx="8903880" cy="3910320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2401730" y="1215232"/>
          <a:ext cx="1281430" cy="41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67" name="" r:id="rId9" imgW="342900" imgH="177165" progId="Equation.3">
                  <p:embed/>
                </p:oleObj>
              </mc:Choice>
              <mc:Fallback>
                <p:oleObj name="" r:id="rId9" imgW="342900" imgH="17716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730" y="1215232"/>
                        <a:ext cx="1281430" cy="41656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5282406" y="1112997"/>
          <a:ext cx="806450" cy="41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68" name="" r:id="rId11" imgW="342900" imgH="177165" progId="Equation.3">
                  <p:embed/>
                </p:oleObj>
              </mc:Choice>
              <mc:Fallback>
                <p:oleObj name="" r:id="rId11" imgW="342900" imgH="1771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2406" y="1112997"/>
                        <a:ext cx="806450" cy="41656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28930" y="5652770"/>
            <a:ext cx="7789545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ln>
                  <a:solidFill>
                    <a:srgbClr val="FFFF00"/>
                  </a:solidFill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zh-CN" altLang="en-US">
                <a:ln>
                  <a:solidFill>
                    <a:srgbClr val="FFFF00"/>
                  </a:solidFill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可见，求叠加积分的难点在于确定每个定积分的积分上下限。</a:t>
            </a:r>
            <a:endParaRPr lang="zh-CN" altLang="en-US">
              <a:ln>
                <a:solidFill>
                  <a:srgbClr val="FFFF00"/>
                </a:solidFill>
              </a:ln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3"/>
    </p:custDataLst>
  </p:cSld>
  <p:clrMapOvr>
    <a:masterClrMapping/>
  </p:clrMapOvr>
  <p:transition spd="med" advTm="36068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en-US" altLang="zh-CN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981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66750" y="1746250"/>
          <a:ext cx="5948363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4" name="" r:id="rId1" imgW="2451100" imgH="558800" progId="Equation.3">
                  <p:embed/>
                </p:oleObj>
              </mc:Choice>
              <mc:Fallback>
                <p:oleObj name="" r:id="rId1" imgW="2451100" imgH="5588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1746250"/>
                        <a:ext cx="5948363" cy="1355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Grp="1" noChangeAspect="1"/>
          </p:cNvGraphicFramePr>
          <p:nvPr/>
        </p:nvGraphicFramePr>
        <p:xfrm>
          <a:off x="666750" y="4510088"/>
          <a:ext cx="7088188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5" name="" r:id="rId3" imgW="2920365" imgH="457200" progId="Equation.3">
                  <p:embed/>
                </p:oleObj>
              </mc:Choice>
              <mc:Fallback>
                <p:oleObj name="" r:id="rId3" imgW="2920365" imgH="4572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4510088"/>
                        <a:ext cx="7088188" cy="1111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/>
          <p:cNvSpPr>
            <a:spLocks noGrp="1" noChangeArrowheads="1"/>
          </p:cNvSpPr>
          <p:nvPr/>
        </p:nvSpPr>
        <p:spPr bwMode="auto">
          <a:xfrm>
            <a:off x="250825" y="3552825"/>
            <a:ext cx="1784350" cy="5746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24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几何意义</a:t>
            </a:r>
            <a:endParaRPr lang="zh-CN" altLang="en-US" sz="240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50825" y="3271838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墨迹 2"/>
          <p:cNvSpPr/>
          <p:nvPr/>
        </p:nvSpPr>
        <p:spPr bwMode="auto">
          <a:xfrm>
            <a:off x="2098800" y="579960"/>
            <a:ext cx="6542280" cy="532404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004"/>
    </mc:Choice>
    <mc:Fallback>
      <p:transition spd="slow" advTm="1150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011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050315" y="771156"/>
            <a:ext cx="3882094" cy="576262"/>
          </a:xfrm>
          <a:solidFill>
            <a:schemeClr val="bg1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>
              <a:buFontTx/>
              <a:buNone/>
            </a:pPr>
            <a:r>
              <a:rPr lang="zh-CN" altLang="en-US" sz="2800" dirty="0"/>
              <a:t>卷积的数学定义：</a:t>
            </a:r>
            <a:endParaRPr lang="zh-CN" altLang="en-US" sz="2800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E612E20-FB87-4552-B45A-251F416452F6}" type="datetime1">
              <a:rPr lang="zh-CN" altLang="en-US"/>
            </a:fld>
            <a:endParaRPr lang="zh-CN" altLang="en-US" dirty="0"/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1671414" y="1346518"/>
            <a:ext cx="4447299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buFontTx/>
              <a:buNone/>
            </a:pPr>
            <a:r>
              <a:rPr lang="zh-CN" altLang="en-US" sz="2800" b="0" kern="0" dirty="0"/>
              <a:t>常见的卷积形式卷积：</a:t>
            </a:r>
            <a:endParaRPr lang="zh-CN" altLang="en-US" sz="2800" b="0" kern="0" dirty="0"/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-635" y="2036445"/>
          <a:ext cx="9072880" cy="4194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5" name="公式" r:id="rId1" imgW="95707200" imgH="42672000" progId="Equation.3">
                  <p:embed/>
                </p:oleObj>
              </mc:Choice>
              <mc:Fallback>
                <p:oleObj name="公式" r:id="rId1" imgW="95707200" imgH="42672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35" y="2036445"/>
                        <a:ext cx="9072880" cy="419481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7764"/>
    </mc:Choice>
    <mc:Fallback>
      <p:transition spd="slow" advTm="1677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 uiExpand="1" build="p"/>
      <p:bldP spid="7" grpId="0" bldLvl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725488" y="2120900"/>
            <a:ext cx="7885112" cy="3744913"/>
          </a:xfrm>
          <a:ln w="57150">
            <a:solidFill>
              <a:srgbClr val="6600CC"/>
            </a:solidFill>
            <a:miter lim="800000"/>
          </a:ln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2400" b="1">
                <a:ea typeface="楷体_GB2312" pitchFamily="49" charset="-122"/>
              </a:rPr>
              <a:t>卷积图解法是借助于图形计算卷积积分的一种基本计算方法。</a:t>
            </a:r>
            <a:endParaRPr lang="zh-CN" altLang="en-US" sz="2400" b="1">
              <a:ea typeface="楷体_GB2312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>
                <a:ea typeface="楷体_GB2312" pitchFamily="49" charset="-122"/>
              </a:rPr>
              <a:t>与解析法相比，图解法使人更容易理解系统零状态响应的物理意义和</a:t>
            </a:r>
            <a:r>
              <a:rPr lang="zh-CN" altLang="en-US" sz="2800" b="1">
                <a:solidFill>
                  <a:srgbClr val="CC3300"/>
                </a:solidFill>
                <a:ea typeface="楷体_GB2312" pitchFamily="49" charset="-122"/>
              </a:rPr>
              <a:t>积分上下限</a:t>
            </a:r>
            <a:r>
              <a:rPr lang="zh-CN" altLang="en-US" sz="2400" b="1">
                <a:ea typeface="楷体_GB2312" pitchFamily="49" charset="-122"/>
              </a:rPr>
              <a:t>的确定。</a:t>
            </a:r>
            <a:endParaRPr lang="zh-CN" altLang="en-US" sz="2400" b="1">
              <a:ea typeface="楷体_GB2312" pitchFamily="49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>
                <a:ea typeface="楷体_GB2312" pitchFamily="49" charset="-122"/>
              </a:rPr>
              <a:t>从几何意义来说，卷积积分是</a:t>
            </a:r>
            <a:r>
              <a:rPr lang="zh-CN" altLang="en-US" sz="2800" b="1">
                <a:solidFill>
                  <a:srgbClr val="CC3300"/>
                </a:solidFill>
                <a:ea typeface="楷体_GB2312" pitchFamily="49" charset="-122"/>
              </a:rPr>
              <a:t>相乘曲线下的面积</a:t>
            </a:r>
            <a:r>
              <a:rPr lang="zh-CN" altLang="en-US" sz="2400" b="1">
                <a:ea typeface="楷体_GB2312" pitchFamily="49" charset="-122"/>
              </a:rPr>
              <a:t>。</a:t>
            </a:r>
            <a:endParaRPr lang="zh-CN" altLang="en-US" sz="2400" b="1">
              <a:ea typeface="楷体_GB2312" pitchFamily="49" charset="-122"/>
            </a:endParaRPr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827088" y="1341438"/>
            <a:ext cx="2443162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卷积图解法：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8524DAC-D837-4D7D-88E9-6ADAD4F8ECAA}" type="datetime1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3361"/>
    </mc:Choice>
    <mc:Fallback>
      <p:transition spd="slow" advTm="833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0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0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0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0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0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0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0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0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0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484313"/>
            <a:ext cx="3454400" cy="6096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图解法的一般步骤：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185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>
            <a:lum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/>
          <a:stretch>
            <a:fillRect/>
          </a:stretch>
        </p:blipFill>
        <p:spPr>
          <a:xfrm>
            <a:off x="1188243" y="3013076"/>
            <a:ext cx="6767513" cy="2951162"/>
          </a:xfrm>
          <a:ln w="38100">
            <a:solidFill>
              <a:srgbClr val="FF3300"/>
            </a:solidFill>
            <a:miter lim="800000"/>
            <a:headEnd/>
            <a:tailEnd/>
          </a:ln>
        </p:spPr>
      </p:pic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2166" name="Object 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16013" y="2133600"/>
          <a:ext cx="460851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61" name="公式" r:id="rId2" imgW="2057400" imgH="330200" progId="Equation.3">
                  <p:embed/>
                </p:oleObj>
              </mc:Choice>
              <mc:Fallback>
                <p:oleObj name="公式" r:id="rId2" imgW="2057400" imgH="330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133600"/>
                        <a:ext cx="4608512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1FDB78A-9E80-4855-BDEE-70AAC5F02BA2}" type="datetime1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 spd="med" advTm="926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234950" y="546100"/>
            <a:ext cx="583723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kumimoji="1" lang="zh-CN" altLang="en-US" sz="2800">
                <a:latin typeface="宋体" panose="02010600030101010101" pitchFamily="2" charset="-122"/>
                <a:ea typeface="ˎ̥"/>
                <a:cs typeface="ˎ̥"/>
              </a:rPr>
              <a:t>例</a:t>
            </a:r>
            <a:r>
              <a:rPr kumimoji="1" lang="zh-CN" altLang="en-US" sz="2800">
                <a:latin typeface="宋体" panose="02010600030101010101" pitchFamily="2" charset="-122"/>
              </a:rPr>
              <a:t>题</a:t>
            </a:r>
            <a:r>
              <a:rPr kumimoji="1" lang="zh-CN" altLang="en-US" sz="2800">
                <a:latin typeface="宋体" panose="02010600030101010101" pitchFamily="2" charset="-122"/>
                <a:ea typeface="ˎ̥"/>
                <a:cs typeface="ˎ̥"/>
              </a:rPr>
              <a:t>：</a:t>
            </a:r>
            <a:r>
              <a:rPr kumimoji="1" lang="zh-CN" altLang="en-US" sz="2800">
                <a:solidFill>
                  <a:srgbClr val="FF0000"/>
                </a:solidFill>
                <a:latin typeface="Arial" panose="020B0604020202020204" pitchFamily="34" charset="0"/>
                <a:ea typeface="ˎ̥"/>
                <a:cs typeface="ˎ̥"/>
              </a:rPr>
              <a:t>求图示</a:t>
            </a:r>
            <a:r>
              <a:rPr lang="en-US" altLang="zh-CN" sz="2800" i="1">
                <a:latin typeface="黑体" panose="02010609060101010101" pitchFamily="49" charset="-122"/>
                <a:ea typeface="ˎ̥"/>
                <a:cs typeface="ˎ̥"/>
              </a:rPr>
              <a:t>f</a:t>
            </a:r>
            <a:r>
              <a:rPr lang="en-US" altLang="zh-CN" sz="2800" baseline="-25000">
                <a:latin typeface="黑体" panose="02010609060101010101" pitchFamily="49" charset="-122"/>
                <a:ea typeface="ˎ̥"/>
                <a:cs typeface="ˎ̥"/>
              </a:rPr>
              <a:t>1</a:t>
            </a:r>
            <a:r>
              <a:rPr lang="en-US" altLang="zh-CN" sz="2800">
                <a:latin typeface="黑体" panose="02010609060101010101" pitchFamily="49" charset="-122"/>
                <a:ea typeface="ˎ̥"/>
                <a:cs typeface="ˎ̥"/>
              </a:rPr>
              <a:t>(</a:t>
            </a:r>
            <a:r>
              <a:rPr lang="en-US" altLang="zh-CN" sz="2800" i="1">
                <a:latin typeface="黑体" panose="02010609060101010101" pitchFamily="49" charset="-122"/>
                <a:ea typeface="ˎ̥"/>
                <a:cs typeface="ˎ̥"/>
              </a:rPr>
              <a:t>t</a:t>
            </a:r>
            <a:r>
              <a:rPr lang="en-US" altLang="zh-CN" sz="2800">
                <a:latin typeface="黑体" panose="02010609060101010101" pitchFamily="49" charset="-122"/>
                <a:ea typeface="ˎ̥"/>
                <a:cs typeface="ˎ̥"/>
              </a:rPr>
              <a:t>)</a:t>
            </a:r>
            <a:r>
              <a:rPr lang="zh-CN" altLang="en-US" sz="2800">
                <a:latin typeface="Arial" panose="020B0604020202020204" pitchFamily="34" charset="0"/>
                <a:ea typeface="ˎ̥"/>
                <a:cs typeface="ˎ̥"/>
              </a:rPr>
              <a:t>，</a:t>
            </a:r>
            <a:r>
              <a:rPr lang="zh-CN" altLang="en-US" sz="2800">
                <a:latin typeface="黑体" panose="02010609060101010101" pitchFamily="49" charset="-122"/>
                <a:ea typeface="ˎ̥"/>
                <a:cs typeface="ˎ̥"/>
              </a:rPr>
              <a:t> </a:t>
            </a:r>
            <a:r>
              <a:rPr lang="en-US" altLang="zh-CN" sz="2800" i="1">
                <a:latin typeface="黑体" panose="02010609060101010101" pitchFamily="49" charset="-122"/>
                <a:ea typeface="ˎ̥"/>
                <a:cs typeface="ˎ̥"/>
              </a:rPr>
              <a:t>f</a:t>
            </a:r>
            <a:r>
              <a:rPr lang="en-US" altLang="zh-CN" sz="2800" baseline="-25000">
                <a:latin typeface="黑体" panose="02010609060101010101" pitchFamily="49" charset="-122"/>
                <a:ea typeface="ˎ̥"/>
                <a:cs typeface="ˎ̥"/>
              </a:rPr>
              <a:t>2</a:t>
            </a:r>
            <a:r>
              <a:rPr lang="en-US" altLang="zh-CN" sz="2800">
                <a:latin typeface="黑体" panose="02010609060101010101" pitchFamily="49" charset="-122"/>
                <a:ea typeface="ˎ̥"/>
                <a:cs typeface="ˎ̥"/>
              </a:rPr>
              <a:t>(</a:t>
            </a:r>
            <a:r>
              <a:rPr lang="en-US" altLang="zh-CN" sz="2800" i="1">
                <a:latin typeface="黑体" panose="02010609060101010101" pitchFamily="49" charset="-122"/>
                <a:ea typeface="ˎ̥"/>
                <a:cs typeface="ˎ̥"/>
              </a:rPr>
              <a:t>t</a:t>
            </a:r>
            <a:r>
              <a:rPr lang="en-US" altLang="zh-CN" sz="2800">
                <a:latin typeface="黑体" panose="02010609060101010101" pitchFamily="49" charset="-122"/>
                <a:ea typeface="ˎ̥"/>
                <a:cs typeface="ˎ̥"/>
              </a:rPr>
              <a:t>)</a:t>
            </a:r>
            <a:r>
              <a:rPr lang="zh-CN" altLang="en-US" sz="2800">
                <a:latin typeface="Arial" panose="020B0604020202020204" pitchFamily="34" charset="0"/>
                <a:ea typeface="ˎ̥"/>
                <a:cs typeface="ˎ̥"/>
              </a:rPr>
              <a:t>的</a:t>
            </a:r>
            <a:r>
              <a:rPr kumimoji="1" lang="zh-CN" altLang="en-US" sz="2800">
                <a:solidFill>
                  <a:srgbClr val="FF0000"/>
                </a:solidFill>
                <a:latin typeface="Arial" panose="020B0604020202020204" pitchFamily="34" charset="0"/>
                <a:ea typeface="ˎ̥"/>
                <a:cs typeface="ˎ̥"/>
              </a:rPr>
              <a:t>卷积</a:t>
            </a:r>
            <a:r>
              <a:rPr kumimoji="1" lang="zh-CN" altLang="en-US" sz="3200">
                <a:latin typeface="宋体" panose="02010600030101010101" pitchFamily="2" charset="-122"/>
                <a:ea typeface="ˎ̥"/>
                <a:cs typeface="ˎ̥"/>
              </a:rPr>
              <a:t> 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93187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87450" y="1125538"/>
          <a:ext cx="7921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6" name="公式" r:id="rId1" imgW="419100" imgH="215900" progId="Equation.3">
                  <p:embed/>
                </p:oleObj>
              </mc:Choice>
              <mc:Fallback>
                <p:oleObj name="公式" r:id="rId1" imgW="419100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25538"/>
                        <a:ext cx="792163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63713" y="1125538"/>
          <a:ext cx="67468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7" name="公式" r:id="rId3" imgW="177800" imgH="81915" progId="Equation.3">
                  <p:embed/>
                </p:oleObj>
              </mc:Choice>
              <mc:Fallback>
                <p:oleObj name="公式" r:id="rId3" imgW="177800" imgH="819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125538"/>
                        <a:ext cx="67468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3189" name="Group 5"/>
          <p:cNvGrpSpPr/>
          <p:nvPr/>
        </p:nvGrpSpPr>
        <p:grpSpPr bwMode="auto">
          <a:xfrm>
            <a:off x="1219200" y="1412875"/>
            <a:ext cx="3322638" cy="1785938"/>
            <a:chOff x="340" y="854"/>
            <a:chExt cx="2093" cy="1125"/>
          </a:xfrm>
        </p:grpSpPr>
        <p:grpSp>
          <p:nvGrpSpPr>
            <p:cNvPr id="93248" name="Group 6"/>
            <p:cNvGrpSpPr/>
            <p:nvPr/>
          </p:nvGrpSpPr>
          <p:grpSpPr bwMode="auto">
            <a:xfrm>
              <a:off x="340" y="854"/>
              <a:ext cx="1578" cy="1125"/>
              <a:chOff x="192" y="619"/>
              <a:chExt cx="1578" cy="1125"/>
            </a:xfrm>
          </p:grpSpPr>
          <p:sp>
            <p:nvSpPr>
              <p:cNvPr id="93252" name="Line 7"/>
              <p:cNvSpPr>
                <a:spLocks noChangeShapeType="1"/>
              </p:cNvSpPr>
              <p:nvPr/>
            </p:nvSpPr>
            <p:spPr bwMode="auto">
              <a:xfrm>
                <a:off x="192" y="1467"/>
                <a:ext cx="1451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53" name="Line 8"/>
              <p:cNvSpPr>
                <a:spLocks noChangeShapeType="1"/>
              </p:cNvSpPr>
              <p:nvPr/>
            </p:nvSpPr>
            <p:spPr bwMode="auto">
              <a:xfrm flipV="1">
                <a:off x="476" y="679"/>
                <a:ext cx="0" cy="103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3254" name="Group 9"/>
              <p:cNvGrpSpPr/>
              <p:nvPr/>
            </p:nvGrpSpPr>
            <p:grpSpPr bwMode="auto">
              <a:xfrm>
                <a:off x="413" y="619"/>
                <a:ext cx="126" cy="195"/>
                <a:chOff x="1554" y="1752"/>
                <a:chExt cx="112" cy="180"/>
              </a:xfrm>
            </p:grpSpPr>
            <p:sp>
              <p:nvSpPr>
                <p:cNvPr id="93262" name="Freeform 10"/>
                <p:cNvSpPr/>
                <p:nvPr/>
              </p:nvSpPr>
              <p:spPr bwMode="auto">
                <a:xfrm>
                  <a:off x="1584" y="1752"/>
                  <a:ext cx="57" cy="180"/>
                </a:xfrm>
                <a:custGeom>
                  <a:avLst/>
                  <a:gdLst>
                    <a:gd name="T0" fmla="*/ 57 w 57"/>
                    <a:gd name="T1" fmla="*/ 180 h 180"/>
                    <a:gd name="T2" fmla="*/ 30 w 57"/>
                    <a:gd name="T3" fmla="*/ 156 h 180"/>
                    <a:gd name="T4" fmla="*/ 0 w 57"/>
                    <a:gd name="T5" fmla="*/ 177 h 180"/>
                    <a:gd name="T6" fmla="*/ 27 w 57"/>
                    <a:gd name="T7" fmla="*/ 0 h 180"/>
                    <a:gd name="T8" fmla="*/ 57 w 57"/>
                    <a:gd name="T9" fmla="*/ 180 h 18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7"/>
                    <a:gd name="T16" fmla="*/ 0 h 180"/>
                    <a:gd name="T17" fmla="*/ 57 w 57"/>
                    <a:gd name="T18" fmla="*/ 180 h 18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7" h="180">
                      <a:moveTo>
                        <a:pt x="57" y="180"/>
                      </a:moveTo>
                      <a:lnTo>
                        <a:pt x="30" y="156"/>
                      </a:lnTo>
                      <a:lnTo>
                        <a:pt x="0" y="177"/>
                      </a:lnTo>
                      <a:lnTo>
                        <a:pt x="27" y="0"/>
                      </a:lnTo>
                      <a:lnTo>
                        <a:pt x="57" y="1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263" name="Rectangle 11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1596" y="1835"/>
                  <a:ext cx="28" cy="1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10800000" vert="eaVert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Ø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ü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85000"/>
                    </a:lnSpc>
                    <a:buFont typeface="Wingdings" panose="05000000000000000000" pitchFamily="2" charset="2"/>
                    <a:buNone/>
                  </a:pPr>
                  <a:endParaRPr lang="zh-CN" altLang="en-US" sz="2800">
                    <a:latin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93255" name="Group 12"/>
              <p:cNvGrpSpPr/>
              <p:nvPr/>
            </p:nvGrpSpPr>
            <p:grpSpPr bwMode="auto">
              <a:xfrm>
                <a:off x="1574" y="1406"/>
                <a:ext cx="196" cy="121"/>
                <a:chOff x="1236" y="1330"/>
                <a:chExt cx="174" cy="112"/>
              </a:xfrm>
            </p:grpSpPr>
            <p:sp>
              <p:nvSpPr>
                <p:cNvPr id="93260" name="Freeform 13"/>
                <p:cNvSpPr/>
                <p:nvPr/>
              </p:nvSpPr>
              <p:spPr bwMode="auto">
                <a:xfrm>
                  <a:off x="1236" y="1356"/>
                  <a:ext cx="174" cy="60"/>
                </a:xfrm>
                <a:custGeom>
                  <a:avLst/>
                  <a:gdLst>
                    <a:gd name="T0" fmla="*/ 0 w 174"/>
                    <a:gd name="T1" fmla="*/ 0 h 60"/>
                    <a:gd name="T2" fmla="*/ 21 w 174"/>
                    <a:gd name="T3" fmla="*/ 30 h 60"/>
                    <a:gd name="T4" fmla="*/ 0 w 174"/>
                    <a:gd name="T5" fmla="*/ 60 h 60"/>
                    <a:gd name="T6" fmla="*/ 174 w 174"/>
                    <a:gd name="T7" fmla="*/ 30 h 60"/>
                    <a:gd name="T8" fmla="*/ 0 w 174"/>
                    <a:gd name="T9" fmla="*/ 0 h 6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4"/>
                    <a:gd name="T16" fmla="*/ 0 h 60"/>
                    <a:gd name="T17" fmla="*/ 174 w 174"/>
                    <a:gd name="T18" fmla="*/ 60 h 6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4" h="60">
                      <a:moveTo>
                        <a:pt x="0" y="0"/>
                      </a:moveTo>
                      <a:lnTo>
                        <a:pt x="21" y="30"/>
                      </a:lnTo>
                      <a:lnTo>
                        <a:pt x="0" y="60"/>
                      </a:lnTo>
                      <a:lnTo>
                        <a:pt x="174" y="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261" name="Rectangle 14"/>
                <p:cNvSpPr>
                  <a:spLocks noChangeArrowheads="1"/>
                </p:cNvSpPr>
                <p:nvPr/>
              </p:nvSpPr>
              <p:spPr bwMode="auto">
                <a:xfrm rot="10800000" flipH="1" flipV="1">
                  <a:off x="1261" y="1330"/>
                  <a:ext cx="28" cy="1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Ø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ü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85000"/>
                    </a:lnSpc>
                    <a:buFont typeface="Wingdings" panose="05000000000000000000" pitchFamily="2" charset="2"/>
                    <a:buNone/>
                  </a:pPr>
                  <a:endParaRPr lang="zh-CN" altLang="en-US" sz="2800">
                    <a:latin typeface="黑体" panose="02010609060101010101" pitchFamily="49" charset="-122"/>
                  </a:endParaRPr>
                </a:p>
              </p:txBody>
            </p:sp>
          </p:grpSp>
          <p:sp>
            <p:nvSpPr>
              <p:cNvPr id="93256" name="Freeform 15"/>
              <p:cNvSpPr/>
              <p:nvPr/>
            </p:nvSpPr>
            <p:spPr bwMode="auto">
              <a:xfrm>
                <a:off x="255" y="922"/>
                <a:ext cx="1262" cy="545"/>
              </a:xfrm>
              <a:custGeom>
                <a:avLst/>
                <a:gdLst>
                  <a:gd name="T0" fmla="*/ 0 w 1120"/>
                  <a:gd name="T1" fmla="*/ 2607 h 504"/>
                  <a:gd name="T2" fmla="*/ 2407 w 1120"/>
                  <a:gd name="T3" fmla="*/ 2607 h 504"/>
                  <a:gd name="T4" fmla="*/ 2407 w 1120"/>
                  <a:gd name="T5" fmla="*/ 0 h 504"/>
                  <a:gd name="T6" fmla="*/ 6863 w 1120"/>
                  <a:gd name="T7" fmla="*/ 0 h 504"/>
                  <a:gd name="T8" fmla="*/ 6863 w 1120"/>
                  <a:gd name="T9" fmla="*/ 2607 h 504"/>
                  <a:gd name="T10" fmla="*/ 13736 w 1120"/>
                  <a:gd name="T11" fmla="*/ 2607 h 50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20"/>
                  <a:gd name="T19" fmla="*/ 0 h 504"/>
                  <a:gd name="T20" fmla="*/ 1120 w 1120"/>
                  <a:gd name="T21" fmla="*/ 504 h 50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20" h="504">
                    <a:moveTo>
                      <a:pt x="0" y="504"/>
                    </a:moveTo>
                    <a:lnTo>
                      <a:pt x="196" y="504"/>
                    </a:lnTo>
                    <a:lnTo>
                      <a:pt x="196" y="0"/>
                    </a:lnTo>
                    <a:lnTo>
                      <a:pt x="560" y="0"/>
                    </a:lnTo>
                    <a:lnTo>
                      <a:pt x="560" y="504"/>
                    </a:lnTo>
                    <a:lnTo>
                      <a:pt x="1120" y="504"/>
                    </a:lnTo>
                  </a:path>
                </a:pathLst>
              </a:custGeom>
              <a:noFill/>
              <a:ln w="15875">
                <a:solidFill>
                  <a:srgbClr val="3333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57" name="Text Box 16"/>
              <p:cNvSpPr txBox="1">
                <a:spLocks noChangeArrowheads="1"/>
              </p:cNvSpPr>
              <p:nvPr/>
            </p:nvSpPr>
            <p:spPr bwMode="auto">
              <a:xfrm>
                <a:off x="359" y="1445"/>
                <a:ext cx="252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Aft>
                    <a:spcPts val="100"/>
                  </a:spcAft>
                  <a:buFont typeface="Wingdings" panose="05000000000000000000" pitchFamily="2" charset="2"/>
                  <a:buNone/>
                </a:pPr>
                <a:r>
                  <a:rPr lang="en-US" altLang="zh-CN" sz="2000">
                    <a:latin typeface="黑体" panose="02010609060101010101" pitchFamily="49" charset="-122"/>
                    <a:ea typeface="ˎ̥"/>
                    <a:cs typeface="ˎ̥"/>
                  </a:rPr>
                  <a:t>0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58" name="Text Box 17"/>
              <p:cNvSpPr txBox="1">
                <a:spLocks noChangeArrowheads="1"/>
              </p:cNvSpPr>
              <p:nvPr/>
            </p:nvSpPr>
            <p:spPr bwMode="auto">
              <a:xfrm>
                <a:off x="318" y="801"/>
                <a:ext cx="253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Aft>
                    <a:spcPts val="100"/>
                  </a:spcAft>
                  <a:buFont typeface="Wingdings" panose="05000000000000000000" pitchFamily="2" charset="2"/>
                  <a:buNone/>
                </a:pPr>
                <a:r>
                  <a:rPr lang="en-US" altLang="zh-CN" sz="2000">
                    <a:latin typeface="黑体" panose="02010609060101010101" pitchFamily="49" charset="-122"/>
                    <a:ea typeface="ˎ̥"/>
                    <a:cs typeface="ˎ̥"/>
                  </a:rPr>
                  <a:t>2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59" name="Text Box 18"/>
              <p:cNvSpPr txBox="1">
                <a:spLocks noChangeArrowheads="1"/>
              </p:cNvSpPr>
              <p:nvPr/>
            </p:nvSpPr>
            <p:spPr bwMode="auto">
              <a:xfrm>
                <a:off x="864" y="1458"/>
                <a:ext cx="253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Aft>
                    <a:spcPts val="100"/>
                  </a:spcAft>
                  <a:buFont typeface="Wingdings" panose="05000000000000000000" pitchFamily="2" charset="2"/>
                  <a:buNone/>
                </a:pPr>
                <a:r>
                  <a:rPr lang="en-US" altLang="zh-CN" sz="2000">
                    <a:latin typeface="黑体" panose="02010609060101010101" pitchFamily="49" charset="-122"/>
                    <a:ea typeface="ˎ̥"/>
                    <a:cs typeface="ˎ̥"/>
                  </a:rPr>
                  <a:t>1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3249" name="Group 19"/>
            <p:cNvGrpSpPr/>
            <p:nvPr/>
          </p:nvGrpSpPr>
          <p:grpSpPr bwMode="auto">
            <a:xfrm>
              <a:off x="2192" y="1676"/>
              <a:ext cx="241" cy="233"/>
              <a:chOff x="2192" y="1676"/>
              <a:chExt cx="241" cy="233"/>
            </a:xfrm>
          </p:grpSpPr>
          <p:graphicFrame>
            <p:nvGraphicFramePr>
              <p:cNvPr id="93250" name="Object 12"/>
              <p:cNvGraphicFramePr>
                <a:graphicFrameLocks noChangeAspect="1"/>
              </p:cNvGraphicFramePr>
              <p:nvPr/>
            </p:nvGraphicFramePr>
            <p:xfrm>
              <a:off x="2301" y="1722"/>
              <a:ext cx="132" cy="1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208" name="公式" r:id="rId5" imgW="13970" imgH="27305" progId="Equation.3">
                      <p:embed/>
                    </p:oleObj>
                  </mc:Choice>
                  <mc:Fallback>
                    <p:oleObj name="公式" r:id="rId5" imgW="13970" imgH="27305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1" y="1722"/>
                            <a:ext cx="132" cy="1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3251" name="Object 13"/>
              <p:cNvGraphicFramePr>
                <a:graphicFrameLocks noChangeAspect="1"/>
              </p:cNvGraphicFramePr>
              <p:nvPr/>
            </p:nvGraphicFramePr>
            <p:xfrm>
              <a:off x="2192" y="1676"/>
              <a:ext cx="106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209" name="公式" r:id="rId7" imgW="88900" imgH="152400" progId="Equation.3">
                      <p:embed/>
                    </p:oleObj>
                  </mc:Choice>
                  <mc:Fallback>
                    <p:oleObj name="公式" r:id="rId7" imgW="88900" imgH="1524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92" y="1676"/>
                            <a:ext cx="106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3190" name="Group 22"/>
          <p:cNvGrpSpPr/>
          <p:nvPr/>
        </p:nvGrpSpPr>
        <p:grpSpPr bwMode="auto">
          <a:xfrm>
            <a:off x="5364163" y="1268413"/>
            <a:ext cx="2689225" cy="1670050"/>
            <a:chOff x="2068" y="908"/>
            <a:chExt cx="1694" cy="1052"/>
          </a:xfrm>
        </p:grpSpPr>
        <p:grpSp>
          <p:nvGrpSpPr>
            <p:cNvPr id="93232" name="Group 23"/>
            <p:cNvGrpSpPr/>
            <p:nvPr/>
          </p:nvGrpSpPr>
          <p:grpSpPr bwMode="auto">
            <a:xfrm>
              <a:off x="2068" y="908"/>
              <a:ext cx="1694" cy="1052"/>
              <a:chOff x="1920" y="673"/>
              <a:chExt cx="1694" cy="1052"/>
            </a:xfrm>
          </p:grpSpPr>
          <p:sp>
            <p:nvSpPr>
              <p:cNvPr id="93235" name="Line 24"/>
              <p:cNvSpPr>
                <a:spLocks noChangeShapeType="1"/>
              </p:cNvSpPr>
              <p:nvPr/>
            </p:nvSpPr>
            <p:spPr bwMode="auto">
              <a:xfrm>
                <a:off x="1920" y="1472"/>
                <a:ext cx="1571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36" name="Line 25"/>
              <p:cNvSpPr>
                <a:spLocks noChangeShapeType="1"/>
              </p:cNvSpPr>
              <p:nvPr/>
            </p:nvSpPr>
            <p:spPr bwMode="auto">
              <a:xfrm flipV="1">
                <a:off x="2182" y="730"/>
                <a:ext cx="0" cy="97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3237" name="Group 26"/>
              <p:cNvGrpSpPr/>
              <p:nvPr/>
            </p:nvGrpSpPr>
            <p:grpSpPr bwMode="auto">
              <a:xfrm>
                <a:off x="2124" y="673"/>
                <a:ext cx="116" cy="183"/>
                <a:chOff x="1554" y="1752"/>
                <a:chExt cx="112" cy="180"/>
              </a:xfrm>
            </p:grpSpPr>
            <p:sp>
              <p:nvSpPr>
                <p:cNvPr id="93246" name="Freeform 27"/>
                <p:cNvSpPr/>
                <p:nvPr/>
              </p:nvSpPr>
              <p:spPr bwMode="auto">
                <a:xfrm>
                  <a:off x="1584" y="1752"/>
                  <a:ext cx="57" cy="180"/>
                </a:xfrm>
                <a:custGeom>
                  <a:avLst/>
                  <a:gdLst>
                    <a:gd name="T0" fmla="*/ 57 w 57"/>
                    <a:gd name="T1" fmla="*/ 180 h 180"/>
                    <a:gd name="T2" fmla="*/ 30 w 57"/>
                    <a:gd name="T3" fmla="*/ 156 h 180"/>
                    <a:gd name="T4" fmla="*/ 0 w 57"/>
                    <a:gd name="T5" fmla="*/ 177 h 180"/>
                    <a:gd name="T6" fmla="*/ 27 w 57"/>
                    <a:gd name="T7" fmla="*/ 0 h 180"/>
                    <a:gd name="T8" fmla="*/ 57 w 57"/>
                    <a:gd name="T9" fmla="*/ 180 h 18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7"/>
                    <a:gd name="T16" fmla="*/ 0 h 180"/>
                    <a:gd name="T17" fmla="*/ 57 w 57"/>
                    <a:gd name="T18" fmla="*/ 180 h 18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7" h="180">
                      <a:moveTo>
                        <a:pt x="57" y="180"/>
                      </a:moveTo>
                      <a:lnTo>
                        <a:pt x="30" y="156"/>
                      </a:lnTo>
                      <a:lnTo>
                        <a:pt x="0" y="177"/>
                      </a:lnTo>
                      <a:lnTo>
                        <a:pt x="27" y="0"/>
                      </a:lnTo>
                      <a:lnTo>
                        <a:pt x="57" y="1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247" name="Rectangle 28"/>
                <p:cNvSpPr>
                  <a:spLocks noChangeArrowheads="1"/>
                </p:cNvSpPr>
                <p:nvPr/>
              </p:nvSpPr>
              <p:spPr bwMode="auto">
                <a:xfrm rot="5400000" flipH="1">
                  <a:off x="1596" y="1835"/>
                  <a:ext cx="28" cy="1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Ø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ü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85000"/>
                    </a:lnSpc>
                    <a:buFont typeface="Wingdings" panose="05000000000000000000" pitchFamily="2" charset="2"/>
                    <a:buNone/>
                  </a:pPr>
                  <a:endParaRPr lang="zh-CN" altLang="en-US" sz="2800">
                    <a:latin typeface="黑体" panose="02010609060101010101" pitchFamily="49" charset="-122"/>
                  </a:endParaRPr>
                </a:p>
              </p:txBody>
            </p:sp>
          </p:grpSp>
          <p:grpSp>
            <p:nvGrpSpPr>
              <p:cNvPr id="93238" name="Group 29"/>
              <p:cNvGrpSpPr/>
              <p:nvPr/>
            </p:nvGrpSpPr>
            <p:grpSpPr bwMode="auto">
              <a:xfrm>
                <a:off x="3433" y="1415"/>
                <a:ext cx="181" cy="114"/>
                <a:chOff x="1236" y="1330"/>
                <a:chExt cx="174" cy="112"/>
              </a:xfrm>
            </p:grpSpPr>
            <p:sp>
              <p:nvSpPr>
                <p:cNvPr id="93244" name="Freeform 30"/>
                <p:cNvSpPr/>
                <p:nvPr/>
              </p:nvSpPr>
              <p:spPr bwMode="auto">
                <a:xfrm>
                  <a:off x="1236" y="1356"/>
                  <a:ext cx="174" cy="60"/>
                </a:xfrm>
                <a:custGeom>
                  <a:avLst/>
                  <a:gdLst>
                    <a:gd name="T0" fmla="*/ 0 w 174"/>
                    <a:gd name="T1" fmla="*/ 0 h 60"/>
                    <a:gd name="T2" fmla="*/ 21 w 174"/>
                    <a:gd name="T3" fmla="*/ 30 h 60"/>
                    <a:gd name="T4" fmla="*/ 0 w 174"/>
                    <a:gd name="T5" fmla="*/ 60 h 60"/>
                    <a:gd name="T6" fmla="*/ 174 w 174"/>
                    <a:gd name="T7" fmla="*/ 30 h 60"/>
                    <a:gd name="T8" fmla="*/ 0 w 174"/>
                    <a:gd name="T9" fmla="*/ 0 h 6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4"/>
                    <a:gd name="T16" fmla="*/ 0 h 60"/>
                    <a:gd name="T17" fmla="*/ 174 w 174"/>
                    <a:gd name="T18" fmla="*/ 60 h 6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4" h="60">
                      <a:moveTo>
                        <a:pt x="0" y="0"/>
                      </a:moveTo>
                      <a:lnTo>
                        <a:pt x="21" y="30"/>
                      </a:lnTo>
                      <a:lnTo>
                        <a:pt x="0" y="60"/>
                      </a:lnTo>
                      <a:lnTo>
                        <a:pt x="174" y="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0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3245" name="Rectangle 31"/>
                <p:cNvSpPr>
                  <a:spLocks noChangeArrowheads="1"/>
                </p:cNvSpPr>
                <p:nvPr/>
              </p:nvSpPr>
              <p:spPr bwMode="auto">
                <a:xfrm rot="10800000" flipH="1" flipV="1">
                  <a:off x="1261" y="1330"/>
                  <a:ext cx="28" cy="1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Ø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ü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l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u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85000"/>
                    </a:lnSpc>
                    <a:buFont typeface="Wingdings" panose="05000000000000000000" pitchFamily="2" charset="2"/>
                    <a:buNone/>
                  </a:pPr>
                  <a:endParaRPr lang="zh-CN" altLang="en-US" sz="2800">
                    <a:latin typeface="黑体" panose="02010609060101010101" pitchFamily="49" charset="-122"/>
                  </a:endParaRPr>
                </a:p>
              </p:txBody>
            </p:sp>
          </p:grpSp>
          <p:sp>
            <p:nvSpPr>
              <p:cNvPr id="93239" name="Text Box 32"/>
              <p:cNvSpPr txBox="1">
                <a:spLocks noChangeArrowheads="1"/>
              </p:cNvSpPr>
              <p:nvPr/>
            </p:nvSpPr>
            <p:spPr bwMode="auto">
              <a:xfrm>
                <a:off x="2065" y="1444"/>
                <a:ext cx="233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Aft>
                    <a:spcPts val="100"/>
                  </a:spcAft>
                  <a:buFont typeface="Wingdings" panose="05000000000000000000" pitchFamily="2" charset="2"/>
                  <a:buNone/>
                </a:pPr>
                <a:r>
                  <a:rPr lang="en-US" altLang="zh-CN" sz="2000">
                    <a:latin typeface="黑体" panose="02010609060101010101" pitchFamily="49" charset="-122"/>
                    <a:ea typeface="ˎ̥"/>
                    <a:cs typeface="ˎ̥"/>
                  </a:rPr>
                  <a:t>0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40" name="Text Box 33"/>
              <p:cNvSpPr txBox="1">
                <a:spLocks noChangeArrowheads="1"/>
              </p:cNvSpPr>
              <p:nvPr/>
            </p:nvSpPr>
            <p:spPr bwMode="auto">
              <a:xfrm>
                <a:off x="2036" y="844"/>
                <a:ext cx="233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Aft>
                    <a:spcPts val="100"/>
                  </a:spcAft>
                  <a:buFont typeface="Wingdings" panose="05000000000000000000" pitchFamily="2" charset="2"/>
                  <a:buNone/>
                </a:pPr>
                <a:r>
                  <a:rPr lang="en-US" altLang="zh-CN" sz="2000">
                    <a:latin typeface="黑体" panose="02010609060101010101" pitchFamily="49" charset="-122"/>
                    <a:ea typeface="ˎ̥"/>
                    <a:cs typeface="ˎ̥"/>
                  </a:rPr>
                  <a:t>2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41" name="Text Box 34"/>
              <p:cNvSpPr txBox="1">
                <a:spLocks noChangeArrowheads="1"/>
              </p:cNvSpPr>
              <p:nvPr/>
            </p:nvSpPr>
            <p:spPr bwMode="auto">
              <a:xfrm>
                <a:off x="2938" y="1456"/>
                <a:ext cx="233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Aft>
                    <a:spcPts val="100"/>
                  </a:spcAft>
                  <a:buFont typeface="Wingdings" panose="05000000000000000000" pitchFamily="2" charset="2"/>
                  <a:buNone/>
                </a:pPr>
                <a:r>
                  <a:rPr lang="en-US" altLang="zh-CN" sz="2000">
                    <a:latin typeface="黑体" panose="02010609060101010101" pitchFamily="49" charset="-122"/>
                    <a:ea typeface="ˎ̥"/>
                    <a:cs typeface="ˎ̥"/>
                  </a:rPr>
                  <a:t>2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93242" name="Freeform 35"/>
              <p:cNvSpPr/>
              <p:nvPr/>
            </p:nvSpPr>
            <p:spPr bwMode="auto">
              <a:xfrm>
                <a:off x="1978" y="955"/>
                <a:ext cx="1389" cy="517"/>
              </a:xfrm>
              <a:custGeom>
                <a:avLst/>
                <a:gdLst>
                  <a:gd name="T0" fmla="*/ 0 w 1337"/>
                  <a:gd name="T1" fmla="*/ 763 h 507"/>
                  <a:gd name="T2" fmla="*/ 439 w 1337"/>
                  <a:gd name="T3" fmla="*/ 763 h 507"/>
                  <a:gd name="T4" fmla="*/ 2125 w 1337"/>
                  <a:gd name="T5" fmla="*/ 0 h 507"/>
                  <a:gd name="T6" fmla="*/ 2125 w 1337"/>
                  <a:gd name="T7" fmla="*/ 760 h 507"/>
                  <a:gd name="T8" fmla="*/ 2977 w 1337"/>
                  <a:gd name="T9" fmla="*/ 760 h 5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37"/>
                  <a:gd name="T16" fmla="*/ 0 h 507"/>
                  <a:gd name="T17" fmla="*/ 1337 w 1337"/>
                  <a:gd name="T18" fmla="*/ 507 h 5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37" h="507">
                    <a:moveTo>
                      <a:pt x="0" y="507"/>
                    </a:moveTo>
                    <a:lnTo>
                      <a:pt x="196" y="507"/>
                    </a:lnTo>
                    <a:lnTo>
                      <a:pt x="953" y="0"/>
                    </a:lnTo>
                    <a:lnTo>
                      <a:pt x="953" y="504"/>
                    </a:lnTo>
                    <a:lnTo>
                      <a:pt x="1337" y="504"/>
                    </a:lnTo>
                  </a:path>
                </a:pathLst>
              </a:custGeom>
              <a:noFill/>
              <a:ln w="1587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43" name="Line 36"/>
              <p:cNvSpPr>
                <a:spLocks noChangeShapeType="1"/>
              </p:cNvSpPr>
              <p:nvPr/>
            </p:nvSpPr>
            <p:spPr bwMode="auto">
              <a:xfrm flipH="1">
                <a:off x="2182" y="958"/>
                <a:ext cx="785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93233" name="Object 10"/>
            <p:cNvGraphicFramePr>
              <a:graphicFrameLocks noChangeAspect="1"/>
            </p:cNvGraphicFramePr>
            <p:nvPr/>
          </p:nvGraphicFramePr>
          <p:xfrm>
            <a:off x="3515" y="1751"/>
            <a:ext cx="166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10" name="公式" r:id="rId9" imgW="13970" imgH="27305" progId="Equation.3">
                    <p:embed/>
                  </p:oleObj>
                </mc:Choice>
                <mc:Fallback>
                  <p:oleObj name="公式" r:id="rId9" imgW="13970" imgH="2730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1751"/>
                          <a:ext cx="166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34" name="Object 11"/>
            <p:cNvGraphicFramePr>
              <a:graphicFrameLocks noChangeAspect="1"/>
            </p:cNvGraphicFramePr>
            <p:nvPr/>
          </p:nvGraphicFramePr>
          <p:xfrm>
            <a:off x="3379" y="1706"/>
            <a:ext cx="13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11" name="公式" r:id="rId11" imgW="88900" imgH="152400" progId="Equation.3">
                    <p:embed/>
                  </p:oleObj>
                </mc:Choice>
                <mc:Fallback>
                  <p:oleObj name="公式" r:id="rId11" imgW="88900" imgH="1524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1706"/>
                          <a:ext cx="13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191" name="Object 4"/>
          <p:cNvGraphicFramePr>
            <a:graphicFrameLocks noChangeAspect="1"/>
          </p:cNvGraphicFramePr>
          <p:nvPr/>
        </p:nvGraphicFramePr>
        <p:xfrm>
          <a:off x="6288088" y="1004888"/>
          <a:ext cx="8159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2" name="公式" r:id="rId12" imgW="431800" imgH="215900" progId="Equation.3">
                  <p:embed/>
                </p:oleObj>
              </mc:Choice>
              <mc:Fallback>
                <p:oleObj name="公式" r:id="rId12" imgW="4318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8088" y="1004888"/>
                        <a:ext cx="81597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2" name="Object 5"/>
          <p:cNvGraphicFramePr>
            <a:graphicFrameLocks noChangeAspect="1"/>
          </p:cNvGraphicFramePr>
          <p:nvPr/>
        </p:nvGraphicFramePr>
        <p:xfrm>
          <a:off x="6804025" y="981075"/>
          <a:ext cx="7000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3" name="公式" r:id="rId14" imgW="191770" imgH="81915" progId="Equation.3">
                  <p:embed/>
                </p:oleObj>
              </mc:Choice>
              <mc:Fallback>
                <p:oleObj name="公式" r:id="rId14" imgW="191770" imgH="819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981075"/>
                        <a:ext cx="70008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3" name="Rectangle 41"/>
          <p:cNvSpPr>
            <a:spLocks noChangeArrowheads="1"/>
          </p:cNvSpPr>
          <p:nvPr/>
        </p:nvSpPr>
        <p:spPr bwMode="auto">
          <a:xfrm>
            <a:off x="-196850" y="2173288"/>
            <a:ext cx="18415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grpSp>
        <p:nvGrpSpPr>
          <p:cNvPr id="11" name="Group 42"/>
          <p:cNvGrpSpPr/>
          <p:nvPr/>
        </p:nvGrpSpPr>
        <p:grpSpPr bwMode="auto">
          <a:xfrm>
            <a:off x="0" y="3716338"/>
            <a:ext cx="2771775" cy="1863725"/>
            <a:chOff x="0" y="2341"/>
            <a:chExt cx="1746" cy="1174"/>
          </a:xfrm>
        </p:grpSpPr>
        <p:sp>
          <p:nvSpPr>
            <p:cNvPr id="93217" name="Line 43"/>
            <p:cNvSpPr>
              <a:spLocks noChangeShapeType="1"/>
            </p:cNvSpPr>
            <p:nvPr/>
          </p:nvSpPr>
          <p:spPr bwMode="auto">
            <a:xfrm>
              <a:off x="0" y="3275"/>
              <a:ext cx="151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8" name="Line 44"/>
            <p:cNvSpPr>
              <a:spLocks noChangeShapeType="1"/>
            </p:cNvSpPr>
            <p:nvPr/>
          </p:nvSpPr>
          <p:spPr bwMode="auto">
            <a:xfrm flipV="1">
              <a:off x="1206" y="2533"/>
              <a:ext cx="0" cy="97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3219" name="Group 45"/>
            <p:cNvGrpSpPr/>
            <p:nvPr/>
          </p:nvGrpSpPr>
          <p:grpSpPr bwMode="auto">
            <a:xfrm>
              <a:off x="1149" y="2476"/>
              <a:ext cx="113" cy="183"/>
              <a:chOff x="1554" y="1752"/>
              <a:chExt cx="112" cy="180"/>
            </a:xfrm>
          </p:grpSpPr>
          <p:sp>
            <p:nvSpPr>
              <p:cNvPr id="93230" name="Freeform 46"/>
              <p:cNvSpPr/>
              <p:nvPr/>
            </p:nvSpPr>
            <p:spPr bwMode="auto">
              <a:xfrm>
                <a:off x="1584" y="1752"/>
                <a:ext cx="57" cy="180"/>
              </a:xfrm>
              <a:custGeom>
                <a:avLst/>
                <a:gdLst>
                  <a:gd name="T0" fmla="*/ 57 w 57"/>
                  <a:gd name="T1" fmla="*/ 180 h 180"/>
                  <a:gd name="T2" fmla="*/ 30 w 57"/>
                  <a:gd name="T3" fmla="*/ 156 h 180"/>
                  <a:gd name="T4" fmla="*/ 0 w 57"/>
                  <a:gd name="T5" fmla="*/ 177 h 180"/>
                  <a:gd name="T6" fmla="*/ 27 w 57"/>
                  <a:gd name="T7" fmla="*/ 0 h 180"/>
                  <a:gd name="T8" fmla="*/ 57 w 57"/>
                  <a:gd name="T9" fmla="*/ 18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180"/>
                  <a:gd name="T17" fmla="*/ 57 w 57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180">
                    <a:moveTo>
                      <a:pt x="57" y="180"/>
                    </a:moveTo>
                    <a:lnTo>
                      <a:pt x="30" y="156"/>
                    </a:lnTo>
                    <a:lnTo>
                      <a:pt x="0" y="177"/>
                    </a:lnTo>
                    <a:lnTo>
                      <a:pt x="27" y="0"/>
                    </a:lnTo>
                    <a:lnTo>
                      <a:pt x="57" y="18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31" name="Rectangle 47"/>
              <p:cNvSpPr>
                <a:spLocks noChangeArrowheads="1"/>
              </p:cNvSpPr>
              <p:nvPr/>
            </p:nvSpPr>
            <p:spPr bwMode="auto">
              <a:xfrm rot="5400000" flipH="1">
                <a:off x="1596" y="1835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grpSp>
          <p:nvGrpSpPr>
            <p:cNvPr id="93220" name="Group 48"/>
            <p:cNvGrpSpPr/>
            <p:nvPr/>
          </p:nvGrpSpPr>
          <p:grpSpPr bwMode="auto">
            <a:xfrm>
              <a:off x="1458" y="3217"/>
              <a:ext cx="175" cy="115"/>
              <a:chOff x="1236" y="1330"/>
              <a:chExt cx="174" cy="112"/>
            </a:xfrm>
          </p:grpSpPr>
          <p:sp>
            <p:nvSpPr>
              <p:cNvPr id="93228" name="Freeform 49"/>
              <p:cNvSpPr/>
              <p:nvPr/>
            </p:nvSpPr>
            <p:spPr bwMode="auto">
              <a:xfrm>
                <a:off x="1236" y="1356"/>
                <a:ext cx="174" cy="60"/>
              </a:xfrm>
              <a:custGeom>
                <a:avLst/>
                <a:gdLst>
                  <a:gd name="T0" fmla="*/ 0 w 174"/>
                  <a:gd name="T1" fmla="*/ 0 h 60"/>
                  <a:gd name="T2" fmla="*/ 21 w 174"/>
                  <a:gd name="T3" fmla="*/ 30 h 60"/>
                  <a:gd name="T4" fmla="*/ 0 w 174"/>
                  <a:gd name="T5" fmla="*/ 60 h 60"/>
                  <a:gd name="T6" fmla="*/ 174 w 174"/>
                  <a:gd name="T7" fmla="*/ 30 h 60"/>
                  <a:gd name="T8" fmla="*/ 0 w 174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60"/>
                  <a:gd name="T17" fmla="*/ 174 w 174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60">
                    <a:moveTo>
                      <a:pt x="0" y="0"/>
                    </a:moveTo>
                    <a:lnTo>
                      <a:pt x="21" y="30"/>
                    </a:lnTo>
                    <a:lnTo>
                      <a:pt x="0" y="60"/>
                    </a:lnTo>
                    <a:lnTo>
                      <a:pt x="17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29" name="Rectangle 50"/>
              <p:cNvSpPr>
                <a:spLocks noChangeArrowheads="1"/>
              </p:cNvSpPr>
              <p:nvPr/>
            </p:nvSpPr>
            <p:spPr bwMode="auto">
              <a:xfrm rot="10800000" flipH="1" flipV="1">
                <a:off x="1261" y="1330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93221" name="Text Box 51"/>
            <p:cNvSpPr txBox="1">
              <a:spLocks noChangeArrowheads="1"/>
            </p:cNvSpPr>
            <p:nvPr/>
          </p:nvSpPr>
          <p:spPr bwMode="auto">
            <a:xfrm>
              <a:off x="1283" y="2341"/>
              <a:ext cx="46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solidFill>
                    <a:srgbClr val="FF3300"/>
                  </a:solidFill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solidFill>
                    <a:srgbClr val="FF3300"/>
                  </a:solidFill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r>
                <a:rPr lang="en-US" altLang="zh-CN" sz="2000">
                  <a:solidFill>
                    <a:srgbClr val="FF3300"/>
                  </a:solidFill>
                  <a:latin typeface="黑体" panose="02010609060101010101" pitchFamily="49" charset="-122"/>
                  <a:ea typeface="ˎ̥"/>
                  <a:cs typeface="ˎ̥"/>
                </a:rPr>
                <a:t>(-</a:t>
              </a:r>
              <a:r>
                <a:rPr lang="en-US" altLang="zh-CN" sz="2000" i="1">
                  <a:solidFill>
                    <a:srgbClr val="FF3300"/>
                  </a:solidFill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solidFill>
                    <a:srgbClr val="FF3300"/>
                  </a:solidFill>
                  <a:latin typeface="黑体" panose="02010609060101010101" pitchFamily="49" charset="-122"/>
                  <a:ea typeface="ˎ̥"/>
                  <a:cs typeface="ˎ̥"/>
                </a:rPr>
                <a:t>)</a:t>
              </a:r>
              <a:endParaRPr lang="en-US" altLang="zh-CN" sz="2000" i="1">
                <a:solidFill>
                  <a:srgbClr val="FF3300"/>
                </a:solidFill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3222" name="Text Box 52"/>
            <p:cNvSpPr txBox="1">
              <a:spLocks noChangeArrowheads="1"/>
            </p:cNvSpPr>
            <p:nvPr/>
          </p:nvSpPr>
          <p:spPr bwMode="auto">
            <a:xfrm>
              <a:off x="1543" y="3246"/>
              <a:ext cx="19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zh-CN" altLang="en-US" sz="2000" i="1">
                  <a:solidFill>
                    <a:srgbClr val="FF3300"/>
                  </a:solidFill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zh-CN" altLang="en-US" sz="2000" i="1">
                  <a:solidFill>
                    <a:srgbClr val="FF3300"/>
                  </a:solidFill>
                  <a:latin typeface="Symbol" panose="05050102010706020507" pitchFamily="18" charset="2"/>
                  <a:ea typeface="ˎ̥"/>
                  <a:cs typeface="ˎ̥"/>
                </a:rPr>
                <a:t> </a:t>
              </a:r>
              <a:endParaRPr lang="zh-CN" altLang="en-US" sz="2000" i="1">
                <a:solidFill>
                  <a:srgbClr val="FF3300"/>
                </a:solidFill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3223" name="Text Box 53"/>
            <p:cNvSpPr txBox="1">
              <a:spLocks noChangeArrowheads="1"/>
            </p:cNvSpPr>
            <p:nvPr/>
          </p:nvSpPr>
          <p:spPr bwMode="auto">
            <a:xfrm>
              <a:off x="1234" y="3246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3224" name="Text Box 54"/>
            <p:cNvSpPr txBox="1">
              <a:spLocks noChangeArrowheads="1"/>
            </p:cNvSpPr>
            <p:nvPr/>
          </p:nvSpPr>
          <p:spPr bwMode="auto">
            <a:xfrm>
              <a:off x="1234" y="2647"/>
              <a:ext cx="224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3225" name="Text Box 55"/>
            <p:cNvSpPr txBox="1">
              <a:spLocks noChangeArrowheads="1"/>
            </p:cNvSpPr>
            <p:nvPr/>
          </p:nvSpPr>
          <p:spPr bwMode="auto">
            <a:xfrm>
              <a:off x="403" y="3246"/>
              <a:ext cx="3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-2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3226" name="Freeform 56"/>
            <p:cNvSpPr/>
            <p:nvPr/>
          </p:nvSpPr>
          <p:spPr bwMode="auto">
            <a:xfrm flipH="1">
              <a:off x="63" y="2758"/>
              <a:ext cx="1339" cy="517"/>
            </a:xfrm>
            <a:custGeom>
              <a:avLst/>
              <a:gdLst>
                <a:gd name="T0" fmla="*/ 0 w 1337"/>
                <a:gd name="T1" fmla="*/ 763 h 507"/>
                <a:gd name="T2" fmla="*/ 196 w 1337"/>
                <a:gd name="T3" fmla="*/ 763 h 507"/>
                <a:gd name="T4" fmla="*/ 974 w 1337"/>
                <a:gd name="T5" fmla="*/ 0 h 507"/>
                <a:gd name="T6" fmla="*/ 974 w 1337"/>
                <a:gd name="T7" fmla="*/ 760 h 507"/>
                <a:gd name="T8" fmla="*/ 1379 w 1337"/>
                <a:gd name="T9" fmla="*/ 760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7"/>
                <a:gd name="T16" fmla="*/ 0 h 507"/>
                <a:gd name="T17" fmla="*/ 1337 w 1337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7" h="507">
                  <a:moveTo>
                    <a:pt x="0" y="507"/>
                  </a:moveTo>
                  <a:lnTo>
                    <a:pt x="196" y="507"/>
                  </a:lnTo>
                  <a:lnTo>
                    <a:pt x="953" y="0"/>
                  </a:lnTo>
                  <a:lnTo>
                    <a:pt x="953" y="504"/>
                  </a:lnTo>
                  <a:lnTo>
                    <a:pt x="1337" y="504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7" name="Line 57"/>
            <p:cNvSpPr>
              <a:spLocks noChangeShapeType="1"/>
            </p:cNvSpPr>
            <p:nvPr/>
          </p:nvSpPr>
          <p:spPr bwMode="auto">
            <a:xfrm flipH="1">
              <a:off x="449" y="2762"/>
              <a:ext cx="757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93594" name="Object 6"/>
          <p:cNvGraphicFramePr>
            <a:graphicFrameLocks noChangeAspect="1"/>
          </p:cNvGraphicFramePr>
          <p:nvPr/>
        </p:nvGraphicFramePr>
        <p:xfrm>
          <a:off x="4643438" y="5949950"/>
          <a:ext cx="41767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4" name="公式" r:id="rId16" imgW="2373630" imgH="215900" progId="Equation.3">
                  <p:embed/>
                </p:oleObj>
              </mc:Choice>
              <mc:Fallback>
                <p:oleObj name="公式" r:id="rId16" imgW="237363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949950"/>
                        <a:ext cx="417671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59"/>
          <p:cNvGrpSpPr/>
          <p:nvPr/>
        </p:nvGrpSpPr>
        <p:grpSpPr bwMode="auto">
          <a:xfrm>
            <a:off x="4859338" y="3716338"/>
            <a:ext cx="3313112" cy="2089150"/>
            <a:chOff x="3061" y="2341"/>
            <a:chExt cx="2087" cy="1316"/>
          </a:xfrm>
        </p:grpSpPr>
        <p:sp>
          <p:nvSpPr>
            <p:cNvPr id="93201" name="Line 60"/>
            <p:cNvSpPr>
              <a:spLocks noChangeShapeType="1"/>
            </p:cNvSpPr>
            <p:nvPr/>
          </p:nvSpPr>
          <p:spPr bwMode="auto">
            <a:xfrm>
              <a:off x="3061" y="3361"/>
              <a:ext cx="1847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2" name="Line 61"/>
            <p:cNvSpPr>
              <a:spLocks noChangeShapeType="1"/>
            </p:cNvSpPr>
            <p:nvPr/>
          </p:nvSpPr>
          <p:spPr bwMode="auto">
            <a:xfrm flipV="1">
              <a:off x="4053" y="2506"/>
              <a:ext cx="0" cy="1119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3203" name="Group 62"/>
            <p:cNvGrpSpPr/>
            <p:nvPr/>
          </p:nvGrpSpPr>
          <p:grpSpPr bwMode="auto">
            <a:xfrm>
              <a:off x="3985" y="2440"/>
              <a:ext cx="136" cy="211"/>
              <a:chOff x="1554" y="1752"/>
              <a:chExt cx="112" cy="180"/>
            </a:xfrm>
          </p:grpSpPr>
          <p:sp>
            <p:nvSpPr>
              <p:cNvPr id="93215" name="Freeform 63"/>
              <p:cNvSpPr/>
              <p:nvPr/>
            </p:nvSpPr>
            <p:spPr bwMode="auto">
              <a:xfrm>
                <a:off x="1584" y="1752"/>
                <a:ext cx="57" cy="180"/>
              </a:xfrm>
              <a:custGeom>
                <a:avLst/>
                <a:gdLst>
                  <a:gd name="T0" fmla="*/ 57 w 57"/>
                  <a:gd name="T1" fmla="*/ 180 h 180"/>
                  <a:gd name="T2" fmla="*/ 30 w 57"/>
                  <a:gd name="T3" fmla="*/ 156 h 180"/>
                  <a:gd name="T4" fmla="*/ 0 w 57"/>
                  <a:gd name="T5" fmla="*/ 177 h 180"/>
                  <a:gd name="T6" fmla="*/ 27 w 57"/>
                  <a:gd name="T7" fmla="*/ 0 h 180"/>
                  <a:gd name="T8" fmla="*/ 57 w 57"/>
                  <a:gd name="T9" fmla="*/ 18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180"/>
                  <a:gd name="T17" fmla="*/ 57 w 57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180">
                    <a:moveTo>
                      <a:pt x="57" y="180"/>
                    </a:moveTo>
                    <a:lnTo>
                      <a:pt x="30" y="156"/>
                    </a:lnTo>
                    <a:lnTo>
                      <a:pt x="0" y="177"/>
                    </a:lnTo>
                    <a:lnTo>
                      <a:pt x="27" y="0"/>
                    </a:lnTo>
                    <a:lnTo>
                      <a:pt x="57" y="18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16" name="Rectangle 64"/>
              <p:cNvSpPr>
                <a:spLocks noChangeArrowheads="1"/>
              </p:cNvSpPr>
              <p:nvPr/>
            </p:nvSpPr>
            <p:spPr bwMode="auto">
              <a:xfrm rot="5400000" flipH="1">
                <a:off x="1596" y="1835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grpSp>
          <p:nvGrpSpPr>
            <p:cNvPr id="93204" name="Group 65"/>
            <p:cNvGrpSpPr/>
            <p:nvPr/>
          </p:nvGrpSpPr>
          <p:grpSpPr bwMode="auto">
            <a:xfrm>
              <a:off x="4840" y="3295"/>
              <a:ext cx="213" cy="132"/>
              <a:chOff x="1236" y="1330"/>
              <a:chExt cx="174" cy="112"/>
            </a:xfrm>
          </p:grpSpPr>
          <p:sp>
            <p:nvSpPr>
              <p:cNvPr id="93213" name="Freeform 66"/>
              <p:cNvSpPr/>
              <p:nvPr/>
            </p:nvSpPr>
            <p:spPr bwMode="auto">
              <a:xfrm>
                <a:off x="1236" y="1356"/>
                <a:ext cx="174" cy="60"/>
              </a:xfrm>
              <a:custGeom>
                <a:avLst/>
                <a:gdLst>
                  <a:gd name="T0" fmla="*/ 0 w 174"/>
                  <a:gd name="T1" fmla="*/ 0 h 60"/>
                  <a:gd name="T2" fmla="*/ 21 w 174"/>
                  <a:gd name="T3" fmla="*/ 30 h 60"/>
                  <a:gd name="T4" fmla="*/ 0 w 174"/>
                  <a:gd name="T5" fmla="*/ 60 h 60"/>
                  <a:gd name="T6" fmla="*/ 174 w 174"/>
                  <a:gd name="T7" fmla="*/ 30 h 60"/>
                  <a:gd name="T8" fmla="*/ 0 w 174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60"/>
                  <a:gd name="T17" fmla="*/ 174 w 174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60">
                    <a:moveTo>
                      <a:pt x="0" y="0"/>
                    </a:moveTo>
                    <a:lnTo>
                      <a:pt x="21" y="30"/>
                    </a:lnTo>
                    <a:lnTo>
                      <a:pt x="0" y="60"/>
                    </a:lnTo>
                    <a:lnTo>
                      <a:pt x="17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14" name="Rectangle 67"/>
              <p:cNvSpPr>
                <a:spLocks noChangeArrowheads="1"/>
              </p:cNvSpPr>
              <p:nvPr/>
            </p:nvSpPr>
            <p:spPr bwMode="auto">
              <a:xfrm rot="10800000" flipH="1" flipV="1">
                <a:off x="1261" y="1330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93205" name="Text Box 68"/>
            <p:cNvSpPr txBox="1">
              <a:spLocks noChangeArrowheads="1"/>
            </p:cNvSpPr>
            <p:nvPr/>
          </p:nvSpPr>
          <p:spPr bwMode="auto">
            <a:xfrm>
              <a:off x="4053" y="2341"/>
              <a:ext cx="82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)</a:t>
              </a:r>
              <a:endParaRPr lang="en-US" altLang="zh-CN" sz="2000" i="1"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3206" name="Text Box 69"/>
            <p:cNvSpPr txBox="1">
              <a:spLocks noChangeArrowheads="1"/>
            </p:cNvSpPr>
            <p:nvPr/>
          </p:nvSpPr>
          <p:spPr bwMode="auto">
            <a:xfrm>
              <a:off x="4908" y="3329"/>
              <a:ext cx="24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</a:rPr>
                <a:t> </a:t>
              </a:r>
              <a:endParaRPr lang="zh-CN" altLang="en-US" sz="2000" i="1"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3207" name="Text Box 70"/>
            <p:cNvSpPr txBox="1">
              <a:spLocks noChangeArrowheads="1"/>
            </p:cNvSpPr>
            <p:nvPr/>
          </p:nvSpPr>
          <p:spPr bwMode="auto">
            <a:xfrm>
              <a:off x="4088" y="3347"/>
              <a:ext cx="27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3208" name="Text Box 71"/>
            <p:cNvSpPr txBox="1">
              <a:spLocks noChangeArrowheads="1"/>
            </p:cNvSpPr>
            <p:nvPr/>
          </p:nvSpPr>
          <p:spPr bwMode="auto">
            <a:xfrm>
              <a:off x="4121" y="2637"/>
              <a:ext cx="27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3209" name="Text Box 72"/>
            <p:cNvSpPr txBox="1">
              <a:spLocks noChangeArrowheads="1"/>
            </p:cNvSpPr>
            <p:nvPr/>
          </p:nvSpPr>
          <p:spPr bwMode="auto">
            <a:xfrm>
              <a:off x="3438" y="3329"/>
              <a:ext cx="51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solidFill>
                    <a:srgbClr val="FF3300"/>
                  </a:solidFill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>
                  <a:solidFill>
                    <a:srgbClr val="FF3300"/>
                  </a:solidFill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3210" name="Freeform 73"/>
            <p:cNvSpPr/>
            <p:nvPr/>
          </p:nvSpPr>
          <p:spPr bwMode="auto">
            <a:xfrm flipH="1">
              <a:off x="3138" y="2765"/>
              <a:ext cx="1633" cy="596"/>
            </a:xfrm>
            <a:custGeom>
              <a:avLst/>
              <a:gdLst>
                <a:gd name="T0" fmla="*/ 0 w 1337"/>
                <a:gd name="T1" fmla="*/ 15149 h 507"/>
                <a:gd name="T2" fmla="*/ 13079 w 1337"/>
                <a:gd name="T3" fmla="*/ 15149 h 507"/>
                <a:gd name="T4" fmla="*/ 63581 w 1337"/>
                <a:gd name="T5" fmla="*/ 0 h 507"/>
                <a:gd name="T6" fmla="*/ 63581 w 1337"/>
                <a:gd name="T7" fmla="*/ 15038 h 507"/>
                <a:gd name="T8" fmla="*/ 89182 w 1337"/>
                <a:gd name="T9" fmla="*/ 15038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7"/>
                <a:gd name="T16" fmla="*/ 0 h 507"/>
                <a:gd name="T17" fmla="*/ 1337 w 1337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7" h="507">
                  <a:moveTo>
                    <a:pt x="0" y="507"/>
                  </a:moveTo>
                  <a:lnTo>
                    <a:pt x="196" y="507"/>
                  </a:lnTo>
                  <a:lnTo>
                    <a:pt x="953" y="0"/>
                  </a:lnTo>
                  <a:lnTo>
                    <a:pt x="953" y="504"/>
                  </a:lnTo>
                  <a:lnTo>
                    <a:pt x="1337" y="504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1" name="Line 74"/>
            <p:cNvSpPr>
              <a:spLocks noChangeShapeType="1"/>
            </p:cNvSpPr>
            <p:nvPr/>
          </p:nvSpPr>
          <p:spPr bwMode="auto">
            <a:xfrm flipH="1">
              <a:off x="3643" y="2769"/>
              <a:ext cx="41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2" name="Text Box 75"/>
            <p:cNvSpPr txBox="1">
              <a:spLocks noChangeArrowheads="1"/>
            </p:cNvSpPr>
            <p:nvPr/>
          </p:nvSpPr>
          <p:spPr bwMode="auto">
            <a:xfrm>
              <a:off x="4430" y="3329"/>
              <a:ext cx="20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solidFill>
                    <a:srgbClr val="FF3300"/>
                  </a:solidFill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93197" name="Text Box 7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93613" name="Object 7"/>
          <p:cNvGraphicFramePr>
            <a:graphicFrameLocks noChangeAspect="1"/>
          </p:cNvGraphicFramePr>
          <p:nvPr/>
        </p:nvGraphicFramePr>
        <p:xfrm>
          <a:off x="250825" y="3141663"/>
          <a:ext cx="2665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5" name="公式" r:id="rId18" imgW="1497965" imgH="215900" progId="Equation.3">
                  <p:embed/>
                </p:oleObj>
              </mc:Choice>
              <mc:Fallback>
                <p:oleObj name="公式" r:id="rId18" imgW="1497965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141663"/>
                        <a:ext cx="26654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614" name="Object 8"/>
          <p:cNvGraphicFramePr>
            <a:graphicFrameLocks noChangeAspect="1"/>
          </p:cNvGraphicFramePr>
          <p:nvPr/>
        </p:nvGraphicFramePr>
        <p:xfrm>
          <a:off x="0" y="5876925"/>
          <a:ext cx="36353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6" name="公式" r:id="rId20" imgW="1713865" imgH="215900" progId="Equation.3">
                  <p:embed/>
                </p:oleObj>
              </mc:Choice>
              <mc:Fallback>
                <p:oleObj name="公式" r:id="rId20" imgW="1713865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876925"/>
                        <a:ext cx="363537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615" name="Object 9"/>
          <p:cNvGraphicFramePr>
            <a:graphicFrameLocks noChangeAspect="1"/>
          </p:cNvGraphicFramePr>
          <p:nvPr/>
        </p:nvGraphicFramePr>
        <p:xfrm>
          <a:off x="5292725" y="3141663"/>
          <a:ext cx="2733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7" name="公式" r:id="rId22" imgW="1536065" imgH="215900" progId="Equation.3">
                  <p:embed/>
                </p:oleObj>
              </mc:Choice>
              <mc:Fallback>
                <p:oleObj name="公式" r:id="rId22" imgW="1536065" imgH="215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141663"/>
                        <a:ext cx="27336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102"/>
    </mc:Choice>
    <mc:Fallback>
      <p:transition spd="slow" advTm="1311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9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9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1000"/>
                                        <p:tgtEl>
                                          <p:spTgt spid="19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1000"/>
                                        <p:tgtEl>
                                          <p:spTgt spid="19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62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851275" y="3500438"/>
          <a:ext cx="3024188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3" name="公式" r:id="rId1" imgW="1219200" imgH="558800" progId="Equation.3">
                  <p:embed/>
                </p:oleObj>
              </mc:Choice>
              <mc:Fallback>
                <p:oleObj name="公式" r:id="rId1" imgW="1219200" imgH="558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500438"/>
                        <a:ext cx="3024188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250825" y="3716338"/>
            <a:ext cx="3124200" cy="1962150"/>
            <a:chOff x="96" y="480"/>
            <a:chExt cx="1968" cy="1236"/>
          </a:xfrm>
        </p:grpSpPr>
        <p:sp>
          <p:nvSpPr>
            <p:cNvPr id="94237" name="Freeform 4"/>
            <p:cNvSpPr/>
            <p:nvPr/>
          </p:nvSpPr>
          <p:spPr bwMode="auto">
            <a:xfrm>
              <a:off x="96" y="919"/>
              <a:ext cx="1223" cy="521"/>
            </a:xfrm>
            <a:custGeom>
              <a:avLst/>
              <a:gdLst>
                <a:gd name="T0" fmla="*/ 3231 w 1165"/>
                <a:gd name="T1" fmla="*/ 896 h 507"/>
                <a:gd name="T2" fmla="*/ 2692 w 1165"/>
                <a:gd name="T3" fmla="*/ 896 h 507"/>
                <a:gd name="T4" fmla="*/ 589 w 1165"/>
                <a:gd name="T5" fmla="*/ 0 h 507"/>
                <a:gd name="T6" fmla="*/ 589 w 1165"/>
                <a:gd name="T7" fmla="*/ 893 h 507"/>
                <a:gd name="T8" fmla="*/ 0 w 1165"/>
                <a:gd name="T9" fmla="*/ 889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5"/>
                <a:gd name="T16" fmla="*/ 0 h 507"/>
                <a:gd name="T17" fmla="*/ 1165 w 1165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5" h="507">
                  <a:moveTo>
                    <a:pt x="1165" y="507"/>
                  </a:moveTo>
                  <a:lnTo>
                    <a:pt x="969" y="507"/>
                  </a:lnTo>
                  <a:lnTo>
                    <a:pt x="212" y="0"/>
                  </a:lnTo>
                  <a:lnTo>
                    <a:pt x="212" y="504"/>
                  </a:lnTo>
                  <a:lnTo>
                    <a:pt x="0" y="502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8" name="Line 5"/>
            <p:cNvSpPr>
              <a:spLocks noChangeShapeType="1"/>
            </p:cNvSpPr>
            <p:nvPr/>
          </p:nvSpPr>
          <p:spPr bwMode="auto">
            <a:xfrm>
              <a:off x="120" y="1457"/>
              <a:ext cx="1588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9" name="Line 6"/>
            <p:cNvSpPr>
              <a:spLocks noChangeShapeType="1"/>
            </p:cNvSpPr>
            <p:nvPr/>
          </p:nvSpPr>
          <p:spPr bwMode="auto">
            <a:xfrm flipV="1">
              <a:off x="885" y="710"/>
              <a:ext cx="0" cy="97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4240" name="Group 7"/>
            <p:cNvGrpSpPr/>
            <p:nvPr/>
          </p:nvGrpSpPr>
          <p:grpSpPr bwMode="auto">
            <a:xfrm>
              <a:off x="826" y="652"/>
              <a:ext cx="117" cy="185"/>
              <a:chOff x="1554" y="1752"/>
              <a:chExt cx="112" cy="180"/>
            </a:xfrm>
          </p:grpSpPr>
          <p:sp>
            <p:nvSpPr>
              <p:cNvPr id="94257" name="Freeform 8"/>
              <p:cNvSpPr/>
              <p:nvPr/>
            </p:nvSpPr>
            <p:spPr bwMode="auto">
              <a:xfrm>
                <a:off x="1584" y="1752"/>
                <a:ext cx="57" cy="180"/>
              </a:xfrm>
              <a:custGeom>
                <a:avLst/>
                <a:gdLst>
                  <a:gd name="T0" fmla="*/ 57 w 57"/>
                  <a:gd name="T1" fmla="*/ 180 h 180"/>
                  <a:gd name="T2" fmla="*/ 30 w 57"/>
                  <a:gd name="T3" fmla="*/ 156 h 180"/>
                  <a:gd name="T4" fmla="*/ 0 w 57"/>
                  <a:gd name="T5" fmla="*/ 177 h 180"/>
                  <a:gd name="T6" fmla="*/ 27 w 57"/>
                  <a:gd name="T7" fmla="*/ 0 h 180"/>
                  <a:gd name="T8" fmla="*/ 57 w 57"/>
                  <a:gd name="T9" fmla="*/ 18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180"/>
                  <a:gd name="T17" fmla="*/ 57 w 57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180">
                    <a:moveTo>
                      <a:pt x="57" y="180"/>
                    </a:moveTo>
                    <a:lnTo>
                      <a:pt x="30" y="156"/>
                    </a:lnTo>
                    <a:lnTo>
                      <a:pt x="0" y="177"/>
                    </a:lnTo>
                    <a:lnTo>
                      <a:pt x="27" y="0"/>
                    </a:lnTo>
                    <a:lnTo>
                      <a:pt x="57" y="18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58" name="Rectangle 9"/>
              <p:cNvSpPr>
                <a:spLocks noChangeArrowheads="1"/>
              </p:cNvSpPr>
              <p:nvPr/>
            </p:nvSpPr>
            <p:spPr bwMode="auto">
              <a:xfrm rot="5400000" flipH="1">
                <a:off x="1596" y="1835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grpSp>
          <p:nvGrpSpPr>
            <p:cNvPr id="94241" name="Group 10"/>
            <p:cNvGrpSpPr/>
            <p:nvPr/>
          </p:nvGrpSpPr>
          <p:grpSpPr bwMode="auto">
            <a:xfrm>
              <a:off x="1561" y="1388"/>
              <a:ext cx="183" cy="115"/>
              <a:chOff x="1236" y="1330"/>
              <a:chExt cx="174" cy="112"/>
            </a:xfrm>
          </p:grpSpPr>
          <p:sp>
            <p:nvSpPr>
              <p:cNvPr id="94255" name="Freeform 11"/>
              <p:cNvSpPr/>
              <p:nvPr/>
            </p:nvSpPr>
            <p:spPr bwMode="auto">
              <a:xfrm>
                <a:off x="1236" y="1356"/>
                <a:ext cx="174" cy="60"/>
              </a:xfrm>
              <a:custGeom>
                <a:avLst/>
                <a:gdLst>
                  <a:gd name="T0" fmla="*/ 0 w 174"/>
                  <a:gd name="T1" fmla="*/ 0 h 60"/>
                  <a:gd name="T2" fmla="*/ 21 w 174"/>
                  <a:gd name="T3" fmla="*/ 30 h 60"/>
                  <a:gd name="T4" fmla="*/ 0 w 174"/>
                  <a:gd name="T5" fmla="*/ 60 h 60"/>
                  <a:gd name="T6" fmla="*/ 174 w 174"/>
                  <a:gd name="T7" fmla="*/ 30 h 60"/>
                  <a:gd name="T8" fmla="*/ 0 w 174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60"/>
                  <a:gd name="T17" fmla="*/ 174 w 174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60">
                    <a:moveTo>
                      <a:pt x="0" y="0"/>
                    </a:moveTo>
                    <a:lnTo>
                      <a:pt x="21" y="30"/>
                    </a:lnTo>
                    <a:lnTo>
                      <a:pt x="0" y="60"/>
                    </a:lnTo>
                    <a:lnTo>
                      <a:pt x="17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56" name="Rectangle 12"/>
              <p:cNvSpPr>
                <a:spLocks noChangeArrowheads="1"/>
              </p:cNvSpPr>
              <p:nvPr/>
            </p:nvSpPr>
            <p:spPr bwMode="auto">
              <a:xfrm rot="10800000" flipH="1" flipV="1">
                <a:off x="1261" y="1330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94242" name="Text Box 13"/>
            <p:cNvSpPr txBox="1">
              <a:spLocks noChangeArrowheads="1"/>
            </p:cNvSpPr>
            <p:nvPr/>
          </p:nvSpPr>
          <p:spPr bwMode="auto">
            <a:xfrm>
              <a:off x="943" y="480"/>
              <a:ext cx="112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) 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 i="1">
                  <a:solidFill>
                    <a:srgbClr val="FF0000"/>
                  </a:solidFill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)</a:t>
              </a:r>
              <a:endParaRPr lang="en-US" altLang="zh-CN" sz="2000" i="1">
                <a:solidFill>
                  <a:srgbClr val="FF0000"/>
                </a:solidFill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4243" name="Text Box 14"/>
            <p:cNvSpPr txBox="1">
              <a:spLocks noChangeArrowheads="1"/>
            </p:cNvSpPr>
            <p:nvPr/>
          </p:nvSpPr>
          <p:spPr bwMode="auto">
            <a:xfrm>
              <a:off x="1623" y="1416"/>
              <a:ext cx="20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</a:rPr>
                <a:t> </a:t>
              </a:r>
              <a:endParaRPr lang="zh-CN" altLang="en-US" sz="2000" i="1"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4244" name="Text Box 15"/>
            <p:cNvSpPr txBox="1">
              <a:spLocks noChangeArrowheads="1"/>
            </p:cNvSpPr>
            <p:nvPr/>
          </p:nvSpPr>
          <p:spPr bwMode="auto">
            <a:xfrm>
              <a:off x="738" y="1445"/>
              <a:ext cx="20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45" name="Text Box 16"/>
            <p:cNvSpPr txBox="1">
              <a:spLocks noChangeArrowheads="1"/>
            </p:cNvSpPr>
            <p:nvPr/>
          </p:nvSpPr>
          <p:spPr bwMode="auto">
            <a:xfrm>
              <a:off x="738" y="710"/>
              <a:ext cx="23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46" name="Text Box 17"/>
            <p:cNvSpPr txBox="1">
              <a:spLocks noChangeArrowheads="1"/>
            </p:cNvSpPr>
            <p:nvPr/>
          </p:nvSpPr>
          <p:spPr bwMode="auto">
            <a:xfrm>
              <a:off x="156" y="1429"/>
              <a:ext cx="37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47" name="Line 18"/>
            <p:cNvSpPr>
              <a:spLocks noChangeShapeType="1"/>
            </p:cNvSpPr>
            <p:nvPr/>
          </p:nvSpPr>
          <p:spPr bwMode="auto">
            <a:xfrm flipH="1">
              <a:off x="326" y="940"/>
              <a:ext cx="559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48" name="Text Box 19"/>
            <p:cNvSpPr txBox="1">
              <a:spLocks noChangeArrowheads="1"/>
            </p:cNvSpPr>
            <p:nvPr/>
          </p:nvSpPr>
          <p:spPr bwMode="auto">
            <a:xfrm>
              <a:off x="1064" y="1429"/>
              <a:ext cx="17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49" name="Freeform 20"/>
            <p:cNvSpPr/>
            <p:nvPr/>
          </p:nvSpPr>
          <p:spPr bwMode="auto">
            <a:xfrm>
              <a:off x="499" y="940"/>
              <a:ext cx="1169" cy="517"/>
            </a:xfrm>
            <a:custGeom>
              <a:avLst/>
              <a:gdLst>
                <a:gd name="T0" fmla="*/ 0 w 1113"/>
                <a:gd name="T1" fmla="*/ 862 h 504"/>
                <a:gd name="T2" fmla="*/ 1024 w 1113"/>
                <a:gd name="T3" fmla="*/ 862 h 504"/>
                <a:gd name="T4" fmla="*/ 1024 w 1113"/>
                <a:gd name="T5" fmla="*/ 0 h 504"/>
                <a:gd name="T6" fmla="*/ 2052 w 1113"/>
                <a:gd name="T7" fmla="*/ 0 h 504"/>
                <a:gd name="T8" fmla="*/ 2052 w 1113"/>
                <a:gd name="T9" fmla="*/ 862 h 504"/>
                <a:gd name="T10" fmla="*/ 3122 w 1113"/>
                <a:gd name="T11" fmla="*/ 862 h 5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13"/>
                <a:gd name="T19" fmla="*/ 0 h 504"/>
                <a:gd name="T20" fmla="*/ 1113 w 1113"/>
                <a:gd name="T21" fmla="*/ 504 h 5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13" h="504">
                  <a:moveTo>
                    <a:pt x="0" y="504"/>
                  </a:moveTo>
                  <a:lnTo>
                    <a:pt x="367" y="504"/>
                  </a:lnTo>
                  <a:lnTo>
                    <a:pt x="367" y="0"/>
                  </a:lnTo>
                  <a:lnTo>
                    <a:pt x="731" y="0"/>
                  </a:lnTo>
                  <a:lnTo>
                    <a:pt x="731" y="504"/>
                  </a:lnTo>
                  <a:lnTo>
                    <a:pt x="1113" y="504"/>
                  </a:lnTo>
                </a:path>
              </a:pathLst>
            </a:custGeom>
            <a:noFill/>
            <a:ln w="15875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0" name="Text Box 21"/>
            <p:cNvSpPr txBox="1">
              <a:spLocks noChangeArrowheads="1"/>
            </p:cNvSpPr>
            <p:nvPr/>
          </p:nvSpPr>
          <p:spPr bwMode="auto">
            <a:xfrm>
              <a:off x="1241" y="1429"/>
              <a:ext cx="20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51" name="Text Box 22"/>
            <p:cNvSpPr txBox="1">
              <a:spLocks noChangeArrowheads="1"/>
            </p:cNvSpPr>
            <p:nvPr/>
          </p:nvSpPr>
          <p:spPr bwMode="auto">
            <a:xfrm>
              <a:off x="1091" y="694"/>
              <a:ext cx="91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(0&lt;</a:t>
              </a: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t&lt;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1)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52" name="Freeform 23"/>
            <p:cNvSpPr/>
            <p:nvPr/>
          </p:nvSpPr>
          <p:spPr bwMode="auto">
            <a:xfrm>
              <a:off x="152" y="1314"/>
              <a:ext cx="1350" cy="143"/>
            </a:xfrm>
            <a:custGeom>
              <a:avLst/>
              <a:gdLst>
                <a:gd name="T0" fmla="*/ 0 w 1286"/>
                <a:gd name="T1" fmla="*/ 213 h 140"/>
                <a:gd name="T2" fmla="*/ 1931 w 1286"/>
                <a:gd name="T3" fmla="*/ 210 h 140"/>
                <a:gd name="T4" fmla="*/ 1931 w 1286"/>
                <a:gd name="T5" fmla="*/ 0 h 140"/>
                <a:gd name="T6" fmla="*/ 2558 w 1286"/>
                <a:gd name="T7" fmla="*/ 217 h 140"/>
                <a:gd name="T8" fmla="*/ 3566 w 1286"/>
                <a:gd name="T9" fmla="*/ 217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86"/>
                <a:gd name="T16" fmla="*/ 0 h 140"/>
                <a:gd name="T17" fmla="*/ 1286 w 1286"/>
                <a:gd name="T18" fmla="*/ 140 h 1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86" h="140">
                  <a:moveTo>
                    <a:pt x="0" y="138"/>
                  </a:moveTo>
                  <a:lnTo>
                    <a:pt x="698" y="136"/>
                  </a:lnTo>
                  <a:lnTo>
                    <a:pt x="698" y="0"/>
                  </a:lnTo>
                  <a:lnTo>
                    <a:pt x="922" y="140"/>
                  </a:lnTo>
                  <a:lnTo>
                    <a:pt x="1286" y="14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53" name="Text Box 24"/>
            <p:cNvSpPr txBox="1">
              <a:spLocks noChangeArrowheads="1"/>
            </p:cNvSpPr>
            <p:nvPr/>
          </p:nvSpPr>
          <p:spPr bwMode="auto">
            <a:xfrm>
              <a:off x="919" y="1112"/>
              <a:ext cx="23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r>
                <a:rPr lang="en-US" altLang="zh-CN" sz="2000">
                  <a:latin typeface="Arial" panose="020B0604020202020204" pitchFamily="34" charset="0"/>
                  <a:ea typeface="ˎ̥"/>
                  <a:cs typeface="ˎ̥"/>
                </a:rPr>
                <a:t> 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54" name="Freeform 25"/>
            <p:cNvSpPr/>
            <p:nvPr/>
          </p:nvSpPr>
          <p:spPr bwMode="auto">
            <a:xfrm>
              <a:off x="885" y="1314"/>
              <a:ext cx="206" cy="143"/>
            </a:xfrm>
            <a:custGeom>
              <a:avLst/>
              <a:gdLst>
                <a:gd name="T0" fmla="*/ 0 w 196"/>
                <a:gd name="T1" fmla="*/ 217 h 140"/>
                <a:gd name="T2" fmla="*/ 0 w 196"/>
                <a:gd name="T3" fmla="*/ 0 h 140"/>
                <a:gd name="T4" fmla="*/ 559 w 196"/>
                <a:gd name="T5" fmla="*/ 217 h 140"/>
                <a:gd name="T6" fmla="*/ 0 w 196"/>
                <a:gd name="T7" fmla="*/ 217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"/>
                <a:gd name="T13" fmla="*/ 0 h 140"/>
                <a:gd name="T14" fmla="*/ 196 w 196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" h="140">
                  <a:moveTo>
                    <a:pt x="0" y="140"/>
                  </a:moveTo>
                  <a:lnTo>
                    <a:pt x="0" y="0"/>
                  </a:lnTo>
                  <a:lnTo>
                    <a:pt x="196" y="140"/>
                  </a:lnTo>
                  <a:lnTo>
                    <a:pt x="0" y="140"/>
                  </a:lnTo>
                  <a:close/>
                </a:path>
              </a:pathLst>
            </a:custGeom>
            <a:solidFill>
              <a:srgbClr val="00CC99"/>
            </a:solidFill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6"/>
          <p:cNvGrpSpPr/>
          <p:nvPr/>
        </p:nvGrpSpPr>
        <p:grpSpPr bwMode="auto">
          <a:xfrm>
            <a:off x="0" y="908050"/>
            <a:ext cx="3565525" cy="1795463"/>
            <a:chOff x="0" y="2832"/>
            <a:chExt cx="2064" cy="1131"/>
          </a:xfrm>
        </p:grpSpPr>
        <p:sp>
          <p:nvSpPr>
            <p:cNvPr id="94219" name="Line 27"/>
            <p:cNvSpPr>
              <a:spLocks noChangeShapeType="1"/>
            </p:cNvSpPr>
            <p:nvPr/>
          </p:nvSpPr>
          <p:spPr bwMode="auto">
            <a:xfrm>
              <a:off x="0" y="3718"/>
              <a:ext cx="182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0" name="Line 28"/>
            <p:cNvSpPr>
              <a:spLocks noChangeShapeType="1"/>
            </p:cNvSpPr>
            <p:nvPr/>
          </p:nvSpPr>
          <p:spPr bwMode="auto">
            <a:xfrm flipV="1">
              <a:off x="1077" y="3040"/>
              <a:ext cx="0" cy="886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4221" name="Group 29"/>
            <p:cNvGrpSpPr/>
            <p:nvPr/>
          </p:nvGrpSpPr>
          <p:grpSpPr bwMode="auto">
            <a:xfrm>
              <a:off x="1024" y="2988"/>
              <a:ext cx="107" cy="168"/>
              <a:chOff x="1554" y="1752"/>
              <a:chExt cx="112" cy="180"/>
            </a:xfrm>
          </p:grpSpPr>
          <p:sp>
            <p:nvSpPr>
              <p:cNvPr id="94235" name="Freeform 30"/>
              <p:cNvSpPr/>
              <p:nvPr/>
            </p:nvSpPr>
            <p:spPr bwMode="auto">
              <a:xfrm>
                <a:off x="1584" y="1752"/>
                <a:ext cx="57" cy="180"/>
              </a:xfrm>
              <a:custGeom>
                <a:avLst/>
                <a:gdLst>
                  <a:gd name="T0" fmla="*/ 57 w 57"/>
                  <a:gd name="T1" fmla="*/ 180 h 180"/>
                  <a:gd name="T2" fmla="*/ 30 w 57"/>
                  <a:gd name="T3" fmla="*/ 156 h 180"/>
                  <a:gd name="T4" fmla="*/ 0 w 57"/>
                  <a:gd name="T5" fmla="*/ 177 h 180"/>
                  <a:gd name="T6" fmla="*/ 27 w 57"/>
                  <a:gd name="T7" fmla="*/ 0 h 180"/>
                  <a:gd name="T8" fmla="*/ 57 w 57"/>
                  <a:gd name="T9" fmla="*/ 18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180"/>
                  <a:gd name="T17" fmla="*/ 57 w 57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180">
                    <a:moveTo>
                      <a:pt x="57" y="180"/>
                    </a:moveTo>
                    <a:lnTo>
                      <a:pt x="30" y="156"/>
                    </a:lnTo>
                    <a:lnTo>
                      <a:pt x="0" y="177"/>
                    </a:lnTo>
                    <a:lnTo>
                      <a:pt x="27" y="0"/>
                    </a:lnTo>
                    <a:lnTo>
                      <a:pt x="57" y="18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36" name="Rectangle 31"/>
              <p:cNvSpPr>
                <a:spLocks noChangeArrowheads="1"/>
              </p:cNvSpPr>
              <p:nvPr/>
            </p:nvSpPr>
            <p:spPr bwMode="auto">
              <a:xfrm rot="5400000" flipH="1">
                <a:off x="1596" y="1835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grpSp>
          <p:nvGrpSpPr>
            <p:cNvPr id="94222" name="Group 32"/>
            <p:cNvGrpSpPr/>
            <p:nvPr/>
          </p:nvGrpSpPr>
          <p:grpSpPr bwMode="auto">
            <a:xfrm>
              <a:off x="1691" y="3666"/>
              <a:ext cx="165" cy="104"/>
              <a:chOff x="1236" y="1330"/>
              <a:chExt cx="174" cy="112"/>
            </a:xfrm>
          </p:grpSpPr>
          <p:sp>
            <p:nvSpPr>
              <p:cNvPr id="94233" name="Freeform 33"/>
              <p:cNvSpPr/>
              <p:nvPr/>
            </p:nvSpPr>
            <p:spPr bwMode="auto">
              <a:xfrm>
                <a:off x="1236" y="1356"/>
                <a:ext cx="174" cy="60"/>
              </a:xfrm>
              <a:custGeom>
                <a:avLst/>
                <a:gdLst>
                  <a:gd name="T0" fmla="*/ 0 w 174"/>
                  <a:gd name="T1" fmla="*/ 0 h 60"/>
                  <a:gd name="T2" fmla="*/ 21 w 174"/>
                  <a:gd name="T3" fmla="*/ 30 h 60"/>
                  <a:gd name="T4" fmla="*/ 0 w 174"/>
                  <a:gd name="T5" fmla="*/ 60 h 60"/>
                  <a:gd name="T6" fmla="*/ 174 w 174"/>
                  <a:gd name="T7" fmla="*/ 30 h 60"/>
                  <a:gd name="T8" fmla="*/ 0 w 174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60"/>
                  <a:gd name="T17" fmla="*/ 174 w 174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60">
                    <a:moveTo>
                      <a:pt x="0" y="0"/>
                    </a:moveTo>
                    <a:lnTo>
                      <a:pt x="21" y="30"/>
                    </a:lnTo>
                    <a:lnTo>
                      <a:pt x="0" y="60"/>
                    </a:lnTo>
                    <a:lnTo>
                      <a:pt x="17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34" name="Rectangle 34"/>
              <p:cNvSpPr>
                <a:spLocks noChangeArrowheads="1"/>
              </p:cNvSpPr>
              <p:nvPr/>
            </p:nvSpPr>
            <p:spPr bwMode="auto">
              <a:xfrm rot="10800000" flipH="1" flipV="1">
                <a:off x="1261" y="1330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94223" name="Text Box 35"/>
            <p:cNvSpPr txBox="1">
              <a:spLocks noChangeArrowheads="1"/>
            </p:cNvSpPr>
            <p:nvPr/>
          </p:nvSpPr>
          <p:spPr bwMode="auto">
            <a:xfrm>
              <a:off x="1131" y="2832"/>
              <a:ext cx="933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),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 i="1">
                  <a:solidFill>
                    <a:srgbClr val="FF0000"/>
                  </a:solidFill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)</a:t>
              </a:r>
              <a:endParaRPr lang="en-US" altLang="zh-CN" sz="2000" i="1">
                <a:solidFill>
                  <a:srgbClr val="FF0000"/>
                </a:solidFill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4224" name="Text Box 36"/>
            <p:cNvSpPr txBox="1">
              <a:spLocks noChangeArrowheads="1"/>
            </p:cNvSpPr>
            <p:nvPr/>
          </p:nvSpPr>
          <p:spPr bwMode="auto">
            <a:xfrm>
              <a:off x="1747" y="3692"/>
              <a:ext cx="187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</a:rPr>
                <a:t> </a:t>
              </a:r>
              <a:endParaRPr lang="zh-CN" altLang="en-US" sz="2000" i="1"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4225" name="Text Box 37"/>
            <p:cNvSpPr txBox="1">
              <a:spLocks noChangeArrowheads="1"/>
            </p:cNvSpPr>
            <p:nvPr/>
          </p:nvSpPr>
          <p:spPr bwMode="auto">
            <a:xfrm>
              <a:off x="1109" y="3707"/>
              <a:ext cx="18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26" name="Text Box 38"/>
            <p:cNvSpPr txBox="1">
              <a:spLocks noChangeArrowheads="1"/>
            </p:cNvSpPr>
            <p:nvPr/>
          </p:nvSpPr>
          <p:spPr bwMode="auto">
            <a:xfrm>
              <a:off x="986" y="3168"/>
              <a:ext cx="214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27" name="Text Box 39"/>
            <p:cNvSpPr txBox="1">
              <a:spLocks noChangeArrowheads="1"/>
            </p:cNvSpPr>
            <p:nvPr/>
          </p:nvSpPr>
          <p:spPr bwMode="auto">
            <a:xfrm>
              <a:off x="93" y="3692"/>
              <a:ext cx="372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28" name="Freeform 40"/>
            <p:cNvSpPr/>
            <p:nvPr/>
          </p:nvSpPr>
          <p:spPr bwMode="auto">
            <a:xfrm>
              <a:off x="43" y="3246"/>
              <a:ext cx="1637" cy="472"/>
            </a:xfrm>
            <a:custGeom>
              <a:avLst/>
              <a:gdLst>
                <a:gd name="T0" fmla="*/ 617 w 1719"/>
                <a:gd name="T1" fmla="*/ 111 h 507"/>
                <a:gd name="T2" fmla="*/ 336 w 1719"/>
                <a:gd name="T3" fmla="*/ 113 h 507"/>
                <a:gd name="T4" fmla="*/ 67 w 1719"/>
                <a:gd name="T5" fmla="*/ 0 h 507"/>
                <a:gd name="T6" fmla="*/ 67 w 1719"/>
                <a:gd name="T7" fmla="*/ 112 h 507"/>
                <a:gd name="T8" fmla="*/ 0 w 1719"/>
                <a:gd name="T9" fmla="*/ 112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19"/>
                <a:gd name="T16" fmla="*/ 0 h 507"/>
                <a:gd name="T17" fmla="*/ 1719 w 1719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19" h="507">
                  <a:moveTo>
                    <a:pt x="1719" y="503"/>
                  </a:moveTo>
                  <a:lnTo>
                    <a:pt x="944" y="507"/>
                  </a:lnTo>
                  <a:lnTo>
                    <a:pt x="187" y="0"/>
                  </a:lnTo>
                  <a:lnTo>
                    <a:pt x="187" y="504"/>
                  </a:lnTo>
                  <a:lnTo>
                    <a:pt x="0" y="504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9" name="Text Box 41"/>
            <p:cNvSpPr txBox="1">
              <a:spLocks noChangeArrowheads="1"/>
            </p:cNvSpPr>
            <p:nvPr/>
          </p:nvSpPr>
          <p:spPr bwMode="auto">
            <a:xfrm>
              <a:off x="869" y="3718"/>
              <a:ext cx="160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30" name="Freeform 42"/>
            <p:cNvSpPr/>
            <p:nvPr/>
          </p:nvSpPr>
          <p:spPr bwMode="auto">
            <a:xfrm>
              <a:off x="48" y="3264"/>
              <a:ext cx="1654" cy="470"/>
            </a:xfrm>
            <a:custGeom>
              <a:avLst/>
              <a:gdLst>
                <a:gd name="T0" fmla="*/ 0 w 1737"/>
                <a:gd name="T1" fmla="*/ 110 h 505"/>
                <a:gd name="T2" fmla="*/ 389 w 1737"/>
                <a:gd name="T3" fmla="*/ 111 h 505"/>
                <a:gd name="T4" fmla="*/ 389 w 1737"/>
                <a:gd name="T5" fmla="*/ 0 h 505"/>
                <a:gd name="T6" fmla="*/ 519 w 1737"/>
                <a:gd name="T7" fmla="*/ 0 h 505"/>
                <a:gd name="T8" fmla="*/ 519 w 1737"/>
                <a:gd name="T9" fmla="*/ 111 h 505"/>
                <a:gd name="T10" fmla="*/ 622 w 1737"/>
                <a:gd name="T11" fmla="*/ 112 h 5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37"/>
                <a:gd name="T19" fmla="*/ 0 h 505"/>
                <a:gd name="T20" fmla="*/ 1737 w 1737"/>
                <a:gd name="T21" fmla="*/ 505 h 5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37" h="505">
                  <a:moveTo>
                    <a:pt x="0" y="500"/>
                  </a:moveTo>
                  <a:lnTo>
                    <a:pt x="1087" y="504"/>
                  </a:lnTo>
                  <a:lnTo>
                    <a:pt x="1087" y="0"/>
                  </a:lnTo>
                  <a:lnTo>
                    <a:pt x="1451" y="0"/>
                  </a:lnTo>
                  <a:lnTo>
                    <a:pt x="1451" y="504"/>
                  </a:lnTo>
                  <a:lnTo>
                    <a:pt x="1737" y="505"/>
                  </a:lnTo>
                </a:path>
              </a:pathLst>
            </a:custGeom>
            <a:noFill/>
            <a:ln w="15875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1" name="Text Box 43"/>
            <p:cNvSpPr txBox="1">
              <a:spLocks noChangeArrowheads="1"/>
            </p:cNvSpPr>
            <p:nvPr/>
          </p:nvSpPr>
          <p:spPr bwMode="auto">
            <a:xfrm>
              <a:off x="1371" y="3707"/>
              <a:ext cx="186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32" name="Text Box 44"/>
            <p:cNvSpPr txBox="1">
              <a:spLocks noChangeArrowheads="1"/>
            </p:cNvSpPr>
            <p:nvPr/>
          </p:nvSpPr>
          <p:spPr bwMode="auto">
            <a:xfrm>
              <a:off x="1410" y="3026"/>
              <a:ext cx="590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t&lt;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0)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94213" name="Text Box 4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94606" name="Object 3"/>
          <p:cNvGraphicFramePr>
            <a:graphicFrameLocks noChangeAspect="1"/>
          </p:cNvGraphicFramePr>
          <p:nvPr/>
        </p:nvGraphicFramePr>
        <p:xfrm>
          <a:off x="4148139" y="765175"/>
          <a:ext cx="4227881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4" name="公式" r:id="rId3" imgW="1333500" imgH="787400" progId="Equation.3">
                  <p:embed/>
                </p:oleObj>
              </mc:Choice>
              <mc:Fallback>
                <p:oleObj name="公式" r:id="rId3" imgW="1333500" imgH="787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139" y="765175"/>
                        <a:ext cx="4227881" cy="21145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7" name="Text Box 47"/>
          <p:cNvSpPr txBox="1">
            <a:spLocks noChangeArrowheads="1"/>
          </p:cNvSpPr>
          <p:nvPr/>
        </p:nvSpPr>
        <p:spPr bwMode="auto">
          <a:xfrm>
            <a:off x="7224713" y="1392238"/>
            <a:ext cx="504825" cy="457200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3300"/>
                </a:solidFill>
                <a:latin typeface="黑体" panose="02010609060101010101" pitchFamily="49" charset="-122"/>
              </a:rPr>
              <a:t>0</a:t>
            </a:r>
            <a:endParaRPr lang="en-US" altLang="zh-CN" sz="2800">
              <a:solidFill>
                <a:srgbClr val="FF3300"/>
              </a:solidFill>
              <a:latin typeface="黑体" panose="02010609060101010101" pitchFamily="49" charset="-122"/>
            </a:endParaRPr>
          </a:p>
        </p:txBody>
      </p:sp>
      <p:sp>
        <p:nvSpPr>
          <p:cNvPr id="194608" name="Text Box 48"/>
          <p:cNvSpPr txBox="1">
            <a:spLocks noChangeArrowheads="1"/>
          </p:cNvSpPr>
          <p:nvPr/>
        </p:nvSpPr>
        <p:spPr bwMode="auto">
          <a:xfrm>
            <a:off x="8293100" y="2260600"/>
            <a:ext cx="504825" cy="457200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3300"/>
                </a:solidFill>
                <a:latin typeface="黑体" panose="02010609060101010101" pitchFamily="49" charset="-122"/>
              </a:rPr>
              <a:t>0</a:t>
            </a:r>
            <a:endParaRPr lang="en-US" altLang="zh-CN" sz="2800">
              <a:solidFill>
                <a:srgbClr val="FF3300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194609" name="Object 4"/>
          <p:cNvGraphicFramePr>
            <a:graphicFrameLocks noChangeAspect="1"/>
          </p:cNvGraphicFramePr>
          <p:nvPr/>
        </p:nvGraphicFramePr>
        <p:xfrm>
          <a:off x="4067175" y="5157788"/>
          <a:ext cx="4256088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5" name="公式" r:id="rId5" imgW="1981200" imgH="457200" progId="Equation.3">
                  <p:embed/>
                </p:oleObj>
              </mc:Choice>
              <mc:Fallback>
                <p:oleObj name="公式" r:id="rId5" imgW="19812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157788"/>
                        <a:ext cx="4256088" cy="98266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33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日期占位符 4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74BB3C2-44DC-4F76-B516-FEB1E51BEFB4}" type="datetime1">
              <a:rPr lang="zh-CN" altLang="en-US"/>
            </a:fld>
            <a:endParaRPr lang="en-US" altLang="zh-CN" dirty="0"/>
          </a:p>
        </p:txBody>
      </p:sp>
    </p:spTree>
    <p:custDataLst>
      <p:tags r:id="rId7"/>
    </p:custDataLst>
  </p:cSld>
  <p:clrMapOvr>
    <a:masterClrMapping/>
  </p:clrMapOvr>
  <p:transition spd="med" advTm="109517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4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4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4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4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9" dur="500"/>
                                        <p:tgtEl>
                                          <p:spTgt spid="19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7" grpId="0"/>
      <p:bldP spid="194608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34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630613" y="908050"/>
          <a:ext cx="4083050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7" name="公式" r:id="rId1" imgW="1981200" imgH="1041400" progId="Equation.3">
                  <p:embed/>
                </p:oleObj>
              </mc:Choice>
              <mc:Fallback>
                <p:oleObj name="公式" r:id="rId1" imgW="1981200" imgH="1041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613" y="908050"/>
                        <a:ext cx="4083050" cy="214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0" y="3716338"/>
            <a:ext cx="2971800" cy="2057400"/>
            <a:chOff x="0" y="1680"/>
            <a:chExt cx="1872" cy="1296"/>
          </a:xfrm>
        </p:grpSpPr>
        <p:sp>
          <p:nvSpPr>
            <p:cNvPr id="95263" name="Line 4"/>
            <p:cNvSpPr>
              <a:spLocks noChangeShapeType="1"/>
            </p:cNvSpPr>
            <p:nvPr/>
          </p:nvSpPr>
          <p:spPr bwMode="auto">
            <a:xfrm>
              <a:off x="0" y="2701"/>
              <a:ext cx="1585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4" name="Line 5"/>
            <p:cNvSpPr>
              <a:spLocks noChangeShapeType="1"/>
            </p:cNvSpPr>
            <p:nvPr/>
          </p:nvSpPr>
          <p:spPr bwMode="auto">
            <a:xfrm flipV="1">
              <a:off x="675" y="1930"/>
              <a:ext cx="0" cy="100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5265" name="Group 6"/>
            <p:cNvGrpSpPr/>
            <p:nvPr/>
          </p:nvGrpSpPr>
          <p:grpSpPr bwMode="auto">
            <a:xfrm>
              <a:off x="616" y="1871"/>
              <a:ext cx="118" cy="190"/>
              <a:chOff x="1554" y="1752"/>
              <a:chExt cx="112" cy="180"/>
            </a:xfrm>
          </p:grpSpPr>
          <p:sp>
            <p:nvSpPr>
              <p:cNvPr id="95283" name="Freeform 7"/>
              <p:cNvSpPr/>
              <p:nvPr/>
            </p:nvSpPr>
            <p:spPr bwMode="auto">
              <a:xfrm>
                <a:off x="1584" y="1752"/>
                <a:ext cx="57" cy="180"/>
              </a:xfrm>
              <a:custGeom>
                <a:avLst/>
                <a:gdLst>
                  <a:gd name="T0" fmla="*/ 57 w 57"/>
                  <a:gd name="T1" fmla="*/ 180 h 180"/>
                  <a:gd name="T2" fmla="*/ 30 w 57"/>
                  <a:gd name="T3" fmla="*/ 156 h 180"/>
                  <a:gd name="T4" fmla="*/ 0 w 57"/>
                  <a:gd name="T5" fmla="*/ 177 h 180"/>
                  <a:gd name="T6" fmla="*/ 27 w 57"/>
                  <a:gd name="T7" fmla="*/ 0 h 180"/>
                  <a:gd name="T8" fmla="*/ 57 w 57"/>
                  <a:gd name="T9" fmla="*/ 18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180"/>
                  <a:gd name="T17" fmla="*/ 57 w 57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180">
                    <a:moveTo>
                      <a:pt x="57" y="180"/>
                    </a:moveTo>
                    <a:lnTo>
                      <a:pt x="30" y="156"/>
                    </a:lnTo>
                    <a:lnTo>
                      <a:pt x="0" y="177"/>
                    </a:lnTo>
                    <a:lnTo>
                      <a:pt x="27" y="0"/>
                    </a:lnTo>
                    <a:lnTo>
                      <a:pt x="57" y="18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284" name="Rectangle 8"/>
              <p:cNvSpPr>
                <a:spLocks noChangeArrowheads="1"/>
              </p:cNvSpPr>
              <p:nvPr/>
            </p:nvSpPr>
            <p:spPr bwMode="auto">
              <a:xfrm rot="5400000" flipH="1">
                <a:off x="1596" y="1835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grpSp>
          <p:nvGrpSpPr>
            <p:cNvPr id="95266" name="Group 9"/>
            <p:cNvGrpSpPr/>
            <p:nvPr/>
          </p:nvGrpSpPr>
          <p:grpSpPr bwMode="auto">
            <a:xfrm>
              <a:off x="1526" y="2629"/>
              <a:ext cx="182" cy="118"/>
              <a:chOff x="1236" y="1330"/>
              <a:chExt cx="174" cy="112"/>
            </a:xfrm>
          </p:grpSpPr>
          <p:sp>
            <p:nvSpPr>
              <p:cNvPr id="95281" name="Freeform 10"/>
              <p:cNvSpPr/>
              <p:nvPr/>
            </p:nvSpPr>
            <p:spPr bwMode="auto">
              <a:xfrm>
                <a:off x="1236" y="1356"/>
                <a:ext cx="174" cy="60"/>
              </a:xfrm>
              <a:custGeom>
                <a:avLst/>
                <a:gdLst>
                  <a:gd name="T0" fmla="*/ 0 w 174"/>
                  <a:gd name="T1" fmla="*/ 0 h 60"/>
                  <a:gd name="T2" fmla="*/ 21 w 174"/>
                  <a:gd name="T3" fmla="*/ 30 h 60"/>
                  <a:gd name="T4" fmla="*/ 0 w 174"/>
                  <a:gd name="T5" fmla="*/ 60 h 60"/>
                  <a:gd name="T6" fmla="*/ 174 w 174"/>
                  <a:gd name="T7" fmla="*/ 30 h 60"/>
                  <a:gd name="T8" fmla="*/ 0 w 174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60"/>
                  <a:gd name="T17" fmla="*/ 174 w 174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60">
                    <a:moveTo>
                      <a:pt x="0" y="0"/>
                    </a:moveTo>
                    <a:lnTo>
                      <a:pt x="21" y="30"/>
                    </a:lnTo>
                    <a:lnTo>
                      <a:pt x="0" y="60"/>
                    </a:lnTo>
                    <a:lnTo>
                      <a:pt x="17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282" name="Rectangle 11"/>
              <p:cNvSpPr>
                <a:spLocks noChangeArrowheads="1"/>
              </p:cNvSpPr>
              <p:nvPr/>
            </p:nvSpPr>
            <p:spPr bwMode="auto">
              <a:xfrm rot="10800000" flipH="1" flipV="1">
                <a:off x="1261" y="1330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95267" name="Text Box 12"/>
            <p:cNvSpPr txBox="1">
              <a:spLocks noChangeArrowheads="1"/>
            </p:cNvSpPr>
            <p:nvPr/>
          </p:nvSpPr>
          <p:spPr bwMode="auto">
            <a:xfrm>
              <a:off x="734" y="1680"/>
              <a:ext cx="113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) 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 i="1">
                  <a:solidFill>
                    <a:srgbClr val="FF0000"/>
                  </a:solidFill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)</a:t>
              </a:r>
              <a:endParaRPr lang="en-US" altLang="zh-CN" sz="2000" i="1">
                <a:solidFill>
                  <a:srgbClr val="FF0000"/>
                </a:solidFill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5268" name="Text Box 13"/>
            <p:cNvSpPr txBox="1">
              <a:spLocks noChangeArrowheads="1"/>
            </p:cNvSpPr>
            <p:nvPr/>
          </p:nvSpPr>
          <p:spPr bwMode="auto">
            <a:xfrm>
              <a:off x="1579" y="2658"/>
              <a:ext cx="20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zh-CN" altLang="en-US" sz="2000" i="1">
                  <a:latin typeface="Arial" panose="020B0604020202020204" pitchFamily="34" charset="0"/>
                  <a:ea typeface="ˎ̥"/>
                  <a:cs typeface="ˎ̥"/>
                </a:rPr>
                <a:t> </a:t>
              </a:r>
              <a:endParaRPr lang="zh-CN" altLang="en-US" sz="2000" i="1"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5269" name="Text Box 14"/>
            <p:cNvSpPr txBox="1">
              <a:spLocks noChangeArrowheads="1"/>
            </p:cNvSpPr>
            <p:nvPr/>
          </p:nvSpPr>
          <p:spPr bwMode="auto">
            <a:xfrm>
              <a:off x="576" y="2688"/>
              <a:ext cx="20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70" name="Text Box 15"/>
            <p:cNvSpPr txBox="1">
              <a:spLocks noChangeArrowheads="1"/>
            </p:cNvSpPr>
            <p:nvPr/>
          </p:nvSpPr>
          <p:spPr bwMode="auto">
            <a:xfrm>
              <a:off x="528" y="1930"/>
              <a:ext cx="235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71" name="Text Box 16"/>
            <p:cNvSpPr txBox="1">
              <a:spLocks noChangeArrowheads="1"/>
            </p:cNvSpPr>
            <p:nvPr/>
          </p:nvSpPr>
          <p:spPr bwMode="auto">
            <a:xfrm>
              <a:off x="288" y="2696"/>
              <a:ext cx="38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72" name="Freeform 17"/>
            <p:cNvSpPr/>
            <p:nvPr/>
          </p:nvSpPr>
          <p:spPr bwMode="auto">
            <a:xfrm flipH="1">
              <a:off x="59" y="2167"/>
              <a:ext cx="1401" cy="537"/>
            </a:xfrm>
            <a:custGeom>
              <a:avLst/>
              <a:gdLst>
                <a:gd name="T0" fmla="*/ 0 w 1337"/>
                <a:gd name="T1" fmla="*/ 1696 h 507"/>
                <a:gd name="T2" fmla="*/ 523 w 1337"/>
                <a:gd name="T3" fmla="*/ 1696 h 507"/>
                <a:gd name="T4" fmla="*/ 2545 w 1337"/>
                <a:gd name="T5" fmla="*/ 0 h 507"/>
                <a:gd name="T6" fmla="*/ 2545 w 1337"/>
                <a:gd name="T7" fmla="*/ 1686 h 507"/>
                <a:gd name="T8" fmla="*/ 3571 w 1337"/>
                <a:gd name="T9" fmla="*/ 1686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7"/>
                <a:gd name="T16" fmla="*/ 0 h 507"/>
                <a:gd name="T17" fmla="*/ 1337 w 1337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7" h="507">
                  <a:moveTo>
                    <a:pt x="0" y="507"/>
                  </a:moveTo>
                  <a:lnTo>
                    <a:pt x="196" y="507"/>
                  </a:lnTo>
                  <a:lnTo>
                    <a:pt x="953" y="0"/>
                  </a:lnTo>
                  <a:lnTo>
                    <a:pt x="953" y="504"/>
                  </a:lnTo>
                  <a:lnTo>
                    <a:pt x="1337" y="504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3" name="Line 18"/>
            <p:cNvSpPr>
              <a:spLocks noChangeShapeType="1"/>
            </p:cNvSpPr>
            <p:nvPr/>
          </p:nvSpPr>
          <p:spPr bwMode="auto">
            <a:xfrm flipH="1">
              <a:off x="463" y="2167"/>
              <a:ext cx="206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4" name="Text Box 19"/>
            <p:cNvSpPr txBox="1">
              <a:spLocks noChangeArrowheads="1"/>
            </p:cNvSpPr>
            <p:nvPr/>
          </p:nvSpPr>
          <p:spPr bwMode="auto">
            <a:xfrm>
              <a:off x="1226" y="2675"/>
              <a:ext cx="17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75" name="Freeform 20"/>
            <p:cNvSpPr/>
            <p:nvPr/>
          </p:nvSpPr>
          <p:spPr bwMode="auto">
            <a:xfrm>
              <a:off x="290" y="2167"/>
              <a:ext cx="1167" cy="534"/>
            </a:xfrm>
            <a:custGeom>
              <a:avLst/>
              <a:gdLst>
                <a:gd name="T0" fmla="*/ 0 w 1113"/>
                <a:gd name="T1" fmla="*/ 1703 h 504"/>
                <a:gd name="T2" fmla="*/ 997 w 1113"/>
                <a:gd name="T3" fmla="*/ 1703 h 504"/>
                <a:gd name="T4" fmla="*/ 997 w 1113"/>
                <a:gd name="T5" fmla="*/ 0 h 504"/>
                <a:gd name="T6" fmla="*/ 1976 w 1113"/>
                <a:gd name="T7" fmla="*/ 0 h 504"/>
                <a:gd name="T8" fmla="*/ 1976 w 1113"/>
                <a:gd name="T9" fmla="*/ 1703 h 504"/>
                <a:gd name="T10" fmla="*/ 3010 w 1113"/>
                <a:gd name="T11" fmla="*/ 1703 h 5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13"/>
                <a:gd name="T19" fmla="*/ 0 h 504"/>
                <a:gd name="T20" fmla="*/ 1113 w 1113"/>
                <a:gd name="T21" fmla="*/ 504 h 5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13" h="504">
                  <a:moveTo>
                    <a:pt x="0" y="504"/>
                  </a:moveTo>
                  <a:lnTo>
                    <a:pt x="367" y="504"/>
                  </a:lnTo>
                  <a:lnTo>
                    <a:pt x="367" y="0"/>
                  </a:lnTo>
                  <a:lnTo>
                    <a:pt x="731" y="0"/>
                  </a:lnTo>
                  <a:lnTo>
                    <a:pt x="731" y="504"/>
                  </a:lnTo>
                  <a:lnTo>
                    <a:pt x="1113" y="504"/>
                  </a:lnTo>
                </a:path>
              </a:pathLst>
            </a:custGeom>
            <a:noFill/>
            <a:ln w="15875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6" name="Text Box 21"/>
            <p:cNvSpPr txBox="1">
              <a:spLocks noChangeArrowheads="1"/>
            </p:cNvSpPr>
            <p:nvPr/>
          </p:nvSpPr>
          <p:spPr bwMode="auto">
            <a:xfrm>
              <a:off x="1043" y="2696"/>
              <a:ext cx="20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77" name="Freeform 22"/>
            <p:cNvSpPr/>
            <p:nvPr/>
          </p:nvSpPr>
          <p:spPr bwMode="auto">
            <a:xfrm>
              <a:off x="59" y="2315"/>
              <a:ext cx="1408" cy="386"/>
            </a:xfrm>
            <a:custGeom>
              <a:avLst/>
              <a:gdLst>
                <a:gd name="T0" fmla="*/ 0 w 1344"/>
                <a:gd name="T1" fmla="*/ 1244 h 364"/>
                <a:gd name="T2" fmla="*/ 1564 w 1344"/>
                <a:gd name="T3" fmla="*/ 1244 h 364"/>
                <a:gd name="T4" fmla="*/ 1564 w 1344"/>
                <a:gd name="T5" fmla="*/ 0 h 364"/>
                <a:gd name="T6" fmla="*/ 2532 w 1344"/>
                <a:gd name="T7" fmla="*/ 813 h 364"/>
                <a:gd name="T8" fmla="*/ 2532 w 1344"/>
                <a:gd name="T9" fmla="*/ 1242 h 364"/>
                <a:gd name="T10" fmla="*/ 3572 w 1344"/>
                <a:gd name="T11" fmla="*/ 1244 h 3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44"/>
                <a:gd name="T19" fmla="*/ 0 h 364"/>
                <a:gd name="T20" fmla="*/ 1344 w 1344"/>
                <a:gd name="T21" fmla="*/ 364 h 36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44" h="364">
                  <a:moveTo>
                    <a:pt x="0" y="364"/>
                  </a:moveTo>
                  <a:lnTo>
                    <a:pt x="588" y="364"/>
                  </a:lnTo>
                  <a:lnTo>
                    <a:pt x="588" y="0"/>
                  </a:lnTo>
                  <a:lnTo>
                    <a:pt x="953" y="237"/>
                  </a:lnTo>
                  <a:lnTo>
                    <a:pt x="953" y="362"/>
                  </a:lnTo>
                  <a:lnTo>
                    <a:pt x="1344" y="364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78" name="Text Box 23"/>
            <p:cNvSpPr txBox="1">
              <a:spLocks noChangeArrowheads="1"/>
            </p:cNvSpPr>
            <p:nvPr/>
          </p:nvSpPr>
          <p:spPr bwMode="auto">
            <a:xfrm>
              <a:off x="880" y="1900"/>
              <a:ext cx="87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(1&lt;</a:t>
              </a: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t&lt;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2)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79" name="Text Box 24"/>
            <p:cNvSpPr txBox="1">
              <a:spLocks noChangeArrowheads="1"/>
            </p:cNvSpPr>
            <p:nvPr/>
          </p:nvSpPr>
          <p:spPr bwMode="auto">
            <a:xfrm>
              <a:off x="734" y="2208"/>
              <a:ext cx="176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80" name="Freeform 25"/>
            <p:cNvSpPr/>
            <p:nvPr/>
          </p:nvSpPr>
          <p:spPr bwMode="auto">
            <a:xfrm>
              <a:off x="672" y="2332"/>
              <a:ext cx="384" cy="356"/>
            </a:xfrm>
            <a:custGeom>
              <a:avLst/>
              <a:gdLst>
                <a:gd name="T0" fmla="*/ 0 w 336"/>
                <a:gd name="T1" fmla="*/ 1132 h 336"/>
                <a:gd name="T2" fmla="*/ 0 w 336"/>
                <a:gd name="T3" fmla="*/ 0 h 336"/>
                <a:gd name="T4" fmla="*/ 5558 w 336"/>
                <a:gd name="T5" fmla="*/ 755 h 336"/>
                <a:gd name="T6" fmla="*/ 5558 w 336"/>
                <a:gd name="T7" fmla="*/ 1132 h 336"/>
                <a:gd name="T8" fmla="*/ 0 w 336"/>
                <a:gd name="T9" fmla="*/ 1132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336"/>
                <a:gd name="T17" fmla="*/ 336 w 336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336">
                  <a:moveTo>
                    <a:pt x="0" y="336"/>
                  </a:moveTo>
                  <a:lnTo>
                    <a:pt x="0" y="0"/>
                  </a:lnTo>
                  <a:lnTo>
                    <a:pt x="336" y="224"/>
                  </a:lnTo>
                  <a:lnTo>
                    <a:pt x="336" y="336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rgbClr val="00CC99"/>
            </a:solidFill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236" name="Group 26"/>
          <p:cNvGrpSpPr/>
          <p:nvPr/>
        </p:nvGrpSpPr>
        <p:grpSpPr bwMode="auto">
          <a:xfrm>
            <a:off x="179388" y="908050"/>
            <a:ext cx="3124200" cy="1962150"/>
            <a:chOff x="96" y="480"/>
            <a:chExt cx="1968" cy="1236"/>
          </a:xfrm>
        </p:grpSpPr>
        <p:sp>
          <p:nvSpPr>
            <p:cNvPr id="95241" name="Freeform 27"/>
            <p:cNvSpPr/>
            <p:nvPr/>
          </p:nvSpPr>
          <p:spPr bwMode="auto">
            <a:xfrm>
              <a:off x="96" y="919"/>
              <a:ext cx="1223" cy="521"/>
            </a:xfrm>
            <a:custGeom>
              <a:avLst/>
              <a:gdLst>
                <a:gd name="T0" fmla="*/ 3231 w 1165"/>
                <a:gd name="T1" fmla="*/ 896 h 507"/>
                <a:gd name="T2" fmla="*/ 2692 w 1165"/>
                <a:gd name="T3" fmla="*/ 896 h 507"/>
                <a:gd name="T4" fmla="*/ 589 w 1165"/>
                <a:gd name="T5" fmla="*/ 0 h 507"/>
                <a:gd name="T6" fmla="*/ 589 w 1165"/>
                <a:gd name="T7" fmla="*/ 893 h 507"/>
                <a:gd name="T8" fmla="*/ 0 w 1165"/>
                <a:gd name="T9" fmla="*/ 889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5"/>
                <a:gd name="T16" fmla="*/ 0 h 507"/>
                <a:gd name="T17" fmla="*/ 1165 w 1165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5" h="507">
                  <a:moveTo>
                    <a:pt x="1165" y="507"/>
                  </a:moveTo>
                  <a:lnTo>
                    <a:pt x="969" y="507"/>
                  </a:lnTo>
                  <a:lnTo>
                    <a:pt x="212" y="0"/>
                  </a:lnTo>
                  <a:lnTo>
                    <a:pt x="212" y="504"/>
                  </a:lnTo>
                  <a:lnTo>
                    <a:pt x="0" y="502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2" name="Line 28"/>
            <p:cNvSpPr>
              <a:spLocks noChangeShapeType="1"/>
            </p:cNvSpPr>
            <p:nvPr/>
          </p:nvSpPr>
          <p:spPr bwMode="auto">
            <a:xfrm>
              <a:off x="120" y="1457"/>
              <a:ext cx="1588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3" name="Line 29"/>
            <p:cNvSpPr>
              <a:spLocks noChangeShapeType="1"/>
            </p:cNvSpPr>
            <p:nvPr/>
          </p:nvSpPr>
          <p:spPr bwMode="auto">
            <a:xfrm flipV="1">
              <a:off x="885" y="710"/>
              <a:ext cx="0" cy="97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5244" name="Group 30"/>
            <p:cNvGrpSpPr/>
            <p:nvPr/>
          </p:nvGrpSpPr>
          <p:grpSpPr bwMode="auto">
            <a:xfrm>
              <a:off x="826" y="652"/>
              <a:ext cx="117" cy="185"/>
              <a:chOff x="1554" y="1752"/>
              <a:chExt cx="112" cy="180"/>
            </a:xfrm>
          </p:grpSpPr>
          <p:sp>
            <p:nvSpPr>
              <p:cNvPr id="95261" name="Freeform 31"/>
              <p:cNvSpPr/>
              <p:nvPr/>
            </p:nvSpPr>
            <p:spPr bwMode="auto">
              <a:xfrm>
                <a:off x="1584" y="1752"/>
                <a:ext cx="57" cy="180"/>
              </a:xfrm>
              <a:custGeom>
                <a:avLst/>
                <a:gdLst>
                  <a:gd name="T0" fmla="*/ 57 w 57"/>
                  <a:gd name="T1" fmla="*/ 180 h 180"/>
                  <a:gd name="T2" fmla="*/ 30 w 57"/>
                  <a:gd name="T3" fmla="*/ 156 h 180"/>
                  <a:gd name="T4" fmla="*/ 0 w 57"/>
                  <a:gd name="T5" fmla="*/ 177 h 180"/>
                  <a:gd name="T6" fmla="*/ 27 w 57"/>
                  <a:gd name="T7" fmla="*/ 0 h 180"/>
                  <a:gd name="T8" fmla="*/ 57 w 57"/>
                  <a:gd name="T9" fmla="*/ 18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180"/>
                  <a:gd name="T17" fmla="*/ 57 w 57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180">
                    <a:moveTo>
                      <a:pt x="57" y="180"/>
                    </a:moveTo>
                    <a:lnTo>
                      <a:pt x="30" y="156"/>
                    </a:lnTo>
                    <a:lnTo>
                      <a:pt x="0" y="177"/>
                    </a:lnTo>
                    <a:lnTo>
                      <a:pt x="27" y="0"/>
                    </a:lnTo>
                    <a:lnTo>
                      <a:pt x="57" y="18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262" name="Rectangle 32"/>
              <p:cNvSpPr>
                <a:spLocks noChangeArrowheads="1"/>
              </p:cNvSpPr>
              <p:nvPr/>
            </p:nvSpPr>
            <p:spPr bwMode="auto">
              <a:xfrm rot="5400000" flipH="1">
                <a:off x="1596" y="1835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grpSp>
          <p:nvGrpSpPr>
            <p:cNvPr id="95245" name="Group 33"/>
            <p:cNvGrpSpPr/>
            <p:nvPr/>
          </p:nvGrpSpPr>
          <p:grpSpPr bwMode="auto">
            <a:xfrm>
              <a:off x="1561" y="1388"/>
              <a:ext cx="183" cy="115"/>
              <a:chOff x="1236" y="1330"/>
              <a:chExt cx="174" cy="112"/>
            </a:xfrm>
          </p:grpSpPr>
          <p:sp>
            <p:nvSpPr>
              <p:cNvPr id="95259" name="Freeform 34"/>
              <p:cNvSpPr/>
              <p:nvPr/>
            </p:nvSpPr>
            <p:spPr bwMode="auto">
              <a:xfrm>
                <a:off x="1236" y="1356"/>
                <a:ext cx="174" cy="60"/>
              </a:xfrm>
              <a:custGeom>
                <a:avLst/>
                <a:gdLst>
                  <a:gd name="T0" fmla="*/ 0 w 174"/>
                  <a:gd name="T1" fmla="*/ 0 h 60"/>
                  <a:gd name="T2" fmla="*/ 21 w 174"/>
                  <a:gd name="T3" fmla="*/ 30 h 60"/>
                  <a:gd name="T4" fmla="*/ 0 w 174"/>
                  <a:gd name="T5" fmla="*/ 60 h 60"/>
                  <a:gd name="T6" fmla="*/ 174 w 174"/>
                  <a:gd name="T7" fmla="*/ 30 h 60"/>
                  <a:gd name="T8" fmla="*/ 0 w 174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60"/>
                  <a:gd name="T17" fmla="*/ 174 w 174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60">
                    <a:moveTo>
                      <a:pt x="0" y="0"/>
                    </a:moveTo>
                    <a:lnTo>
                      <a:pt x="21" y="30"/>
                    </a:lnTo>
                    <a:lnTo>
                      <a:pt x="0" y="60"/>
                    </a:lnTo>
                    <a:lnTo>
                      <a:pt x="17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260" name="Rectangle 35"/>
              <p:cNvSpPr>
                <a:spLocks noChangeArrowheads="1"/>
              </p:cNvSpPr>
              <p:nvPr/>
            </p:nvSpPr>
            <p:spPr bwMode="auto">
              <a:xfrm rot="10800000" flipH="1" flipV="1">
                <a:off x="1261" y="1330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95246" name="Text Box 36"/>
            <p:cNvSpPr txBox="1">
              <a:spLocks noChangeArrowheads="1"/>
            </p:cNvSpPr>
            <p:nvPr/>
          </p:nvSpPr>
          <p:spPr bwMode="auto">
            <a:xfrm>
              <a:off x="943" y="480"/>
              <a:ext cx="112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) 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 i="1">
                  <a:solidFill>
                    <a:srgbClr val="FF0000"/>
                  </a:solidFill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)</a:t>
              </a:r>
              <a:endParaRPr lang="en-US" altLang="zh-CN" sz="2000" i="1">
                <a:solidFill>
                  <a:srgbClr val="FF0000"/>
                </a:solidFill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5247" name="Text Box 37"/>
            <p:cNvSpPr txBox="1">
              <a:spLocks noChangeArrowheads="1"/>
            </p:cNvSpPr>
            <p:nvPr/>
          </p:nvSpPr>
          <p:spPr bwMode="auto">
            <a:xfrm>
              <a:off x="1623" y="1416"/>
              <a:ext cx="20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</a:rPr>
                <a:t> </a:t>
              </a:r>
              <a:endParaRPr lang="zh-CN" altLang="en-US" sz="2000" i="1"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5248" name="Text Box 38"/>
            <p:cNvSpPr txBox="1">
              <a:spLocks noChangeArrowheads="1"/>
            </p:cNvSpPr>
            <p:nvPr/>
          </p:nvSpPr>
          <p:spPr bwMode="auto">
            <a:xfrm>
              <a:off x="738" y="1445"/>
              <a:ext cx="20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49" name="Text Box 39"/>
            <p:cNvSpPr txBox="1">
              <a:spLocks noChangeArrowheads="1"/>
            </p:cNvSpPr>
            <p:nvPr/>
          </p:nvSpPr>
          <p:spPr bwMode="auto">
            <a:xfrm>
              <a:off x="738" y="710"/>
              <a:ext cx="23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50" name="Text Box 40"/>
            <p:cNvSpPr txBox="1">
              <a:spLocks noChangeArrowheads="1"/>
            </p:cNvSpPr>
            <p:nvPr/>
          </p:nvSpPr>
          <p:spPr bwMode="auto">
            <a:xfrm>
              <a:off x="156" y="1429"/>
              <a:ext cx="37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r>
                <a:rPr lang="en-US" altLang="zh-CN" sz="2000">
                  <a:latin typeface="UniversalMath1 BT" panose="05050102010205020602" pitchFamily="18" charset="2"/>
                  <a:ea typeface="ˎ̥"/>
                  <a:cs typeface="ˎ̥"/>
                </a:rPr>
                <a:t>-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51" name="Line 41"/>
            <p:cNvSpPr>
              <a:spLocks noChangeShapeType="1"/>
            </p:cNvSpPr>
            <p:nvPr/>
          </p:nvSpPr>
          <p:spPr bwMode="auto">
            <a:xfrm flipH="1">
              <a:off x="326" y="940"/>
              <a:ext cx="559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2" name="Text Box 42"/>
            <p:cNvSpPr txBox="1">
              <a:spLocks noChangeArrowheads="1"/>
            </p:cNvSpPr>
            <p:nvPr/>
          </p:nvSpPr>
          <p:spPr bwMode="auto">
            <a:xfrm>
              <a:off x="1064" y="1429"/>
              <a:ext cx="17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53" name="Freeform 43"/>
            <p:cNvSpPr/>
            <p:nvPr/>
          </p:nvSpPr>
          <p:spPr bwMode="auto">
            <a:xfrm>
              <a:off x="499" y="940"/>
              <a:ext cx="1169" cy="517"/>
            </a:xfrm>
            <a:custGeom>
              <a:avLst/>
              <a:gdLst>
                <a:gd name="T0" fmla="*/ 0 w 1113"/>
                <a:gd name="T1" fmla="*/ 862 h 504"/>
                <a:gd name="T2" fmla="*/ 1024 w 1113"/>
                <a:gd name="T3" fmla="*/ 862 h 504"/>
                <a:gd name="T4" fmla="*/ 1024 w 1113"/>
                <a:gd name="T5" fmla="*/ 0 h 504"/>
                <a:gd name="T6" fmla="*/ 2052 w 1113"/>
                <a:gd name="T7" fmla="*/ 0 h 504"/>
                <a:gd name="T8" fmla="*/ 2052 w 1113"/>
                <a:gd name="T9" fmla="*/ 862 h 504"/>
                <a:gd name="T10" fmla="*/ 3122 w 1113"/>
                <a:gd name="T11" fmla="*/ 862 h 5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13"/>
                <a:gd name="T19" fmla="*/ 0 h 504"/>
                <a:gd name="T20" fmla="*/ 1113 w 1113"/>
                <a:gd name="T21" fmla="*/ 504 h 5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13" h="504">
                  <a:moveTo>
                    <a:pt x="0" y="504"/>
                  </a:moveTo>
                  <a:lnTo>
                    <a:pt x="367" y="504"/>
                  </a:lnTo>
                  <a:lnTo>
                    <a:pt x="367" y="0"/>
                  </a:lnTo>
                  <a:lnTo>
                    <a:pt x="731" y="0"/>
                  </a:lnTo>
                  <a:lnTo>
                    <a:pt x="731" y="504"/>
                  </a:lnTo>
                  <a:lnTo>
                    <a:pt x="1113" y="504"/>
                  </a:lnTo>
                </a:path>
              </a:pathLst>
            </a:custGeom>
            <a:noFill/>
            <a:ln w="15875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4" name="Text Box 44"/>
            <p:cNvSpPr txBox="1">
              <a:spLocks noChangeArrowheads="1"/>
            </p:cNvSpPr>
            <p:nvPr/>
          </p:nvSpPr>
          <p:spPr bwMode="auto">
            <a:xfrm>
              <a:off x="1241" y="1429"/>
              <a:ext cx="20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55" name="Text Box 45"/>
            <p:cNvSpPr txBox="1">
              <a:spLocks noChangeArrowheads="1"/>
            </p:cNvSpPr>
            <p:nvPr/>
          </p:nvSpPr>
          <p:spPr bwMode="auto">
            <a:xfrm>
              <a:off x="1091" y="694"/>
              <a:ext cx="91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(0&lt;</a:t>
              </a: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t&lt;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1)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56" name="Freeform 46"/>
            <p:cNvSpPr/>
            <p:nvPr/>
          </p:nvSpPr>
          <p:spPr bwMode="auto">
            <a:xfrm>
              <a:off x="152" y="1314"/>
              <a:ext cx="1350" cy="143"/>
            </a:xfrm>
            <a:custGeom>
              <a:avLst/>
              <a:gdLst>
                <a:gd name="T0" fmla="*/ 0 w 1286"/>
                <a:gd name="T1" fmla="*/ 213 h 140"/>
                <a:gd name="T2" fmla="*/ 1931 w 1286"/>
                <a:gd name="T3" fmla="*/ 210 h 140"/>
                <a:gd name="T4" fmla="*/ 1931 w 1286"/>
                <a:gd name="T5" fmla="*/ 0 h 140"/>
                <a:gd name="T6" fmla="*/ 2558 w 1286"/>
                <a:gd name="T7" fmla="*/ 217 h 140"/>
                <a:gd name="T8" fmla="*/ 3566 w 1286"/>
                <a:gd name="T9" fmla="*/ 217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86"/>
                <a:gd name="T16" fmla="*/ 0 h 140"/>
                <a:gd name="T17" fmla="*/ 1286 w 1286"/>
                <a:gd name="T18" fmla="*/ 140 h 1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86" h="140">
                  <a:moveTo>
                    <a:pt x="0" y="138"/>
                  </a:moveTo>
                  <a:lnTo>
                    <a:pt x="698" y="136"/>
                  </a:lnTo>
                  <a:lnTo>
                    <a:pt x="698" y="0"/>
                  </a:lnTo>
                  <a:lnTo>
                    <a:pt x="922" y="140"/>
                  </a:lnTo>
                  <a:lnTo>
                    <a:pt x="1286" y="14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7" name="Text Box 47"/>
            <p:cNvSpPr txBox="1">
              <a:spLocks noChangeArrowheads="1"/>
            </p:cNvSpPr>
            <p:nvPr/>
          </p:nvSpPr>
          <p:spPr bwMode="auto">
            <a:xfrm>
              <a:off x="919" y="1112"/>
              <a:ext cx="23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r>
                <a:rPr lang="en-US" altLang="zh-CN" sz="2000">
                  <a:latin typeface="Arial" panose="020B0604020202020204" pitchFamily="34" charset="0"/>
                  <a:ea typeface="ˎ̥"/>
                  <a:cs typeface="ˎ̥"/>
                </a:rPr>
                <a:t> 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5258" name="Freeform 48"/>
            <p:cNvSpPr/>
            <p:nvPr/>
          </p:nvSpPr>
          <p:spPr bwMode="auto">
            <a:xfrm>
              <a:off x="885" y="1314"/>
              <a:ext cx="206" cy="143"/>
            </a:xfrm>
            <a:custGeom>
              <a:avLst/>
              <a:gdLst>
                <a:gd name="T0" fmla="*/ 0 w 196"/>
                <a:gd name="T1" fmla="*/ 217 h 140"/>
                <a:gd name="T2" fmla="*/ 0 w 196"/>
                <a:gd name="T3" fmla="*/ 0 h 140"/>
                <a:gd name="T4" fmla="*/ 559 w 196"/>
                <a:gd name="T5" fmla="*/ 217 h 140"/>
                <a:gd name="T6" fmla="*/ 0 w 196"/>
                <a:gd name="T7" fmla="*/ 217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"/>
                <a:gd name="T13" fmla="*/ 0 h 140"/>
                <a:gd name="T14" fmla="*/ 196 w 196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" h="140">
                  <a:moveTo>
                    <a:pt x="0" y="140"/>
                  </a:moveTo>
                  <a:lnTo>
                    <a:pt x="0" y="0"/>
                  </a:lnTo>
                  <a:lnTo>
                    <a:pt x="196" y="140"/>
                  </a:lnTo>
                  <a:lnTo>
                    <a:pt x="0" y="140"/>
                  </a:lnTo>
                  <a:close/>
                </a:path>
              </a:pathLst>
            </a:custGeom>
            <a:solidFill>
              <a:srgbClr val="00CC99"/>
            </a:solidFill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95633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79838" y="3470275"/>
          <a:ext cx="3313112" cy="141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8" name="公式" r:id="rId3" imgW="1308100" imgH="558800" progId="Equation.3">
                  <p:embed/>
                </p:oleObj>
              </mc:Choice>
              <mc:Fallback>
                <p:oleObj name="公式" r:id="rId3" imgW="1308100" imgH="55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470275"/>
                        <a:ext cx="3313112" cy="1414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8" name="Text Box 50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95635" name="Object 4"/>
          <p:cNvGraphicFramePr>
            <a:graphicFrameLocks noChangeAspect="1"/>
          </p:cNvGraphicFramePr>
          <p:nvPr/>
        </p:nvGraphicFramePr>
        <p:xfrm>
          <a:off x="3995738" y="5084763"/>
          <a:ext cx="45370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9" name="公式" r:id="rId5" imgW="2184400" imgH="457200" progId="Equation.3">
                  <p:embed/>
                </p:oleObj>
              </mc:Choice>
              <mc:Fallback>
                <p:oleObj name="公式" r:id="rId5" imgW="21844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084763"/>
                        <a:ext cx="4537075" cy="9493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日期占位符 5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4031798-DE61-4A82-A8C3-319F6C6B5EC8}" type="datetime1">
              <a:rPr lang="zh-CN" altLang="en-US"/>
            </a:fld>
            <a:endParaRPr lang="en-US" altLang="zh-CN" dirty="0"/>
          </a:p>
        </p:txBody>
      </p:sp>
    </p:spTree>
    <p:custDataLst>
      <p:tags r:id="rId7"/>
    </p:custDataLst>
  </p:cSld>
  <p:clrMapOvr>
    <a:masterClrMapping/>
  </p:clrMapOvr>
  <p:transition spd="med" advTm="65465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19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19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50825" y="3860800"/>
            <a:ext cx="2895600" cy="2044700"/>
            <a:chOff x="144" y="3024"/>
            <a:chExt cx="1824" cy="1288"/>
          </a:xfrm>
        </p:grpSpPr>
        <p:sp>
          <p:nvSpPr>
            <p:cNvPr id="96286" name="Line 3"/>
            <p:cNvSpPr>
              <a:spLocks noChangeShapeType="1"/>
            </p:cNvSpPr>
            <p:nvPr/>
          </p:nvSpPr>
          <p:spPr bwMode="auto">
            <a:xfrm>
              <a:off x="144" y="4036"/>
              <a:ext cx="1591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87" name="Line 4"/>
            <p:cNvSpPr>
              <a:spLocks noChangeShapeType="1"/>
            </p:cNvSpPr>
            <p:nvPr/>
          </p:nvSpPr>
          <p:spPr bwMode="auto">
            <a:xfrm flipV="1">
              <a:off x="542" y="3265"/>
              <a:ext cx="0" cy="100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6288" name="Group 5"/>
            <p:cNvGrpSpPr/>
            <p:nvPr/>
          </p:nvGrpSpPr>
          <p:grpSpPr bwMode="auto">
            <a:xfrm>
              <a:off x="485" y="3206"/>
              <a:ext cx="113" cy="191"/>
              <a:chOff x="1554" y="1752"/>
              <a:chExt cx="112" cy="180"/>
            </a:xfrm>
          </p:grpSpPr>
          <p:sp>
            <p:nvSpPr>
              <p:cNvPr id="96306" name="Freeform 6"/>
              <p:cNvSpPr/>
              <p:nvPr/>
            </p:nvSpPr>
            <p:spPr bwMode="auto">
              <a:xfrm>
                <a:off x="1584" y="1752"/>
                <a:ext cx="57" cy="180"/>
              </a:xfrm>
              <a:custGeom>
                <a:avLst/>
                <a:gdLst>
                  <a:gd name="T0" fmla="*/ 57 w 57"/>
                  <a:gd name="T1" fmla="*/ 180 h 180"/>
                  <a:gd name="T2" fmla="*/ 30 w 57"/>
                  <a:gd name="T3" fmla="*/ 156 h 180"/>
                  <a:gd name="T4" fmla="*/ 0 w 57"/>
                  <a:gd name="T5" fmla="*/ 177 h 180"/>
                  <a:gd name="T6" fmla="*/ 27 w 57"/>
                  <a:gd name="T7" fmla="*/ 0 h 180"/>
                  <a:gd name="T8" fmla="*/ 57 w 57"/>
                  <a:gd name="T9" fmla="*/ 18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180"/>
                  <a:gd name="T17" fmla="*/ 57 w 57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180">
                    <a:moveTo>
                      <a:pt x="57" y="180"/>
                    </a:moveTo>
                    <a:lnTo>
                      <a:pt x="30" y="156"/>
                    </a:lnTo>
                    <a:lnTo>
                      <a:pt x="0" y="177"/>
                    </a:lnTo>
                    <a:lnTo>
                      <a:pt x="27" y="0"/>
                    </a:lnTo>
                    <a:lnTo>
                      <a:pt x="57" y="18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07" name="Rectangle 7"/>
              <p:cNvSpPr>
                <a:spLocks noChangeArrowheads="1"/>
              </p:cNvSpPr>
              <p:nvPr/>
            </p:nvSpPr>
            <p:spPr bwMode="auto">
              <a:xfrm rot="5400000" flipH="1">
                <a:off x="1596" y="1835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grpSp>
          <p:nvGrpSpPr>
            <p:cNvPr id="96289" name="Group 8"/>
            <p:cNvGrpSpPr/>
            <p:nvPr/>
          </p:nvGrpSpPr>
          <p:grpSpPr bwMode="auto">
            <a:xfrm>
              <a:off x="1706" y="3973"/>
              <a:ext cx="177" cy="118"/>
              <a:chOff x="1236" y="1330"/>
              <a:chExt cx="174" cy="112"/>
            </a:xfrm>
          </p:grpSpPr>
          <p:sp>
            <p:nvSpPr>
              <p:cNvPr id="96304" name="Freeform 9"/>
              <p:cNvSpPr/>
              <p:nvPr/>
            </p:nvSpPr>
            <p:spPr bwMode="auto">
              <a:xfrm>
                <a:off x="1236" y="1356"/>
                <a:ext cx="174" cy="60"/>
              </a:xfrm>
              <a:custGeom>
                <a:avLst/>
                <a:gdLst>
                  <a:gd name="T0" fmla="*/ 0 w 174"/>
                  <a:gd name="T1" fmla="*/ 0 h 60"/>
                  <a:gd name="T2" fmla="*/ 21 w 174"/>
                  <a:gd name="T3" fmla="*/ 30 h 60"/>
                  <a:gd name="T4" fmla="*/ 0 w 174"/>
                  <a:gd name="T5" fmla="*/ 60 h 60"/>
                  <a:gd name="T6" fmla="*/ 174 w 174"/>
                  <a:gd name="T7" fmla="*/ 30 h 60"/>
                  <a:gd name="T8" fmla="*/ 0 w 174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60"/>
                  <a:gd name="T17" fmla="*/ 174 w 174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60">
                    <a:moveTo>
                      <a:pt x="0" y="0"/>
                    </a:moveTo>
                    <a:lnTo>
                      <a:pt x="21" y="30"/>
                    </a:lnTo>
                    <a:lnTo>
                      <a:pt x="0" y="60"/>
                    </a:lnTo>
                    <a:lnTo>
                      <a:pt x="17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05" name="Rectangle 10"/>
              <p:cNvSpPr>
                <a:spLocks noChangeArrowheads="1"/>
              </p:cNvSpPr>
              <p:nvPr/>
            </p:nvSpPr>
            <p:spPr bwMode="auto">
              <a:xfrm rot="10800000" flipH="1" flipV="1">
                <a:off x="1261" y="1330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96290" name="Freeform 11"/>
            <p:cNvSpPr/>
            <p:nvPr/>
          </p:nvSpPr>
          <p:spPr bwMode="auto">
            <a:xfrm flipH="1">
              <a:off x="343" y="3503"/>
              <a:ext cx="1356" cy="536"/>
            </a:xfrm>
            <a:custGeom>
              <a:avLst/>
              <a:gdLst>
                <a:gd name="T0" fmla="*/ 0 w 1337"/>
                <a:gd name="T1" fmla="*/ 1629 h 507"/>
                <a:gd name="T2" fmla="*/ 263 w 1337"/>
                <a:gd name="T3" fmla="*/ 1629 h 507"/>
                <a:gd name="T4" fmla="*/ 1283 w 1337"/>
                <a:gd name="T5" fmla="*/ 0 h 507"/>
                <a:gd name="T6" fmla="*/ 1283 w 1337"/>
                <a:gd name="T7" fmla="*/ 1616 h 507"/>
                <a:gd name="T8" fmla="*/ 1798 w 1337"/>
                <a:gd name="T9" fmla="*/ 1616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7"/>
                <a:gd name="T16" fmla="*/ 0 h 507"/>
                <a:gd name="T17" fmla="*/ 1337 w 1337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7" h="507">
                  <a:moveTo>
                    <a:pt x="0" y="507"/>
                  </a:moveTo>
                  <a:lnTo>
                    <a:pt x="196" y="507"/>
                  </a:lnTo>
                  <a:lnTo>
                    <a:pt x="953" y="0"/>
                  </a:lnTo>
                  <a:lnTo>
                    <a:pt x="953" y="504"/>
                  </a:lnTo>
                  <a:lnTo>
                    <a:pt x="1337" y="504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1" name="Freeform 12"/>
            <p:cNvSpPr/>
            <p:nvPr/>
          </p:nvSpPr>
          <p:spPr bwMode="auto">
            <a:xfrm>
              <a:off x="172" y="3503"/>
              <a:ext cx="1129" cy="533"/>
            </a:xfrm>
            <a:custGeom>
              <a:avLst/>
              <a:gdLst>
                <a:gd name="T0" fmla="*/ 0 w 1113"/>
                <a:gd name="T1" fmla="*/ 1631 h 504"/>
                <a:gd name="T2" fmla="*/ 495 w 1113"/>
                <a:gd name="T3" fmla="*/ 1631 h 504"/>
                <a:gd name="T4" fmla="*/ 495 w 1113"/>
                <a:gd name="T5" fmla="*/ 0 h 504"/>
                <a:gd name="T6" fmla="*/ 987 w 1113"/>
                <a:gd name="T7" fmla="*/ 0 h 504"/>
                <a:gd name="T8" fmla="*/ 987 w 1113"/>
                <a:gd name="T9" fmla="*/ 1631 h 504"/>
                <a:gd name="T10" fmla="*/ 1501 w 1113"/>
                <a:gd name="T11" fmla="*/ 1631 h 5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13"/>
                <a:gd name="T19" fmla="*/ 0 h 504"/>
                <a:gd name="T20" fmla="*/ 1113 w 1113"/>
                <a:gd name="T21" fmla="*/ 504 h 5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13" h="504">
                  <a:moveTo>
                    <a:pt x="0" y="504"/>
                  </a:moveTo>
                  <a:lnTo>
                    <a:pt x="367" y="504"/>
                  </a:lnTo>
                  <a:lnTo>
                    <a:pt x="367" y="0"/>
                  </a:lnTo>
                  <a:lnTo>
                    <a:pt x="731" y="0"/>
                  </a:lnTo>
                  <a:lnTo>
                    <a:pt x="731" y="504"/>
                  </a:lnTo>
                  <a:lnTo>
                    <a:pt x="1113" y="504"/>
                  </a:lnTo>
                </a:path>
              </a:pathLst>
            </a:custGeom>
            <a:noFill/>
            <a:ln w="15875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2" name="Text Box 13"/>
            <p:cNvSpPr txBox="1">
              <a:spLocks noChangeArrowheads="1"/>
            </p:cNvSpPr>
            <p:nvPr/>
          </p:nvSpPr>
          <p:spPr bwMode="auto">
            <a:xfrm>
              <a:off x="864" y="4032"/>
              <a:ext cx="19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293" name="Freeform 14"/>
            <p:cNvSpPr/>
            <p:nvPr/>
          </p:nvSpPr>
          <p:spPr bwMode="auto">
            <a:xfrm>
              <a:off x="172" y="3503"/>
              <a:ext cx="1506" cy="533"/>
            </a:xfrm>
            <a:custGeom>
              <a:avLst/>
              <a:gdLst>
                <a:gd name="T0" fmla="*/ 0 w 1484"/>
                <a:gd name="T1" fmla="*/ 1631 h 504"/>
                <a:gd name="T2" fmla="*/ 762 w 1484"/>
                <a:gd name="T3" fmla="*/ 1631 h 504"/>
                <a:gd name="T4" fmla="*/ 762 w 1484"/>
                <a:gd name="T5" fmla="*/ 0 h 504"/>
                <a:gd name="T6" fmla="*/ 996 w 1484"/>
                <a:gd name="T7" fmla="*/ 368 h 504"/>
                <a:gd name="T8" fmla="*/ 996 w 1484"/>
                <a:gd name="T9" fmla="*/ 1631 h 504"/>
                <a:gd name="T10" fmla="*/ 2021 w 1484"/>
                <a:gd name="T11" fmla="*/ 1631 h 5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84"/>
                <a:gd name="T19" fmla="*/ 0 h 504"/>
                <a:gd name="T20" fmla="*/ 1484 w 1484"/>
                <a:gd name="T21" fmla="*/ 504 h 5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84" h="504">
                  <a:moveTo>
                    <a:pt x="0" y="504"/>
                  </a:moveTo>
                  <a:lnTo>
                    <a:pt x="560" y="504"/>
                  </a:lnTo>
                  <a:lnTo>
                    <a:pt x="560" y="0"/>
                  </a:lnTo>
                  <a:lnTo>
                    <a:pt x="731" y="113"/>
                  </a:lnTo>
                  <a:lnTo>
                    <a:pt x="731" y="504"/>
                  </a:lnTo>
                  <a:lnTo>
                    <a:pt x="1484" y="504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4" name="Freeform 15"/>
            <p:cNvSpPr/>
            <p:nvPr/>
          </p:nvSpPr>
          <p:spPr bwMode="auto">
            <a:xfrm>
              <a:off x="741" y="3528"/>
              <a:ext cx="170" cy="504"/>
            </a:xfrm>
            <a:custGeom>
              <a:avLst/>
              <a:gdLst>
                <a:gd name="T0" fmla="*/ 0 w 168"/>
                <a:gd name="T1" fmla="*/ 1580 h 476"/>
                <a:gd name="T2" fmla="*/ 0 w 168"/>
                <a:gd name="T3" fmla="*/ 0 h 476"/>
                <a:gd name="T4" fmla="*/ 210 w 168"/>
                <a:gd name="T5" fmla="*/ 371 h 476"/>
                <a:gd name="T6" fmla="*/ 210 w 168"/>
                <a:gd name="T7" fmla="*/ 1580 h 476"/>
                <a:gd name="T8" fmla="*/ 0 w 168"/>
                <a:gd name="T9" fmla="*/ 1580 h 4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8"/>
                <a:gd name="T16" fmla="*/ 0 h 476"/>
                <a:gd name="T17" fmla="*/ 168 w 168"/>
                <a:gd name="T18" fmla="*/ 476 h 4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8" h="476">
                  <a:moveTo>
                    <a:pt x="0" y="476"/>
                  </a:moveTo>
                  <a:lnTo>
                    <a:pt x="0" y="0"/>
                  </a:lnTo>
                  <a:lnTo>
                    <a:pt x="168" y="112"/>
                  </a:lnTo>
                  <a:lnTo>
                    <a:pt x="168" y="476"/>
                  </a:lnTo>
                  <a:lnTo>
                    <a:pt x="0" y="476"/>
                  </a:lnTo>
                  <a:close/>
                </a:path>
              </a:pathLst>
            </a:custGeom>
            <a:solidFill>
              <a:srgbClr val="00CC99"/>
            </a:solidFill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5" name="Line 16"/>
            <p:cNvSpPr>
              <a:spLocks noChangeShapeType="1"/>
            </p:cNvSpPr>
            <p:nvPr/>
          </p:nvSpPr>
          <p:spPr bwMode="auto">
            <a:xfrm flipH="1">
              <a:off x="542" y="3617"/>
              <a:ext cx="369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96" name="Text Box 17"/>
            <p:cNvSpPr txBox="1">
              <a:spLocks noChangeArrowheads="1"/>
            </p:cNvSpPr>
            <p:nvPr/>
          </p:nvSpPr>
          <p:spPr bwMode="auto">
            <a:xfrm>
              <a:off x="598" y="3024"/>
              <a:ext cx="108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) 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 i="1">
                  <a:solidFill>
                    <a:srgbClr val="FF0000"/>
                  </a:solidFill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)</a:t>
              </a:r>
              <a:endParaRPr lang="en-US" altLang="zh-CN" sz="2000" i="1">
                <a:solidFill>
                  <a:srgbClr val="FF0000"/>
                </a:solidFill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6297" name="Text Box 18"/>
            <p:cNvSpPr txBox="1">
              <a:spLocks noChangeArrowheads="1"/>
            </p:cNvSpPr>
            <p:nvPr/>
          </p:nvSpPr>
          <p:spPr bwMode="auto">
            <a:xfrm>
              <a:off x="371" y="4002"/>
              <a:ext cx="19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298" name="Text Box 19"/>
            <p:cNvSpPr txBox="1">
              <a:spLocks noChangeArrowheads="1"/>
            </p:cNvSpPr>
            <p:nvPr/>
          </p:nvSpPr>
          <p:spPr bwMode="auto">
            <a:xfrm>
              <a:off x="445" y="3416"/>
              <a:ext cx="227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299" name="Text Box 20"/>
            <p:cNvSpPr txBox="1">
              <a:spLocks noChangeArrowheads="1"/>
            </p:cNvSpPr>
            <p:nvPr/>
          </p:nvSpPr>
          <p:spPr bwMode="auto">
            <a:xfrm>
              <a:off x="605" y="4002"/>
              <a:ext cx="347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300" name="Text Box 21"/>
            <p:cNvSpPr txBox="1">
              <a:spLocks noChangeArrowheads="1"/>
            </p:cNvSpPr>
            <p:nvPr/>
          </p:nvSpPr>
          <p:spPr bwMode="auto">
            <a:xfrm>
              <a:off x="1451" y="4007"/>
              <a:ext cx="170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301" name="Text Box 22"/>
            <p:cNvSpPr txBox="1">
              <a:spLocks noChangeArrowheads="1"/>
            </p:cNvSpPr>
            <p:nvPr/>
          </p:nvSpPr>
          <p:spPr bwMode="auto">
            <a:xfrm>
              <a:off x="741" y="3244"/>
              <a:ext cx="880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(2&lt;</a:t>
              </a: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t&lt;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3)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302" name="Text Box 23"/>
            <p:cNvSpPr txBox="1">
              <a:spLocks noChangeArrowheads="1"/>
            </p:cNvSpPr>
            <p:nvPr/>
          </p:nvSpPr>
          <p:spPr bwMode="auto">
            <a:xfrm>
              <a:off x="379" y="3552"/>
              <a:ext cx="34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r>
                <a:rPr lang="en-US" altLang="zh-CN" sz="2000" i="1">
                  <a:latin typeface="Arial" panose="020B0604020202020204" pitchFamily="34" charset="0"/>
                  <a:ea typeface="ˎ̥"/>
                  <a:cs typeface="ˎ̥"/>
                </a:rPr>
                <a:t> 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303" name="Text Box 24"/>
            <p:cNvSpPr txBox="1">
              <a:spLocks noChangeArrowheads="1"/>
            </p:cNvSpPr>
            <p:nvPr/>
          </p:nvSpPr>
          <p:spPr bwMode="auto">
            <a:xfrm>
              <a:off x="1769" y="4002"/>
              <a:ext cx="19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zh-CN" altLang="en-US" sz="2000" i="1">
                  <a:latin typeface="Arial" panose="020B0604020202020204" pitchFamily="34" charset="0"/>
                  <a:ea typeface="ˎ̥"/>
                  <a:cs typeface="ˎ̥"/>
                </a:rPr>
                <a:t> </a:t>
              </a:r>
              <a:endParaRPr lang="zh-CN" altLang="en-US" sz="2000" i="1"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196633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3419475" y="3284538"/>
          <a:ext cx="3168650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1" name="公式" r:id="rId1" imgW="1308100" imgH="558800" progId="Equation.3">
                  <p:embed/>
                </p:oleObj>
              </mc:Choice>
              <mc:Fallback>
                <p:oleObj name="公式" r:id="rId1" imgW="1308100" imgH="558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284538"/>
                        <a:ext cx="3168650" cy="1354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Text Box 26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96261" name="Group 27"/>
          <p:cNvGrpSpPr/>
          <p:nvPr/>
        </p:nvGrpSpPr>
        <p:grpSpPr bwMode="auto">
          <a:xfrm>
            <a:off x="0" y="692150"/>
            <a:ext cx="2971800" cy="2057400"/>
            <a:chOff x="0" y="1680"/>
            <a:chExt cx="1872" cy="1296"/>
          </a:xfrm>
        </p:grpSpPr>
        <p:sp>
          <p:nvSpPr>
            <p:cNvPr id="96264" name="Line 28"/>
            <p:cNvSpPr>
              <a:spLocks noChangeShapeType="1"/>
            </p:cNvSpPr>
            <p:nvPr/>
          </p:nvSpPr>
          <p:spPr bwMode="auto">
            <a:xfrm>
              <a:off x="0" y="2701"/>
              <a:ext cx="1585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5" name="Line 29"/>
            <p:cNvSpPr>
              <a:spLocks noChangeShapeType="1"/>
            </p:cNvSpPr>
            <p:nvPr/>
          </p:nvSpPr>
          <p:spPr bwMode="auto">
            <a:xfrm flipV="1">
              <a:off x="675" y="1930"/>
              <a:ext cx="0" cy="100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6266" name="Group 30"/>
            <p:cNvGrpSpPr/>
            <p:nvPr/>
          </p:nvGrpSpPr>
          <p:grpSpPr bwMode="auto">
            <a:xfrm>
              <a:off x="616" y="1871"/>
              <a:ext cx="118" cy="190"/>
              <a:chOff x="1554" y="1752"/>
              <a:chExt cx="112" cy="180"/>
            </a:xfrm>
          </p:grpSpPr>
          <p:sp>
            <p:nvSpPr>
              <p:cNvPr id="96284" name="Freeform 31"/>
              <p:cNvSpPr/>
              <p:nvPr/>
            </p:nvSpPr>
            <p:spPr bwMode="auto">
              <a:xfrm>
                <a:off x="1584" y="1752"/>
                <a:ext cx="57" cy="180"/>
              </a:xfrm>
              <a:custGeom>
                <a:avLst/>
                <a:gdLst>
                  <a:gd name="T0" fmla="*/ 57 w 57"/>
                  <a:gd name="T1" fmla="*/ 180 h 180"/>
                  <a:gd name="T2" fmla="*/ 30 w 57"/>
                  <a:gd name="T3" fmla="*/ 156 h 180"/>
                  <a:gd name="T4" fmla="*/ 0 w 57"/>
                  <a:gd name="T5" fmla="*/ 177 h 180"/>
                  <a:gd name="T6" fmla="*/ 27 w 57"/>
                  <a:gd name="T7" fmla="*/ 0 h 180"/>
                  <a:gd name="T8" fmla="*/ 57 w 57"/>
                  <a:gd name="T9" fmla="*/ 18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180"/>
                  <a:gd name="T17" fmla="*/ 57 w 57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180">
                    <a:moveTo>
                      <a:pt x="57" y="180"/>
                    </a:moveTo>
                    <a:lnTo>
                      <a:pt x="30" y="156"/>
                    </a:lnTo>
                    <a:lnTo>
                      <a:pt x="0" y="177"/>
                    </a:lnTo>
                    <a:lnTo>
                      <a:pt x="27" y="0"/>
                    </a:lnTo>
                    <a:lnTo>
                      <a:pt x="57" y="18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85" name="Rectangle 32"/>
              <p:cNvSpPr>
                <a:spLocks noChangeArrowheads="1"/>
              </p:cNvSpPr>
              <p:nvPr/>
            </p:nvSpPr>
            <p:spPr bwMode="auto">
              <a:xfrm rot="5400000" flipH="1">
                <a:off x="1596" y="1835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grpSp>
          <p:nvGrpSpPr>
            <p:cNvPr id="96267" name="Group 33"/>
            <p:cNvGrpSpPr/>
            <p:nvPr/>
          </p:nvGrpSpPr>
          <p:grpSpPr bwMode="auto">
            <a:xfrm>
              <a:off x="1526" y="2629"/>
              <a:ext cx="182" cy="118"/>
              <a:chOff x="1236" y="1330"/>
              <a:chExt cx="174" cy="112"/>
            </a:xfrm>
          </p:grpSpPr>
          <p:sp>
            <p:nvSpPr>
              <p:cNvPr id="96282" name="Freeform 34"/>
              <p:cNvSpPr/>
              <p:nvPr/>
            </p:nvSpPr>
            <p:spPr bwMode="auto">
              <a:xfrm>
                <a:off x="1236" y="1356"/>
                <a:ext cx="174" cy="60"/>
              </a:xfrm>
              <a:custGeom>
                <a:avLst/>
                <a:gdLst>
                  <a:gd name="T0" fmla="*/ 0 w 174"/>
                  <a:gd name="T1" fmla="*/ 0 h 60"/>
                  <a:gd name="T2" fmla="*/ 21 w 174"/>
                  <a:gd name="T3" fmla="*/ 30 h 60"/>
                  <a:gd name="T4" fmla="*/ 0 w 174"/>
                  <a:gd name="T5" fmla="*/ 60 h 60"/>
                  <a:gd name="T6" fmla="*/ 174 w 174"/>
                  <a:gd name="T7" fmla="*/ 30 h 60"/>
                  <a:gd name="T8" fmla="*/ 0 w 174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60"/>
                  <a:gd name="T17" fmla="*/ 174 w 174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60">
                    <a:moveTo>
                      <a:pt x="0" y="0"/>
                    </a:moveTo>
                    <a:lnTo>
                      <a:pt x="21" y="30"/>
                    </a:lnTo>
                    <a:lnTo>
                      <a:pt x="0" y="60"/>
                    </a:lnTo>
                    <a:lnTo>
                      <a:pt x="17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83" name="Rectangle 35"/>
              <p:cNvSpPr>
                <a:spLocks noChangeArrowheads="1"/>
              </p:cNvSpPr>
              <p:nvPr/>
            </p:nvSpPr>
            <p:spPr bwMode="auto">
              <a:xfrm rot="10800000" flipH="1" flipV="1">
                <a:off x="1261" y="1330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96268" name="Text Box 36"/>
            <p:cNvSpPr txBox="1">
              <a:spLocks noChangeArrowheads="1"/>
            </p:cNvSpPr>
            <p:nvPr/>
          </p:nvSpPr>
          <p:spPr bwMode="auto">
            <a:xfrm>
              <a:off x="734" y="1680"/>
              <a:ext cx="113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) 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 i="1">
                  <a:solidFill>
                    <a:srgbClr val="FF0000"/>
                  </a:solidFill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)</a:t>
              </a:r>
              <a:endParaRPr lang="en-US" altLang="zh-CN" sz="2000" i="1">
                <a:solidFill>
                  <a:srgbClr val="FF0000"/>
                </a:solidFill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6269" name="Text Box 37"/>
            <p:cNvSpPr txBox="1">
              <a:spLocks noChangeArrowheads="1"/>
            </p:cNvSpPr>
            <p:nvPr/>
          </p:nvSpPr>
          <p:spPr bwMode="auto">
            <a:xfrm>
              <a:off x="1579" y="2658"/>
              <a:ext cx="20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zh-CN" altLang="en-US" sz="2000" i="1">
                  <a:latin typeface="Arial" panose="020B0604020202020204" pitchFamily="34" charset="0"/>
                  <a:ea typeface="ˎ̥"/>
                  <a:cs typeface="ˎ̥"/>
                </a:rPr>
                <a:t> </a:t>
              </a:r>
              <a:endParaRPr lang="zh-CN" altLang="en-US" sz="2000" i="1"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6270" name="Text Box 38"/>
            <p:cNvSpPr txBox="1">
              <a:spLocks noChangeArrowheads="1"/>
            </p:cNvSpPr>
            <p:nvPr/>
          </p:nvSpPr>
          <p:spPr bwMode="auto">
            <a:xfrm>
              <a:off x="576" y="2688"/>
              <a:ext cx="20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271" name="Text Box 39"/>
            <p:cNvSpPr txBox="1">
              <a:spLocks noChangeArrowheads="1"/>
            </p:cNvSpPr>
            <p:nvPr/>
          </p:nvSpPr>
          <p:spPr bwMode="auto">
            <a:xfrm>
              <a:off x="528" y="1930"/>
              <a:ext cx="235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272" name="Text Box 40"/>
            <p:cNvSpPr txBox="1">
              <a:spLocks noChangeArrowheads="1"/>
            </p:cNvSpPr>
            <p:nvPr/>
          </p:nvSpPr>
          <p:spPr bwMode="auto">
            <a:xfrm>
              <a:off x="288" y="2696"/>
              <a:ext cx="38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273" name="Freeform 41"/>
            <p:cNvSpPr/>
            <p:nvPr/>
          </p:nvSpPr>
          <p:spPr bwMode="auto">
            <a:xfrm flipH="1">
              <a:off x="59" y="2167"/>
              <a:ext cx="1401" cy="537"/>
            </a:xfrm>
            <a:custGeom>
              <a:avLst/>
              <a:gdLst>
                <a:gd name="T0" fmla="*/ 0 w 1337"/>
                <a:gd name="T1" fmla="*/ 1696 h 507"/>
                <a:gd name="T2" fmla="*/ 523 w 1337"/>
                <a:gd name="T3" fmla="*/ 1696 h 507"/>
                <a:gd name="T4" fmla="*/ 2545 w 1337"/>
                <a:gd name="T5" fmla="*/ 0 h 507"/>
                <a:gd name="T6" fmla="*/ 2545 w 1337"/>
                <a:gd name="T7" fmla="*/ 1686 h 507"/>
                <a:gd name="T8" fmla="*/ 3571 w 1337"/>
                <a:gd name="T9" fmla="*/ 1686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7"/>
                <a:gd name="T16" fmla="*/ 0 h 507"/>
                <a:gd name="T17" fmla="*/ 1337 w 1337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7" h="507">
                  <a:moveTo>
                    <a:pt x="0" y="507"/>
                  </a:moveTo>
                  <a:lnTo>
                    <a:pt x="196" y="507"/>
                  </a:lnTo>
                  <a:lnTo>
                    <a:pt x="953" y="0"/>
                  </a:lnTo>
                  <a:lnTo>
                    <a:pt x="953" y="504"/>
                  </a:lnTo>
                  <a:lnTo>
                    <a:pt x="1337" y="504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4" name="Line 42"/>
            <p:cNvSpPr>
              <a:spLocks noChangeShapeType="1"/>
            </p:cNvSpPr>
            <p:nvPr/>
          </p:nvSpPr>
          <p:spPr bwMode="auto">
            <a:xfrm flipH="1">
              <a:off x="463" y="2167"/>
              <a:ext cx="206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5" name="Text Box 43"/>
            <p:cNvSpPr txBox="1">
              <a:spLocks noChangeArrowheads="1"/>
            </p:cNvSpPr>
            <p:nvPr/>
          </p:nvSpPr>
          <p:spPr bwMode="auto">
            <a:xfrm>
              <a:off x="1226" y="2675"/>
              <a:ext cx="17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276" name="Freeform 44"/>
            <p:cNvSpPr/>
            <p:nvPr/>
          </p:nvSpPr>
          <p:spPr bwMode="auto">
            <a:xfrm>
              <a:off x="290" y="2167"/>
              <a:ext cx="1167" cy="534"/>
            </a:xfrm>
            <a:custGeom>
              <a:avLst/>
              <a:gdLst>
                <a:gd name="T0" fmla="*/ 0 w 1113"/>
                <a:gd name="T1" fmla="*/ 1703 h 504"/>
                <a:gd name="T2" fmla="*/ 997 w 1113"/>
                <a:gd name="T3" fmla="*/ 1703 h 504"/>
                <a:gd name="T4" fmla="*/ 997 w 1113"/>
                <a:gd name="T5" fmla="*/ 0 h 504"/>
                <a:gd name="T6" fmla="*/ 1976 w 1113"/>
                <a:gd name="T7" fmla="*/ 0 h 504"/>
                <a:gd name="T8" fmla="*/ 1976 w 1113"/>
                <a:gd name="T9" fmla="*/ 1703 h 504"/>
                <a:gd name="T10" fmla="*/ 3010 w 1113"/>
                <a:gd name="T11" fmla="*/ 1703 h 5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13"/>
                <a:gd name="T19" fmla="*/ 0 h 504"/>
                <a:gd name="T20" fmla="*/ 1113 w 1113"/>
                <a:gd name="T21" fmla="*/ 504 h 5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13" h="504">
                  <a:moveTo>
                    <a:pt x="0" y="504"/>
                  </a:moveTo>
                  <a:lnTo>
                    <a:pt x="367" y="504"/>
                  </a:lnTo>
                  <a:lnTo>
                    <a:pt x="367" y="0"/>
                  </a:lnTo>
                  <a:lnTo>
                    <a:pt x="731" y="0"/>
                  </a:lnTo>
                  <a:lnTo>
                    <a:pt x="731" y="504"/>
                  </a:lnTo>
                  <a:lnTo>
                    <a:pt x="1113" y="504"/>
                  </a:lnTo>
                </a:path>
              </a:pathLst>
            </a:custGeom>
            <a:noFill/>
            <a:ln w="15875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7" name="Text Box 45"/>
            <p:cNvSpPr txBox="1">
              <a:spLocks noChangeArrowheads="1"/>
            </p:cNvSpPr>
            <p:nvPr/>
          </p:nvSpPr>
          <p:spPr bwMode="auto">
            <a:xfrm>
              <a:off x="1043" y="2696"/>
              <a:ext cx="20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278" name="Freeform 46"/>
            <p:cNvSpPr/>
            <p:nvPr/>
          </p:nvSpPr>
          <p:spPr bwMode="auto">
            <a:xfrm>
              <a:off x="59" y="2315"/>
              <a:ext cx="1408" cy="386"/>
            </a:xfrm>
            <a:custGeom>
              <a:avLst/>
              <a:gdLst>
                <a:gd name="T0" fmla="*/ 0 w 1344"/>
                <a:gd name="T1" fmla="*/ 1244 h 364"/>
                <a:gd name="T2" fmla="*/ 1564 w 1344"/>
                <a:gd name="T3" fmla="*/ 1244 h 364"/>
                <a:gd name="T4" fmla="*/ 1564 w 1344"/>
                <a:gd name="T5" fmla="*/ 0 h 364"/>
                <a:gd name="T6" fmla="*/ 2532 w 1344"/>
                <a:gd name="T7" fmla="*/ 813 h 364"/>
                <a:gd name="T8" fmla="*/ 2532 w 1344"/>
                <a:gd name="T9" fmla="*/ 1242 h 364"/>
                <a:gd name="T10" fmla="*/ 3572 w 1344"/>
                <a:gd name="T11" fmla="*/ 1244 h 3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44"/>
                <a:gd name="T19" fmla="*/ 0 h 364"/>
                <a:gd name="T20" fmla="*/ 1344 w 1344"/>
                <a:gd name="T21" fmla="*/ 364 h 36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44" h="364">
                  <a:moveTo>
                    <a:pt x="0" y="364"/>
                  </a:moveTo>
                  <a:lnTo>
                    <a:pt x="588" y="364"/>
                  </a:lnTo>
                  <a:lnTo>
                    <a:pt x="588" y="0"/>
                  </a:lnTo>
                  <a:lnTo>
                    <a:pt x="953" y="237"/>
                  </a:lnTo>
                  <a:lnTo>
                    <a:pt x="953" y="362"/>
                  </a:lnTo>
                  <a:lnTo>
                    <a:pt x="1344" y="364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9" name="Text Box 47"/>
            <p:cNvSpPr txBox="1">
              <a:spLocks noChangeArrowheads="1"/>
            </p:cNvSpPr>
            <p:nvPr/>
          </p:nvSpPr>
          <p:spPr bwMode="auto">
            <a:xfrm>
              <a:off x="880" y="1900"/>
              <a:ext cx="87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(1&lt;</a:t>
              </a: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t&lt;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2)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280" name="Text Box 48"/>
            <p:cNvSpPr txBox="1">
              <a:spLocks noChangeArrowheads="1"/>
            </p:cNvSpPr>
            <p:nvPr/>
          </p:nvSpPr>
          <p:spPr bwMode="auto">
            <a:xfrm>
              <a:off x="734" y="2208"/>
              <a:ext cx="176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6281" name="Freeform 49"/>
            <p:cNvSpPr/>
            <p:nvPr/>
          </p:nvSpPr>
          <p:spPr bwMode="auto">
            <a:xfrm>
              <a:off x="672" y="2332"/>
              <a:ext cx="384" cy="356"/>
            </a:xfrm>
            <a:custGeom>
              <a:avLst/>
              <a:gdLst>
                <a:gd name="T0" fmla="*/ 0 w 336"/>
                <a:gd name="T1" fmla="*/ 1132 h 336"/>
                <a:gd name="T2" fmla="*/ 0 w 336"/>
                <a:gd name="T3" fmla="*/ 0 h 336"/>
                <a:gd name="T4" fmla="*/ 5558 w 336"/>
                <a:gd name="T5" fmla="*/ 755 h 336"/>
                <a:gd name="T6" fmla="*/ 5558 w 336"/>
                <a:gd name="T7" fmla="*/ 1132 h 336"/>
                <a:gd name="T8" fmla="*/ 0 w 336"/>
                <a:gd name="T9" fmla="*/ 1132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6"/>
                <a:gd name="T16" fmla="*/ 0 h 336"/>
                <a:gd name="T17" fmla="*/ 336 w 336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6" h="336">
                  <a:moveTo>
                    <a:pt x="0" y="336"/>
                  </a:moveTo>
                  <a:lnTo>
                    <a:pt x="0" y="0"/>
                  </a:lnTo>
                  <a:lnTo>
                    <a:pt x="336" y="224"/>
                  </a:lnTo>
                  <a:lnTo>
                    <a:pt x="336" y="336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rgbClr val="00CC99"/>
            </a:solidFill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6262" name="Object 3"/>
          <p:cNvGraphicFramePr>
            <a:graphicFrameLocks noChangeAspect="1"/>
          </p:cNvGraphicFramePr>
          <p:nvPr/>
        </p:nvGraphicFramePr>
        <p:xfrm>
          <a:off x="3492500" y="836613"/>
          <a:ext cx="4537075" cy="216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2" name="公式" r:id="rId3" imgW="2184400" imgH="1041400" progId="Equation.3">
                  <p:embed/>
                </p:oleObj>
              </mc:Choice>
              <mc:Fallback>
                <p:oleObj name="公式" r:id="rId3" imgW="2184400" imgH="1041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836613"/>
                        <a:ext cx="4537075" cy="216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59" name="Object 4"/>
          <p:cNvGraphicFramePr>
            <a:graphicFrameLocks noChangeAspect="1"/>
          </p:cNvGraphicFramePr>
          <p:nvPr/>
        </p:nvGraphicFramePr>
        <p:xfrm>
          <a:off x="3492500" y="4699000"/>
          <a:ext cx="5111750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73" name="公式" r:id="rId5" imgW="2171700" imgH="711200" progId="Equation.3">
                  <p:embed/>
                </p:oleObj>
              </mc:Choice>
              <mc:Fallback>
                <p:oleObj name="公式" r:id="rId5" imgW="21717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699000"/>
                        <a:ext cx="5111750" cy="16748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135"/>
    </mc:Choice>
    <mc:Fallback>
      <p:transition spd="slow" advTm="441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19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19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2" name="Group 2"/>
          <p:cNvGrpSpPr/>
          <p:nvPr/>
        </p:nvGrpSpPr>
        <p:grpSpPr bwMode="auto">
          <a:xfrm>
            <a:off x="323850" y="1096963"/>
            <a:ext cx="2895600" cy="2044700"/>
            <a:chOff x="144" y="3024"/>
            <a:chExt cx="1824" cy="1288"/>
          </a:xfrm>
        </p:grpSpPr>
        <p:sp>
          <p:nvSpPr>
            <p:cNvPr id="97305" name="Line 3"/>
            <p:cNvSpPr>
              <a:spLocks noChangeShapeType="1"/>
            </p:cNvSpPr>
            <p:nvPr/>
          </p:nvSpPr>
          <p:spPr bwMode="auto">
            <a:xfrm>
              <a:off x="144" y="4036"/>
              <a:ext cx="1591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06" name="Line 4"/>
            <p:cNvSpPr>
              <a:spLocks noChangeShapeType="1"/>
            </p:cNvSpPr>
            <p:nvPr/>
          </p:nvSpPr>
          <p:spPr bwMode="auto">
            <a:xfrm flipV="1">
              <a:off x="542" y="3265"/>
              <a:ext cx="0" cy="100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307" name="Group 5"/>
            <p:cNvGrpSpPr/>
            <p:nvPr/>
          </p:nvGrpSpPr>
          <p:grpSpPr bwMode="auto">
            <a:xfrm>
              <a:off x="485" y="3206"/>
              <a:ext cx="113" cy="191"/>
              <a:chOff x="1554" y="1752"/>
              <a:chExt cx="112" cy="180"/>
            </a:xfrm>
          </p:grpSpPr>
          <p:sp>
            <p:nvSpPr>
              <p:cNvPr id="97325" name="Freeform 6"/>
              <p:cNvSpPr/>
              <p:nvPr/>
            </p:nvSpPr>
            <p:spPr bwMode="auto">
              <a:xfrm>
                <a:off x="1584" y="1752"/>
                <a:ext cx="57" cy="180"/>
              </a:xfrm>
              <a:custGeom>
                <a:avLst/>
                <a:gdLst>
                  <a:gd name="T0" fmla="*/ 57 w 57"/>
                  <a:gd name="T1" fmla="*/ 180 h 180"/>
                  <a:gd name="T2" fmla="*/ 30 w 57"/>
                  <a:gd name="T3" fmla="*/ 156 h 180"/>
                  <a:gd name="T4" fmla="*/ 0 w 57"/>
                  <a:gd name="T5" fmla="*/ 177 h 180"/>
                  <a:gd name="T6" fmla="*/ 27 w 57"/>
                  <a:gd name="T7" fmla="*/ 0 h 180"/>
                  <a:gd name="T8" fmla="*/ 57 w 57"/>
                  <a:gd name="T9" fmla="*/ 18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180"/>
                  <a:gd name="T17" fmla="*/ 57 w 57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180">
                    <a:moveTo>
                      <a:pt x="57" y="180"/>
                    </a:moveTo>
                    <a:lnTo>
                      <a:pt x="30" y="156"/>
                    </a:lnTo>
                    <a:lnTo>
                      <a:pt x="0" y="177"/>
                    </a:lnTo>
                    <a:lnTo>
                      <a:pt x="27" y="0"/>
                    </a:lnTo>
                    <a:lnTo>
                      <a:pt x="57" y="18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26" name="Rectangle 7"/>
              <p:cNvSpPr>
                <a:spLocks noChangeArrowheads="1"/>
              </p:cNvSpPr>
              <p:nvPr/>
            </p:nvSpPr>
            <p:spPr bwMode="auto">
              <a:xfrm rot="5400000" flipH="1">
                <a:off x="1596" y="1835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grpSp>
          <p:nvGrpSpPr>
            <p:cNvPr id="97308" name="Group 8"/>
            <p:cNvGrpSpPr/>
            <p:nvPr/>
          </p:nvGrpSpPr>
          <p:grpSpPr bwMode="auto">
            <a:xfrm>
              <a:off x="1706" y="3973"/>
              <a:ext cx="177" cy="118"/>
              <a:chOff x="1236" y="1330"/>
              <a:chExt cx="174" cy="112"/>
            </a:xfrm>
          </p:grpSpPr>
          <p:sp>
            <p:nvSpPr>
              <p:cNvPr id="97323" name="Freeform 9"/>
              <p:cNvSpPr/>
              <p:nvPr/>
            </p:nvSpPr>
            <p:spPr bwMode="auto">
              <a:xfrm>
                <a:off x="1236" y="1356"/>
                <a:ext cx="174" cy="60"/>
              </a:xfrm>
              <a:custGeom>
                <a:avLst/>
                <a:gdLst>
                  <a:gd name="T0" fmla="*/ 0 w 174"/>
                  <a:gd name="T1" fmla="*/ 0 h 60"/>
                  <a:gd name="T2" fmla="*/ 21 w 174"/>
                  <a:gd name="T3" fmla="*/ 30 h 60"/>
                  <a:gd name="T4" fmla="*/ 0 w 174"/>
                  <a:gd name="T5" fmla="*/ 60 h 60"/>
                  <a:gd name="T6" fmla="*/ 174 w 174"/>
                  <a:gd name="T7" fmla="*/ 30 h 60"/>
                  <a:gd name="T8" fmla="*/ 0 w 174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60"/>
                  <a:gd name="T17" fmla="*/ 174 w 174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60">
                    <a:moveTo>
                      <a:pt x="0" y="0"/>
                    </a:moveTo>
                    <a:lnTo>
                      <a:pt x="21" y="30"/>
                    </a:lnTo>
                    <a:lnTo>
                      <a:pt x="0" y="60"/>
                    </a:lnTo>
                    <a:lnTo>
                      <a:pt x="17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24" name="Rectangle 10"/>
              <p:cNvSpPr>
                <a:spLocks noChangeArrowheads="1"/>
              </p:cNvSpPr>
              <p:nvPr/>
            </p:nvSpPr>
            <p:spPr bwMode="auto">
              <a:xfrm rot="10800000" flipH="1" flipV="1">
                <a:off x="1261" y="1330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97309" name="Freeform 11"/>
            <p:cNvSpPr/>
            <p:nvPr/>
          </p:nvSpPr>
          <p:spPr bwMode="auto">
            <a:xfrm flipH="1">
              <a:off x="343" y="3503"/>
              <a:ext cx="1356" cy="536"/>
            </a:xfrm>
            <a:custGeom>
              <a:avLst/>
              <a:gdLst>
                <a:gd name="T0" fmla="*/ 0 w 1337"/>
                <a:gd name="T1" fmla="*/ 1629 h 507"/>
                <a:gd name="T2" fmla="*/ 263 w 1337"/>
                <a:gd name="T3" fmla="*/ 1629 h 507"/>
                <a:gd name="T4" fmla="*/ 1283 w 1337"/>
                <a:gd name="T5" fmla="*/ 0 h 507"/>
                <a:gd name="T6" fmla="*/ 1283 w 1337"/>
                <a:gd name="T7" fmla="*/ 1616 h 507"/>
                <a:gd name="T8" fmla="*/ 1798 w 1337"/>
                <a:gd name="T9" fmla="*/ 1616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7"/>
                <a:gd name="T16" fmla="*/ 0 h 507"/>
                <a:gd name="T17" fmla="*/ 1337 w 1337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7" h="507">
                  <a:moveTo>
                    <a:pt x="0" y="507"/>
                  </a:moveTo>
                  <a:lnTo>
                    <a:pt x="196" y="507"/>
                  </a:lnTo>
                  <a:lnTo>
                    <a:pt x="953" y="0"/>
                  </a:lnTo>
                  <a:lnTo>
                    <a:pt x="953" y="504"/>
                  </a:lnTo>
                  <a:lnTo>
                    <a:pt x="1337" y="504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0" name="Freeform 12"/>
            <p:cNvSpPr/>
            <p:nvPr/>
          </p:nvSpPr>
          <p:spPr bwMode="auto">
            <a:xfrm>
              <a:off x="172" y="3503"/>
              <a:ext cx="1129" cy="533"/>
            </a:xfrm>
            <a:custGeom>
              <a:avLst/>
              <a:gdLst>
                <a:gd name="T0" fmla="*/ 0 w 1113"/>
                <a:gd name="T1" fmla="*/ 1631 h 504"/>
                <a:gd name="T2" fmla="*/ 495 w 1113"/>
                <a:gd name="T3" fmla="*/ 1631 h 504"/>
                <a:gd name="T4" fmla="*/ 495 w 1113"/>
                <a:gd name="T5" fmla="*/ 0 h 504"/>
                <a:gd name="T6" fmla="*/ 987 w 1113"/>
                <a:gd name="T7" fmla="*/ 0 h 504"/>
                <a:gd name="T8" fmla="*/ 987 w 1113"/>
                <a:gd name="T9" fmla="*/ 1631 h 504"/>
                <a:gd name="T10" fmla="*/ 1501 w 1113"/>
                <a:gd name="T11" fmla="*/ 1631 h 5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13"/>
                <a:gd name="T19" fmla="*/ 0 h 504"/>
                <a:gd name="T20" fmla="*/ 1113 w 1113"/>
                <a:gd name="T21" fmla="*/ 504 h 5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13" h="504">
                  <a:moveTo>
                    <a:pt x="0" y="504"/>
                  </a:moveTo>
                  <a:lnTo>
                    <a:pt x="367" y="504"/>
                  </a:lnTo>
                  <a:lnTo>
                    <a:pt x="367" y="0"/>
                  </a:lnTo>
                  <a:lnTo>
                    <a:pt x="731" y="0"/>
                  </a:lnTo>
                  <a:lnTo>
                    <a:pt x="731" y="504"/>
                  </a:lnTo>
                  <a:lnTo>
                    <a:pt x="1113" y="504"/>
                  </a:lnTo>
                </a:path>
              </a:pathLst>
            </a:custGeom>
            <a:noFill/>
            <a:ln w="15875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1" name="Text Box 13"/>
            <p:cNvSpPr txBox="1">
              <a:spLocks noChangeArrowheads="1"/>
            </p:cNvSpPr>
            <p:nvPr/>
          </p:nvSpPr>
          <p:spPr bwMode="auto">
            <a:xfrm>
              <a:off x="864" y="4032"/>
              <a:ext cx="19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312" name="Freeform 14"/>
            <p:cNvSpPr/>
            <p:nvPr/>
          </p:nvSpPr>
          <p:spPr bwMode="auto">
            <a:xfrm>
              <a:off x="172" y="3503"/>
              <a:ext cx="1506" cy="533"/>
            </a:xfrm>
            <a:custGeom>
              <a:avLst/>
              <a:gdLst>
                <a:gd name="T0" fmla="*/ 0 w 1484"/>
                <a:gd name="T1" fmla="*/ 1631 h 504"/>
                <a:gd name="T2" fmla="*/ 762 w 1484"/>
                <a:gd name="T3" fmla="*/ 1631 h 504"/>
                <a:gd name="T4" fmla="*/ 762 w 1484"/>
                <a:gd name="T5" fmla="*/ 0 h 504"/>
                <a:gd name="T6" fmla="*/ 996 w 1484"/>
                <a:gd name="T7" fmla="*/ 368 h 504"/>
                <a:gd name="T8" fmla="*/ 996 w 1484"/>
                <a:gd name="T9" fmla="*/ 1631 h 504"/>
                <a:gd name="T10" fmla="*/ 2021 w 1484"/>
                <a:gd name="T11" fmla="*/ 1631 h 5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84"/>
                <a:gd name="T19" fmla="*/ 0 h 504"/>
                <a:gd name="T20" fmla="*/ 1484 w 1484"/>
                <a:gd name="T21" fmla="*/ 504 h 5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84" h="504">
                  <a:moveTo>
                    <a:pt x="0" y="504"/>
                  </a:moveTo>
                  <a:lnTo>
                    <a:pt x="560" y="504"/>
                  </a:lnTo>
                  <a:lnTo>
                    <a:pt x="560" y="0"/>
                  </a:lnTo>
                  <a:lnTo>
                    <a:pt x="731" y="113"/>
                  </a:lnTo>
                  <a:lnTo>
                    <a:pt x="731" y="504"/>
                  </a:lnTo>
                  <a:lnTo>
                    <a:pt x="1484" y="504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3" name="Freeform 15"/>
            <p:cNvSpPr/>
            <p:nvPr/>
          </p:nvSpPr>
          <p:spPr bwMode="auto">
            <a:xfrm>
              <a:off x="741" y="3528"/>
              <a:ext cx="170" cy="504"/>
            </a:xfrm>
            <a:custGeom>
              <a:avLst/>
              <a:gdLst>
                <a:gd name="T0" fmla="*/ 0 w 168"/>
                <a:gd name="T1" fmla="*/ 1580 h 476"/>
                <a:gd name="T2" fmla="*/ 0 w 168"/>
                <a:gd name="T3" fmla="*/ 0 h 476"/>
                <a:gd name="T4" fmla="*/ 210 w 168"/>
                <a:gd name="T5" fmla="*/ 371 h 476"/>
                <a:gd name="T6" fmla="*/ 210 w 168"/>
                <a:gd name="T7" fmla="*/ 1580 h 476"/>
                <a:gd name="T8" fmla="*/ 0 w 168"/>
                <a:gd name="T9" fmla="*/ 1580 h 4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8"/>
                <a:gd name="T16" fmla="*/ 0 h 476"/>
                <a:gd name="T17" fmla="*/ 168 w 168"/>
                <a:gd name="T18" fmla="*/ 476 h 4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8" h="476">
                  <a:moveTo>
                    <a:pt x="0" y="476"/>
                  </a:moveTo>
                  <a:lnTo>
                    <a:pt x="0" y="0"/>
                  </a:lnTo>
                  <a:lnTo>
                    <a:pt x="168" y="112"/>
                  </a:lnTo>
                  <a:lnTo>
                    <a:pt x="168" y="476"/>
                  </a:lnTo>
                  <a:lnTo>
                    <a:pt x="0" y="476"/>
                  </a:lnTo>
                  <a:close/>
                </a:path>
              </a:pathLst>
            </a:custGeom>
            <a:solidFill>
              <a:srgbClr val="00CC99"/>
            </a:solidFill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4" name="Line 16"/>
            <p:cNvSpPr>
              <a:spLocks noChangeShapeType="1"/>
            </p:cNvSpPr>
            <p:nvPr/>
          </p:nvSpPr>
          <p:spPr bwMode="auto">
            <a:xfrm flipH="1">
              <a:off x="542" y="3617"/>
              <a:ext cx="369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5" name="Text Box 17"/>
            <p:cNvSpPr txBox="1">
              <a:spLocks noChangeArrowheads="1"/>
            </p:cNvSpPr>
            <p:nvPr/>
          </p:nvSpPr>
          <p:spPr bwMode="auto">
            <a:xfrm>
              <a:off x="598" y="3024"/>
              <a:ext cx="1086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) 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 i="1">
                  <a:solidFill>
                    <a:srgbClr val="FF0000"/>
                  </a:solidFill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)</a:t>
              </a:r>
              <a:endParaRPr lang="en-US" altLang="zh-CN" sz="2000" i="1">
                <a:solidFill>
                  <a:srgbClr val="FF0000"/>
                </a:solidFill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7316" name="Text Box 18"/>
            <p:cNvSpPr txBox="1">
              <a:spLocks noChangeArrowheads="1"/>
            </p:cNvSpPr>
            <p:nvPr/>
          </p:nvSpPr>
          <p:spPr bwMode="auto">
            <a:xfrm>
              <a:off x="371" y="4002"/>
              <a:ext cx="19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317" name="Text Box 19"/>
            <p:cNvSpPr txBox="1">
              <a:spLocks noChangeArrowheads="1"/>
            </p:cNvSpPr>
            <p:nvPr/>
          </p:nvSpPr>
          <p:spPr bwMode="auto">
            <a:xfrm>
              <a:off x="445" y="3416"/>
              <a:ext cx="227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318" name="Text Box 20"/>
            <p:cNvSpPr txBox="1">
              <a:spLocks noChangeArrowheads="1"/>
            </p:cNvSpPr>
            <p:nvPr/>
          </p:nvSpPr>
          <p:spPr bwMode="auto">
            <a:xfrm>
              <a:off x="605" y="4002"/>
              <a:ext cx="347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r>
                <a:rPr lang="en-US" altLang="zh-CN" sz="2000">
                  <a:latin typeface="UniversalMath1 BT" panose="05050102010205020602" pitchFamily="18" charset="2"/>
                  <a:ea typeface="ˎ̥"/>
                  <a:cs typeface="ˎ̥"/>
                </a:rPr>
                <a:t>-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319" name="Text Box 21"/>
            <p:cNvSpPr txBox="1">
              <a:spLocks noChangeArrowheads="1"/>
            </p:cNvSpPr>
            <p:nvPr/>
          </p:nvSpPr>
          <p:spPr bwMode="auto">
            <a:xfrm>
              <a:off x="1451" y="4007"/>
              <a:ext cx="170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320" name="Text Box 22"/>
            <p:cNvSpPr txBox="1">
              <a:spLocks noChangeArrowheads="1"/>
            </p:cNvSpPr>
            <p:nvPr/>
          </p:nvSpPr>
          <p:spPr bwMode="auto">
            <a:xfrm>
              <a:off x="741" y="3244"/>
              <a:ext cx="880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(2&lt;</a:t>
              </a: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t&lt;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3)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321" name="Text Box 23"/>
            <p:cNvSpPr txBox="1">
              <a:spLocks noChangeArrowheads="1"/>
            </p:cNvSpPr>
            <p:nvPr/>
          </p:nvSpPr>
          <p:spPr bwMode="auto">
            <a:xfrm>
              <a:off x="379" y="3552"/>
              <a:ext cx="34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r>
                <a:rPr lang="en-US" altLang="zh-CN" sz="2000" i="1">
                  <a:latin typeface="Arial" panose="020B0604020202020204" pitchFamily="34" charset="0"/>
                  <a:ea typeface="ˎ̥"/>
                  <a:cs typeface="ˎ̥"/>
                </a:rPr>
                <a:t> 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322" name="Text Box 24"/>
            <p:cNvSpPr txBox="1">
              <a:spLocks noChangeArrowheads="1"/>
            </p:cNvSpPr>
            <p:nvPr/>
          </p:nvSpPr>
          <p:spPr bwMode="auto">
            <a:xfrm>
              <a:off x="1769" y="4002"/>
              <a:ext cx="19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zh-CN" altLang="en-US" sz="2000" i="1">
                  <a:latin typeface="Arial" panose="020B0604020202020204" pitchFamily="34" charset="0"/>
                  <a:ea typeface="ˎ̥"/>
                  <a:cs typeface="ˎ̥"/>
                </a:rPr>
                <a:t> </a:t>
              </a:r>
              <a:endParaRPr lang="zh-CN" altLang="en-US" sz="2000" i="1"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97283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3563938" y="765175"/>
          <a:ext cx="4679950" cy="279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72" name="公式" r:id="rId1" imgW="2171700" imgH="1295400" progId="Equation.3">
                  <p:embed/>
                </p:oleObj>
              </mc:Choice>
              <mc:Fallback>
                <p:oleObj name="公式" r:id="rId1" imgW="2171700" imgH="1295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765175"/>
                        <a:ext cx="4679950" cy="279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6"/>
          <p:cNvGrpSpPr/>
          <p:nvPr/>
        </p:nvGrpSpPr>
        <p:grpSpPr bwMode="auto">
          <a:xfrm>
            <a:off x="395288" y="4221163"/>
            <a:ext cx="2667000" cy="1676400"/>
            <a:chOff x="144" y="720"/>
            <a:chExt cx="2064" cy="1109"/>
          </a:xfrm>
        </p:grpSpPr>
        <p:sp>
          <p:nvSpPr>
            <p:cNvPr id="97287" name="Line 27"/>
            <p:cNvSpPr>
              <a:spLocks noChangeShapeType="1"/>
            </p:cNvSpPr>
            <p:nvPr/>
          </p:nvSpPr>
          <p:spPr bwMode="auto">
            <a:xfrm>
              <a:off x="144" y="1610"/>
              <a:ext cx="1850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88" name="Line 28"/>
            <p:cNvSpPr>
              <a:spLocks noChangeShapeType="1"/>
            </p:cNvSpPr>
            <p:nvPr/>
          </p:nvSpPr>
          <p:spPr bwMode="auto">
            <a:xfrm flipV="1">
              <a:off x="519" y="932"/>
              <a:ext cx="0" cy="886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289" name="Group 29"/>
            <p:cNvGrpSpPr/>
            <p:nvPr/>
          </p:nvGrpSpPr>
          <p:grpSpPr bwMode="auto">
            <a:xfrm>
              <a:off x="466" y="880"/>
              <a:ext cx="107" cy="168"/>
              <a:chOff x="1554" y="1752"/>
              <a:chExt cx="112" cy="180"/>
            </a:xfrm>
          </p:grpSpPr>
          <p:sp>
            <p:nvSpPr>
              <p:cNvPr id="97303" name="Freeform 30"/>
              <p:cNvSpPr/>
              <p:nvPr/>
            </p:nvSpPr>
            <p:spPr bwMode="auto">
              <a:xfrm>
                <a:off x="1584" y="1752"/>
                <a:ext cx="57" cy="180"/>
              </a:xfrm>
              <a:custGeom>
                <a:avLst/>
                <a:gdLst>
                  <a:gd name="T0" fmla="*/ 57 w 57"/>
                  <a:gd name="T1" fmla="*/ 180 h 180"/>
                  <a:gd name="T2" fmla="*/ 30 w 57"/>
                  <a:gd name="T3" fmla="*/ 156 h 180"/>
                  <a:gd name="T4" fmla="*/ 0 w 57"/>
                  <a:gd name="T5" fmla="*/ 177 h 180"/>
                  <a:gd name="T6" fmla="*/ 27 w 57"/>
                  <a:gd name="T7" fmla="*/ 0 h 180"/>
                  <a:gd name="T8" fmla="*/ 57 w 57"/>
                  <a:gd name="T9" fmla="*/ 18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180"/>
                  <a:gd name="T17" fmla="*/ 57 w 57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180">
                    <a:moveTo>
                      <a:pt x="57" y="180"/>
                    </a:moveTo>
                    <a:lnTo>
                      <a:pt x="30" y="156"/>
                    </a:lnTo>
                    <a:lnTo>
                      <a:pt x="0" y="177"/>
                    </a:lnTo>
                    <a:lnTo>
                      <a:pt x="27" y="0"/>
                    </a:lnTo>
                    <a:lnTo>
                      <a:pt x="57" y="18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04" name="Rectangle 31"/>
              <p:cNvSpPr>
                <a:spLocks noChangeArrowheads="1"/>
              </p:cNvSpPr>
              <p:nvPr/>
            </p:nvSpPr>
            <p:spPr bwMode="auto">
              <a:xfrm rot="5400000" flipH="1">
                <a:off x="1596" y="1835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grpSp>
          <p:nvGrpSpPr>
            <p:cNvPr id="97290" name="Group 32"/>
            <p:cNvGrpSpPr/>
            <p:nvPr/>
          </p:nvGrpSpPr>
          <p:grpSpPr bwMode="auto">
            <a:xfrm>
              <a:off x="1961" y="1554"/>
              <a:ext cx="167" cy="104"/>
              <a:chOff x="1236" y="1330"/>
              <a:chExt cx="174" cy="112"/>
            </a:xfrm>
          </p:grpSpPr>
          <p:sp>
            <p:nvSpPr>
              <p:cNvPr id="97301" name="Freeform 33"/>
              <p:cNvSpPr/>
              <p:nvPr/>
            </p:nvSpPr>
            <p:spPr bwMode="auto">
              <a:xfrm>
                <a:off x="1236" y="1356"/>
                <a:ext cx="174" cy="60"/>
              </a:xfrm>
              <a:custGeom>
                <a:avLst/>
                <a:gdLst>
                  <a:gd name="T0" fmla="*/ 0 w 174"/>
                  <a:gd name="T1" fmla="*/ 0 h 60"/>
                  <a:gd name="T2" fmla="*/ 21 w 174"/>
                  <a:gd name="T3" fmla="*/ 30 h 60"/>
                  <a:gd name="T4" fmla="*/ 0 w 174"/>
                  <a:gd name="T5" fmla="*/ 60 h 60"/>
                  <a:gd name="T6" fmla="*/ 174 w 174"/>
                  <a:gd name="T7" fmla="*/ 30 h 60"/>
                  <a:gd name="T8" fmla="*/ 0 w 174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4"/>
                  <a:gd name="T16" fmla="*/ 0 h 60"/>
                  <a:gd name="T17" fmla="*/ 174 w 174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4" h="60">
                    <a:moveTo>
                      <a:pt x="0" y="0"/>
                    </a:moveTo>
                    <a:lnTo>
                      <a:pt x="21" y="30"/>
                    </a:lnTo>
                    <a:lnTo>
                      <a:pt x="0" y="60"/>
                    </a:lnTo>
                    <a:lnTo>
                      <a:pt x="174" y="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02" name="Rectangle 34"/>
              <p:cNvSpPr>
                <a:spLocks noChangeArrowheads="1"/>
              </p:cNvSpPr>
              <p:nvPr/>
            </p:nvSpPr>
            <p:spPr bwMode="auto">
              <a:xfrm rot="10800000" flipH="1" flipV="1">
                <a:off x="1261" y="1330"/>
                <a:ext cx="2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97291" name="Freeform 35"/>
            <p:cNvSpPr/>
            <p:nvPr/>
          </p:nvSpPr>
          <p:spPr bwMode="auto">
            <a:xfrm>
              <a:off x="473" y="1141"/>
              <a:ext cx="1480" cy="471"/>
            </a:xfrm>
            <a:custGeom>
              <a:avLst/>
              <a:gdLst>
                <a:gd name="T0" fmla="*/ 618 w 1546"/>
                <a:gd name="T1" fmla="*/ 107 h 507"/>
                <a:gd name="T2" fmla="*/ 531 w 1546"/>
                <a:gd name="T3" fmla="*/ 107 h 507"/>
                <a:gd name="T4" fmla="*/ 229 w 1546"/>
                <a:gd name="T5" fmla="*/ 0 h 507"/>
                <a:gd name="T6" fmla="*/ 229 w 1546"/>
                <a:gd name="T7" fmla="*/ 107 h 507"/>
                <a:gd name="T8" fmla="*/ 0 w 1546"/>
                <a:gd name="T9" fmla="*/ 107 h 5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46"/>
                <a:gd name="T16" fmla="*/ 0 h 507"/>
                <a:gd name="T17" fmla="*/ 1546 w 1546"/>
                <a:gd name="T18" fmla="*/ 507 h 5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46" h="507">
                  <a:moveTo>
                    <a:pt x="1546" y="504"/>
                  </a:moveTo>
                  <a:lnTo>
                    <a:pt x="1330" y="507"/>
                  </a:lnTo>
                  <a:lnTo>
                    <a:pt x="573" y="0"/>
                  </a:lnTo>
                  <a:lnTo>
                    <a:pt x="573" y="504"/>
                  </a:lnTo>
                  <a:lnTo>
                    <a:pt x="0" y="504"/>
                  </a:lnTo>
                </a:path>
              </a:pathLst>
            </a:custGeom>
            <a:noFill/>
            <a:ln w="158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2" name="Freeform 36"/>
            <p:cNvSpPr/>
            <p:nvPr/>
          </p:nvSpPr>
          <p:spPr bwMode="auto">
            <a:xfrm>
              <a:off x="171" y="1141"/>
              <a:ext cx="1600" cy="469"/>
            </a:xfrm>
            <a:custGeom>
              <a:avLst/>
              <a:gdLst>
                <a:gd name="T0" fmla="*/ 0 w 1672"/>
                <a:gd name="T1" fmla="*/ 111 h 504"/>
                <a:gd name="T2" fmla="*/ 145 w 1672"/>
                <a:gd name="T3" fmla="*/ 111 h 504"/>
                <a:gd name="T4" fmla="*/ 145 w 1672"/>
                <a:gd name="T5" fmla="*/ 0 h 504"/>
                <a:gd name="T6" fmla="*/ 291 w 1672"/>
                <a:gd name="T7" fmla="*/ 0 h 504"/>
                <a:gd name="T8" fmla="*/ 291 w 1672"/>
                <a:gd name="T9" fmla="*/ 111 h 504"/>
                <a:gd name="T10" fmla="*/ 663 w 1672"/>
                <a:gd name="T11" fmla="*/ 111 h 5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72"/>
                <a:gd name="T19" fmla="*/ 0 h 504"/>
                <a:gd name="T20" fmla="*/ 1672 w 1672"/>
                <a:gd name="T21" fmla="*/ 504 h 5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72" h="504">
                  <a:moveTo>
                    <a:pt x="0" y="504"/>
                  </a:moveTo>
                  <a:lnTo>
                    <a:pt x="367" y="504"/>
                  </a:lnTo>
                  <a:lnTo>
                    <a:pt x="367" y="0"/>
                  </a:lnTo>
                  <a:lnTo>
                    <a:pt x="731" y="0"/>
                  </a:lnTo>
                  <a:lnTo>
                    <a:pt x="731" y="504"/>
                  </a:lnTo>
                  <a:lnTo>
                    <a:pt x="1672" y="504"/>
                  </a:lnTo>
                </a:path>
              </a:pathLst>
            </a:custGeom>
            <a:noFill/>
            <a:ln w="15875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293" name="Text Box 37"/>
            <p:cNvSpPr txBox="1">
              <a:spLocks noChangeArrowheads="1"/>
            </p:cNvSpPr>
            <p:nvPr/>
          </p:nvSpPr>
          <p:spPr bwMode="auto">
            <a:xfrm>
              <a:off x="793" y="1583"/>
              <a:ext cx="18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294" name="Text Box 38"/>
            <p:cNvSpPr txBox="1">
              <a:spLocks noChangeArrowheads="1"/>
            </p:cNvSpPr>
            <p:nvPr/>
          </p:nvSpPr>
          <p:spPr bwMode="auto">
            <a:xfrm>
              <a:off x="573" y="720"/>
              <a:ext cx="137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) 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f</a:t>
              </a:r>
              <a:r>
                <a:rPr lang="en-US" altLang="zh-CN" sz="1900" baseline="-25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 i="1">
                  <a:solidFill>
                    <a:srgbClr val="FF0000"/>
                  </a:solidFill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en-US" altLang="zh-CN" sz="2000">
                  <a:solidFill>
                    <a:srgbClr val="FF0000"/>
                  </a:solidFill>
                  <a:latin typeface="黑体" panose="02010609060101010101" pitchFamily="49" charset="-122"/>
                  <a:ea typeface="ˎ̥"/>
                  <a:cs typeface="ˎ̥"/>
                </a:rPr>
                <a:t>)</a:t>
              </a:r>
              <a:endParaRPr lang="en-US" altLang="zh-CN" sz="2000" i="1">
                <a:solidFill>
                  <a:srgbClr val="FF0000"/>
                </a:solidFill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  <p:sp>
          <p:nvSpPr>
            <p:cNvPr id="97295" name="Text Box 39"/>
            <p:cNvSpPr txBox="1">
              <a:spLocks noChangeArrowheads="1"/>
            </p:cNvSpPr>
            <p:nvPr/>
          </p:nvSpPr>
          <p:spPr bwMode="auto">
            <a:xfrm>
              <a:off x="385" y="1580"/>
              <a:ext cx="18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296" name="Text Box 40"/>
            <p:cNvSpPr txBox="1">
              <a:spLocks noChangeArrowheads="1"/>
            </p:cNvSpPr>
            <p:nvPr/>
          </p:nvSpPr>
          <p:spPr bwMode="auto">
            <a:xfrm>
              <a:off x="364" y="1036"/>
              <a:ext cx="215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297" name="Text Box 41"/>
            <p:cNvSpPr txBox="1">
              <a:spLocks noChangeArrowheads="1"/>
            </p:cNvSpPr>
            <p:nvPr/>
          </p:nvSpPr>
          <p:spPr bwMode="auto">
            <a:xfrm>
              <a:off x="948" y="1580"/>
              <a:ext cx="32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t-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298" name="Text Box 42"/>
            <p:cNvSpPr txBox="1">
              <a:spLocks noChangeArrowheads="1"/>
            </p:cNvSpPr>
            <p:nvPr/>
          </p:nvSpPr>
          <p:spPr bwMode="auto">
            <a:xfrm>
              <a:off x="1678" y="1583"/>
              <a:ext cx="160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299" name="Text Box 43"/>
            <p:cNvSpPr txBox="1">
              <a:spLocks noChangeArrowheads="1"/>
            </p:cNvSpPr>
            <p:nvPr/>
          </p:nvSpPr>
          <p:spPr bwMode="auto">
            <a:xfrm>
              <a:off x="895" y="914"/>
              <a:ext cx="541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lang="en-US" altLang="zh-CN" sz="2000" i="1">
                  <a:latin typeface="黑体" panose="02010609060101010101" pitchFamily="49" charset="-122"/>
                  <a:ea typeface="ˎ̥"/>
                  <a:cs typeface="ˎ̥"/>
                </a:rPr>
                <a:t>t&gt;</a:t>
              </a:r>
              <a:r>
                <a:rPr lang="en-US" altLang="zh-CN" sz="2000">
                  <a:latin typeface="黑体" panose="02010609060101010101" pitchFamily="49" charset="-122"/>
                  <a:ea typeface="ˎ̥"/>
                  <a:cs typeface="ˎ̥"/>
                </a:rPr>
                <a:t>3)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7300" name="Text Box 44"/>
            <p:cNvSpPr txBox="1">
              <a:spLocks noChangeArrowheads="1"/>
            </p:cNvSpPr>
            <p:nvPr/>
          </p:nvSpPr>
          <p:spPr bwMode="auto">
            <a:xfrm>
              <a:off x="2020" y="1580"/>
              <a:ext cx="18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96000"/>
                </a:lnSpc>
                <a:spcAft>
                  <a:spcPts val="100"/>
                </a:spcAft>
                <a:buFont typeface="Wingdings" panose="05000000000000000000" pitchFamily="2" charset="2"/>
                <a:buNone/>
              </a:pPr>
              <a:r>
                <a:rPr lang="zh-CN" altLang="en-US" sz="2000" i="1">
                  <a:latin typeface="Symbol" panose="05050102010706020507" pitchFamily="18" charset="2"/>
                  <a:ea typeface="ˎ̥"/>
                  <a:cs typeface="ˎ̥"/>
                  <a:sym typeface="Symbol" panose="05050102010706020507" pitchFamily="18" charset="2"/>
                </a:rPr>
                <a:t></a:t>
              </a:r>
              <a:r>
                <a:rPr lang="zh-CN" altLang="en-US" sz="2000" i="1">
                  <a:latin typeface="Arial" panose="020B0604020202020204" pitchFamily="34" charset="0"/>
                  <a:ea typeface="ˎ̥"/>
                  <a:cs typeface="ˎ̥"/>
                </a:rPr>
                <a:t> </a:t>
              </a:r>
              <a:endParaRPr lang="zh-CN" altLang="en-US" sz="2000" i="1">
                <a:latin typeface="Symbol" panose="05050102010706020507" pitchFamily="18" charset="2"/>
                <a:ea typeface="ˎ̥"/>
                <a:cs typeface="ˎ̥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197677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3635375" y="4292600"/>
          <a:ext cx="4164013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73" name="公式" r:id="rId3" imgW="1447800" imgH="558800" progId="Equation.3">
                  <p:embed/>
                </p:oleObj>
              </mc:Choice>
              <mc:Fallback>
                <p:oleObj name="公式" r:id="rId3" imgW="1447800" imgH="55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292600"/>
                        <a:ext cx="4164013" cy="16065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6" name="Text Box 46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672"/>
    </mc:Choice>
    <mc:Fallback>
      <p:transition spd="slow" advTm="426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9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658" name="Object 2"/>
          <p:cNvGraphicFramePr>
            <a:graphicFrameLocks noChangeAspect="1"/>
          </p:cNvGraphicFramePr>
          <p:nvPr/>
        </p:nvGraphicFramePr>
        <p:xfrm>
          <a:off x="4102100" y="1671638"/>
          <a:ext cx="390207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73" name="Equation" r:id="rId1" imgW="1177925" imgH="781050" progId="Equation.3">
                  <p:embed/>
                </p:oleObj>
              </mc:Choice>
              <mc:Fallback>
                <p:oleObj name="Equation" r:id="rId1" imgW="1177925" imgH="78105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1671638"/>
                        <a:ext cx="3902075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684213" y="2133600"/>
            <a:ext cx="3200400" cy="2286000"/>
            <a:chOff x="1008" y="720"/>
            <a:chExt cx="2016" cy="1440"/>
          </a:xfrm>
        </p:grpSpPr>
        <p:sp>
          <p:nvSpPr>
            <p:cNvPr id="98310" name="Line 4"/>
            <p:cNvSpPr>
              <a:spLocks noChangeShapeType="1"/>
            </p:cNvSpPr>
            <p:nvPr/>
          </p:nvSpPr>
          <p:spPr bwMode="auto">
            <a:xfrm>
              <a:off x="1008" y="1968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1" name="Line 5"/>
            <p:cNvSpPr>
              <a:spLocks noChangeShapeType="1"/>
            </p:cNvSpPr>
            <p:nvPr/>
          </p:nvSpPr>
          <p:spPr bwMode="auto">
            <a:xfrm flipV="1">
              <a:off x="1248" y="76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2" name="Rectangle 6"/>
            <p:cNvSpPr>
              <a:spLocks noChangeArrowheads="1"/>
            </p:cNvSpPr>
            <p:nvPr/>
          </p:nvSpPr>
          <p:spPr bwMode="auto">
            <a:xfrm>
              <a:off x="1248" y="1632"/>
              <a:ext cx="336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  <p:sp>
          <p:nvSpPr>
            <p:cNvPr id="98313" name="Rectangle 7"/>
            <p:cNvSpPr>
              <a:spLocks noChangeArrowheads="1"/>
            </p:cNvSpPr>
            <p:nvPr/>
          </p:nvSpPr>
          <p:spPr bwMode="auto">
            <a:xfrm>
              <a:off x="1248" y="1008"/>
              <a:ext cx="1056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  <p:sp>
          <p:nvSpPr>
            <p:cNvPr id="98314" name="Line 8"/>
            <p:cNvSpPr>
              <a:spLocks noChangeShapeType="1"/>
            </p:cNvSpPr>
            <p:nvPr/>
          </p:nvSpPr>
          <p:spPr bwMode="auto">
            <a:xfrm flipV="1">
              <a:off x="1968" y="100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8315" name="Group 9"/>
            <p:cNvGrpSpPr/>
            <p:nvPr/>
          </p:nvGrpSpPr>
          <p:grpSpPr bwMode="auto">
            <a:xfrm>
              <a:off x="1248" y="1008"/>
              <a:ext cx="1056" cy="960"/>
              <a:chOff x="1248" y="1008"/>
              <a:chExt cx="1056" cy="960"/>
            </a:xfrm>
          </p:grpSpPr>
          <p:sp>
            <p:nvSpPr>
              <p:cNvPr id="98324" name="Freeform 10"/>
              <p:cNvSpPr/>
              <p:nvPr/>
            </p:nvSpPr>
            <p:spPr bwMode="auto">
              <a:xfrm>
                <a:off x="1248" y="1644"/>
                <a:ext cx="324" cy="324"/>
              </a:xfrm>
              <a:custGeom>
                <a:avLst/>
                <a:gdLst>
                  <a:gd name="T0" fmla="*/ 0 w 324"/>
                  <a:gd name="T1" fmla="*/ 324 h 324"/>
                  <a:gd name="T2" fmla="*/ 180 w 324"/>
                  <a:gd name="T3" fmla="*/ 240 h 324"/>
                  <a:gd name="T4" fmla="*/ 324 w 324"/>
                  <a:gd name="T5" fmla="*/ 0 h 324"/>
                  <a:gd name="T6" fmla="*/ 0 60000 65536"/>
                  <a:gd name="T7" fmla="*/ 0 60000 65536"/>
                  <a:gd name="T8" fmla="*/ 0 60000 65536"/>
                  <a:gd name="T9" fmla="*/ 0 w 324"/>
                  <a:gd name="T10" fmla="*/ 0 h 324"/>
                  <a:gd name="T11" fmla="*/ 324 w 324"/>
                  <a:gd name="T12" fmla="*/ 324 h 3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4" h="324">
                    <a:moveTo>
                      <a:pt x="0" y="324"/>
                    </a:moveTo>
                    <a:cubicBezTo>
                      <a:pt x="30" y="310"/>
                      <a:pt x="126" y="294"/>
                      <a:pt x="180" y="240"/>
                    </a:cubicBezTo>
                    <a:cubicBezTo>
                      <a:pt x="234" y="186"/>
                      <a:pt x="294" y="50"/>
                      <a:pt x="324" y="0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25" name="Line 11"/>
              <p:cNvSpPr>
                <a:spLocks noChangeShapeType="1"/>
              </p:cNvSpPr>
              <p:nvPr/>
            </p:nvSpPr>
            <p:spPr bwMode="auto">
              <a:xfrm flipV="1">
                <a:off x="1584" y="1008"/>
                <a:ext cx="384" cy="624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26" name="Freeform 12"/>
              <p:cNvSpPr/>
              <p:nvPr/>
            </p:nvSpPr>
            <p:spPr bwMode="auto">
              <a:xfrm>
                <a:off x="1968" y="1008"/>
                <a:ext cx="336" cy="960"/>
              </a:xfrm>
              <a:custGeom>
                <a:avLst/>
                <a:gdLst>
                  <a:gd name="T0" fmla="*/ 0 w 336"/>
                  <a:gd name="T1" fmla="*/ 0 h 960"/>
                  <a:gd name="T2" fmla="*/ 144 w 336"/>
                  <a:gd name="T3" fmla="*/ 144 h 960"/>
                  <a:gd name="T4" fmla="*/ 240 w 336"/>
                  <a:gd name="T5" fmla="*/ 384 h 960"/>
                  <a:gd name="T6" fmla="*/ 300 w 336"/>
                  <a:gd name="T7" fmla="*/ 744 h 960"/>
                  <a:gd name="T8" fmla="*/ 336 w 336"/>
                  <a:gd name="T9" fmla="*/ 960 h 9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6"/>
                  <a:gd name="T16" fmla="*/ 0 h 960"/>
                  <a:gd name="T17" fmla="*/ 336 w 336"/>
                  <a:gd name="T18" fmla="*/ 960 h 9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6" h="960">
                    <a:moveTo>
                      <a:pt x="0" y="0"/>
                    </a:moveTo>
                    <a:cubicBezTo>
                      <a:pt x="52" y="40"/>
                      <a:pt x="104" y="80"/>
                      <a:pt x="144" y="144"/>
                    </a:cubicBezTo>
                    <a:cubicBezTo>
                      <a:pt x="184" y="208"/>
                      <a:pt x="214" y="284"/>
                      <a:pt x="240" y="384"/>
                    </a:cubicBezTo>
                    <a:cubicBezTo>
                      <a:pt x="266" y="484"/>
                      <a:pt x="284" y="648"/>
                      <a:pt x="300" y="744"/>
                    </a:cubicBezTo>
                    <a:cubicBezTo>
                      <a:pt x="316" y="840"/>
                      <a:pt x="328" y="915"/>
                      <a:pt x="336" y="960"/>
                    </a:cubicBezTo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316" name="Text Box 13"/>
            <p:cNvSpPr txBox="1">
              <a:spLocks noChangeArrowheads="1"/>
            </p:cNvSpPr>
            <p:nvPr/>
          </p:nvSpPr>
          <p:spPr bwMode="auto">
            <a:xfrm>
              <a:off x="1104" y="1968"/>
              <a:ext cx="2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400">
                  <a:latin typeface="黑体" panose="02010609060101010101" pitchFamily="49" charset="-122"/>
                  <a:ea typeface="ˎ̥"/>
                  <a:cs typeface="ˎ̥"/>
                </a:rPr>
                <a:t>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8317" name="Text Box 14"/>
            <p:cNvSpPr txBox="1">
              <a:spLocks noChangeArrowheads="1"/>
            </p:cNvSpPr>
            <p:nvPr/>
          </p:nvSpPr>
          <p:spPr bwMode="auto">
            <a:xfrm>
              <a:off x="1488" y="196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4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8318" name="Text Box 15"/>
            <p:cNvSpPr txBox="1">
              <a:spLocks noChangeArrowheads="1"/>
            </p:cNvSpPr>
            <p:nvPr/>
          </p:nvSpPr>
          <p:spPr bwMode="auto">
            <a:xfrm>
              <a:off x="1872" y="196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400">
                  <a:latin typeface="黑体" panose="02010609060101010101" pitchFamily="49" charset="-122"/>
                  <a:ea typeface="ˎ̥"/>
                  <a:cs typeface="ˎ̥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8319" name="Text Box 16"/>
            <p:cNvSpPr txBox="1">
              <a:spLocks noChangeArrowheads="1"/>
            </p:cNvSpPr>
            <p:nvPr/>
          </p:nvSpPr>
          <p:spPr bwMode="auto">
            <a:xfrm>
              <a:off x="2208" y="196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400">
                  <a:latin typeface="黑体" panose="02010609060101010101" pitchFamily="49" charset="-122"/>
                  <a:ea typeface="ˎ̥"/>
                  <a:cs typeface="ˎ̥"/>
                </a:rPr>
                <a:t>3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8320" name="Text Box 17"/>
            <p:cNvSpPr txBox="1">
              <a:spLocks noChangeArrowheads="1"/>
            </p:cNvSpPr>
            <p:nvPr/>
          </p:nvSpPr>
          <p:spPr bwMode="auto">
            <a:xfrm>
              <a:off x="1104" y="1536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400">
                  <a:latin typeface="黑体" panose="02010609060101010101" pitchFamily="49" charset="-122"/>
                  <a:ea typeface="ˎ̥"/>
                  <a:cs typeface="ˎ̥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8321" name="Text Box 18"/>
            <p:cNvSpPr txBox="1">
              <a:spLocks noChangeArrowheads="1"/>
            </p:cNvSpPr>
            <p:nvPr/>
          </p:nvSpPr>
          <p:spPr bwMode="auto">
            <a:xfrm>
              <a:off x="1104" y="96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400">
                  <a:latin typeface="黑体" panose="02010609060101010101" pitchFamily="49" charset="-122"/>
                  <a:ea typeface="ˎ̥"/>
                  <a:cs typeface="ˎ̥"/>
                </a:rPr>
                <a:t>3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8322" name="Text Box 19"/>
            <p:cNvSpPr txBox="1">
              <a:spLocks noChangeArrowheads="1"/>
            </p:cNvSpPr>
            <p:nvPr/>
          </p:nvSpPr>
          <p:spPr bwMode="auto">
            <a:xfrm>
              <a:off x="1248" y="720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800" i="1">
                  <a:solidFill>
                    <a:srgbClr val="FF3300"/>
                  </a:solidFill>
                  <a:latin typeface="黑体" panose="02010609060101010101" pitchFamily="49" charset="-122"/>
                  <a:ea typeface="ˎ̥"/>
                  <a:cs typeface="ˎ̥"/>
                </a:rPr>
                <a:t>y</a:t>
              </a:r>
              <a:r>
                <a:rPr kumimoji="1" lang="en-US" altLang="zh-CN" sz="1800">
                  <a:solidFill>
                    <a:srgbClr val="FF3300"/>
                  </a:solidFill>
                  <a:latin typeface="黑体" panose="02010609060101010101" pitchFamily="49" charset="-122"/>
                  <a:ea typeface="ˎ̥"/>
                  <a:cs typeface="ˎ̥"/>
                </a:rPr>
                <a:t>(</a:t>
              </a:r>
              <a:r>
                <a:rPr kumimoji="1" lang="en-US" altLang="zh-CN" sz="1800" i="1">
                  <a:solidFill>
                    <a:srgbClr val="FF3300"/>
                  </a:solidFill>
                  <a:latin typeface="黑体" panose="02010609060101010101" pitchFamily="49" charset="-122"/>
                  <a:ea typeface="ˎ̥"/>
                  <a:cs typeface="ˎ̥"/>
                </a:rPr>
                <a:t>t)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8323" name="Text Box 20"/>
            <p:cNvSpPr txBox="1">
              <a:spLocks noChangeArrowheads="1"/>
            </p:cNvSpPr>
            <p:nvPr/>
          </p:nvSpPr>
          <p:spPr bwMode="auto">
            <a:xfrm>
              <a:off x="2592" y="1929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kumimoji="1" lang="en-US" altLang="zh-CN" sz="1800" i="1">
                  <a:latin typeface="黑体" panose="02010609060101010101" pitchFamily="49" charset="-122"/>
                  <a:ea typeface="ˎ̥"/>
                  <a:cs typeface="ˎ̥"/>
                </a:rPr>
                <a:t>t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98308" name="Text Box 21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" name="日期占位符 2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457B80F-A10D-42F5-B0DC-65A91B619C15}" type="datetime1">
              <a:rPr lang="zh-CN" altLang="en-US"/>
            </a:fld>
            <a:endParaRPr lang="zh-CN" altLang="en-US"/>
          </a:p>
        </p:txBody>
      </p:sp>
      <p:sp>
        <p:nvSpPr>
          <p:cNvPr id="4" name="墨迹 3"/>
          <p:cNvSpPr/>
          <p:nvPr/>
        </p:nvSpPr>
        <p:spPr bwMode="auto">
          <a:xfrm>
            <a:off x="573840" y="2693520"/>
            <a:ext cx="2865960" cy="145512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732"/>
    </mc:Choice>
    <mc:Fallback>
      <p:transition spd="slow" advTm="717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427538" y="765175"/>
            <a:ext cx="1798637" cy="6096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例题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2-7:</a:t>
            </a:r>
            <a:endParaRPr lang="en-US" altLang="zh-CN" sz="280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9331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87450" y="1268413"/>
          <a:ext cx="5400675" cy="275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95" name="Visio" r:id="rId1" imgW="4012565" imgH="2054860" progId="Visio.Drawing.11">
                  <p:embed/>
                </p:oleObj>
              </mc:Choice>
              <mc:Fallback>
                <p:oleObj name="Visio" r:id="rId1" imgW="4012565" imgH="205486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028" t="28352" r="14114" b="766"/>
                      <a:stretch>
                        <a:fillRect/>
                      </a:stretch>
                    </p:blipFill>
                    <p:spPr bwMode="auto">
                      <a:xfrm>
                        <a:off x="1187450" y="1268413"/>
                        <a:ext cx="5400675" cy="275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9030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051050" y="4149725"/>
          <a:ext cx="3384550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96" name="图片" r:id="rId3" imgW="2741930" imgH="1875790" progId="Word.Picture.8">
                  <p:embed/>
                </p:oleObj>
              </mc:Choice>
              <mc:Fallback>
                <p:oleObj name="图片" r:id="rId3" imgW="2741930" imgH="1875790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149725"/>
                        <a:ext cx="3384550" cy="2317750"/>
                      </a:xfrm>
                      <a:prstGeom prst="rect">
                        <a:avLst/>
                      </a:prstGeom>
                      <a:solidFill>
                        <a:srgbClr val="E6D7B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57547A6-639B-41F5-90D4-9ECA20CB233A}" type="datetime1">
              <a:rPr lang="zh-CN" altLang="en-US"/>
            </a:fld>
            <a:endParaRPr lang="en-US" altLang="zh-CN" dirty="0"/>
          </a:p>
        </p:txBody>
      </p:sp>
    </p:spTree>
    <p:custDataLst>
      <p:tags r:id="rId5"/>
    </p:custDataLst>
  </p:cSld>
  <p:clrMapOvr>
    <a:masterClrMapping/>
  </p:clrMapOvr>
  <p:transition spd="med" advTm="33372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日期占位符 4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5CD4AEF-23DA-458D-B3E3-310EE5282D01}" type="datetime1">
              <a:rPr lang="zh-CN" altLang="en-US"/>
            </a:fld>
            <a:endParaRPr lang="en-US" altLang="zh-CN" dirty="0"/>
          </a:p>
        </p:txBody>
      </p:sp>
      <p:graphicFrame>
        <p:nvGraphicFramePr>
          <p:cNvPr id="100355" name="Object 15"/>
          <p:cNvGraphicFramePr>
            <a:graphicFrameLocks noChangeAspect="1"/>
          </p:cNvGraphicFramePr>
          <p:nvPr/>
        </p:nvGraphicFramePr>
        <p:xfrm>
          <a:off x="501650" y="5668963"/>
          <a:ext cx="8642350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5" name="公式" r:id="rId1" imgW="4660900" imgH="914400" progId="Equation.3">
                  <p:embed/>
                </p:oleObj>
              </mc:Choice>
              <mc:Fallback>
                <p:oleObj name="公式" r:id="rId1" imgW="4660900" imgH="914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5668963"/>
                        <a:ext cx="8642350" cy="11890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6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-188913" y="387350"/>
          <a:ext cx="4284663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6" name="Visio" r:id="rId3" imgW="4012565" imgH="2054860" progId="Visio.Drawing.11">
                  <p:embed/>
                </p:oleObj>
              </mc:Choice>
              <mc:Fallback>
                <p:oleObj name="Visio" r:id="rId3" imgW="4012565" imgH="205486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028" t="28352" r="14114" b="766"/>
                      <a:stretch>
                        <a:fillRect/>
                      </a:stretch>
                    </p:blipFill>
                    <p:spPr bwMode="auto">
                      <a:xfrm>
                        <a:off x="-188913" y="387350"/>
                        <a:ext cx="4284663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7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0358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70450" y="3018790"/>
          <a:ext cx="3384550" cy="231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7" name="图片" r:id="rId5" imgW="2740025" imgH="1877695" progId="Word.Picture.8">
                  <p:embed/>
                </p:oleObj>
              </mc:Choice>
              <mc:Fallback>
                <p:oleObj name="图片" r:id="rId5" imgW="2740025" imgH="1877695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0450" y="3018790"/>
                        <a:ext cx="3384550" cy="2317750"/>
                      </a:xfrm>
                      <a:prstGeom prst="rect">
                        <a:avLst/>
                      </a:prstGeom>
                      <a:solidFill>
                        <a:srgbClr val="E6D7B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359" name="Group 102"/>
          <p:cNvGrpSpPr/>
          <p:nvPr/>
        </p:nvGrpSpPr>
        <p:grpSpPr bwMode="auto">
          <a:xfrm>
            <a:off x="433388" y="2995613"/>
            <a:ext cx="4451350" cy="2317750"/>
            <a:chOff x="151" y="2211"/>
            <a:chExt cx="2804" cy="1460"/>
          </a:xfrm>
        </p:grpSpPr>
        <p:graphicFrame>
          <p:nvGraphicFramePr>
            <p:cNvPr id="100415" name="Object 4"/>
            <p:cNvGraphicFramePr>
              <a:graphicFrameLocks noChangeAspect="1"/>
            </p:cNvGraphicFramePr>
            <p:nvPr/>
          </p:nvGraphicFramePr>
          <p:xfrm>
            <a:off x="151" y="2211"/>
            <a:ext cx="2804" cy="1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538" name="图片" r:id="rId7" imgW="2740025" imgH="1877695" progId="Word.Picture.8">
                    <p:embed/>
                  </p:oleObj>
                </mc:Choice>
                <mc:Fallback>
                  <p:oleObj name="图片" r:id="rId7" imgW="2740025" imgH="1877695" progId="Word.Picture.8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" y="2211"/>
                          <a:ext cx="2804" cy="1460"/>
                        </a:xfrm>
                        <a:prstGeom prst="rect">
                          <a:avLst/>
                        </a:prstGeom>
                        <a:solidFill>
                          <a:srgbClr val="E6D7B6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0416" name="Group 9"/>
            <p:cNvGrpSpPr/>
            <p:nvPr/>
          </p:nvGrpSpPr>
          <p:grpSpPr bwMode="auto">
            <a:xfrm>
              <a:off x="814" y="3170"/>
              <a:ext cx="765" cy="212"/>
              <a:chOff x="3651" y="3566"/>
              <a:chExt cx="590" cy="136"/>
            </a:xfrm>
          </p:grpSpPr>
          <p:sp>
            <p:nvSpPr>
              <p:cNvPr id="100417" name="Line 10"/>
              <p:cNvSpPr>
                <a:spLocks noChangeShapeType="1"/>
              </p:cNvSpPr>
              <p:nvPr/>
            </p:nvSpPr>
            <p:spPr bwMode="auto">
              <a:xfrm flipV="1">
                <a:off x="3651" y="356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18" name="Line 11"/>
              <p:cNvSpPr>
                <a:spLocks noChangeShapeType="1"/>
              </p:cNvSpPr>
              <p:nvPr/>
            </p:nvSpPr>
            <p:spPr bwMode="auto">
              <a:xfrm>
                <a:off x="3651" y="3566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19" name="Line 12"/>
              <p:cNvSpPr>
                <a:spLocks noChangeShapeType="1"/>
              </p:cNvSpPr>
              <p:nvPr/>
            </p:nvSpPr>
            <p:spPr bwMode="auto">
              <a:xfrm>
                <a:off x="4241" y="3566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0067" name="Line 19"/>
          <p:cNvSpPr>
            <a:spLocks noChangeShapeType="1"/>
          </p:cNvSpPr>
          <p:nvPr/>
        </p:nvSpPr>
        <p:spPr bwMode="auto">
          <a:xfrm flipV="1">
            <a:off x="5643563" y="3502025"/>
            <a:ext cx="955675" cy="1346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68" name="Line 20"/>
          <p:cNvSpPr>
            <a:spLocks noChangeShapeType="1"/>
          </p:cNvSpPr>
          <p:nvPr/>
        </p:nvSpPr>
        <p:spPr bwMode="auto">
          <a:xfrm>
            <a:off x="6577013" y="3486150"/>
            <a:ext cx="1054100" cy="13906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0071" name="Object 6"/>
          <p:cNvGraphicFramePr>
            <a:graphicFrameLocks noChangeAspect="1"/>
          </p:cNvGraphicFramePr>
          <p:nvPr/>
        </p:nvGraphicFramePr>
        <p:xfrm>
          <a:off x="6223000" y="2314575"/>
          <a:ext cx="2413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39" name="公式" r:id="rId9" imgW="127000" imgH="177165" progId="Equation.3">
                  <p:embed/>
                </p:oleObj>
              </mc:Choice>
              <mc:Fallback>
                <p:oleObj name="公式" r:id="rId9" imgW="127000" imgH="17716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2314575"/>
                        <a:ext cx="2413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2" name="Object 7"/>
          <p:cNvGraphicFramePr>
            <a:graphicFrameLocks noChangeAspect="1"/>
          </p:cNvGraphicFramePr>
          <p:nvPr/>
        </p:nvGraphicFramePr>
        <p:xfrm>
          <a:off x="4222750" y="2276475"/>
          <a:ext cx="17764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40" name="公式" r:id="rId11" imgW="926465" imgH="203200" progId="Equation.3">
                  <p:embed/>
                </p:oleObj>
              </mc:Choice>
              <mc:Fallback>
                <p:oleObj name="公式" r:id="rId11" imgW="926465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2276475"/>
                        <a:ext cx="177641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3" name="Object 8"/>
          <p:cNvGraphicFramePr>
            <a:graphicFrameLocks noChangeAspect="1"/>
          </p:cNvGraphicFramePr>
          <p:nvPr/>
        </p:nvGraphicFramePr>
        <p:xfrm>
          <a:off x="5816600" y="796925"/>
          <a:ext cx="9985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41" name="公式" r:id="rId13" imgW="533400" imgH="203200" progId="Equation.3">
                  <p:embed/>
                </p:oleObj>
              </mc:Choice>
              <mc:Fallback>
                <p:oleObj name="公式" r:id="rId13" imgW="5334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796925"/>
                        <a:ext cx="9985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4" name="Object 9"/>
          <p:cNvGraphicFramePr>
            <a:graphicFrameLocks noChangeAspect="1"/>
          </p:cNvGraphicFramePr>
          <p:nvPr/>
        </p:nvGraphicFramePr>
        <p:xfrm>
          <a:off x="4198938" y="1249363"/>
          <a:ext cx="31988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42" name="公式" r:id="rId15" imgW="1676400" imgH="279400" progId="Equation.3">
                  <p:embed/>
                </p:oleObj>
              </mc:Choice>
              <mc:Fallback>
                <p:oleObj name="公式" r:id="rId15" imgW="1676400" imgH="279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8" y="1249363"/>
                        <a:ext cx="3198812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8" name="Object 10"/>
          <p:cNvGraphicFramePr>
            <a:graphicFrameLocks noChangeAspect="1"/>
          </p:cNvGraphicFramePr>
          <p:nvPr/>
        </p:nvGraphicFramePr>
        <p:xfrm>
          <a:off x="4178300" y="1674813"/>
          <a:ext cx="326548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43" name="公式" r:id="rId17" imgW="1600200" imgH="279400" progId="Equation.3">
                  <p:embed/>
                </p:oleObj>
              </mc:Choice>
              <mc:Fallback>
                <p:oleObj name="公式" r:id="rId17" imgW="1600200" imgH="279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1674813"/>
                        <a:ext cx="3265488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9" name="Object 11"/>
          <p:cNvGraphicFramePr>
            <a:graphicFrameLocks noChangeAspect="1"/>
          </p:cNvGraphicFramePr>
          <p:nvPr/>
        </p:nvGraphicFramePr>
        <p:xfrm>
          <a:off x="7554913" y="1801813"/>
          <a:ext cx="143986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44" name="公式" r:id="rId19" imgW="774065" imgH="203200" progId="Equation.3">
                  <p:embed/>
                </p:oleObj>
              </mc:Choice>
              <mc:Fallback>
                <p:oleObj name="公式" r:id="rId19" imgW="774065" imgH="203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4913" y="1801813"/>
                        <a:ext cx="143986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80" name="Object 12"/>
          <p:cNvGraphicFramePr>
            <a:graphicFrameLocks noChangeAspect="1"/>
          </p:cNvGraphicFramePr>
          <p:nvPr/>
        </p:nvGraphicFramePr>
        <p:xfrm>
          <a:off x="7626350" y="1319213"/>
          <a:ext cx="87312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45" name="公式" r:id="rId21" imgW="457200" imgH="203200" progId="Equation.3">
                  <p:embed/>
                </p:oleObj>
              </mc:Choice>
              <mc:Fallback>
                <p:oleObj name="公式" r:id="rId21" imgW="457200" imgH="203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6350" y="1319213"/>
                        <a:ext cx="87312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9" name="Object 13"/>
          <p:cNvGraphicFramePr>
            <a:graphicFrameLocks noChangeAspect="1"/>
          </p:cNvGraphicFramePr>
          <p:nvPr/>
        </p:nvGraphicFramePr>
        <p:xfrm>
          <a:off x="217488" y="5407025"/>
          <a:ext cx="1514475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46" name="公式" r:id="rId23" imgW="850265" imgH="215900" progId="Equation.3">
                  <p:embed/>
                </p:oleObj>
              </mc:Choice>
              <mc:Fallback>
                <p:oleObj name="公式" r:id="rId23" imgW="850265" imgH="215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5407025"/>
                        <a:ext cx="1514475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0" name="Object 14"/>
          <p:cNvGraphicFramePr>
            <a:graphicFrameLocks noChangeAspect="1"/>
          </p:cNvGraphicFramePr>
          <p:nvPr/>
        </p:nvGraphicFramePr>
        <p:xfrm>
          <a:off x="1801813" y="5426075"/>
          <a:ext cx="562927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47" name="公式" r:id="rId25" imgW="3187700" imgH="203200" progId="Equation.3">
                  <p:embed/>
                </p:oleObj>
              </mc:Choice>
              <mc:Fallback>
                <p:oleObj name="公式" r:id="rId25" imgW="3187700" imgH="203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5426075"/>
                        <a:ext cx="562927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84" name="Object 16"/>
          <p:cNvGraphicFramePr>
            <a:graphicFrameLocks noChangeAspect="1"/>
          </p:cNvGraphicFramePr>
          <p:nvPr/>
        </p:nvGraphicFramePr>
        <p:xfrm>
          <a:off x="4162425" y="855663"/>
          <a:ext cx="1233488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48" name="公式" r:id="rId27" imgW="584200" imgH="203200" progId="Equation.3">
                  <p:embed/>
                </p:oleObj>
              </mc:Choice>
              <mc:Fallback>
                <p:oleObj name="公式" r:id="rId27" imgW="584200" imgH="2032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855663"/>
                        <a:ext cx="1233488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84"/>
          <p:cNvGrpSpPr/>
          <p:nvPr/>
        </p:nvGrpSpPr>
        <p:grpSpPr bwMode="auto">
          <a:xfrm>
            <a:off x="-287338" y="3944938"/>
            <a:ext cx="2016126" cy="1135062"/>
            <a:chOff x="-100" y="2758"/>
            <a:chExt cx="702" cy="766"/>
          </a:xfrm>
        </p:grpSpPr>
        <p:grpSp>
          <p:nvGrpSpPr>
            <p:cNvPr id="100406" name="Group 49"/>
            <p:cNvGrpSpPr/>
            <p:nvPr/>
          </p:nvGrpSpPr>
          <p:grpSpPr bwMode="auto">
            <a:xfrm>
              <a:off x="0" y="2758"/>
              <a:ext cx="515" cy="617"/>
              <a:chOff x="48" y="2758"/>
              <a:chExt cx="515" cy="617"/>
            </a:xfrm>
          </p:grpSpPr>
          <p:grpSp>
            <p:nvGrpSpPr>
              <p:cNvPr id="100409" name="Group 47"/>
              <p:cNvGrpSpPr/>
              <p:nvPr/>
            </p:nvGrpSpPr>
            <p:grpSpPr bwMode="auto">
              <a:xfrm>
                <a:off x="119" y="2973"/>
                <a:ext cx="426" cy="402"/>
                <a:chOff x="119" y="2973"/>
                <a:chExt cx="426" cy="402"/>
              </a:xfrm>
            </p:grpSpPr>
            <p:grpSp>
              <p:nvGrpSpPr>
                <p:cNvPr id="100411" name="Group 40"/>
                <p:cNvGrpSpPr/>
                <p:nvPr/>
              </p:nvGrpSpPr>
              <p:grpSpPr bwMode="auto">
                <a:xfrm>
                  <a:off x="119" y="2973"/>
                  <a:ext cx="425" cy="387"/>
                  <a:chOff x="3379" y="3339"/>
                  <a:chExt cx="544" cy="363"/>
                </a:xfrm>
              </p:grpSpPr>
              <p:sp>
                <p:nvSpPr>
                  <p:cNvPr id="100413" name="Line 4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79" y="3339"/>
                    <a:ext cx="0" cy="363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14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379" y="3339"/>
                    <a:ext cx="54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0412" name="Line 46"/>
                <p:cNvSpPr>
                  <a:spLocks noChangeShapeType="1"/>
                </p:cNvSpPr>
                <p:nvPr/>
              </p:nvSpPr>
              <p:spPr bwMode="auto">
                <a:xfrm>
                  <a:off x="545" y="2974"/>
                  <a:ext cx="0" cy="401"/>
                </a:xfrm>
                <a:prstGeom prst="line">
                  <a:avLst/>
                </a:prstGeom>
                <a:noFill/>
                <a:ln w="34925">
                  <a:solidFill>
                    <a:srgbClr val="FF0000"/>
                  </a:solidFill>
                  <a:round/>
                  <a:tailEnd type="none" w="sm" len="sm"/>
                </a:ln>
                <a:effectLst>
                  <a:outerShdw algn="ctr" rotWithShape="0">
                    <a:schemeClr val="bg2">
                      <a:alpha val="50000"/>
                    </a:scheme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0410" name="Object 19"/>
              <p:cNvGraphicFramePr>
                <a:graphicFrameLocks noChangeAspect="1"/>
              </p:cNvGraphicFramePr>
              <p:nvPr/>
            </p:nvGraphicFramePr>
            <p:xfrm>
              <a:off x="48" y="2758"/>
              <a:ext cx="515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9549" name="公式" r:id="rId29" imgW="545465" imgH="215900" progId="Equation.3">
                      <p:embed/>
                    </p:oleObj>
                  </mc:Choice>
                  <mc:Fallback>
                    <p:oleObj name="公式" r:id="rId29" imgW="545465" imgH="215900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" y="2758"/>
                            <a:ext cx="515" cy="2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0407" name="Text Box 73"/>
            <p:cNvSpPr txBox="1">
              <a:spLocks noChangeArrowheads="1"/>
            </p:cNvSpPr>
            <p:nvPr/>
          </p:nvSpPr>
          <p:spPr bwMode="auto">
            <a:xfrm>
              <a:off x="363" y="3368"/>
              <a:ext cx="239" cy="150"/>
            </a:xfrm>
            <a:prstGeom prst="rect">
              <a:avLst/>
            </a:prstGeom>
            <a:noFill/>
            <a:ln>
              <a:noFill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187325" indent="-187325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1000">
                  <a:solidFill>
                    <a:srgbClr val="FF0000"/>
                  </a:solidFill>
                  <a:latin typeface="黑体" panose="02010609060101010101" pitchFamily="49" charset="-122"/>
                </a:rPr>
                <a:t>t</a:t>
              </a:r>
              <a:endParaRPr lang="en-US" altLang="zh-CN" sz="10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00408" name="Text Box 74"/>
            <p:cNvSpPr txBox="1">
              <a:spLocks noChangeArrowheads="1"/>
            </p:cNvSpPr>
            <p:nvPr/>
          </p:nvSpPr>
          <p:spPr bwMode="auto">
            <a:xfrm>
              <a:off x="-100" y="3374"/>
              <a:ext cx="352" cy="150"/>
            </a:xfrm>
            <a:prstGeom prst="rect">
              <a:avLst/>
            </a:prstGeom>
            <a:noFill/>
            <a:ln>
              <a:noFill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187325" indent="-187325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1000">
                  <a:solidFill>
                    <a:srgbClr val="FF0000"/>
                  </a:solidFill>
                  <a:latin typeface="黑体" panose="02010609060101010101" pitchFamily="49" charset="-122"/>
                </a:rPr>
                <a:t>t-2</a:t>
              </a:r>
              <a:endParaRPr lang="en-US" altLang="zh-CN" sz="10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</p:grpSp>
      <p:grpSp>
        <p:nvGrpSpPr>
          <p:cNvPr id="8" name="Group 104"/>
          <p:cNvGrpSpPr/>
          <p:nvPr/>
        </p:nvGrpSpPr>
        <p:grpSpPr bwMode="auto">
          <a:xfrm>
            <a:off x="625475" y="3924300"/>
            <a:ext cx="2016125" cy="1135063"/>
            <a:chOff x="-100" y="2758"/>
            <a:chExt cx="702" cy="766"/>
          </a:xfrm>
        </p:grpSpPr>
        <p:grpSp>
          <p:nvGrpSpPr>
            <p:cNvPr id="100397" name="Group 105"/>
            <p:cNvGrpSpPr/>
            <p:nvPr/>
          </p:nvGrpSpPr>
          <p:grpSpPr bwMode="auto">
            <a:xfrm>
              <a:off x="0" y="2758"/>
              <a:ext cx="515" cy="617"/>
              <a:chOff x="48" y="2758"/>
              <a:chExt cx="515" cy="617"/>
            </a:xfrm>
          </p:grpSpPr>
          <p:grpSp>
            <p:nvGrpSpPr>
              <p:cNvPr id="100400" name="Group 106"/>
              <p:cNvGrpSpPr/>
              <p:nvPr/>
            </p:nvGrpSpPr>
            <p:grpSpPr bwMode="auto">
              <a:xfrm>
                <a:off x="119" y="2973"/>
                <a:ext cx="426" cy="402"/>
                <a:chOff x="119" y="2973"/>
                <a:chExt cx="426" cy="402"/>
              </a:xfrm>
            </p:grpSpPr>
            <p:grpSp>
              <p:nvGrpSpPr>
                <p:cNvPr id="100402" name="Group 40"/>
                <p:cNvGrpSpPr/>
                <p:nvPr/>
              </p:nvGrpSpPr>
              <p:grpSpPr bwMode="auto">
                <a:xfrm>
                  <a:off x="119" y="2973"/>
                  <a:ext cx="425" cy="387"/>
                  <a:chOff x="3379" y="3339"/>
                  <a:chExt cx="544" cy="363"/>
                </a:xfrm>
              </p:grpSpPr>
              <p:sp>
                <p:nvSpPr>
                  <p:cNvPr id="100404" name="Line 4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79" y="3339"/>
                    <a:ext cx="0" cy="363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405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379" y="3339"/>
                    <a:ext cx="54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0403" name="Line 110"/>
                <p:cNvSpPr>
                  <a:spLocks noChangeShapeType="1"/>
                </p:cNvSpPr>
                <p:nvPr/>
              </p:nvSpPr>
              <p:spPr bwMode="auto">
                <a:xfrm>
                  <a:off x="545" y="2974"/>
                  <a:ext cx="0" cy="401"/>
                </a:xfrm>
                <a:prstGeom prst="line">
                  <a:avLst/>
                </a:prstGeom>
                <a:noFill/>
                <a:ln w="34925">
                  <a:solidFill>
                    <a:srgbClr val="FF0000"/>
                  </a:solidFill>
                  <a:round/>
                  <a:tailEnd type="none" w="sm" len="sm"/>
                </a:ln>
                <a:effectLst>
                  <a:outerShdw algn="ctr" rotWithShape="0">
                    <a:schemeClr val="bg2">
                      <a:alpha val="50000"/>
                    </a:scheme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0401" name="Object 18"/>
              <p:cNvGraphicFramePr>
                <a:graphicFrameLocks noChangeAspect="1"/>
              </p:cNvGraphicFramePr>
              <p:nvPr/>
            </p:nvGraphicFramePr>
            <p:xfrm>
              <a:off x="48" y="2758"/>
              <a:ext cx="515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9550" name="公式" r:id="rId31" imgW="545465" imgH="215900" progId="Equation.3">
                      <p:embed/>
                    </p:oleObj>
                  </mc:Choice>
                  <mc:Fallback>
                    <p:oleObj name="公式" r:id="rId31" imgW="545465" imgH="2159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" y="2758"/>
                            <a:ext cx="515" cy="2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0398" name="Text Box 112"/>
            <p:cNvSpPr txBox="1">
              <a:spLocks noChangeArrowheads="1"/>
            </p:cNvSpPr>
            <p:nvPr/>
          </p:nvSpPr>
          <p:spPr bwMode="auto">
            <a:xfrm>
              <a:off x="363" y="3368"/>
              <a:ext cx="239" cy="150"/>
            </a:xfrm>
            <a:prstGeom prst="rect">
              <a:avLst/>
            </a:prstGeom>
            <a:noFill/>
            <a:ln>
              <a:noFill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187325" indent="-187325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1000">
                  <a:solidFill>
                    <a:srgbClr val="FF0000"/>
                  </a:solidFill>
                  <a:latin typeface="黑体" panose="02010609060101010101" pitchFamily="49" charset="-122"/>
                </a:rPr>
                <a:t>t</a:t>
              </a:r>
              <a:endParaRPr lang="en-US" altLang="zh-CN" sz="10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00399" name="Text Box 113"/>
            <p:cNvSpPr txBox="1">
              <a:spLocks noChangeArrowheads="1"/>
            </p:cNvSpPr>
            <p:nvPr/>
          </p:nvSpPr>
          <p:spPr bwMode="auto">
            <a:xfrm>
              <a:off x="-100" y="3374"/>
              <a:ext cx="352" cy="150"/>
            </a:xfrm>
            <a:prstGeom prst="rect">
              <a:avLst/>
            </a:prstGeom>
            <a:noFill/>
            <a:ln>
              <a:noFill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187325" indent="-187325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1000">
                  <a:solidFill>
                    <a:srgbClr val="FF0000"/>
                  </a:solidFill>
                  <a:latin typeface="黑体" panose="02010609060101010101" pitchFamily="49" charset="-122"/>
                </a:rPr>
                <a:t>t-2</a:t>
              </a:r>
              <a:endParaRPr lang="en-US" altLang="zh-CN" sz="10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</p:grpSp>
      <p:sp>
        <p:nvSpPr>
          <p:cNvPr id="72818" name="Line 114"/>
          <p:cNvSpPr>
            <a:spLocks noChangeShapeType="1"/>
          </p:cNvSpPr>
          <p:nvPr/>
        </p:nvSpPr>
        <p:spPr bwMode="auto">
          <a:xfrm>
            <a:off x="5376863" y="4830763"/>
            <a:ext cx="238125" cy="9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sm" len="sm"/>
          </a:ln>
          <a:effectLst>
            <a:outerShdw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2" name="Group 115"/>
          <p:cNvGrpSpPr/>
          <p:nvPr/>
        </p:nvGrpSpPr>
        <p:grpSpPr bwMode="auto">
          <a:xfrm>
            <a:off x="1187450" y="3911600"/>
            <a:ext cx="2016125" cy="1135063"/>
            <a:chOff x="-100" y="2758"/>
            <a:chExt cx="702" cy="766"/>
          </a:xfrm>
        </p:grpSpPr>
        <p:grpSp>
          <p:nvGrpSpPr>
            <p:cNvPr id="100388" name="Group 116"/>
            <p:cNvGrpSpPr/>
            <p:nvPr/>
          </p:nvGrpSpPr>
          <p:grpSpPr bwMode="auto">
            <a:xfrm>
              <a:off x="0" y="2758"/>
              <a:ext cx="515" cy="617"/>
              <a:chOff x="48" y="2758"/>
              <a:chExt cx="515" cy="617"/>
            </a:xfrm>
          </p:grpSpPr>
          <p:grpSp>
            <p:nvGrpSpPr>
              <p:cNvPr id="100391" name="Group 117"/>
              <p:cNvGrpSpPr/>
              <p:nvPr/>
            </p:nvGrpSpPr>
            <p:grpSpPr bwMode="auto">
              <a:xfrm>
                <a:off x="119" y="2973"/>
                <a:ext cx="426" cy="402"/>
                <a:chOff x="119" y="2973"/>
                <a:chExt cx="426" cy="402"/>
              </a:xfrm>
            </p:grpSpPr>
            <p:grpSp>
              <p:nvGrpSpPr>
                <p:cNvPr id="100393" name="Group 40"/>
                <p:cNvGrpSpPr/>
                <p:nvPr/>
              </p:nvGrpSpPr>
              <p:grpSpPr bwMode="auto">
                <a:xfrm>
                  <a:off x="119" y="2973"/>
                  <a:ext cx="425" cy="387"/>
                  <a:chOff x="3379" y="3339"/>
                  <a:chExt cx="544" cy="363"/>
                </a:xfrm>
              </p:grpSpPr>
              <p:sp>
                <p:nvSpPr>
                  <p:cNvPr id="100395" name="Line 4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79" y="3339"/>
                    <a:ext cx="0" cy="363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396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379" y="3339"/>
                    <a:ext cx="54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0394" name="Line 121"/>
                <p:cNvSpPr>
                  <a:spLocks noChangeShapeType="1"/>
                </p:cNvSpPr>
                <p:nvPr/>
              </p:nvSpPr>
              <p:spPr bwMode="auto">
                <a:xfrm>
                  <a:off x="545" y="2974"/>
                  <a:ext cx="0" cy="401"/>
                </a:xfrm>
                <a:prstGeom prst="line">
                  <a:avLst/>
                </a:prstGeom>
                <a:noFill/>
                <a:ln w="34925">
                  <a:solidFill>
                    <a:srgbClr val="FF0000"/>
                  </a:solidFill>
                  <a:round/>
                  <a:tailEnd type="none" w="sm" len="sm"/>
                </a:ln>
                <a:effectLst>
                  <a:outerShdw algn="ctr" rotWithShape="0">
                    <a:schemeClr val="bg2">
                      <a:alpha val="50000"/>
                    </a:scheme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0392" name="Object 17"/>
              <p:cNvGraphicFramePr>
                <a:graphicFrameLocks noChangeAspect="1"/>
              </p:cNvGraphicFramePr>
              <p:nvPr/>
            </p:nvGraphicFramePr>
            <p:xfrm>
              <a:off x="48" y="2758"/>
              <a:ext cx="515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9551" name="公式" r:id="rId33" imgW="545465" imgH="215900" progId="Equation.3">
                      <p:embed/>
                    </p:oleObj>
                  </mc:Choice>
                  <mc:Fallback>
                    <p:oleObj name="公式" r:id="rId33" imgW="545465" imgH="2159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" y="2758"/>
                            <a:ext cx="515" cy="2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0389" name="Text Box 123"/>
            <p:cNvSpPr txBox="1">
              <a:spLocks noChangeArrowheads="1"/>
            </p:cNvSpPr>
            <p:nvPr/>
          </p:nvSpPr>
          <p:spPr bwMode="auto">
            <a:xfrm>
              <a:off x="363" y="3368"/>
              <a:ext cx="239" cy="150"/>
            </a:xfrm>
            <a:prstGeom prst="rect">
              <a:avLst/>
            </a:prstGeom>
            <a:noFill/>
            <a:ln>
              <a:noFill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187325" indent="-187325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1000">
                  <a:solidFill>
                    <a:srgbClr val="FF0000"/>
                  </a:solidFill>
                  <a:latin typeface="黑体" panose="02010609060101010101" pitchFamily="49" charset="-122"/>
                </a:rPr>
                <a:t>t</a:t>
              </a:r>
              <a:endParaRPr lang="en-US" altLang="zh-CN" sz="10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00390" name="Text Box 124"/>
            <p:cNvSpPr txBox="1">
              <a:spLocks noChangeArrowheads="1"/>
            </p:cNvSpPr>
            <p:nvPr/>
          </p:nvSpPr>
          <p:spPr bwMode="auto">
            <a:xfrm>
              <a:off x="-100" y="3374"/>
              <a:ext cx="352" cy="150"/>
            </a:xfrm>
            <a:prstGeom prst="rect">
              <a:avLst/>
            </a:prstGeom>
            <a:noFill/>
            <a:ln>
              <a:noFill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187325" indent="-187325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1000">
                  <a:solidFill>
                    <a:srgbClr val="FF0000"/>
                  </a:solidFill>
                  <a:latin typeface="黑体" panose="02010609060101010101" pitchFamily="49" charset="-122"/>
                </a:rPr>
                <a:t>t-2</a:t>
              </a:r>
              <a:endParaRPr lang="en-US" altLang="zh-CN" sz="10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</p:grpSp>
      <p:grpSp>
        <p:nvGrpSpPr>
          <p:cNvPr id="16" name="Group 125"/>
          <p:cNvGrpSpPr/>
          <p:nvPr/>
        </p:nvGrpSpPr>
        <p:grpSpPr bwMode="auto">
          <a:xfrm>
            <a:off x="2235200" y="3935413"/>
            <a:ext cx="2016125" cy="1135062"/>
            <a:chOff x="-100" y="2758"/>
            <a:chExt cx="702" cy="766"/>
          </a:xfrm>
        </p:grpSpPr>
        <p:grpSp>
          <p:nvGrpSpPr>
            <p:cNvPr id="100379" name="Group 126"/>
            <p:cNvGrpSpPr/>
            <p:nvPr/>
          </p:nvGrpSpPr>
          <p:grpSpPr bwMode="auto">
            <a:xfrm>
              <a:off x="0" y="2758"/>
              <a:ext cx="515" cy="617"/>
              <a:chOff x="48" y="2758"/>
              <a:chExt cx="515" cy="617"/>
            </a:xfrm>
          </p:grpSpPr>
          <p:grpSp>
            <p:nvGrpSpPr>
              <p:cNvPr id="100382" name="Group 127"/>
              <p:cNvGrpSpPr/>
              <p:nvPr/>
            </p:nvGrpSpPr>
            <p:grpSpPr bwMode="auto">
              <a:xfrm>
                <a:off x="119" y="2973"/>
                <a:ext cx="426" cy="402"/>
                <a:chOff x="119" y="2973"/>
                <a:chExt cx="426" cy="402"/>
              </a:xfrm>
            </p:grpSpPr>
            <p:grpSp>
              <p:nvGrpSpPr>
                <p:cNvPr id="100384" name="Group 40"/>
                <p:cNvGrpSpPr/>
                <p:nvPr/>
              </p:nvGrpSpPr>
              <p:grpSpPr bwMode="auto">
                <a:xfrm>
                  <a:off x="119" y="2973"/>
                  <a:ext cx="425" cy="387"/>
                  <a:chOff x="3379" y="3339"/>
                  <a:chExt cx="544" cy="363"/>
                </a:xfrm>
              </p:grpSpPr>
              <p:sp>
                <p:nvSpPr>
                  <p:cNvPr id="100386" name="Line 4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79" y="3339"/>
                    <a:ext cx="0" cy="363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387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379" y="3339"/>
                    <a:ext cx="54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0385" name="Line 131"/>
                <p:cNvSpPr>
                  <a:spLocks noChangeShapeType="1"/>
                </p:cNvSpPr>
                <p:nvPr/>
              </p:nvSpPr>
              <p:spPr bwMode="auto">
                <a:xfrm>
                  <a:off x="545" y="2974"/>
                  <a:ext cx="0" cy="401"/>
                </a:xfrm>
                <a:prstGeom prst="line">
                  <a:avLst/>
                </a:prstGeom>
                <a:noFill/>
                <a:ln w="34925">
                  <a:solidFill>
                    <a:srgbClr val="FF0000"/>
                  </a:solidFill>
                  <a:round/>
                  <a:tailEnd type="none" w="sm" len="sm"/>
                </a:ln>
                <a:effectLst>
                  <a:outerShdw algn="ctr" rotWithShape="0">
                    <a:schemeClr val="bg2">
                      <a:alpha val="50000"/>
                    </a:scheme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0383" name="Object 31"/>
              <p:cNvGraphicFramePr>
                <a:graphicFrameLocks noChangeAspect="1"/>
              </p:cNvGraphicFramePr>
              <p:nvPr/>
            </p:nvGraphicFramePr>
            <p:xfrm>
              <a:off x="48" y="2758"/>
              <a:ext cx="515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9552" name="公式" r:id="rId35" imgW="545465" imgH="215900" progId="Equation.3">
                      <p:embed/>
                    </p:oleObj>
                  </mc:Choice>
                  <mc:Fallback>
                    <p:oleObj name="公式" r:id="rId35" imgW="545465" imgH="21590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" y="2758"/>
                            <a:ext cx="515" cy="2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chemeClr val="accent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0380" name="Text Box 133"/>
            <p:cNvSpPr txBox="1">
              <a:spLocks noChangeArrowheads="1"/>
            </p:cNvSpPr>
            <p:nvPr/>
          </p:nvSpPr>
          <p:spPr bwMode="auto">
            <a:xfrm>
              <a:off x="363" y="3368"/>
              <a:ext cx="239" cy="150"/>
            </a:xfrm>
            <a:prstGeom prst="rect">
              <a:avLst/>
            </a:prstGeom>
            <a:noFill/>
            <a:ln>
              <a:noFill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187325" indent="-187325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1000">
                  <a:solidFill>
                    <a:srgbClr val="FF0000"/>
                  </a:solidFill>
                  <a:latin typeface="黑体" panose="02010609060101010101" pitchFamily="49" charset="-122"/>
                </a:rPr>
                <a:t>t</a:t>
              </a:r>
              <a:endParaRPr lang="en-US" altLang="zh-CN" sz="10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00381" name="Text Box 134"/>
            <p:cNvSpPr txBox="1">
              <a:spLocks noChangeArrowheads="1"/>
            </p:cNvSpPr>
            <p:nvPr/>
          </p:nvSpPr>
          <p:spPr bwMode="auto">
            <a:xfrm>
              <a:off x="-100" y="3374"/>
              <a:ext cx="352" cy="150"/>
            </a:xfrm>
            <a:prstGeom prst="rect">
              <a:avLst/>
            </a:prstGeom>
            <a:noFill/>
            <a:ln>
              <a:noFill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marL="187325" indent="-187325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1000">
                  <a:solidFill>
                    <a:srgbClr val="FF0000"/>
                  </a:solidFill>
                  <a:latin typeface="黑体" panose="02010609060101010101" pitchFamily="49" charset="-122"/>
                </a:rPr>
                <a:t>t-2</a:t>
              </a:r>
              <a:endParaRPr lang="en-US" altLang="zh-CN" sz="10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</p:grpSp>
      <p:sp>
        <p:nvSpPr>
          <p:cNvPr id="72839" name="Line 135"/>
          <p:cNvSpPr>
            <a:spLocks noChangeShapeType="1"/>
          </p:cNvSpPr>
          <p:nvPr/>
        </p:nvSpPr>
        <p:spPr bwMode="auto">
          <a:xfrm flipV="1">
            <a:off x="7564438" y="4840288"/>
            <a:ext cx="398462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sm" len="sm"/>
          </a:ln>
          <a:effectLst>
            <a:outerShdw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00378" name="Object 26"/>
          <p:cNvGraphicFramePr>
            <a:graphicFrameLocks noChangeAspect="1"/>
          </p:cNvGraphicFramePr>
          <p:nvPr/>
        </p:nvGraphicFramePr>
        <p:xfrm>
          <a:off x="1177925" y="2343150"/>
          <a:ext cx="14192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553" name="公式" r:id="rId37" imgW="673100" imgH="279400" progId="Equation.3">
                  <p:embed/>
                </p:oleObj>
              </mc:Choice>
              <mc:Fallback>
                <p:oleObj name="公式" r:id="rId37" imgW="673100" imgH="2794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2343150"/>
                        <a:ext cx="141922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墨迹 1"/>
          <p:cNvSpPr/>
          <p:nvPr/>
        </p:nvSpPr>
        <p:spPr bwMode="auto">
          <a:xfrm>
            <a:off x="1818000" y="3150720"/>
            <a:ext cx="7252560" cy="312192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39"/>
    </p:custDataLst>
  </p:cSld>
  <p:clrMapOvr>
    <a:masterClrMapping/>
  </p:clrMapOvr>
  <p:transition spd="med" advTm="25891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1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13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3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0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8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3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3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7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524000"/>
            <a:ext cx="7162800" cy="752475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卷积的性质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31075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71550" y="2443163"/>
          <a:ext cx="7308850" cy="317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45" name="公式" r:id="rId1" imgW="3213100" imgH="1397000" progId="Equation.3">
                  <p:embed/>
                </p:oleObj>
              </mc:Choice>
              <mc:Fallback>
                <p:oleObj name="公式" r:id="rId1" imgW="3213100" imgH="1397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443163"/>
                        <a:ext cx="7308850" cy="317817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0" name="Rectangle 4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1BC2A69-5AF0-4420-9F25-D84F5F9634D5}" type="datetime1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 spd="med" advTm="19873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02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827088" y="1322388"/>
          <a:ext cx="5870575" cy="126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38" name="公式" r:id="rId1" imgW="2946400" imgH="635000" progId="Equation.3">
                  <p:embed/>
                </p:oleObj>
              </mc:Choice>
              <mc:Fallback>
                <p:oleObj name="公式" r:id="rId1" imgW="2946400" imgH="635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322388"/>
                        <a:ext cx="5870575" cy="126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3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55875" y="2708275"/>
          <a:ext cx="4535488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39" name="公式" r:id="rId3" imgW="2247900" imgH="1028700" progId="Equation.3">
                  <p:embed/>
                </p:oleObj>
              </mc:Choice>
              <mc:Fallback>
                <p:oleObj name="公式" r:id="rId3" imgW="2247900" imgH="1028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708275"/>
                        <a:ext cx="4535488" cy="20764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84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01663" y="4762500"/>
          <a:ext cx="4176712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0" name="公式" r:id="rId5" imgW="1968500" imgH="393700" progId="Equation.3">
                  <p:embed/>
                </p:oleObj>
              </mc:Choice>
              <mc:Fallback>
                <p:oleObj name="公式" r:id="rId5" imgW="19685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3" y="4762500"/>
                        <a:ext cx="4176712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99687" name="Object 5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1882775" y="5507038"/>
          <a:ext cx="63373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41" name="公式" r:id="rId7" imgW="3175000" imgH="419100" progId="Equation.3">
                  <p:embed/>
                </p:oleObj>
              </mc:Choice>
              <mc:Fallback>
                <p:oleObj name="公式" r:id="rId7" imgW="31750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5507038"/>
                        <a:ext cx="6337300" cy="836612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462"/>
    </mc:Choice>
    <mc:Fallback>
      <p:transition spd="slow" advTm="464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26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684213" y="1412875"/>
          <a:ext cx="6551612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2" name="公式" r:id="rId1" imgW="3530600" imgH="787400" progId="Equation.3">
                  <p:embed/>
                </p:oleObj>
              </mc:Choice>
              <mc:Fallback>
                <p:oleObj name="公式" r:id="rId1" imgW="3530600" imgH="787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412875"/>
                        <a:ext cx="6551612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07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73175" y="2416175"/>
          <a:ext cx="4897438" cy="222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3" name="公式" r:id="rId3" imgW="2743200" imgH="1244600" progId="Equation.3">
                  <p:embed/>
                </p:oleObj>
              </mc:Choice>
              <mc:Fallback>
                <p:oleObj name="公式" r:id="rId3" imgW="2743200" imgH="1244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175" y="2416175"/>
                        <a:ext cx="4897438" cy="2224088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0710" name="Object 4"/>
          <p:cNvGraphicFramePr>
            <a:graphicFrameLocks noChangeAspect="1"/>
          </p:cNvGraphicFramePr>
          <p:nvPr/>
        </p:nvGraphicFramePr>
        <p:xfrm>
          <a:off x="138113" y="4745038"/>
          <a:ext cx="37798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4" name="公式" r:id="rId5" imgW="2311400" imgH="558800" progId="Equation.3">
                  <p:embed/>
                </p:oleObj>
              </mc:Choice>
              <mc:Fallback>
                <p:oleObj name="公式" r:id="rId5" imgW="2311400" imgH="558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3" y="4745038"/>
                        <a:ext cx="377983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1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30663" y="4724400"/>
          <a:ext cx="5113337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5" name="公式" r:id="rId7" imgW="2667000" imgH="889000" progId="Equation.3">
                  <p:embed/>
                </p:oleObj>
              </mc:Choice>
              <mc:Fallback>
                <p:oleObj name="公式" r:id="rId7" imgW="2667000" imgH="889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4724400"/>
                        <a:ext cx="5113337" cy="170497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ECBC843-8948-4796-9445-D9154E45C990}" type="datetime1">
              <a:rPr lang="zh-CN" altLang="en-US"/>
            </a:fld>
            <a:endParaRPr lang="en-US" altLang="zh-CN" dirty="0"/>
          </a:p>
        </p:txBody>
      </p:sp>
    </p:spTree>
    <p:custDataLst>
      <p:tags r:id="rId9"/>
    </p:custDataLst>
  </p:cSld>
  <p:clrMapOvr>
    <a:masterClrMapping/>
  </p:clrMapOvr>
  <p:transition spd="med" advTm="1445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730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684213" y="1268413"/>
          <a:ext cx="496728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6" name="公式" r:id="rId1" imgW="2336800" imgH="698500" progId="Equation.3">
                  <p:embed/>
                </p:oleObj>
              </mc:Choice>
              <mc:Fallback>
                <p:oleObj name="公式" r:id="rId1" imgW="2336800" imgH="698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268413"/>
                        <a:ext cx="4967287" cy="1368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1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476375" y="2997200"/>
          <a:ext cx="482441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7" name="公式" r:id="rId3" imgW="2120900" imgH="558800" progId="Equation.3">
                  <p:embed/>
                </p:oleObj>
              </mc:Choice>
              <mc:Fallback>
                <p:oleObj name="公式" r:id="rId3" imgW="2120900" imgH="55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997200"/>
                        <a:ext cx="4824413" cy="10080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2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331913" y="4221163"/>
          <a:ext cx="47529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8" name="公式" r:id="rId5" imgW="2005965" imgH="215900" progId="Equation.3">
                  <p:embed/>
                </p:oleObj>
              </mc:Choice>
              <mc:Fallback>
                <p:oleObj name="公式" r:id="rId5" imgW="2005965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221163"/>
                        <a:ext cx="4752975" cy="511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CC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3" name="Rectangle 5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4454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1735" name="Object 5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1835150" y="4927600"/>
          <a:ext cx="3887788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9" name="公式" r:id="rId7" imgW="1816100" imgH="901700" progId="Equation.3">
                  <p:embed/>
                </p:oleObj>
              </mc:Choice>
              <mc:Fallback>
                <p:oleObj name="公式" r:id="rId7" imgW="1816100" imgH="901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927600"/>
                        <a:ext cx="3887788" cy="1930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61"/>
    </mc:Choice>
    <mc:Fallback>
      <p:transition spd="slow" advTm="84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02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971550" y="1628775"/>
          <a:ext cx="28082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5" name="公式" r:id="rId1" imgW="1078865" imgH="203200" progId="Equation.3">
                  <p:embed/>
                </p:oleObj>
              </mc:Choice>
              <mc:Fallback>
                <p:oleObj name="公式" r:id="rId1" imgW="1078865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28775"/>
                        <a:ext cx="2808288" cy="527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250825" y="620713"/>
            <a:ext cx="6019800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4805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4356100" y="2781300"/>
          <a:ext cx="12239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6" name="公式" r:id="rId3" imgW="546100" imgH="228600" progId="Equation.3">
                  <p:embed/>
                </p:oleObj>
              </mc:Choice>
              <mc:Fallback>
                <p:oleObj name="公式" r:id="rId3" imgW="5461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781300"/>
                        <a:ext cx="1223963" cy="512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99999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6" name="Object 4"/>
          <p:cNvGraphicFramePr>
            <a:graphicFrameLocks noChangeAspect="1"/>
          </p:cNvGraphicFramePr>
          <p:nvPr/>
        </p:nvGraphicFramePr>
        <p:xfrm>
          <a:off x="1692275" y="2781300"/>
          <a:ext cx="22685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7" name="公式" r:id="rId5" imgW="1016000" imgH="228600" progId="Equation.3">
                  <p:embed/>
                </p:oleObj>
              </mc:Choice>
              <mc:Fallback>
                <p:oleObj name="公式" r:id="rId5" imgW="1016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781300"/>
                        <a:ext cx="2268538" cy="512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7" name="Object 5"/>
          <p:cNvGraphicFramePr>
            <a:graphicFrameLocks noChangeAspect="1"/>
          </p:cNvGraphicFramePr>
          <p:nvPr/>
        </p:nvGraphicFramePr>
        <p:xfrm>
          <a:off x="4356100" y="3789363"/>
          <a:ext cx="16573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8" name="公式" r:id="rId7" imgW="761365" imgH="228600" progId="Equation.3">
                  <p:embed/>
                </p:oleObj>
              </mc:Choice>
              <mc:Fallback>
                <p:oleObj name="公式" r:id="rId7" imgW="761365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789363"/>
                        <a:ext cx="1657350" cy="4968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8" name="Object 6"/>
          <p:cNvGraphicFramePr>
            <a:graphicFrameLocks noChangeAspect="1"/>
          </p:cNvGraphicFramePr>
          <p:nvPr/>
        </p:nvGraphicFramePr>
        <p:xfrm>
          <a:off x="1547813" y="3789363"/>
          <a:ext cx="259238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29" name="公式" r:id="rId9" imgW="1244600" imgH="228600" progId="Equation.3">
                  <p:embed/>
                </p:oleObj>
              </mc:Choice>
              <mc:Fallback>
                <p:oleObj name="公式" r:id="rId9" imgW="12446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789363"/>
                        <a:ext cx="2592387" cy="477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9" name="Object 7"/>
          <p:cNvGraphicFramePr>
            <a:graphicFrameLocks noChangeAspect="1"/>
          </p:cNvGraphicFramePr>
          <p:nvPr/>
        </p:nvGraphicFramePr>
        <p:xfrm>
          <a:off x="4356100" y="4581525"/>
          <a:ext cx="7207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30" name="公式" r:id="rId11" imgW="342900" imgH="228600" progId="Equation.3">
                  <p:embed/>
                </p:oleObj>
              </mc:Choice>
              <mc:Fallback>
                <p:oleObj name="公式" r:id="rId11" imgW="3429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581525"/>
                        <a:ext cx="720725" cy="481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0" name="Object 8"/>
          <p:cNvGraphicFramePr>
            <a:graphicFrameLocks noChangeAspect="1"/>
          </p:cNvGraphicFramePr>
          <p:nvPr/>
        </p:nvGraphicFramePr>
        <p:xfrm>
          <a:off x="4859338" y="1412875"/>
          <a:ext cx="35274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31" name="公式" r:id="rId13" imgW="1447800" imgH="330200" progId="Equation.3">
                  <p:embed/>
                </p:oleObj>
              </mc:Choice>
              <mc:Fallback>
                <p:oleObj name="公式" r:id="rId13" imgW="1447800" imgH="330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412875"/>
                        <a:ext cx="3527425" cy="806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1" name="Object 9"/>
          <p:cNvGraphicFramePr>
            <a:graphicFrameLocks noChangeAspect="1"/>
          </p:cNvGraphicFramePr>
          <p:nvPr/>
        </p:nvGraphicFramePr>
        <p:xfrm>
          <a:off x="2339975" y="4652963"/>
          <a:ext cx="16557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32" name="公式" r:id="rId15" imgW="825500" imgH="228600" progId="Equation.3">
                  <p:embed/>
                </p:oleObj>
              </mc:Choice>
              <mc:Fallback>
                <p:oleObj name="公式" r:id="rId15" imgW="8255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652963"/>
                        <a:ext cx="1655763" cy="460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2" name="Object 10"/>
          <p:cNvGraphicFramePr>
            <a:graphicFrameLocks noChangeAspect="1"/>
          </p:cNvGraphicFramePr>
          <p:nvPr/>
        </p:nvGraphicFramePr>
        <p:xfrm>
          <a:off x="2484438" y="6092825"/>
          <a:ext cx="15128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33" name="公式" r:id="rId17" imgW="698500" imgH="228600" progId="Equation.3">
                  <p:embed/>
                </p:oleObj>
              </mc:Choice>
              <mc:Fallback>
                <p:oleObj name="公式" r:id="rId17" imgW="6985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6092825"/>
                        <a:ext cx="1512887" cy="496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13" name="Text Box 13"/>
          <p:cNvSpPr txBox="1">
            <a:spLocks noChangeArrowheads="1"/>
          </p:cNvSpPr>
          <p:nvPr/>
        </p:nvSpPr>
        <p:spPr bwMode="auto">
          <a:xfrm>
            <a:off x="3708400" y="5445125"/>
            <a:ext cx="317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</a:rPr>
              <a:t>卷积的微分性质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204814" name="Line 14"/>
          <p:cNvSpPr>
            <a:spLocks noChangeShapeType="1"/>
          </p:cNvSpPr>
          <p:nvPr/>
        </p:nvSpPr>
        <p:spPr bwMode="auto">
          <a:xfrm>
            <a:off x="3132138" y="5229225"/>
            <a:ext cx="0" cy="863600"/>
          </a:xfrm>
          <a:prstGeom prst="line">
            <a:avLst/>
          </a:prstGeom>
          <a:noFill/>
          <a:ln w="38100">
            <a:solidFill>
              <a:srgbClr val="66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15" name="Line 15"/>
          <p:cNvSpPr>
            <a:spLocks noChangeShapeType="1"/>
          </p:cNvSpPr>
          <p:nvPr/>
        </p:nvSpPr>
        <p:spPr bwMode="auto">
          <a:xfrm>
            <a:off x="3276600" y="5229225"/>
            <a:ext cx="0" cy="863600"/>
          </a:xfrm>
          <a:prstGeom prst="line">
            <a:avLst/>
          </a:prstGeom>
          <a:noFill/>
          <a:ln w="38100">
            <a:solidFill>
              <a:srgbClr val="66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1875960" y="2084040"/>
            <a:ext cx="6141600" cy="226260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3973"/>
    </mc:Choice>
    <mc:Fallback>
      <p:transition spd="slow" advTm="3139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0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4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4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04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0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13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268413"/>
            <a:ext cx="3600450" cy="79216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例题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2-8: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运用卷积性质解例题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2-7.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25285" name="Object 5"/>
          <p:cNvGraphicFramePr>
            <a:graphicFrameLocks noChangeAspect="1"/>
          </p:cNvGraphicFramePr>
          <p:nvPr/>
        </p:nvGraphicFramePr>
        <p:xfrm>
          <a:off x="5508625" y="2420938"/>
          <a:ext cx="2384425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03" name="" r:id="rId1" imgW="4012565" imgH="2312670" progId="Visio.Drawing.11">
                  <p:embed/>
                </p:oleObj>
              </mc:Choice>
              <mc:Fallback>
                <p:oleObj name="" r:id="rId1" imgW="4012565" imgH="231267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0351" t="28352" r="14114" b="6549"/>
                      <a:stretch>
                        <a:fillRect/>
                      </a:stretch>
                    </p:blipFill>
                    <p:spPr bwMode="auto">
                      <a:xfrm>
                        <a:off x="5508625" y="2420938"/>
                        <a:ext cx="2384425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0" name="Object 4"/>
          <p:cNvGraphicFramePr>
            <a:graphicFrameLocks noChangeAspect="1"/>
          </p:cNvGraphicFramePr>
          <p:nvPr/>
        </p:nvGraphicFramePr>
        <p:xfrm>
          <a:off x="1042988" y="2565400"/>
          <a:ext cx="2298700" cy="210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04" name="" r:id="rId3" imgW="4012565" imgH="2312670" progId="Visio.Drawing.11">
                  <p:embed/>
                </p:oleObj>
              </mc:Choice>
              <mc:Fallback>
                <p:oleObj name="" r:id="rId3" imgW="4012565" imgH="231267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028" t="28352" r="50711" b="6549"/>
                      <a:stretch>
                        <a:fillRect/>
                      </a:stretch>
                    </p:blipFill>
                    <p:spPr bwMode="auto">
                      <a:xfrm>
                        <a:off x="1042988" y="2565400"/>
                        <a:ext cx="2298700" cy="210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9" name="Object 9"/>
          <p:cNvGraphicFramePr>
            <a:graphicFrameLocks noChangeAspect="1"/>
          </p:cNvGraphicFramePr>
          <p:nvPr/>
        </p:nvGraphicFramePr>
        <p:xfrm>
          <a:off x="5076825" y="4665663"/>
          <a:ext cx="256857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05" name="" r:id="rId4" imgW="4012565" imgH="1882775" progId="Visio.Drawing.11">
                  <p:embed/>
                </p:oleObj>
              </mc:Choice>
              <mc:Fallback>
                <p:oleObj name="" r:id="rId4" imgW="4012565" imgH="188277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3188" t="8203" r="14114" b="766"/>
                      <a:stretch>
                        <a:fillRect/>
                      </a:stretch>
                    </p:blipFill>
                    <p:spPr bwMode="auto">
                      <a:xfrm>
                        <a:off x="5076825" y="4665663"/>
                        <a:ext cx="256857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2" name="Object 10"/>
          <p:cNvGraphicFramePr>
            <a:graphicFrameLocks noChangeAspect="1"/>
          </p:cNvGraphicFramePr>
          <p:nvPr/>
        </p:nvGraphicFramePr>
        <p:xfrm>
          <a:off x="1116013" y="4437063"/>
          <a:ext cx="191135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06" name="" r:id="rId6" imgW="4012565" imgH="1882775" progId="Visio.Drawing.11">
                  <p:embed/>
                </p:oleObj>
              </mc:Choice>
              <mc:Fallback>
                <p:oleObj name="" r:id="rId6" imgW="4012565" imgH="1882775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0411" t="8203" r="57819" b="766"/>
                      <a:stretch>
                        <a:fillRect/>
                      </a:stretch>
                    </p:blipFill>
                    <p:spPr bwMode="auto">
                      <a:xfrm>
                        <a:off x="1116013" y="4437063"/>
                        <a:ext cx="1911350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9"/>
          <p:cNvGrpSpPr/>
          <p:nvPr/>
        </p:nvGrpSpPr>
        <p:grpSpPr bwMode="auto">
          <a:xfrm>
            <a:off x="3028950" y="5151438"/>
            <a:ext cx="1195388" cy="660400"/>
            <a:chOff x="3028951" y="5151438"/>
            <a:chExt cx="1195388" cy="660401"/>
          </a:xfrm>
        </p:grpSpPr>
        <p:sp>
          <p:nvSpPr>
            <p:cNvPr id="106514" name="AutoShape 11"/>
            <p:cNvSpPr>
              <a:spLocks noChangeArrowheads="1"/>
            </p:cNvSpPr>
            <p:nvPr/>
          </p:nvSpPr>
          <p:spPr bwMode="auto">
            <a:xfrm>
              <a:off x="3028951" y="5480051"/>
              <a:ext cx="1195388" cy="331788"/>
            </a:xfrm>
            <a:prstGeom prst="rightArrow">
              <a:avLst>
                <a:gd name="adj1" fmla="val 50000"/>
                <a:gd name="adj2" fmla="val 8978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15" name="Text Box 12"/>
            <p:cNvSpPr txBox="1">
              <a:spLocks noChangeArrowheads="1"/>
            </p:cNvSpPr>
            <p:nvPr/>
          </p:nvSpPr>
          <p:spPr bwMode="auto">
            <a:xfrm>
              <a:off x="3087688" y="5151438"/>
              <a:ext cx="95567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8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积分</a:t>
              </a:r>
              <a:endParaRPr lang="zh-CN" altLang="en-US">
                <a:solidFill>
                  <a:srgbClr val="008000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106504" name="Rectangle 13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en-US" altLang="zh-CN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6505" name="Text Box 1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6506" name="Object 1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379913" y="806450"/>
          <a:ext cx="3960812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407" name="" r:id="rId7" imgW="1803400" imgH="635000" progId="Equation.3">
                  <p:embed/>
                </p:oleObj>
              </mc:Choice>
              <mc:Fallback>
                <p:oleObj name="" r:id="rId7" imgW="1803400" imgH="635000" progId="Equation.3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9913" y="806450"/>
                        <a:ext cx="3960812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8"/>
          <p:cNvGrpSpPr/>
          <p:nvPr/>
        </p:nvGrpSpPr>
        <p:grpSpPr bwMode="auto">
          <a:xfrm>
            <a:off x="2747963" y="2565400"/>
            <a:ext cx="3049587" cy="1260475"/>
            <a:chOff x="2747963" y="2565400"/>
            <a:chExt cx="3049587" cy="1260476"/>
          </a:xfrm>
        </p:grpSpPr>
        <p:sp>
          <p:nvSpPr>
            <p:cNvPr id="106510" name="AutoShape 6"/>
            <p:cNvSpPr>
              <a:spLocks noChangeArrowheads="1"/>
            </p:cNvSpPr>
            <p:nvPr/>
          </p:nvSpPr>
          <p:spPr bwMode="auto">
            <a:xfrm>
              <a:off x="3340100" y="3465513"/>
              <a:ext cx="1438275" cy="360363"/>
            </a:xfrm>
            <a:prstGeom prst="rightArrow">
              <a:avLst>
                <a:gd name="adj1" fmla="val 50000"/>
                <a:gd name="adj2" fmla="val 9946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511" name="Text Box 7"/>
            <p:cNvSpPr txBox="1">
              <a:spLocks noChangeArrowheads="1"/>
            </p:cNvSpPr>
            <p:nvPr/>
          </p:nvSpPr>
          <p:spPr bwMode="auto">
            <a:xfrm>
              <a:off x="3414713" y="3101975"/>
              <a:ext cx="115093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008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求导</a:t>
              </a:r>
              <a:endParaRPr lang="zh-CN" altLang="en-US">
                <a:solidFill>
                  <a:srgbClr val="008000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  <p:graphicFrame>
          <p:nvGraphicFramePr>
            <p:cNvPr id="106512" name="Object 28"/>
            <p:cNvGraphicFramePr>
              <a:graphicFrameLocks noChangeAspect="1"/>
            </p:cNvGraphicFramePr>
            <p:nvPr/>
          </p:nvGraphicFramePr>
          <p:xfrm>
            <a:off x="2747963" y="2565400"/>
            <a:ext cx="960437" cy="360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408" name="" r:id="rId9" imgW="495300" imgH="228600" progId="Equation.3">
                    <p:embed/>
                  </p:oleObj>
                </mc:Choice>
                <mc:Fallback>
                  <p:oleObj name="" r:id="rId9" imgW="495300" imgH="2286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7963" y="2565400"/>
                          <a:ext cx="960437" cy="360363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513" name="Object 70"/>
            <p:cNvGraphicFramePr>
              <a:graphicFrameLocks noChangeAspect="1"/>
            </p:cNvGraphicFramePr>
            <p:nvPr/>
          </p:nvGraphicFramePr>
          <p:xfrm>
            <a:off x="3779838" y="2636838"/>
            <a:ext cx="2017712" cy="319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409" name="" r:id="rId11" imgW="1040765" imgH="203200" progId="Equation.3">
                    <p:embed/>
                  </p:oleObj>
                </mc:Choice>
                <mc:Fallback>
                  <p:oleObj name="" r:id="rId11" imgW="1040765" imgH="203200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838" y="2636838"/>
                          <a:ext cx="2017712" cy="31908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" name="直接连接符 3"/>
          <p:cNvCxnSpPr/>
          <p:nvPr/>
        </p:nvCxnSpPr>
        <p:spPr>
          <a:xfrm>
            <a:off x="309563" y="2241550"/>
            <a:ext cx="852328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527050" y="4665663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p:transition spd="med" advTm="17940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2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522" name="Object 5"/>
          <p:cNvGraphicFramePr>
            <a:graphicFrameLocks noChangeAspect="1"/>
          </p:cNvGraphicFramePr>
          <p:nvPr/>
        </p:nvGraphicFramePr>
        <p:xfrm>
          <a:off x="149225" y="2732088"/>
          <a:ext cx="2384425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27" name="" r:id="rId1" imgW="4012565" imgH="2312670" progId="Visio.Drawing.11">
                  <p:embed/>
                </p:oleObj>
              </mc:Choice>
              <mc:Fallback>
                <p:oleObj name="" r:id="rId1" imgW="4012565" imgH="231267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0351" t="28352" r="14114" b="6549"/>
                      <a:stretch>
                        <a:fillRect/>
                      </a:stretch>
                    </p:blipFill>
                    <p:spPr bwMode="auto">
                      <a:xfrm>
                        <a:off x="149225" y="2732088"/>
                        <a:ext cx="2384425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3" name="Object 9"/>
          <p:cNvGraphicFramePr>
            <a:graphicFrameLocks noChangeAspect="1"/>
          </p:cNvGraphicFramePr>
          <p:nvPr/>
        </p:nvGraphicFramePr>
        <p:xfrm>
          <a:off x="57150" y="4725988"/>
          <a:ext cx="256857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28" name="" r:id="rId3" imgW="4012565" imgH="1882775" progId="Visio.Drawing.11">
                  <p:embed/>
                </p:oleObj>
              </mc:Choice>
              <mc:Fallback>
                <p:oleObj name="" r:id="rId3" imgW="4012565" imgH="188277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3188" t="8203" r="14114" b="766"/>
                      <a:stretch>
                        <a:fillRect/>
                      </a:stretch>
                    </p:blipFill>
                    <p:spPr bwMode="auto">
                      <a:xfrm>
                        <a:off x="57150" y="4725988"/>
                        <a:ext cx="256857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4" name="Rectangle 13"/>
          <p:cNvSpPr>
            <a:spLocks noChangeArrowheads="1"/>
          </p:cNvSpPr>
          <p:nvPr/>
        </p:nvSpPr>
        <p:spPr bwMode="auto">
          <a:xfrm>
            <a:off x="250825" y="620713"/>
            <a:ext cx="3457575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en-US" altLang="zh-CN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7525" name="Text Box 1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7526" name="Object 30"/>
          <p:cNvGraphicFramePr>
            <a:graphicFrameLocks noChangeAspect="1"/>
          </p:cNvGraphicFramePr>
          <p:nvPr/>
        </p:nvGraphicFramePr>
        <p:xfrm>
          <a:off x="274638" y="2373313"/>
          <a:ext cx="287972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29" name="" r:id="rId5" imgW="1485900" imgH="228600" progId="Equation.3">
                  <p:embed/>
                </p:oleObj>
              </mc:Choice>
              <mc:Fallback>
                <p:oleObj name="" r:id="rId5" imgW="148590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8" y="2373313"/>
                        <a:ext cx="2879725" cy="3603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7" name="Object 10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74638" y="1255713"/>
          <a:ext cx="334962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30" name="" r:id="rId7" imgW="1803400" imgH="635000" progId="Equation.3">
                  <p:embed/>
                </p:oleObj>
              </mc:Choice>
              <mc:Fallback>
                <p:oleObj name="" r:id="rId7" imgW="1803400" imgH="635000" progId="Equation.3">
                  <p:embed/>
                  <p:pic>
                    <p:nvPicPr>
                      <p:cNvPr id="0" name="Object 10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8" y="1255713"/>
                        <a:ext cx="3349625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7528" name="Picture 7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725" y="2376488"/>
            <a:ext cx="394335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1"/>
          <p:cNvGrpSpPr/>
          <p:nvPr/>
        </p:nvGrpSpPr>
        <p:grpSpPr bwMode="auto">
          <a:xfrm>
            <a:off x="5929313" y="3486150"/>
            <a:ext cx="2482850" cy="1439863"/>
            <a:chOff x="635" y="2023"/>
            <a:chExt cx="1564" cy="907"/>
          </a:xfrm>
        </p:grpSpPr>
        <p:sp>
          <p:nvSpPr>
            <p:cNvPr id="107554" name="Line 19"/>
            <p:cNvSpPr>
              <a:spLocks noChangeShapeType="1"/>
            </p:cNvSpPr>
            <p:nvPr/>
          </p:nvSpPr>
          <p:spPr bwMode="auto">
            <a:xfrm flipV="1">
              <a:off x="635" y="2040"/>
              <a:ext cx="696" cy="89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5" name="Text Box 20"/>
            <p:cNvSpPr txBox="1">
              <a:spLocks noChangeArrowheads="1"/>
            </p:cNvSpPr>
            <p:nvPr/>
          </p:nvSpPr>
          <p:spPr bwMode="auto">
            <a:xfrm>
              <a:off x="1679" y="2432"/>
              <a:ext cx="5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g(t)</a:t>
              </a:r>
              <a:endParaRPr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56" name="Line 21"/>
            <p:cNvSpPr>
              <a:spLocks noChangeShapeType="1"/>
            </p:cNvSpPr>
            <p:nvPr/>
          </p:nvSpPr>
          <p:spPr bwMode="auto">
            <a:xfrm>
              <a:off x="1225" y="2205"/>
              <a:ext cx="499" cy="40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7" name="Line 22"/>
            <p:cNvSpPr>
              <a:spLocks noChangeShapeType="1"/>
            </p:cNvSpPr>
            <p:nvPr/>
          </p:nvSpPr>
          <p:spPr bwMode="auto">
            <a:xfrm>
              <a:off x="1361" y="2023"/>
              <a:ext cx="680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91"/>
          <p:cNvGrpSpPr/>
          <p:nvPr/>
        </p:nvGrpSpPr>
        <p:grpSpPr bwMode="auto">
          <a:xfrm>
            <a:off x="4533953" y="3455988"/>
            <a:ext cx="3360737" cy="1484312"/>
            <a:chOff x="113" y="1797"/>
            <a:chExt cx="2041" cy="935"/>
          </a:xfrm>
        </p:grpSpPr>
        <p:sp>
          <p:nvSpPr>
            <p:cNvPr id="107550" name="Text Box 23"/>
            <p:cNvSpPr txBox="1">
              <a:spLocks noChangeArrowheads="1"/>
            </p:cNvSpPr>
            <p:nvPr/>
          </p:nvSpPr>
          <p:spPr bwMode="auto">
            <a:xfrm>
              <a:off x="113" y="1933"/>
              <a:ext cx="5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g(t+1)</a:t>
              </a:r>
              <a:endParaRPr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51" name="Line 79"/>
            <p:cNvSpPr>
              <a:spLocks noChangeShapeType="1"/>
            </p:cNvSpPr>
            <p:nvPr/>
          </p:nvSpPr>
          <p:spPr bwMode="auto">
            <a:xfrm flipV="1">
              <a:off x="431" y="1797"/>
              <a:ext cx="743" cy="93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2" name="Line 80"/>
            <p:cNvSpPr>
              <a:spLocks noChangeShapeType="1"/>
            </p:cNvSpPr>
            <p:nvPr/>
          </p:nvSpPr>
          <p:spPr bwMode="auto">
            <a:xfrm>
              <a:off x="1156" y="1797"/>
              <a:ext cx="99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ffectLst>
              <a:outerShdw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3" name="Line 81"/>
            <p:cNvSpPr>
              <a:spLocks noChangeShapeType="1"/>
            </p:cNvSpPr>
            <p:nvPr/>
          </p:nvSpPr>
          <p:spPr bwMode="auto">
            <a:xfrm flipH="1" flipV="1">
              <a:off x="476" y="2206"/>
              <a:ext cx="181" cy="181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>
              <a:outerShdw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85"/>
          <p:cNvGrpSpPr/>
          <p:nvPr/>
        </p:nvGrpSpPr>
        <p:grpSpPr bwMode="auto">
          <a:xfrm>
            <a:off x="6242050" y="3455988"/>
            <a:ext cx="2911475" cy="1484312"/>
            <a:chOff x="1156" y="1797"/>
            <a:chExt cx="1834" cy="935"/>
          </a:xfrm>
        </p:grpSpPr>
        <p:sp>
          <p:nvSpPr>
            <p:cNvPr id="107546" name="Line 24"/>
            <p:cNvSpPr>
              <a:spLocks noChangeShapeType="1"/>
            </p:cNvSpPr>
            <p:nvPr/>
          </p:nvSpPr>
          <p:spPr bwMode="auto">
            <a:xfrm flipV="1">
              <a:off x="1156" y="1797"/>
              <a:ext cx="743" cy="935"/>
            </a:xfrm>
            <a:prstGeom prst="line">
              <a:avLst/>
            </a:prstGeom>
            <a:noFill/>
            <a:ln w="38100">
              <a:solidFill>
                <a:srgbClr val="66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7" name="Text Box 25"/>
            <p:cNvSpPr txBox="1">
              <a:spLocks noChangeArrowheads="1"/>
            </p:cNvSpPr>
            <p:nvPr/>
          </p:nvSpPr>
          <p:spPr bwMode="auto">
            <a:xfrm>
              <a:off x="2041" y="1932"/>
              <a:ext cx="94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66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g(t-1)</a:t>
              </a:r>
              <a:endParaRPr lang="en-US" altLang="zh-CN" sz="24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7548" name="Line 26"/>
            <p:cNvSpPr>
              <a:spLocks noChangeShapeType="1"/>
            </p:cNvSpPr>
            <p:nvPr/>
          </p:nvSpPr>
          <p:spPr bwMode="auto">
            <a:xfrm>
              <a:off x="1814" y="2023"/>
              <a:ext cx="272" cy="73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9" name="Line 83"/>
            <p:cNvSpPr>
              <a:spLocks noChangeShapeType="1"/>
            </p:cNvSpPr>
            <p:nvPr/>
          </p:nvSpPr>
          <p:spPr bwMode="auto">
            <a:xfrm>
              <a:off x="1882" y="1797"/>
              <a:ext cx="454" cy="0"/>
            </a:xfrm>
            <a:prstGeom prst="line">
              <a:avLst/>
            </a:prstGeom>
            <a:noFill/>
            <a:ln w="28575">
              <a:solidFill>
                <a:srgbClr val="6600CC"/>
              </a:solidFill>
              <a:round/>
            </a:ln>
            <a:effectLst>
              <a:outerShdw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92"/>
          <p:cNvGrpSpPr/>
          <p:nvPr/>
        </p:nvGrpSpPr>
        <p:grpSpPr bwMode="auto">
          <a:xfrm>
            <a:off x="6235700" y="4935758"/>
            <a:ext cx="2736850" cy="1585912"/>
            <a:chOff x="1156" y="2840"/>
            <a:chExt cx="1724" cy="999"/>
          </a:xfrm>
        </p:grpSpPr>
        <p:grpSp>
          <p:nvGrpSpPr>
            <p:cNvPr id="107542" name="Group 76"/>
            <p:cNvGrpSpPr/>
            <p:nvPr/>
          </p:nvGrpSpPr>
          <p:grpSpPr bwMode="auto">
            <a:xfrm>
              <a:off x="1156" y="2840"/>
              <a:ext cx="1392" cy="999"/>
              <a:chOff x="922" y="2997"/>
              <a:chExt cx="1392" cy="999"/>
            </a:xfrm>
          </p:grpSpPr>
          <p:sp>
            <p:nvSpPr>
              <p:cNvPr id="107544" name="Line 27"/>
              <p:cNvSpPr>
                <a:spLocks noChangeShapeType="1"/>
              </p:cNvSpPr>
              <p:nvPr/>
            </p:nvSpPr>
            <p:spPr bwMode="auto">
              <a:xfrm>
                <a:off x="922" y="2997"/>
                <a:ext cx="826" cy="999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45" name="Line 28"/>
              <p:cNvSpPr>
                <a:spLocks noChangeShapeType="1"/>
              </p:cNvSpPr>
              <p:nvPr/>
            </p:nvSpPr>
            <p:spPr bwMode="auto">
              <a:xfrm>
                <a:off x="1724" y="3928"/>
                <a:ext cx="590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7543" name="Text Box 88"/>
            <p:cNvSpPr txBox="1">
              <a:spLocks noChangeArrowheads="1"/>
            </p:cNvSpPr>
            <p:nvPr/>
          </p:nvSpPr>
          <p:spPr bwMode="auto">
            <a:xfrm>
              <a:off x="2245" y="3430"/>
              <a:ext cx="6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66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-g(t-1)</a:t>
              </a:r>
              <a:endParaRPr lang="en-US" altLang="zh-CN" sz="240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" name="Group 97"/>
          <p:cNvGrpSpPr/>
          <p:nvPr/>
        </p:nvGrpSpPr>
        <p:grpSpPr bwMode="auto">
          <a:xfrm>
            <a:off x="5103973" y="3018934"/>
            <a:ext cx="2681288" cy="1905000"/>
            <a:chOff x="455" y="1525"/>
            <a:chExt cx="1689" cy="1200"/>
          </a:xfrm>
        </p:grpSpPr>
        <p:grpSp>
          <p:nvGrpSpPr>
            <p:cNvPr id="107538" name="Group 95"/>
            <p:cNvGrpSpPr/>
            <p:nvPr/>
          </p:nvGrpSpPr>
          <p:grpSpPr bwMode="auto">
            <a:xfrm>
              <a:off x="455" y="1794"/>
              <a:ext cx="1452" cy="931"/>
              <a:chOff x="455" y="1794"/>
              <a:chExt cx="1452" cy="931"/>
            </a:xfrm>
          </p:grpSpPr>
          <p:sp>
            <p:nvSpPr>
              <p:cNvPr id="107540" name="Line 93"/>
              <p:cNvSpPr>
                <a:spLocks noChangeShapeType="1"/>
              </p:cNvSpPr>
              <p:nvPr/>
            </p:nvSpPr>
            <p:spPr bwMode="auto">
              <a:xfrm>
                <a:off x="1181" y="1794"/>
                <a:ext cx="726" cy="93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41" name="Line 94"/>
              <p:cNvSpPr>
                <a:spLocks noChangeShapeType="1"/>
              </p:cNvSpPr>
              <p:nvPr/>
            </p:nvSpPr>
            <p:spPr bwMode="auto">
              <a:xfrm flipV="1">
                <a:off x="455" y="1816"/>
                <a:ext cx="729" cy="8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</p:grpSp>
        <p:graphicFrame>
          <p:nvGraphicFramePr>
            <p:cNvPr id="107539" name="Object 96"/>
            <p:cNvGraphicFramePr>
              <a:graphicFrameLocks noChangeAspect="1"/>
            </p:cNvGraphicFramePr>
            <p:nvPr/>
          </p:nvGraphicFramePr>
          <p:xfrm>
            <a:off x="1338" y="1525"/>
            <a:ext cx="806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431" name="" r:id="rId10" imgW="660400" imgH="203200" progId="Equation.3">
                    <p:embed/>
                  </p:oleObj>
                </mc:Choice>
                <mc:Fallback>
                  <p:oleObj name="" r:id="rId10" imgW="660400" imgH="203200" progId="Equation.3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1525"/>
                          <a:ext cx="806" cy="201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7534" name="Object 98"/>
          <p:cNvGraphicFramePr>
            <a:graphicFrameLocks noChangeAspect="1"/>
          </p:cNvGraphicFramePr>
          <p:nvPr/>
        </p:nvGraphicFramePr>
        <p:xfrm>
          <a:off x="4900613" y="1741488"/>
          <a:ext cx="16287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32" name="" r:id="rId12" imgW="786765" imgH="203200" progId="Equation.3">
                  <p:embed/>
                </p:oleObj>
              </mc:Choice>
              <mc:Fallback>
                <p:oleObj name="" r:id="rId12" imgW="786765" imgH="203200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0613" y="1741488"/>
                        <a:ext cx="1628775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99"/>
          <p:cNvGraphicFramePr>
            <a:graphicFrameLocks noChangeAspect="1"/>
          </p:cNvGraphicFramePr>
          <p:nvPr/>
        </p:nvGraphicFramePr>
        <p:xfrm>
          <a:off x="6840538" y="1741488"/>
          <a:ext cx="215423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33" name="" r:id="rId14" imgW="1040765" imgH="203200" progId="Equation.3">
                  <p:embed/>
                </p:oleObj>
              </mc:Choice>
              <mc:Fallback>
                <p:oleObj name="" r:id="rId14" imgW="1040765" imgH="203200" progId="Equation.3">
                  <p:embed/>
                  <p:pic>
                    <p:nvPicPr>
                      <p:cNvPr id="0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8" y="1741488"/>
                        <a:ext cx="2154237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连接符 37"/>
          <p:cNvCxnSpPr/>
          <p:nvPr/>
        </p:nvCxnSpPr>
        <p:spPr>
          <a:xfrm>
            <a:off x="4064000" y="706438"/>
            <a:ext cx="76200" cy="615156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149225" y="2219325"/>
            <a:ext cx="38036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6"/>
    </p:custDataLst>
  </p:cSld>
  <p:clrMapOvr>
    <a:masterClrMapping/>
  </p:clrMapOvr>
  <p:transition spd="med" advTm="10557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546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943600" y="549275"/>
          <a:ext cx="3200400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4" name="Visio" r:id="rId1" imgW="5970270" imgH="3141345" progId="Visio.Drawing.11">
                  <p:embed/>
                </p:oleObj>
              </mc:Choice>
              <mc:Fallback>
                <p:oleObj name="Visio" r:id="rId1" imgW="5970270" imgH="314134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483" t="21008" r="53085" b="34956"/>
                      <a:stretch>
                        <a:fillRect/>
                      </a:stretch>
                    </p:blipFill>
                    <p:spPr bwMode="auto">
                      <a:xfrm>
                        <a:off x="5943600" y="549275"/>
                        <a:ext cx="3200400" cy="168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7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9388" y="620713"/>
          <a:ext cx="5400675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5" name="公式" r:id="rId3" imgW="2667000" imgH="698500" progId="Equation.3">
                  <p:embed/>
                </p:oleObj>
              </mc:Choice>
              <mc:Fallback>
                <p:oleObj name="公式" r:id="rId3" imgW="2667000" imgH="698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620713"/>
                        <a:ext cx="5400675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8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835150" y="2276475"/>
          <a:ext cx="165576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6" name="公式" r:id="rId5" imgW="977900" imgH="457200" progId="Equation.3">
                  <p:embed/>
                </p:oleObj>
              </mc:Choice>
              <mc:Fallback>
                <p:oleObj name="公式" r:id="rId5" imgW="9779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276475"/>
                        <a:ext cx="1655763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49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8550" name="Object 5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1763713" y="4364038"/>
          <a:ext cx="178276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7" name="公式" r:id="rId7" imgW="901065" imgH="215900" progId="Equation.3">
                  <p:embed/>
                </p:oleObj>
              </mc:Choice>
              <mc:Fallback>
                <p:oleObj name="公式" r:id="rId7" imgW="901065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364038"/>
                        <a:ext cx="1782762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1" name="Object 6"/>
          <p:cNvGraphicFramePr>
            <a:graphicFrameLocks noChangeAspect="1"/>
          </p:cNvGraphicFramePr>
          <p:nvPr/>
        </p:nvGraphicFramePr>
        <p:xfrm>
          <a:off x="1330325" y="3429000"/>
          <a:ext cx="23034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8" name="公式" r:id="rId9" imgW="1231265" imgH="215900" progId="Equation.3">
                  <p:embed/>
                </p:oleObj>
              </mc:Choice>
              <mc:Fallback>
                <p:oleObj name="公式" r:id="rId9" imgW="1231265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325" y="3429000"/>
                        <a:ext cx="23034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4" name="Object 7"/>
          <p:cNvGraphicFramePr>
            <a:graphicFrameLocks noChangeAspect="1"/>
          </p:cNvGraphicFramePr>
          <p:nvPr/>
        </p:nvGraphicFramePr>
        <p:xfrm>
          <a:off x="3922713" y="3284538"/>
          <a:ext cx="311626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9" name="公式" r:id="rId11" imgW="1383665" imgH="355600" progId="Equation.3">
                  <p:embed/>
                </p:oleObj>
              </mc:Choice>
              <mc:Fallback>
                <p:oleObj name="公式" r:id="rId11" imgW="1383665" imgH="355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3284538"/>
                        <a:ext cx="3116262" cy="628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5" name="Object 8"/>
          <p:cNvGraphicFramePr>
            <a:graphicFrameLocks noChangeAspect="1"/>
          </p:cNvGraphicFramePr>
          <p:nvPr/>
        </p:nvGraphicFramePr>
        <p:xfrm>
          <a:off x="825500" y="5454650"/>
          <a:ext cx="5616575" cy="133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0" name="公式" r:id="rId13" imgW="3111500" imgH="736600" progId="Equation.3">
                  <p:embed/>
                </p:oleObj>
              </mc:Choice>
              <mc:Fallback>
                <p:oleObj name="公式" r:id="rId13" imgW="3111500" imgH="736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5454650"/>
                        <a:ext cx="5616575" cy="1330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86" name="Object 9"/>
          <p:cNvGraphicFramePr>
            <a:graphicFrameLocks noChangeAspect="1"/>
          </p:cNvGraphicFramePr>
          <p:nvPr/>
        </p:nvGraphicFramePr>
        <p:xfrm>
          <a:off x="3779838" y="4221163"/>
          <a:ext cx="446405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1" name="公式" r:id="rId15" imgW="1701800" imgH="355600" progId="Equation.3">
                  <p:embed/>
                </p:oleObj>
              </mc:Choice>
              <mc:Fallback>
                <p:oleObj name="公式" r:id="rId15" imgW="1701800" imgH="355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221163"/>
                        <a:ext cx="4464050" cy="842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7" name="Text Box 11"/>
          <p:cNvSpPr txBox="1">
            <a:spLocks noChangeArrowheads="1"/>
          </p:cNvSpPr>
          <p:nvPr/>
        </p:nvSpPr>
        <p:spPr bwMode="auto">
          <a:xfrm>
            <a:off x="3563938" y="270827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3300"/>
                </a:solidFill>
                <a:latin typeface="黑体" panose="02010609060101010101" pitchFamily="49" charset="-122"/>
              </a:rPr>
              <a:t>0</a:t>
            </a:r>
            <a:endParaRPr lang="en-US" altLang="zh-CN" sz="2800">
              <a:solidFill>
                <a:srgbClr val="FF3300"/>
              </a:solidFill>
              <a:latin typeface="黑体" panose="02010609060101010101" pitchFamily="49" charset="-122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1527"/>
    </mc:Choice>
    <mc:Fallback>
      <p:transition spd="slow" advTm="1515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3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3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3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3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3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0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7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539750" y="1989138"/>
            <a:ext cx="7704138" cy="4464050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109571" name="Rectangle 3"/>
          <p:cNvSpPr>
            <a:spLocks noChangeArrowheads="1"/>
          </p:cNvSpPr>
          <p:nvPr/>
        </p:nvSpPr>
        <p:spPr bwMode="auto">
          <a:xfrm>
            <a:off x="-136525" y="660400"/>
            <a:ext cx="3829050" cy="57626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§2.8 </a:t>
            </a:r>
            <a:r>
              <a:rPr lang="zh-CN" altLang="en-US" sz="28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卷积及其性质</a:t>
            </a:r>
            <a:endParaRPr lang="zh-CN" altLang="en-US" sz="28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09573" name="Object 2"/>
          <p:cNvGraphicFramePr>
            <a:graphicFrameLocks noChangeAspect="1"/>
          </p:cNvGraphicFramePr>
          <p:nvPr/>
        </p:nvGraphicFramePr>
        <p:xfrm>
          <a:off x="827088" y="2276475"/>
          <a:ext cx="3840162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2" name="公式" r:id="rId1" imgW="1460500" imgH="457200" progId="Equation.3">
                  <p:embed/>
                </p:oleObj>
              </mc:Choice>
              <mc:Fallback>
                <p:oleObj name="公式" r:id="rId1" imgW="14605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276475"/>
                        <a:ext cx="3840162" cy="120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4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4211638" y="692150"/>
          <a:ext cx="43195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3" name="公式" r:id="rId3" imgW="1930400" imgH="215900" progId="Equation.3">
                  <p:embed/>
                </p:oleObj>
              </mc:Choice>
              <mc:Fallback>
                <p:oleObj name="公式" r:id="rId3" imgW="19304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692150"/>
                        <a:ext cx="43195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5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356100" y="1268413"/>
          <a:ext cx="23764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4" name="公式" r:id="rId5" imgW="889000" imgH="228600" progId="Equation.3">
                  <p:embed/>
                </p:oleObj>
              </mc:Choice>
              <mc:Fallback>
                <p:oleObj name="公式" r:id="rId5" imgW="889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268413"/>
                        <a:ext cx="23764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2" name="Object 5"/>
          <p:cNvGraphicFramePr>
            <a:graphicFrameLocks noChangeAspect="1"/>
          </p:cNvGraphicFramePr>
          <p:nvPr/>
        </p:nvGraphicFramePr>
        <p:xfrm>
          <a:off x="1619250" y="4724400"/>
          <a:ext cx="547687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5" name="公式" r:id="rId7" imgW="2082800" imgH="228600" progId="Equation.3">
                  <p:embed/>
                </p:oleObj>
              </mc:Choice>
              <mc:Fallback>
                <p:oleObj name="公式" r:id="rId7" imgW="20828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724400"/>
                        <a:ext cx="547687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3" name="Object 6"/>
          <p:cNvGraphicFramePr>
            <a:graphicFrameLocks noChangeAspect="1"/>
          </p:cNvGraphicFramePr>
          <p:nvPr/>
        </p:nvGraphicFramePr>
        <p:xfrm>
          <a:off x="1547813" y="5516563"/>
          <a:ext cx="63119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6" name="公式" r:id="rId9" imgW="2400300" imgH="228600" progId="Equation.3">
                  <p:embed/>
                </p:oleObj>
              </mc:Choice>
              <mc:Fallback>
                <p:oleObj name="公式" r:id="rId9" imgW="24003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5516563"/>
                        <a:ext cx="63119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4" name="Object 7"/>
          <p:cNvGraphicFramePr>
            <a:graphicFrameLocks noChangeAspect="1"/>
          </p:cNvGraphicFramePr>
          <p:nvPr/>
        </p:nvGraphicFramePr>
        <p:xfrm>
          <a:off x="1619250" y="3573463"/>
          <a:ext cx="34067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57" name="公式" r:id="rId11" imgW="1295400" imgH="393700" progId="Equation.3">
                  <p:embed/>
                </p:oleObj>
              </mc:Choice>
              <mc:Fallback>
                <p:oleObj name="公式" r:id="rId11" imgW="12954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573463"/>
                        <a:ext cx="3406775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墨迹 1"/>
          <p:cNvSpPr/>
          <p:nvPr/>
        </p:nvSpPr>
        <p:spPr bwMode="auto">
          <a:xfrm>
            <a:off x="320040" y="1225800"/>
            <a:ext cx="6030000" cy="4128480"/>
          </a:xfrm>
        </p:spPr>
        <p:txBody>
          <a:bodyPr/>
          <a:lstStyle/>
          <a:p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2420"/>
    </mc:Choice>
    <mc:Fallback>
      <p:transition spd="slow" advTm="1324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594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411163" y="755650"/>
          <a:ext cx="7345362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22" name="公式" r:id="rId1" imgW="3352800" imgH="457200" progId="Equation.3">
                  <p:embed/>
                </p:oleObj>
              </mc:Choice>
              <mc:Fallback>
                <p:oleObj name="公式" r:id="rId1" imgW="33528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3" y="755650"/>
                        <a:ext cx="7345362" cy="1001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5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220663" y="2593975"/>
          <a:ext cx="3311525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23" name="公式" r:id="rId3" imgW="1485265" imgH="635000" progId="Equation.3">
                  <p:embed/>
                </p:oleObj>
              </mc:Choice>
              <mc:Fallback>
                <p:oleObj name="公式" r:id="rId3" imgW="1485265" imgH="635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3" y="2593975"/>
                        <a:ext cx="3311525" cy="1416050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032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8485" name="Object 4"/>
          <p:cNvGraphicFramePr>
            <a:graphicFrameLocks noChangeAspect="1"/>
          </p:cNvGraphicFramePr>
          <p:nvPr/>
        </p:nvGraphicFramePr>
        <p:xfrm>
          <a:off x="3708400" y="1916113"/>
          <a:ext cx="4899025" cy="168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24" name="公式" r:id="rId5" imgW="1765300" imgH="736600" progId="Equation.3">
                  <p:embed/>
                </p:oleObj>
              </mc:Choice>
              <mc:Fallback>
                <p:oleObj name="公式" r:id="rId5" imgW="1765300" imgH="736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916113"/>
                        <a:ext cx="4899025" cy="1687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6" name="Object 5"/>
          <p:cNvGraphicFramePr>
            <a:graphicFrameLocks noChangeAspect="1"/>
          </p:cNvGraphicFramePr>
          <p:nvPr/>
        </p:nvGraphicFramePr>
        <p:xfrm>
          <a:off x="4427538" y="3860800"/>
          <a:ext cx="4335462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25" name="公式" r:id="rId7" imgW="1562100" imgH="419100" progId="Equation.3">
                  <p:embed/>
                </p:oleObj>
              </mc:Choice>
              <mc:Fallback>
                <p:oleObj name="公式" r:id="rId7" imgW="15621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3860800"/>
                        <a:ext cx="4335462" cy="960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487" name="Object 6"/>
          <p:cNvGraphicFramePr>
            <a:graphicFrameLocks noChangeAspect="1"/>
          </p:cNvGraphicFramePr>
          <p:nvPr/>
        </p:nvGraphicFramePr>
        <p:xfrm>
          <a:off x="4427538" y="5229225"/>
          <a:ext cx="405288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26" name="公式" r:id="rId9" imgW="1460500" imgH="419100" progId="Equation.3">
                  <p:embed/>
                </p:oleObj>
              </mc:Choice>
              <mc:Fallback>
                <p:oleObj name="公式" r:id="rId9" imgW="14605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229225"/>
                        <a:ext cx="4052887" cy="960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2" name="Object 7"/>
          <p:cNvGraphicFramePr>
            <a:graphicFrameLocks noChangeAspect="1"/>
          </p:cNvGraphicFramePr>
          <p:nvPr/>
        </p:nvGraphicFramePr>
        <p:xfrm>
          <a:off x="234950" y="4037013"/>
          <a:ext cx="33289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27" name="公式" r:id="rId11" imgW="1078865" imgH="203200" progId="Equation.3">
                  <p:embed/>
                </p:oleObj>
              </mc:Choice>
              <mc:Fallback>
                <p:oleObj name="公式" r:id="rId11" imgW="1078865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" y="4037013"/>
                        <a:ext cx="3328988" cy="527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601" name="Group 12"/>
          <p:cNvGrpSpPr/>
          <p:nvPr/>
        </p:nvGrpSpPr>
        <p:grpSpPr bwMode="auto">
          <a:xfrm>
            <a:off x="220663" y="2565400"/>
            <a:ext cx="3343275" cy="1970088"/>
            <a:chOff x="139" y="1634"/>
            <a:chExt cx="2106" cy="1241"/>
          </a:xfrm>
        </p:grpSpPr>
        <p:graphicFrame>
          <p:nvGraphicFramePr>
            <p:cNvPr id="110602" name="Object 8"/>
            <p:cNvGraphicFramePr>
              <a:graphicFrameLocks noChangeAspect="1"/>
            </p:cNvGraphicFramePr>
            <p:nvPr/>
          </p:nvGraphicFramePr>
          <p:xfrm>
            <a:off x="139" y="1634"/>
            <a:ext cx="2086" cy="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28" name="公式" r:id="rId13" imgW="1485265" imgH="635000" progId="Equation.3">
                    <p:embed/>
                  </p:oleObj>
                </mc:Choice>
                <mc:Fallback>
                  <p:oleObj name="公式" r:id="rId13" imgW="1485265" imgH="6350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" y="1634"/>
                          <a:ext cx="2086" cy="89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603" name="Object 9"/>
            <p:cNvGraphicFramePr>
              <a:graphicFrameLocks noChangeAspect="1"/>
            </p:cNvGraphicFramePr>
            <p:nvPr/>
          </p:nvGraphicFramePr>
          <p:xfrm>
            <a:off x="148" y="2543"/>
            <a:ext cx="2097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9529" name="公式" r:id="rId14" imgW="1078865" imgH="203200" progId="Equation.3">
                    <p:embed/>
                  </p:oleObj>
                </mc:Choice>
                <mc:Fallback>
                  <p:oleObj name="公式" r:id="rId14" imgW="1078865" imgH="203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" y="2543"/>
                          <a:ext cx="2097" cy="33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083"/>
    </mc:Choice>
    <mc:Fallback>
      <p:transition spd="slow" advTm="1120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8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30886" y="683820"/>
            <a:ext cx="9013114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defRPr/>
            </a:pPr>
            <a:r>
              <a:rPr lang="zh-CN" altLang="en-US" dirty="0">
                <a:solidFill>
                  <a:srgbClr val="FF0000"/>
                </a:solidFill>
              </a:rPr>
              <a:t>回顾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        </a:t>
            </a:r>
            <a:r>
              <a:rPr lang="zh-CN" altLang="en-US" dirty="0">
                <a:solidFill>
                  <a:srgbClr val="0000FF"/>
                </a:solidFill>
                <a:ea typeface="楷体_GB2312" pitchFamily="49" charset="-122"/>
              </a:rPr>
              <a:t>零状态响应求解</a:t>
            </a:r>
            <a:endParaRPr lang="zh-CN" altLang="en-US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4" name="墨迹 3"/>
          <p:cNvSpPr/>
          <p:nvPr/>
        </p:nvSpPr>
        <p:spPr bwMode="auto">
          <a:xfrm>
            <a:off x="916920" y="2959560"/>
            <a:ext cx="5866200" cy="2949120"/>
          </a:xfrm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83540" y="1513205"/>
          <a:ext cx="8478520" cy="877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6" name="公式" r:id="rId1" imgW="3213100" imgH="330200" progId="Equation.3">
                  <p:embed/>
                </p:oleObj>
              </mc:Choice>
              <mc:Fallback>
                <p:oleObj name="公式" r:id="rId1" imgW="3213100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40" y="1513205"/>
                        <a:ext cx="8478520" cy="87757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564515" y="3750945"/>
          <a:ext cx="6570980" cy="1017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47" name="公式" r:id="rId3" imgW="2145665" imgH="330200" progId="Equation.3">
                  <p:embed/>
                </p:oleObj>
              </mc:Choice>
              <mc:Fallback>
                <p:oleObj name="公式" r:id="rId3" imgW="2145665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15" y="3750945"/>
                        <a:ext cx="6570980" cy="101727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 advTm="27014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3"/>
          <p:cNvSpPr>
            <a:spLocks noChangeArrowheads="1"/>
          </p:cNvSpPr>
          <p:nvPr/>
        </p:nvSpPr>
        <p:spPr bwMode="auto">
          <a:xfrm>
            <a:off x="611188" y="620713"/>
            <a:ext cx="1460500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</a:rPr>
              <a:t>回顾</a:t>
            </a:r>
            <a:endParaRPr lang="zh-CN" altLang="en-US" sz="2000" dirty="0">
              <a:solidFill>
                <a:srgbClr val="FF0000"/>
              </a:solidFill>
              <a:latin typeface="楷体_GB2312" pitchFamily="49" charset="-122"/>
            </a:endParaRPr>
          </a:p>
        </p:txBody>
      </p:sp>
      <p:sp>
        <p:nvSpPr>
          <p:cNvPr id="112643" name="Rectangle 4"/>
          <p:cNvSpPr>
            <a:spLocks noChangeArrowheads="1"/>
          </p:cNvSpPr>
          <p:nvPr/>
        </p:nvSpPr>
        <p:spPr bwMode="auto">
          <a:xfrm>
            <a:off x="1331913" y="1196975"/>
            <a:ext cx="5256212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卷积运算的定义及求解方法？</a:t>
            </a:r>
            <a:endParaRPr lang="zh-CN" altLang="en-US" sz="28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41317" name="Object 2"/>
          <p:cNvGraphicFramePr>
            <a:graphicFrameLocks noChangeAspect="1"/>
          </p:cNvGraphicFramePr>
          <p:nvPr/>
        </p:nvGraphicFramePr>
        <p:xfrm>
          <a:off x="1619250" y="2205038"/>
          <a:ext cx="493553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09" name="公式" r:id="rId1" imgW="2159000" imgH="330200" progId="Equation.3">
                  <p:embed/>
                </p:oleObj>
              </mc:Choice>
              <mc:Fallback>
                <p:oleObj name="公式" r:id="rId1" imgW="2159000" imgH="330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205038"/>
                        <a:ext cx="4935538" cy="7540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1403350" y="3284538"/>
            <a:ext cx="6770688" cy="287972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35921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533400" indent="-5334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解析法，直接积分法（</a:t>
            </a:r>
            <a:r>
              <a:rPr lang="zh-CN" altLang="en-US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注意积分区间的取定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）；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图解法（</a:t>
            </a:r>
            <a:r>
              <a:rPr lang="zh-CN" altLang="en-US" sz="28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分情况，分段求得结果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）；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根据卷积性质简化卷积运算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2646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advTm="38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8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484313"/>
            <a:ext cx="3454400" cy="6096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图解法的一般步骤：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21859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>
            <a:lum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/>
          <a:stretch>
            <a:fillRect/>
          </a:stretch>
        </p:blipFill>
        <p:spPr>
          <a:xfrm>
            <a:off x="1188243" y="3013076"/>
            <a:ext cx="6767513" cy="2951162"/>
          </a:xfrm>
          <a:ln w="38100">
            <a:solidFill>
              <a:srgbClr val="FF3300"/>
            </a:solidFill>
            <a:miter lim="800000"/>
            <a:headEnd/>
            <a:tailEnd/>
          </a:ln>
        </p:spPr>
      </p:pic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2166" name="Object 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16013" y="2133600"/>
          <a:ext cx="460851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65" name="公式" r:id="rId2" imgW="2057400" imgH="330200" progId="Equation.3">
                  <p:embed/>
                </p:oleObj>
              </mc:Choice>
              <mc:Fallback>
                <p:oleObj name="公式" r:id="rId2" imgW="2057400" imgH="330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133600"/>
                        <a:ext cx="4608512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1FDB78A-9E80-4855-BDEE-70AAC5F02BA2}" type="datetime1">
              <a:rPr lang="zh-CN" altLang="en-US"/>
            </a:fld>
            <a:endParaRPr lang="en-US" altLang="zh-CN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20858" y="785813"/>
            <a:ext cx="1460500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</a:rPr>
              <a:t>回顾</a:t>
            </a:r>
            <a:endParaRPr lang="zh-CN" altLang="en-US" sz="2000" dirty="0">
              <a:solidFill>
                <a:srgbClr val="FF0000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Tm="9266"/>
    </mc:Choice>
    <mc:Fallback>
      <p:transition spd="slow" advTm="92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0711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2576" y="1875182"/>
          <a:ext cx="7849474" cy="2617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189" name="公式" r:id="rId1" imgW="2667000" imgH="889000" progId="Equation.3">
                  <p:embed/>
                </p:oleObj>
              </mc:Choice>
              <mc:Fallback>
                <p:oleObj name="公式" r:id="rId1" imgW="2667000" imgH="889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76" y="1875182"/>
                        <a:ext cx="7849474" cy="2617304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ECBC843-8948-4796-9445-D9154E45C990}" type="datetime1">
              <a:rPr lang="zh-CN" altLang="en-US"/>
            </a:fld>
            <a:endParaRPr lang="en-US" altLang="zh-CN" dirty="0"/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120858" y="785813"/>
            <a:ext cx="1460500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</a:rPr>
              <a:t>回顾</a:t>
            </a:r>
            <a:endParaRPr lang="zh-CN" altLang="en-US" sz="2000" dirty="0">
              <a:solidFill>
                <a:srgbClr val="FF0000"/>
              </a:solidFill>
              <a:latin typeface="楷体_GB2312" pitchFamily="49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Tm="14458"/>
    </mc:Choice>
    <mc:Fallback>
      <p:transition spd="slow" advTm="144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02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971550" y="1628775"/>
          <a:ext cx="28082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7" name="公式" r:id="rId1" imgW="1078865" imgH="203200" progId="Equation.3">
                  <p:embed/>
                </p:oleObj>
              </mc:Choice>
              <mc:Fallback>
                <p:oleObj name="公式" r:id="rId1" imgW="1078865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28775"/>
                        <a:ext cx="2808288" cy="527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4805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4356100" y="2781300"/>
          <a:ext cx="12239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8" name="公式" r:id="rId3" imgW="546100" imgH="228600" progId="Equation.3">
                  <p:embed/>
                </p:oleObj>
              </mc:Choice>
              <mc:Fallback>
                <p:oleObj name="公式" r:id="rId3" imgW="5461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781300"/>
                        <a:ext cx="1223963" cy="512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99999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6" name="Object 4"/>
          <p:cNvGraphicFramePr>
            <a:graphicFrameLocks noChangeAspect="1"/>
          </p:cNvGraphicFramePr>
          <p:nvPr/>
        </p:nvGraphicFramePr>
        <p:xfrm>
          <a:off x="1692275" y="2781300"/>
          <a:ext cx="22685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39" name="公式" r:id="rId5" imgW="1016000" imgH="228600" progId="Equation.3">
                  <p:embed/>
                </p:oleObj>
              </mc:Choice>
              <mc:Fallback>
                <p:oleObj name="公式" r:id="rId5" imgW="1016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781300"/>
                        <a:ext cx="2268538" cy="512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7" name="Object 5"/>
          <p:cNvGraphicFramePr>
            <a:graphicFrameLocks noChangeAspect="1"/>
          </p:cNvGraphicFramePr>
          <p:nvPr/>
        </p:nvGraphicFramePr>
        <p:xfrm>
          <a:off x="4356100" y="3789363"/>
          <a:ext cx="16573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40" name="公式" r:id="rId7" imgW="761365" imgH="228600" progId="Equation.3">
                  <p:embed/>
                </p:oleObj>
              </mc:Choice>
              <mc:Fallback>
                <p:oleObj name="公式" r:id="rId7" imgW="761365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789363"/>
                        <a:ext cx="1657350" cy="4968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8" name="Object 6"/>
          <p:cNvGraphicFramePr>
            <a:graphicFrameLocks noChangeAspect="1"/>
          </p:cNvGraphicFramePr>
          <p:nvPr/>
        </p:nvGraphicFramePr>
        <p:xfrm>
          <a:off x="1547813" y="3789363"/>
          <a:ext cx="259238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41" name="公式" r:id="rId9" imgW="1244600" imgH="228600" progId="Equation.3">
                  <p:embed/>
                </p:oleObj>
              </mc:Choice>
              <mc:Fallback>
                <p:oleObj name="公式" r:id="rId9" imgW="12446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789363"/>
                        <a:ext cx="2592387" cy="477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09" name="Object 7"/>
          <p:cNvGraphicFramePr>
            <a:graphicFrameLocks noChangeAspect="1"/>
          </p:cNvGraphicFramePr>
          <p:nvPr/>
        </p:nvGraphicFramePr>
        <p:xfrm>
          <a:off x="4356100" y="4581525"/>
          <a:ext cx="7207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42" name="公式" r:id="rId11" imgW="342900" imgH="228600" progId="Equation.3">
                  <p:embed/>
                </p:oleObj>
              </mc:Choice>
              <mc:Fallback>
                <p:oleObj name="公式" r:id="rId11" imgW="3429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581525"/>
                        <a:ext cx="720725" cy="481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0" name="Object 8"/>
          <p:cNvGraphicFramePr>
            <a:graphicFrameLocks noChangeAspect="1"/>
          </p:cNvGraphicFramePr>
          <p:nvPr/>
        </p:nvGraphicFramePr>
        <p:xfrm>
          <a:off x="4859338" y="1412875"/>
          <a:ext cx="35274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43" name="公式" r:id="rId13" imgW="1447800" imgH="330200" progId="Equation.3">
                  <p:embed/>
                </p:oleObj>
              </mc:Choice>
              <mc:Fallback>
                <p:oleObj name="公式" r:id="rId13" imgW="1447800" imgH="330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412875"/>
                        <a:ext cx="3527425" cy="806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1" name="Object 9"/>
          <p:cNvGraphicFramePr>
            <a:graphicFrameLocks noChangeAspect="1"/>
          </p:cNvGraphicFramePr>
          <p:nvPr/>
        </p:nvGraphicFramePr>
        <p:xfrm>
          <a:off x="2339975" y="4652963"/>
          <a:ext cx="16557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44" name="公式" r:id="rId15" imgW="825500" imgH="228600" progId="Equation.3">
                  <p:embed/>
                </p:oleObj>
              </mc:Choice>
              <mc:Fallback>
                <p:oleObj name="公式" r:id="rId15" imgW="8255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652963"/>
                        <a:ext cx="1655763" cy="460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2" name="Object 10"/>
          <p:cNvGraphicFramePr>
            <a:graphicFrameLocks noChangeAspect="1"/>
          </p:cNvGraphicFramePr>
          <p:nvPr/>
        </p:nvGraphicFramePr>
        <p:xfrm>
          <a:off x="2484438" y="6092825"/>
          <a:ext cx="15128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45" name="公式" r:id="rId17" imgW="698500" imgH="228600" progId="Equation.3">
                  <p:embed/>
                </p:oleObj>
              </mc:Choice>
              <mc:Fallback>
                <p:oleObj name="公式" r:id="rId17" imgW="6985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6092825"/>
                        <a:ext cx="1512887" cy="496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13" name="Text Box 13"/>
          <p:cNvSpPr txBox="1">
            <a:spLocks noChangeArrowheads="1"/>
          </p:cNvSpPr>
          <p:nvPr/>
        </p:nvSpPr>
        <p:spPr bwMode="auto">
          <a:xfrm>
            <a:off x="3708400" y="5445125"/>
            <a:ext cx="317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黑体" panose="02010609060101010101" pitchFamily="49" charset="-122"/>
              </a:rPr>
              <a:t>卷积的微分性质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204814" name="Line 14"/>
          <p:cNvSpPr>
            <a:spLocks noChangeShapeType="1"/>
          </p:cNvSpPr>
          <p:nvPr/>
        </p:nvSpPr>
        <p:spPr bwMode="auto">
          <a:xfrm>
            <a:off x="3132138" y="5229225"/>
            <a:ext cx="0" cy="863600"/>
          </a:xfrm>
          <a:prstGeom prst="line">
            <a:avLst/>
          </a:prstGeom>
          <a:noFill/>
          <a:ln w="38100">
            <a:solidFill>
              <a:srgbClr val="66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15" name="Line 15"/>
          <p:cNvSpPr>
            <a:spLocks noChangeShapeType="1"/>
          </p:cNvSpPr>
          <p:nvPr/>
        </p:nvSpPr>
        <p:spPr bwMode="auto">
          <a:xfrm>
            <a:off x="3276600" y="5229225"/>
            <a:ext cx="0" cy="863600"/>
          </a:xfrm>
          <a:prstGeom prst="line">
            <a:avLst/>
          </a:prstGeom>
          <a:noFill/>
          <a:ln w="38100">
            <a:solidFill>
              <a:srgbClr val="66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墨迹 1"/>
          <p:cNvSpPr/>
          <p:nvPr/>
        </p:nvSpPr>
        <p:spPr bwMode="auto">
          <a:xfrm>
            <a:off x="1875960" y="2084040"/>
            <a:ext cx="6141600" cy="2262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0" y="812800"/>
            <a:ext cx="1460500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楷体_GB2312" pitchFamily="49" charset="-122"/>
              </a:rPr>
              <a:t>回顾</a:t>
            </a:r>
            <a:endParaRPr lang="zh-CN" altLang="en-US" sz="2000" dirty="0">
              <a:solidFill>
                <a:srgbClr val="FF0000"/>
              </a:solidFill>
              <a:latin typeface="楷体_GB2312" pitchFamily="49" charset="-122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3973"/>
    </mc:Choice>
    <mc:Fallback>
      <p:transition spd="slow" advTm="3139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0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4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4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04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4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04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0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13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65175"/>
            <a:ext cx="5399087" cy="576263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en-US" altLang="zh-CN" sz="2400" b="1">
                <a:solidFill>
                  <a:schemeClr val="accent2"/>
                </a:solidFill>
              </a:rPr>
              <a:t>§2.9 </a:t>
            </a:r>
            <a:r>
              <a:rPr lang="zh-CN" altLang="en-US" sz="2400" b="1">
                <a:solidFill>
                  <a:schemeClr val="accent2"/>
                </a:solidFill>
              </a:rPr>
              <a:t>线性系统响应的时域求解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graphicFrame>
        <p:nvGraphicFramePr>
          <p:cNvPr id="149507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395288" y="1700213"/>
          <a:ext cx="70580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9" name="公式" r:id="rId1" imgW="3441700" imgH="203200" progId="Equation.3">
                  <p:embed/>
                </p:oleObj>
              </mc:Choice>
              <mc:Fallback>
                <p:oleObj name="公式" r:id="rId1" imgW="3441700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00213"/>
                        <a:ext cx="7058025" cy="412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032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9509" name="Object 3"/>
          <p:cNvGraphicFramePr>
            <a:graphicFrameLocks noChangeAspect="1"/>
          </p:cNvGraphicFramePr>
          <p:nvPr/>
        </p:nvGraphicFramePr>
        <p:xfrm>
          <a:off x="827088" y="2492375"/>
          <a:ext cx="7345362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0" name="公式" r:id="rId3" imgW="3746500" imgH="482600" progId="Equation.3">
                  <p:embed/>
                </p:oleObj>
              </mc:Choice>
              <mc:Fallback>
                <p:oleObj name="公式" r:id="rId3" imgW="37465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492375"/>
                        <a:ext cx="7345362" cy="960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006666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0" name="Object 4"/>
          <p:cNvGraphicFramePr>
            <a:graphicFrameLocks noChangeAspect="1"/>
          </p:cNvGraphicFramePr>
          <p:nvPr/>
        </p:nvGraphicFramePr>
        <p:xfrm>
          <a:off x="1116013" y="3860800"/>
          <a:ext cx="6756400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1" name="公式" r:id="rId5" imgW="3009900" imgH="711200" progId="Equation.3">
                  <p:embed/>
                </p:oleObj>
              </mc:Choice>
              <mc:Fallback>
                <p:oleObj name="公式" r:id="rId5" imgW="30099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860800"/>
                        <a:ext cx="6756400" cy="1563688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3B8C53C-B3ED-4763-B1B4-6BCC90AD02B4}" type="datetime1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6600CC"/>
                </a:solidFill>
              </a:rPr>
              <a:t>     </a:t>
            </a:r>
            <a:endParaRPr lang="zh-CN" altLang="en-US" sz="2400" b="1"/>
          </a:p>
        </p:txBody>
      </p:sp>
      <p:graphicFrame>
        <p:nvGraphicFramePr>
          <p:cNvPr id="114691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468313" y="1484313"/>
          <a:ext cx="5184775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1" name="公式" r:id="rId1" imgW="2679700" imgH="1358900" progId="Equation.3">
                  <p:embed/>
                </p:oleObj>
              </mc:Choice>
              <mc:Fallback>
                <p:oleObj name="公式" r:id="rId1" imgW="2679700" imgH="1358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484313"/>
                        <a:ext cx="5184775" cy="2016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2" name="Rectangle 4"/>
          <p:cNvSpPr>
            <a:spLocks noChangeArrowheads="1"/>
          </p:cNvSpPr>
          <p:nvPr/>
        </p:nvSpPr>
        <p:spPr bwMode="auto">
          <a:xfrm>
            <a:off x="179388" y="620713"/>
            <a:ext cx="6011862" cy="5762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8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032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4694" name="Object 3"/>
          <p:cNvGraphicFramePr>
            <a:graphicFrameLocks noChangeAspect="1"/>
          </p:cNvGraphicFramePr>
          <p:nvPr/>
        </p:nvGraphicFramePr>
        <p:xfrm>
          <a:off x="6300788" y="1196975"/>
          <a:ext cx="259238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2" name="公式" r:id="rId3" imgW="1459865" imgH="203200" progId="Equation.3">
                  <p:embed/>
                </p:oleObj>
              </mc:Choice>
              <mc:Fallback>
                <p:oleObj name="公式" r:id="rId3" imgW="1459865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196975"/>
                        <a:ext cx="2592387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5" name="Object 4"/>
          <p:cNvGraphicFramePr>
            <a:graphicFrameLocks noChangeAspect="1"/>
          </p:cNvGraphicFramePr>
          <p:nvPr/>
        </p:nvGraphicFramePr>
        <p:xfrm>
          <a:off x="6323013" y="1566863"/>
          <a:ext cx="203676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3" name="公式" r:id="rId5" imgW="1257300" imgH="457200" progId="Equation.3">
                  <p:embed/>
                </p:oleObj>
              </mc:Choice>
              <mc:Fallback>
                <p:oleObj name="公式" r:id="rId5" imgW="12573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013" y="1566863"/>
                        <a:ext cx="2036762" cy="7397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6" name="Object 5"/>
          <p:cNvGraphicFramePr>
            <a:graphicFrameLocks noChangeAspect="1"/>
          </p:cNvGraphicFramePr>
          <p:nvPr/>
        </p:nvGraphicFramePr>
        <p:xfrm>
          <a:off x="6372225" y="2492375"/>
          <a:ext cx="23209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4" name="公式" r:id="rId7" imgW="1307465" imgH="203200" progId="Equation.3">
                  <p:embed/>
                </p:oleObj>
              </mc:Choice>
              <mc:Fallback>
                <p:oleObj name="公式" r:id="rId7" imgW="1307465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492375"/>
                        <a:ext cx="23209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7" name="Object 6"/>
          <p:cNvGraphicFramePr>
            <a:graphicFrameLocks noChangeAspect="1"/>
          </p:cNvGraphicFramePr>
          <p:nvPr/>
        </p:nvGraphicFramePr>
        <p:xfrm>
          <a:off x="6365875" y="2978150"/>
          <a:ext cx="19542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5" name="公式" r:id="rId9" imgW="1206500" imgH="457200" progId="Equation.3">
                  <p:embed/>
                </p:oleObj>
              </mc:Choice>
              <mc:Fallback>
                <p:oleObj name="公式" r:id="rId9" imgW="12065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875" y="2978150"/>
                        <a:ext cx="1954213" cy="7397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8" name="Object 7"/>
          <p:cNvGraphicFramePr>
            <a:graphicFrameLocks noChangeAspect="1"/>
          </p:cNvGraphicFramePr>
          <p:nvPr/>
        </p:nvGraphicFramePr>
        <p:xfrm>
          <a:off x="539750" y="3716338"/>
          <a:ext cx="259238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6" name="公式" r:id="rId11" imgW="1459865" imgH="203200" progId="Equation.3">
                  <p:embed/>
                </p:oleObj>
              </mc:Choice>
              <mc:Fallback>
                <p:oleObj name="公式" r:id="rId11" imgW="1459865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716338"/>
                        <a:ext cx="259238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9" name="Object 8"/>
          <p:cNvGraphicFramePr>
            <a:graphicFrameLocks noChangeAspect="1"/>
          </p:cNvGraphicFramePr>
          <p:nvPr/>
        </p:nvGraphicFramePr>
        <p:xfrm>
          <a:off x="755650" y="4221163"/>
          <a:ext cx="36814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7" name="公式" r:id="rId13" imgW="2273300" imgH="457200" progId="Equation.3">
                  <p:embed/>
                </p:oleObj>
              </mc:Choice>
              <mc:Fallback>
                <p:oleObj name="公式" r:id="rId13" imgW="22733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221163"/>
                        <a:ext cx="3681413" cy="7397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0" name="Object 9"/>
          <p:cNvGraphicFramePr>
            <a:graphicFrameLocks noChangeAspect="1"/>
          </p:cNvGraphicFramePr>
          <p:nvPr/>
        </p:nvGraphicFramePr>
        <p:xfrm>
          <a:off x="827088" y="5516563"/>
          <a:ext cx="20510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8" name="公式" r:id="rId15" imgW="1155700" imgH="203200" progId="Equation.3">
                  <p:embed/>
                </p:oleObj>
              </mc:Choice>
              <mc:Fallback>
                <p:oleObj name="公式" r:id="rId15" imgW="1155700" imgH="203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516563"/>
                        <a:ext cx="20510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1" name="Object 10"/>
          <p:cNvGraphicFramePr>
            <a:graphicFrameLocks noChangeAspect="1"/>
          </p:cNvGraphicFramePr>
          <p:nvPr/>
        </p:nvGraphicFramePr>
        <p:xfrm>
          <a:off x="3059113" y="5081588"/>
          <a:ext cx="5400675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49" name="公式" r:id="rId17" imgW="2692400" imgH="685800" progId="Equation.3">
                  <p:embed/>
                </p:oleObj>
              </mc:Choice>
              <mc:Fallback>
                <p:oleObj name="公式" r:id="rId17" imgW="2692400" imgH="685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081588"/>
                        <a:ext cx="5400675" cy="13747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日期占位符 1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0141B9-5D2E-4B8E-BE33-CC954A2789E0}" type="datetime1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412875"/>
            <a:ext cx="6767512" cy="7207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、指数函数信号激励下的系统响应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5715" name="Rectangle 3"/>
          <p:cNvSpPr>
            <a:spLocks noChangeArrowheads="1"/>
          </p:cNvSpPr>
          <p:nvPr/>
        </p:nvSpPr>
        <p:spPr bwMode="auto">
          <a:xfrm>
            <a:off x="179388" y="620713"/>
            <a:ext cx="6429375" cy="5762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8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032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1403350" y="2349500"/>
            <a:ext cx="6769100" cy="3240088"/>
          </a:xfrm>
          <a:prstGeom prst="rect">
            <a:avLst/>
          </a:prstGeom>
          <a:solidFill>
            <a:schemeClr val="bg1"/>
          </a:solidFill>
          <a:ln w="38100">
            <a:solidFill>
              <a:srgbClr val="006666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363855" indent="-36385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30000"/>
              </a:spcBef>
              <a:buClr>
                <a:srgbClr val="008000"/>
              </a:buClr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指数函数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具有通过网络后</a:t>
            </a: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仍能保持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原指数函数形式的特点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;</a:t>
            </a:r>
            <a:endParaRPr lang="en-US" altLang="zh-CN" sz="2800">
              <a:latin typeface="楷体_GB2312" pitchFamily="49" charset="-122"/>
              <a:ea typeface="楷体_GB2312" pitchFamily="49" charset="-122"/>
            </a:endParaRPr>
          </a:p>
          <a:p>
            <a:pPr algn="ctr">
              <a:lnSpc>
                <a:spcPct val="130000"/>
              </a:lnSpc>
              <a:spcBef>
                <a:spcPct val="30000"/>
              </a:spcBef>
              <a:buClr>
                <a:srgbClr val="008000"/>
              </a:buClr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阶跃函数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可以看作指数函数的</a:t>
            </a: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衰减因数为零时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的特殊情况；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  <a:p>
            <a:pPr algn="ctr">
              <a:lnSpc>
                <a:spcPct val="130000"/>
              </a:lnSpc>
              <a:spcBef>
                <a:spcPct val="30000"/>
              </a:spcBef>
              <a:buClr>
                <a:srgbClr val="008000"/>
              </a:buClr>
              <a:buFont typeface="Wingdings" panose="05000000000000000000" pitchFamily="2" charset="2"/>
              <a:buChar char="l"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正弦函数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是由两个指数函数</a:t>
            </a: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组成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的。 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7A29978-0C74-4E49-BF0C-5DAAFD088A55}" type="datetime1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6600CC"/>
                </a:solidFill>
              </a:rPr>
              <a:t>     </a:t>
            </a:r>
            <a:endParaRPr lang="zh-CN" altLang="en-US" sz="2400"/>
          </a:p>
        </p:txBody>
      </p:sp>
      <p:graphicFrame>
        <p:nvGraphicFramePr>
          <p:cNvPr id="116740" name="Object 3"/>
          <p:cNvGraphicFramePr>
            <a:graphicFrameLocks noChangeAspect="1"/>
          </p:cNvGraphicFramePr>
          <p:nvPr/>
        </p:nvGraphicFramePr>
        <p:xfrm>
          <a:off x="900113" y="1341438"/>
          <a:ext cx="53276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7" name="公式" r:id="rId1" imgW="2679700" imgH="457200" progId="Equation.3">
                  <p:embed/>
                </p:oleObj>
              </mc:Choice>
              <mc:Fallback>
                <p:oleObj name="公式" r:id="rId1" imgW="26797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341438"/>
                        <a:ext cx="5327650" cy="9350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1" name="Rectangle 5"/>
          <p:cNvSpPr>
            <a:spLocks noChangeArrowheads="1"/>
          </p:cNvSpPr>
          <p:nvPr/>
        </p:nvSpPr>
        <p:spPr bwMode="auto">
          <a:xfrm>
            <a:off x="179388" y="620713"/>
            <a:ext cx="6270625" cy="5762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8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6742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52583" name="Object 4"/>
          <p:cNvGraphicFramePr>
            <a:graphicFrameLocks noChangeAspect="1"/>
          </p:cNvGraphicFramePr>
          <p:nvPr/>
        </p:nvGraphicFramePr>
        <p:xfrm>
          <a:off x="722630" y="3303588"/>
          <a:ext cx="7300913" cy="329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8" name="公式" r:id="rId3" imgW="2565400" imgH="1231900" progId="Equation.3">
                  <p:embed/>
                </p:oleObj>
              </mc:Choice>
              <mc:Fallback>
                <p:oleObj name="公式" r:id="rId3" imgW="2565400" imgH="1231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630" y="3303588"/>
                        <a:ext cx="7300913" cy="32940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B339D49-72E1-4615-903D-405237F309EF}" type="datetime1">
              <a:rPr lang="zh-CN" altLang="en-US"/>
            </a:fld>
            <a:endParaRPr lang="zh-CN" altLang="en-US" dirty="0"/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240030" y="2409190"/>
          <a:ext cx="6238875" cy="70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9" name="公式" r:id="rId5" imgW="1917065" imgH="228600" progId="Equation.3">
                  <p:embed/>
                </p:oleObj>
              </mc:Choice>
              <mc:Fallback>
                <p:oleObj name="公式" r:id="rId5" imgW="1917065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" y="2409190"/>
                        <a:ext cx="6238875" cy="70294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71500" y="3492500"/>
            <a:ext cx="7964488" cy="2989263"/>
          </a:xfrm>
          <a:ln w="57150">
            <a:solidFill>
              <a:srgbClr val="6600CC"/>
            </a:solidFill>
            <a:miter lim="800000"/>
          </a:ln>
        </p:spPr>
        <p:txBody>
          <a:bodyPr/>
          <a:lstStyle/>
          <a:p>
            <a:pPr marL="539750" indent="-539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式中，第一项只含有自然频率</a:t>
            </a:r>
            <a:r>
              <a:rPr lang="el-GR" altLang="zh-CN" sz="2400" b="1">
                <a:latin typeface="楷体_GB2312" pitchFamily="49" charset="-122"/>
                <a:ea typeface="楷体_GB2312" pitchFamily="49" charset="-122"/>
              </a:rPr>
              <a:t>λ</a:t>
            </a:r>
            <a:r>
              <a:rPr lang="en-US" altLang="zh-CN" sz="2400" b="1" baseline="-2500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,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因此，合称为系统的</a:t>
            </a:r>
            <a:r>
              <a:rPr lang="zh-CN" altLang="en-US" sz="2400" b="1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自然响应分量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。后一项只含有外加激励的频率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，合称为</a:t>
            </a:r>
            <a:r>
              <a:rPr lang="zh-CN" altLang="en-US" sz="2400" b="1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受迫响应分量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>
              <a:latin typeface="楷体_GB2312" pitchFamily="49" charset="-122"/>
              <a:ea typeface="楷体_GB2312" pitchFamily="49" charset="-122"/>
            </a:endParaRPr>
          </a:p>
          <a:p>
            <a:pPr marL="539750" indent="-539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对于线性系统，当受到指数形式的信号激励时，受迫响应分量仍是同一形式的指数函数。</a:t>
            </a:r>
            <a:endParaRPr lang="zh-CN" altLang="en-US" sz="24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7763" name="Object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01613" y="1266825"/>
          <a:ext cx="5705475" cy="194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51" name="公式" r:id="rId1" imgW="2743200" imgH="939800" progId="Equation.3">
                  <p:embed/>
                </p:oleObj>
              </mc:Choice>
              <mc:Fallback>
                <p:oleObj name="公式" r:id="rId1" imgW="2743200" imgH="93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3" y="1266825"/>
                        <a:ext cx="5705475" cy="194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4" name="Rectangle 4"/>
          <p:cNvSpPr>
            <a:spLocks noChangeArrowheads="1"/>
          </p:cNvSpPr>
          <p:nvPr/>
        </p:nvSpPr>
        <p:spPr bwMode="auto">
          <a:xfrm>
            <a:off x="179388" y="620713"/>
            <a:ext cx="7092950" cy="5762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8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7765" name="Text Box 5"/>
          <p:cNvSpPr txBox="1">
            <a:spLocks noChangeArrowheads="1"/>
          </p:cNvSpPr>
          <p:nvPr/>
        </p:nvSpPr>
        <p:spPr bwMode="auto">
          <a:xfrm>
            <a:off x="0" y="0"/>
            <a:ext cx="9169400" cy="5032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>
          <a:xfrm>
            <a:off x="0" y="6538913"/>
            <a:ext cx="1143000" cy="319087"/>
          </a:xfrm>
        </p:spPr>
        <p:txBody>
          <a:bodyPr/>
          <a:lstStyle/>
          <a:p>
            <a:pPr>
              <a:defRPr/>
            </a:pPr>
            <a:fld id="{14CD030E-1A96-427C-B203-85DFCCC4F2FC}" type="datetime1">
              <a:rPr lang="zh-CN" altLang="en-US"/>
            </a:fld>
            <a:endParaRPr lang="zh-CN" altLang="en-US"/>
          </a:p>
        </p:txBody>
      </p:sp>
      <p:graphicFrame>
        <p:nvGraphicFramePr>
          <p:cNvPr id="117767" name="Object 6"/>
          <p:cNvGraphicFramePr>
            <a:graphicFrameLocks noChangeAspect="1"/>
          </p:cNvGraphicFramePr>
          <p:nvPr/>
        </p:nvGraphicFramePr>
        <p:xfrm>
          <a:off x="5476875" y="311150"/>
          <a:ext cx="3667125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52" name="公式" r:id="rId3" imgW="2463800" imgH="939800" progId="Equation.3">
                  <p:embed/>
                </p:oleObj>
              </mc:Choice>
              <mc:Fallback>
                <p:oleObj name="公式" r:id="rId3" imgW="2463800" imgH="93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75" y="311150"/>
                        <a:ext cx="3667125" cy="1244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8" name="Object 4"/>
          <p:cNvGraphicFramePr>
            <a:graphicFrameLocks noChangeAspect="1"/>
          </p:cNvGraphicFramePr>
          <p:nvPr/>
        </p:nvGraphicFramePr>
        <p:xfrm>
          <a:off x="6119813" y="2065338"/>
          <a:ext cx="302418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53" name="公式" r:id="rId5" imgW="1066800" imgH="469900" progId="Equation.3">
                  <p:embed/>
                </p:oleObj>
              </mc:Choice>
              <mc:Fallback>
                <p:oleObj name="公式" r:id="rId5" imgW="10668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813" y="2065338"/>
                        <a:ext cx="3024187" cy="1152525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6600CC"/>
                </a:solidFill>
              </a:rPr>
              <a:t>     </a:t>
            </a:r>
            <a:endParaRPr lang="zh-CN" altLang="en-US" sz="2800"/>
          </a:p>
        </p:txBody>
      </p:sp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846138" y="1760538"/>
            <a:ext cx="6983412" cy="388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25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系统响应中随着时间的增长而趋于零的部分称为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瞬态响应分量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      如：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en-US" altLang="zh-CN" baseline="30000">
                <a:latin typeface="楷体_GB2312" pitchFamily="49" charset="-122"/>
                <a:ea typeface="楷体_GB2312" pitchFamily="49" charset="-122"/>
              </a:rPr>
              <a:t>-t</a:t>
            </a:r>
            <a:r>
              <a:rPr lang="el-GR" altLang="zh-CN">
                <a:latin typeface="楷体_GB2312" pitchFamily="49" charset="-122"/>
                <a:ea typeface="楷体_GB2312" pitchFamily="49" charset="-122"/>
              </a:rPr>
              <a:t>ε</a:t>
            </a:r>
            <a:r>
              <a:rPr lang="zh-CN" altLang="el-GR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t)</a:t>
            </a:r>
            <a:endParaRPr lang="el-GR" altLang="zh-CN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随着时间增长而趋于稳定的部分称为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稳态响应分量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  <a:spcBef>
                <a:spcPct val="20000"/>
              </a:spcBef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      如：</a:t>
            </a:r>
            <a:r>
              <a:rPr lang="el-GR" altLang="zh-CN">
                <a:latin typeface="楷体_GB2312" pitchFamily="49" charset="-122"/>
                <a:ea typeface="楷体_GB2312" pitchFamily="49" charset="-122"/>
              </a:rPr>
              <a:t>ε</a:t>
            </a:r>
            <a:r>
              <a:rPr lang="zh-CN" altLang="el-GR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t)</a:t>
            </a:r>
            <a:endParaRPr lang="en-US" altLang="zh-CN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193674" y="757238"/>
            <a:ext cx="5563181" cy="5762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4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4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40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76200" y="1333500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ldLvl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E0FB27-2EDB-474F-80BC-8D33953DA468}" type="datetime1">
              <a:rPr lang="zh-CN" altLang="en-US" smtClean="0"/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82937"/>
            <a:ext cx="9144000" cy="54921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810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619750" y="765175"/>
          <a:ext cx="3381375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52" name="Visio" r:id="rId1" imgW="4948555" imgH="3969385" progId="Visio.Drawing.11">
                  <p:embed/>
                </p:oleObj>
              </mc:Choice>
              <mc:Fallback>
                <p:oleObj name="Visio" r:id="rId1" imgW="4948555" imgH="396938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358" t="16023" r="33255" b="19687"/>
                      <a:stretch>
                        <a:fillRect/>
                      </a:stretch>
                    </p:blipFill>
                    <p:spPr bwMode="auto">
                      <a:xfrm>
                        <a:off x="5619750" y="765175"/>
                        <a:ext cx="3381375" cy="2641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1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46075" y="1844675"/>
          <a:ext cx="5233988" cy="311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53" name="公式" r:id="rId3" imgW="2006600" imgH="1193800" progId="Equation.3">
                  <p:embed/>
                </p:oleObj>
              </mc:Choice>
              <mc:Fallback>
                <p:oleObj name="公式" r:id="rId3" imgW="2006600" imgH="1193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" y="1844675"/>
                        <a:ext cx="5233988" cy="311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2" name="Rectangle 5"/>
          <p:cNvSpPr>
            <a:spLocks noChangeArrowheads="1"/>
          </p:cNvSpPr>
          <p:nvPr/>
        </p:nvSpPr>
        <p:spPr bwMode="auto">
          <a:xfrm>
            <a:off x="127000" y="620713"/>
            <a:ext cx="5618163" cy="573087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8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9813" name="Text Box 6"/>
          <p:cNvSpPr txBox="1">
            <a:spLocks noChangeArrowheads="1"/>
          </p:cNvSpPr>
          <p:nvPr/>
        </p:nvSpPr>
        <p:spPr bwMode="auto">
          <a:xfrm>
            <a:off x="-87313" y="0"/>
            <a:ext cx="9231313" cy="5032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quarter" idx="10"/>
          </p:nvPr>
        </p:nvSpPr>
        <p:spPr>
          <a:xfrm>
            <a:off x="-12700" y="6662738"/>
            <a:ext cx="1333500" cy="193675"/>
          </a:xfrm>
        </p:spPr>
        <p:txBody>
          <a:bodyPr/>
          <a:lstStyle/>
          <a:p>
            <a:pPr>
              <a:defRPr/>
            </a:pPr>
            <a:fld id="{1B3C883D-5BB5-4CCA-86CF-2F9470407A9E}" type="datetime1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 spd="med">
    <p:random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698" name="Object 2"/>
          <p:cNvGraphicFramePr>
            <a:graphicFrameLocks noChangeAspect="1"/>
          </p:cNvGraphicFramePr>
          <p:nvPr/>
        </p:nvGraphicFramePr>
        <p:xfrm>
          <a:off x="200025" y="4667250"/>
          <a:ext cx="40322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9" name="" r:id="rId1" imgW="2425700" imgH="558800" progId="Equation.3">
                  <p:embed/>
                </p:oleObj>
              </mc:Choice>
              <mc:Fallback>
                <p:oleObj name="" r:id="rId1" imgW="2425700" imgH="558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" y="4667250"/>
                        <a:ext cx="4032250" cy="1081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83050" y="1089025"/>
          <a:ext cx="4656138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0" name="" r:id="rId3" imgW="2679700" imgH="634365" progId="Equation.3">
                  <p:embed/>
                </p:oleObj>
              </mc:Choice>
              <mc:Fallback>
                <p:oleObj name="" r:id="rId3" imgW="2679700" imgH="634365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1089025"/>
                        <a:ext cx="4656138" cy="1060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6" name="Rectangle 4"/>
          <p:cNvSpPr>
            <a:spLocks noChangeArrowheads="1"/>
          </p:cNvSpPr>
          <p:nvPr/>
        </p:nvSpPr>
        <p:spPr bwMode="auto">
          <a:xfrm>
            <a:off x="179388" y="620713"/>
            <a:ext cx="467995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en-US" altLang="zh-CN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4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0837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0838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00024" y="1260475"/>
          <a:ext cx="2727105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1" name="" r:id="rId5" imgW="4948555" imgH="3969385" progId="Visio.Drawing.11">
                  <p:embed/>
                </p:oleObj>
              </mc:Choice>
              <mc:Fallback>
                <p:oleObj name="" r:id="rId5" imgW="4948555" imgH="3969385" progId="Visio.Drawing.11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358" t="16023" r="33255" b="19687"/>
                      <a:stretch>
                        <a:fillRect/>
                      </a:stretch>
                    </p:blipFill>
                    <p:spPr bwMode="auto">
                      <a:xfrm>
                        <a:off x="200024" y="1260475"/>
                        <a:ext cx="2727105" cy="18446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9" name="Object 7"/>
          <p:cNvGraphicFramePr>
            <a:graphicFrameLocks noChangeAspect="1"/>
          </p:cNvGraphicFramePr>
          <p:nvPr/>
        </p:nvGraphicFramePr>
        <p:xfrm>
          <a:off x="150813" y="3105150"/>
          <a:ext cx="33305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2" name="" r:id="rId7" imgW="1828800" imgH="457200" progId="Equation.3">
                  <p:embed/>
                </p:oleObj>
              </mc:Choice>
              <mc:Fallback>
                <p:oleObj name="" r:id="rId7" imgW="18288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3" y="3105150"/>
                        <a:ext cx="333057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0" name="Object 8"/>
          <p:cNvGraphicFramePr>
            <a:graphicFrameLocks noChangeAspect="1"/>
          </p:cNvGraphicFramePr>
          <p:nvPr/>
        </p:nvGraphicFramePr>
        <p:xfrm>
          <a:off x="4362450" y="2511425"/>
          <a:ext cx="14541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3" name="" r:id="rId9" imgW="850900" imgH="203200" progId="Equation.3">
                  <p:embed/>
                </p:oleObj>
              </mc:Choice>
              <mc:Fallback>
                <p:oleObj name="" r:id="rId9" imgW="8509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2450" y="2511425"/>
                        <a:ext cx="1454150" cy="346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1" name="Object 10"/>
          <p:cNvGraphicFramePr>
            <a:graphicFrameLocks noChangeAspect="1"/>
          </p:cNvGraphicFramePr>
          <p:nvPr/>
        </p:nvGraphicFramePr>
        <p:xfrm>
          <a:off x="4232275" y="3105150"/>
          <a:ext cx="15081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4" name="" r:id="rId11" imgW="850265" imgH="203200" progId="Equation.3">
                  <p:embed/>
                </p:oleObj>
              </mc:Choice>
              <mc:Fallback>
                <p:oleObj name="" r:id="rId11" imgW="850265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3105150"/>
                        <a:ext cx="1508125" cy="3603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2" name="Object 12"/>
          <p:cNvGraphicFramePr>
            <a:graphicFrameLocks noChangeAspect="1"/>
          </p:cNvGraphicFramePr>
          <p:nvPr/>
        </p:nvGraphicFramePr>
        <p:xfrm>
          <a:off x="4232275" y="3841750"/>
          <a:ext cx="150653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5" name="" r:id="rId13" imgW="850900" imgH="203200" progId="Equation.3">
                  <p:embed/>
                </p:oleObj>
              </mc:Choice>
              <mc:Fallback>
                <p:oleObj name="" r:id="rId13" imgW="850900" imgH="203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3841750"/>
                        <a:ext cx="1506538" cy="358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3" name="Object 15"/>
          <p:cNvGraphicFramePr>
            <a:graphicFrameLocks noChangeAspect="1"/>
          </p:cNvGraphicFramePr>
          <p:nvPr/>
        </p:nvGraphicFramePr>
        <p:xfrm>
          <a:off x="200025" y="4200525"/>
          <a:ext cx="14192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6" name="" r:id="rId15" imgW="698500" imgH="203200" progId="Equation.3">
                  <p:embed/>
                </p:oleObj>
              </mc:Choice>
              <mc:Fallback>
                <p:oleObj name="" r:id="rId15" imgW="698500" imgH="203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" y="4200525"/>
                        <a:ext cx="1419225" cy="412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12" name="Object 16"/>
          <p:cNvGraphicFramePr>
            <a:graphicFrameLocks noChangeAspect="1"/>
          </p:cNvGraphicFramePr>
          <p:nvPr/>
        </p:nvGraphicFramePr>
        <p:xfrm>
          <a:off x="4232275" y="4667250"/>
          <a:ext cx="4035425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7" name="" r:id="rId17" imgW="1727200" imgH="558800" progId="Equation.3">
                  <p:embed/>
                </p:oleObj>
              </mc:Choice>
              <mc:Fallback>
                <p:oleObj name="" r:id="rId17" imgW="1727200" imgH="558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4667250"/>
                        <a:ext cx="4035425" cy="1081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13" name="Object 17"/>
          <p:cNvGraphicFramePr>
            <a:graphicFrameLocks noChangeAspect="1"/>
          </p:cNvGraphicFramePr>
          <p:nvPr/>
        </p:nvGraphicFramePr>
        <p:xfrm>
          <a:off x="4362450" y="5881688"/>
          <a:ext cx="403225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8" name="" r:id="rId19" imgW="1892300" imgH="558800" progId="Equation.3">
                  <p:embed/>
                </p:oleObj>
              </mc:Choice>
              <mc:Fallback>
                <p:oleObj name="" r:id="rId19" imgW="1892300" imgH="5588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2450" y="5881688"/>
                        <a:ext cx="4032250" cy="9604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14" name="Rectangle 18"/>
          <p:cNvSpPr>
            <a:spLocks noChangeArrowheads="1"/>
          </p:cNvSpPr>
          <p:nvPr/>
        </p:nvSpPr>
        <p:spPr bwMode="auto">
          <a:xfrm>
            <a:off x="989013" y="5318125"/>
            <a:ext cx="863600" cy="287338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15" name="Rectangle 19"/>
          <p:cNvSpPr>
            <a:spLocks noChangeArrowheads="1"/>
          </p:cNvSpPr>
          <p:nvPr/>
        </p:nvSpPr>
        <p:spPr bwMode="auto">
          <a:xfrm>
            <a:off x="2717800" y="5461000"/>
            <a:ext cx="863600" cy="287338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16" name="Rectangle 20"/>
          <p:cNvSpPr>
            <a:spLocks noChangeArrowheads="1"/>
          </p:cNvSpPr>
          <p:nvPr/>
        </p:nvSpPr>
        <p:spPr bwMode="auto">
          <a:xfrm>
            <a:off x="4808538" y="5387975"/>
            <a:ext cx="863600" cy="287338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17" name="Rectangle 21"/>
          <p:cNvSpPr>
            <a:spLocks noChangeArrowheads="1"/>
          </p:cNvSpPr>
          <p:nvPr/>
        </p:nvSpPr>
        <p:spPr bwMode="auto">
          <a:xfrm>
            <a:off x="6608763" y="5386388"/>
            <a:ext cx="863600" cy="287337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18" name="Rectangle 22"/>
          <p:cNvSpPr>
            <a:spLocks noChangeArrowheads="1"/>
          </p:cNvSpPr>
          <p:nvPr/>
        </p:nvSpPr>
        <p:spPr bwMode="auto">
          <a:xfrm>
            <a:off x="7386638" y="6384925"/>
            <a:ext cx="863600" cy="287338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19" name="Rectangle 23"/>
          <p:cNvSpPr>
            <a:spLocks noChangeArrowheads="1"/>
          </p:cNvSpPr>
          <p:nvPr/>
        </p:nvSpPr>
        <p:spPr bwMode="auto">
          <a:xfrm>
            <a:off x="5586413" y="6529388"/>
            <a:ext cx="863600" cy="287337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6208713" y="2454275"/>
          <a:ext cx="17065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9" name="" r:id="rId21" imgW="1545590" imgH="518160" progId="Equation.KSEE3">
                  <p:embed/>
                </p:oleObj>
              </mc:Choice>
              <mc:Fallback>
                <p:oleObj name="" r:id="rId21" imgW="1545590" imgH="518160" progId="Equation.KSEE3">
                  <p:embed/>
                  <p:pic>
                    <p:nvPicPr>
                      <p:cNvPr id="0" name="对象 1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8713" y="2454275"/>
                        <a:ext cx="170656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/>
          <p:nvPr/>
        </p:nvGraphicFramePr>
        <p:xfrm>
          <a:off x="6208713" y="3048000"/>
          <a:ext cx="1417637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40" name="" r:id="rId23" imgW="1206500" imgH="431800" progId="Equation.KSEE3">
                  <p:embed/>
                </p:oleObj>
              </mc:Choice>
              <mc:Fallback>
                <p:oleObj name="" r:id="rId23" imgW="1206500" imgH="431800" progId="Equation.KSEE3">
                  <p:embed/>
                  <p:pic>
                    <p:nvPicPr>
                      <p:cNvPr id="0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8713" y="3048000"/>
                        <a:ext cx="1417637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/>
          <p:nvPr/>
        </p:nvGraphicFramePr>
        <p:xfrm>
          <a:off x="6115050" y="3597275"/>
          <a:ext cx="283527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41" name="" r:id="rId25" imgW="3503295" imgH="774065" progId="Equation.KSEE3">
                  <p:embed/>
                </p:oleObj>
              </mc:Choice>
              <mc:Fallback>
                <p:oleObj name="" r:id="rId25" imgW="3503295" imgH="774065" progId="Equation.KSEE3">
                  <p:embed/>
                  <p:pic>
                    <p:nvPicPr>
                      <p:cNvPr id="0" name="对象 5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050" y="3597275"/>
                        <a:ext cx="283527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0" y="1085850"/>
            <a:ext cx="8523288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0" y="4010025"/>
            <a:ext cx="3808413" cy="1111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822700" y="1089025"/>
            <a:ext cx="0" cy="2949575"/>
          </a:xfrm>
          <a:prstGeom prst="line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50813" y="4667250"/>
            <a:ext cx="852328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7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7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7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7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7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7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7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7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7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7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4" grpId="0" bldLvl="0" animBg="1"/>
      <p:bldP spid="157715" grpId="0" bldLvl="0" animBg="1"/>
      <p:bldP spid="157716" grpId="0" bldLvl="0" animBg="1"/>
      <p:bldP spid="157717" grpId="0" bldLvl="0" animBg="1"/>
      <p:bldP spid="157718" grpId="0" bldLvl="0" animBg="1"/>
      <p:bldP spid="157719" grpId="0" bldLvl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58" name="Object 2"/>
          <p:cNvGraphicFramePr>
            <a:graphicFrameLocks noChangeAspect="1"/>
          </p:cNvGraphicFramePr>
          <p:nvPr/>
        </p:nvGraphicFramePr>
        <p:xfrm>
          <a:off x="369888" y="3397250"/>
          <a:ext cx="40322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69" name="" r:id="rId1" imgW="2425700" imgH="558800" progId="Equation.3">
                  <p:embed/>
                </p:oleObj>
              </mc:Choice>
              <mc:Fallback>
                <p:oleObj name="" r:id="rId1" imgW="2425700" imgH="558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3397250"/>
                        <a:ext cx="4032250" cy="1081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59" name="Rectangle 4"/>
          <p:cNvSpPr>
            <a:spLocks noChangeArrowheads="1"/>
          </p:cNvSpPr>
          <p:nvPr/>
        </p:nvSpPr>
        <p:spPr bwMode="auto">
          <a:xfrm>
            <a:off x="179388" y="620713"/>
            <a:ext cx="467995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en-US" altLang="zh-CN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4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4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1860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1861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84201" y="1207294"/>
          <a:ext cx="2306637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70" name="" r:id="rId3" imgW="4948555" imgH="3969385" progId="Visio.Drawing.11">
                  <p:embed/>
                </p:oleObj>
              </mc:Choice>
              <mc:Fallback>
                <p:oleObj name="" r:id="rId3" imgW="4948555" imgH="3969385" progId="Visio.Drawing.11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358" t="16023" r="33255" b="19687"/>
                      <a:stretch>
                        <a:fillRect/>
                      </a:stretch>
                    </p:blipFill>
                    <p:spPr bwMode="auto">
                      <a:xfrm>
                        <a:off x="584201" y="1207294"/>
                        <a:ext cx="2306637" cy="18446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2" name="Object 7"/>
          <p:cNvGraphicFramePr>
            <a:graphicFrameLocks noChangeAspect="1"/>
          </p:cNvGraphicFramePr>
          <p:nvPr/>
        </p:nvGraphicFramePr>
        <p:xfrm>
          <a:off x="4605338" y="1701800"/>
          <a:ext cx="333057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71" name="" r:id="rId5" imgW="1828800" imgH="457200" progId="Equation.3">
                  <p:embed/>
                </p:oleObj>
              </mc:Choice>
              <mc:Fallback>
                <p:oleObj name="" r:id="rId5" imgW="18288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338" y="1701800"/>
                        <a:ext cx="333057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3" name="Object 16"/>
          <p:cNvGraphicFramePr>
            <a:graphicFrameLocks noChangeAspect="1"/>
          </p:cNvGraphicFramePr>
          <p:nvPr/>
        </p:nvGraphicFramePr>
        <p:xfrm>
          <a:off x="369888" y="4478338"/>
          <a:ext cx="403542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72" name="" r:id="rId7" imgW="1727200" imgH="558800" progId="Equation.3">
                  <p:embed/>
                </p:oleObj>
              </mc:Choice>
              <mc:Fallback>
                <p:oleObj name="" r:id="rId7" imgW="1727200" imgH="558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4478338"/>
                        <a:ext cx="4035425" cy="10080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4" name="Object 17"/>
          <p:cNvGraphicFramePr>
            <a:graphicFrameLocks noChangeAspect="1"/>
          </p:cNvGraphicFramePr>
          <p:nvPr/>
        </p:nvGraphicFramePr>
        <p:xfrm>
          <a:off x="369888" y="5486400"/>
          <a:ext cx="403225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73" name="" r:id="rId9" imgW="1892300" imgH="558800" progId="Equation.3">
                  <p:embed/>
                </p:oleObj>
              </mc:Choice>
              <mc:Fallback>
                <p:oleObj name="" r:id="rId9" imgW="1892300" imgH="5588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5486400"/>
                        <a:ext cx="4032250" cy="960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5" name="Rectangle 18"/>
          <p:cNvSpPr>
            <a:spLocks noChangeArrowheads="1"/>
          </p:cNvSpPr>
          <p:nvPr/>
        </p:nvSpPr>
        <p:spPr bwMode="auto">
          <a:xfrm>
            <a:off x="1162050" y="4046538"/>
            <a:ext cx="863600" cy="287337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66" name="Rectangle 19"/>
          <p:cNvSpPr>
            <a:spLocks noChangeArrowheads="1"/>
          </p:cNvSpPr>
          <p:nvPr/>
        </p:nvSpPr>
        <p:spPr bwMode="auto">
          <a:xfrm>
            <a:off x="2890838" y="4189413"/>
            <a:ext cx="863600" cy="287337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67" name="Rectangle 20"/>
          <p:cNvSpPr>
            <a:spLocks noChangeArrowheads="1"/>
          </p:cNvSpPr>
          <p:nvPr/>
        </p:nvSpPr>
        <p:spPr bwMode="auto">
          <a:xfrm>
            <a:off x="946150" y="5199063"/>
            <a:ext cx="863600" cy="287337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68" name="Rectangle 21"/>
          <p:cNvSpPr>
            <a:spLocks noChangeArrowheads="1"/>
          </p:cNvSpPr>
          <p:nvPr/>
        </p:nvSpPr>
        <p:spPr bwMode="auto">
          <a:xfrm>
            <a:off x="2746375" y="5197475"/>
            <a:ext cx="863600" cy="287338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69" name="Rectangle 22"/>
          <p:cNvSpPr>
            <a:spLocks noChangeArrowheads="1"/>
          </p:cNvSpPr>
          <p:nvPr/>
        </p:nvSpPr>
        <p:spPr bwMode="auto">
          <a:xfrm>
            <a:off x="3394075" y="5989638"/>
            <a:ext cx="863600" cy="287337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70" name="Rectangle 23"/>
          <p:cNvSpPr>
            <a:spLocks noChangeArrowheads="1"/>
          </p:cNvSpPr>
          <p:nvPr/>
        </p:nvSpPr>
        <p:spPr bwMode="auto">
          <a:xfrm>
            <a:off x="1593850" y="6134100"/>
            <a:ext cx="863600" cy="287338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endParaRPr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71" name="Rectangle 24"/>
          <p:cNvSpPr>
            <a:spLocks noChangeArrowheads="1"/>
          </p:cNvSpPr>
          <p:nvPr/>
        </p:nvSpPr>
        <p:spPr bwMode="auto">
          <a:xfrm>
            <a:off x="4999038" y="3829050"/>
            <a:ext cx="3384550" cy="23050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5000"/>
              </a:lnSpc>
              <a:spcBef>
                <a:spcPct val="25000"/>
              </a:spcBef>
              <a:buSzPct val="150000"/>
              <a:buFont typeface="Arial" panose="020B0604020202020204" pitchFamily="34" charset="0"/>
              <a:buBlip>
                <a:blip r:embed="rId11"/>
              </a:buBlip>
            </a:pPr>
            <a:r>
              <a:rPr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零输入响应必然是自然响应的一部分</a:t>
            </a:r>
            <a:r>
              <a:rPr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;</a:t>
            </a:r>
            <a:endParaRPr lang="en-US" altLang="zh-CN" sz="2400">
              <a:solidFill>
                <a:srgbClr val="FFFF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>
              <a:lnSpc>
                <a:spcPct val="145000"/>
              </a:lnSpc>
              <a:spcBef>
                <a:spcPct val="25000"/>
              </a:spcBef>
              <a:buSzPct val="150000"/>
              <a:buFont typeface="Arial" panose="020B0604020202020204" pitchFamily="34" charset="0"/>
              <a:buBlip>
                <a:blip r:embed="rId11"/>
              </a:buBlip>
            </a:pPr>
            <a:r>
              <a:rPr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对真实系统而言，自然响应必然是</a:t>
            </a:r>
            <a:r>
              <a:rPr lang="zh-CN" altLang="en-US" sz="2000">
                <a:solidFill>
                  <a:srgbClr val="FFFF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瞬态</a:t>
            </a:r>
            <a:r>
              <a:rPr lang="zh-CN" altLang="en-US" sz="2400">
                <a:solidFill>
                  <a:srgbClr val="FFFF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响应</a:t>
            </a:r>
            <a:r>
              <a:rPr lang="en-US" altLang="zh-CN" sz="2400">
                <a:solidFill>
                  <a:srgbClr val="FFFFFF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;</a:t>
            </a:r>
            <a:endParaRPr lang="en-US" altLang="zh-CN" sz="2400">
              <a:solidFill>
                <a:srgbClr val="FFFFFF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79388" y="3219450"/>
            <a:ext cx="852328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79388" y="1082675"/>
            <a:ext cx="8523287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random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7388" y="1981200"/>
            <a:ext cx="3832225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6600CC"/>
                </a:solidFill>
              </a:rPr>
              <a:t>     </a:t>
            </a:r>
            <a:endParaRPr lang="zh-CN" altLang="en-US" sz="2400" b="1"/>
          </a:p>
        </p:txBody>
      </p:sp>
      <p:graphicFrame>
        <p:nvGraphicFramePr>
          <p:cNvPr id="122883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66975" y="2649538"/>
          <a:ext cx="3600450" cy="288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24" name="Visio" r:id="rId1" imgW="4948555" imgH="3969385" progId="Visio.Drawing.11">
                  <p:embed/>
                </p:oleObj>
              </mc:Choice>
              <mc:Fallback>
                <p:oleObj name="Visio" r:id="rId1" imgW="4948555" imgH="396938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358" t="16023" r="33255" b="19687"/>
                      <a:stretch>
                        <a:fillRect/>
                      </a:stretch>
                    </p:blipFill>
                    <p:spPr bwMode="auto">
                      <a:xfrm>
                        <a:off x="2466975" y="2649538"/>
                        <a:ext cx="3600450" cy="288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611188" y="1341438"/>
            <a:ext cx="7181850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、矩形脉冲信号激励下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RC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电路的响应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矩形脉冲作用于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RC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电路，是最常见的电路工作情况之一。</a:t>
            </a:r>
            <a:r>
              <a:rPr lang="zh-CN" altLang="en-US" sz="2400">
                <a:solidFill>
                  <a:srgbClr val="6600CC"/>
                </a:solidFill>
                <a:latin typeface="楷体_GB2312" pitchFamily="49" charset="-122"/>
                <a:ea typeface="楷体_GB2312" pitchFamily="49" charset="-122"/>
              </a:rPr>
              <a:t>设系统为零状态</a:t>
            </a: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2885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344613" y="5665788"/>
          <a:ext cx="5872162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25" name="公式" r:id="rId3" imgW="2082800" imgH="228600" progId="Equation.3">
                  <p:embed/>
                </p:oleObj>
              </mc:Choice>
              <mc:Fallback>
                <p:oleObj name="公式" r:id="rId3" imgW="20828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5665788"/>
                        <a:ext cx="5872162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179388" y="620713"/>
            <a:ext cx="7532687" cy="5762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8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2887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032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9E7A0CF-7A9E-450D-AA66-A6EA9764DC4B}" type="datetime1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 spd="med">
    <p:random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7388" y="1981200"/>
            <a:ext cx="3832225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6600CC"/>
                </a:solidFill>
              </a:rPr>
              <a:t>     </a:t>
            </a:r>
            <a:endParaRPr lang="zh-CN" altLang="en-US" sz="2400" b="1"/>
          </a:p>
        </p:txBody>
      </p:sp>
      <p:graphicFrame>
        <p:nvGraphicFramePr>
          <p:cNvPr id="159747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31788" y="1360488"/>
          <a:ext cx="5256212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32" name="公式" r:id="rId1" imgW="3060700" imgH="1066800" progId="Equation.3">
                  <p:embed/>
                </p:oleObj>
              </mc:Choice>
              <mc:Fallback>
                <p:oleObj name="公式" r:id="rId1" imgW="3060700" imgH="1066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8" y="1360488"/>
                        <a:ext cx="5256212" cy="183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179388" y="620713"/>
            <a:ext cx="5911850" cy="5762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8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032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3910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443663" y="620713"/>
          <a:ext cx="2522537" cy="201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33" name="Visio" r:id="rId3" imgW="4948555" imgH="3969385" progId="Visio.Drawing.11">
                  <p:embed/>
                </p:oleObj>
              </mc:Choice>
              <mc:Fallback>
                <p:oleObj name="Visio" r:id="rId3" imgW="4948555" imgH="396938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358" t="16023" r="33255" b="19687"/>
                      <a:stretch>
                        <a:fillRect/>
                      </a:stretch>
                    </p:blipFill>
                    <p:spPr bwMode="auto">
                      <a:xfrm>
                        <a:off x="6443663" y="620713"/>
                        <a:ext cx="2522537" cy="20177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11" name="Object 4"/>
          <p:cNvGraphicFramePr>
            <a:graphicFrameLocks noChangeAspect="1"/>
          </p:cNvGraphicFramePr>
          <p:nvPr/>
        </p:nvGraphicFramePr>
        <p:xfrm>
          <a:off x="6516688" y="2771775"/>
          <a:ext cx="24114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34" name="公式" r:id="rId5" imgW="1498600" imgH="228600" progId="Equation.3">
                  <p:embed/>
                </p:oleObj>
              </mc:Choice>
              <mc:Fallback>
                <p:oleObj name="公式" r:id="rId5" imgW="1498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2771775"/>
                        <a:ext cx="241141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2" name="Object 5"/>
          <p:cNvGraphicFramePr>
            <a:graphicFrameLocks noChangeAspect="1"/>
          </p:cNvGraphicFramePr>
          <p:nvPr/>
        </p:nvGraphicFramePr>
        <p:xfrm>
          <a:off x="2559050" y="3640138"/>
          <a:ext cx="11525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35" name="公式" r:id="rId7" imgW="533400" imgH="241300" progId="Equation.3">
                  <p:embed/>
                </p:oleObj>
              </mc:Choice>
              <mc:Fallback>
                <p:oleObj name="公式" r:id="rId7" imgW="5334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3640138"/>
                        <a:ext cx="1152525" cy="520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3" name="Object 6"/>
          <p:cNvGraphicFramePr>
            <a:graphicFrameLocks noChangeAspect="1"/>
          </p:cNvGraphicFramePr>
          <p:nvPr/>
        </p:nvGraphicFramePr>
        <p:xfrm>
          <a:off x="323850" y="4508500"/>
          <a:ext cx="32400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36" name="公式" r:id="rId9" imgW="1612900" imgH="241300" progId="Equation.3">
                  <p:embed/>
                </p:oleObj>
              </mc:Choice>
              <mc:Fallback>
                <p:oleObj name="公式" r:id="rId9" imgW="16129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508500"/>
                        <a:ext cx="3240088" cy="484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4" name="Object 7"/>
          <p:cNvGraphicFramePr>
            <a:graphicFrameLocks noChangeAspect="1"/>
          </p:cNvGraphicFramePr>
          <p:nvPr/>
        </p:nvGraphicFramePr>
        <p:xfrm>
          <a:off x="3702050" y="4356100"/>
          <a:ext cx="230505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37" name="公式" r:id="rId11" imgW="1155700" imgH="342900" progId="Equation.3">
                  <p:embed/>
                </p:oleObj>
              </mc:Choice>
              <mc:Fallback>
                <p:oleObj name="公式" r:id="rId11" imgW="1155700" imgH="342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050" y="4356100"/>
                        <a:ext cx="2305050" cy="6842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5" name="Object 8"/>
          <p:cNvGraphicFramePr>
            <a:graphicFrameLocks noChangeAspect="1"/>
          </p:cNvGraphicFramePr>
          <p:nvPr/>
        </p:nvGraphicFramePr>
        <p:xfrm>
          <a:off x="3794125" y="3540125"/>
          <a:ext cx="1309688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38" name="公式" r:id="rId13" imgW="685800" imgH="330200" progId="Equation.3">
                  <p:embed/>
                </p:oleObj>
              </mc:Choice>
              <mc:Fallback>
                <p:oleObj name="公式" r:id="rId13" imgW="685800" imgH="330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125" y="3540125"/>
                        <a:ext cx="1309688" cy="6302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6" name="Object 9"/>
          <p:cNvGraphicFramePr>
            <a:graphicFrameLocks noChangeAspect="1"/>
          </p:cNvGraphicFramePr>
          <p:nvPr/>
        </p:nvGraphicFramePr>
        <p:xfrm>
          <a:off x="1425575" y="5229225"/>
          <a:ext cx="6696075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39" name="公式" r:id="rId15" imgW="2908300" imgH="660400" progId="Equation.3">
                  <p:embed/>
                </p:oleObj>
              </mc:Choice>
              <mc:Fallback>
                <p:oleObj name="公式" r:id="rId15" imgW="2908300" imgH="660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5229225"/>
                        <a:ext cx="6696075" cy="13779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日期占位符 1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3D87BFE-F333-4178-B101-D7C281AC4F0F}" type="datetime1">
              <a:rPr lang="zh-CN" altLang="en-US"/>
            </a:fld>
            <a:endParaRPr lang="en-US" altLang="zh-CN" dirty="0"/>
          </a:p>
        </p:txBody>
      </p:sp>
      <p:graphicFrame>
        <p:nvGraphicFramePr>
          <p:cNvPr id="157707" name="Object 10"/>
          <p:cNvGraphicFramePr>
            <a:graphicFrameLocks noChangeAspect="1"/>
          </p:cNvGraphicFramePr>
          <p:nvPr/>
        </p:nvGraphicFramePr>
        <p:xfrm>
          <a:off x="3921125" y="2597150"/>
          <a:ext cx="187801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40" name="公式" r:id="rId17" imgW="965200" imgH="330200" progId="Equation.3">
                  <p:embed/>
                </p:oleObj>
              </mc:Choice>
              <mc:Fallback>
                <p:oleObj name="公式" r:id="rId17" imgW="965200" imgH="330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25" y="2597150"/>
                        <a:ext cx="1878013" cy="6429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69888" y="3717925"/>
          <a:ext cx="21685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41" name="公式" r:id="rId19" imgW="1078865" imgH="203200" progId="Equation.3">
                  <p:embed/>
                </p:oleObj>
              </mc:Choice>
              <mc:Fallback>
                <p:oleObj name="公式" r:id="rId19" imgW="1078865" imgH="2032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3717925"/>
                        <a:ext cx="2168525" cy="4079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771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9388" y="1298575"/>
          <a:ext cx="5580062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5" name="公式" r:id="rId1" imgW="2971800" imgH="1041400" progId="Equation.3">
                  <p:embed/>
                </p:oleObj>
              </mc:Choice>
              <mc:Fallback>
                <p:oleObj name="公式" r:id="rId1" imgW="2971800" imgH="1041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98575"/>
                        <a:ext cx="5580062" cy="1955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1" name="Rectangle 4"/>
          <p:cNvSpPr>
            <a:spLocks noChangeArrowheads="1"/>
          </p:cNvSpPr>
          <p:nvPr/>
        </p:nvSpPr>
        <p:spPr bwMode="auto">
          <a:xfrm>
            <a:off x="179388" y="620713"/>
            <a:ext cx="6459537" cy="5762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8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4932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4933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732588" y="620713"/>
          <a:ext cx="2233612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6" name="Visio" r:id="rId3" imgW="4948555" imgH="3969385" progId="Visio.Drawing.11">
                  <p:embed/>
                </p:oleObj>
              </mc:Choice>
              <mc:Fallback>
                <p:oleObj name="Visio" r:id="rId3" imgW="4948555" imgH="396938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358" t="16023" r="33255" b="19687"/>
                      <a:stretch>
                        <a:fillRect/>
                      </a:stretch>
                    </p:blipFill>
                    <p:spPr bwMode="auto">
                      <a:xfrm>
                        <a:off x="6732588" y="620713"/>
                        <a:ext cx="2233612" cy="17859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4" name="Object 4"/>
          <p:cNvGraphicFramePr>
            <a:graphicFrameLocks noChangeAspect="1"/>
          </p:cNvGraphicFramePr>
          <p:nvPr/>
        </p:nvGraphicFramePr>
        <p:xfrm>
          <a:off x="6732588" y="2492375"/>
          <a:ext cx="24114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7" name="公式" r:id="rId5" imgW="1498600" imgH="228600" progId="Equation.3">
                  <p:embed/>
                </p:oleObj>
              </mc:Choice>
              <mc:Fallback>
                <p:oleObj name="公式" r:id="rId5" imgW="1498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2492375"/>
                        <a:ext cx="241141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6" name="Object 5"/>
          <p:cNvGraphicFramePr>
            <a:graphicFrameLocks noChangeAspect="1"/>
          </p:cNvGraphicFramePr>
          <p:nvPr/>
        </p:nvGraphicFramePr>
        <p:xfrm>
          <a:off x="342900" y="4103688"/>
          <a:ext cx="11239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8" name="公式" r:id="rId7" imgW="520700" imgH="241300" progId="Equation.3">
                  <p:embed/>
                </p:oleObj>
              </mc:Choice>
              <mc:Fallback>
                <p:oleObj name="公式" r:id="rId7" imgW="5207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4103688"/>
                        <a:ext cx="1123950" cy="520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7" name="Object 6"/>
          <p:cNvGraphicFramePr>
            <a:graphicFrameLocks noChangeAspect="1"/>
          </p:cNvGraphicFramePr>
          <p:nvPr/>
        </p:nvGraphicFramePr>
        <p:xfrm>
          <a:off x="179388" y="4797425"/>
          <a:ext cx="318928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9" name="公式" r:id="rId9" imgW="1587500" imgH="241300" progId="Equation.3">
                  <p:embed/>
                </p:oleObj>
              </mc:Choice>
              <mc:Fallback>
                <p:oleObj name="公式" r:id="rId9" imgW="15875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797425"/>
                        <a:ext cx="3189287" cy="4841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8" name="Object 7"/>
          <p:cNvGraphicFramePr>
            <a:graphicFrameLocks noChangeAspect="1"/>
          </p:cNvGraphicFramePr>
          <p:nvPr/>
        </p:nvGraphicFramePr>
        <p:xfrm>
          <a:off x="3635375" y="4797425"/>
          <a:ext cx="276066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0" name="公式" r:id="rId11" imgW="1384300" imgH="241300" progId="Equation.3">
                  <p:embed/>
                </p:oleObj>
              </mc:Choice>
              <mc:Fallback>
                <p:oleObj name="公式" r:id="rId11" imgW="13843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797425"/>
                        <a:ext cx="2760663" cy="4810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9" name="Object 8"/>
          <p:cNvGraphicFramePr>
            <a:graphicFrameLocks noChangeAspect="1"/>
          </p:cNvGraphicFramePr>
          <p:nvPr/>
        </p:nvGraphicFramePr>
        <p:xfrm>
          <a:off x="1554163" y="4162425"/>
          <a:ext cx="172243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1" name="公式" r:id="rId13" imgW="901065" imgH="228600" progId="Equation.3">
                  <p:embed/>
                </p:oleObj>
              </mc:Choice>
              <mc:Fallback>
                <p:oleObj name="公式" r:id="rId13" imgW="901065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4162425"/>
                        <a:ext cx="1722437" cy="4365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0" name="Object 9"/>
          <p:cNvGraphicFramePr>
            <a:graphicFrameLocks noChangeAspect="1"/>
          </p:cNvGraphicFramePr>
          <p:nvPr/>
        </p:nvGraphicFramePr>
        <p:xfrm>
          <a:off x="971550" y="5516563"/>
          <a:ext cx="59912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2" name="公式" r:id="rId15" imgW="2870200" imgH="482600" progId="Equation.3">
                  <p:embed/>
                </p:oleObj>
              </mc:Choice>
              <mc:Fallback>
                <p:oleObj name="公式" r:id="rId15" imgW="2870200" imgH="482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516563"/>
                        <a:ext cx="5991225" cy="10064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0" name="Object 10"/>
          <p:cNvGraphicFramePr>
            <a:graphicFrameLocks noChangeAspect="1"/>
          </p:cNvGraphicFramePr>
          <p:nvPr/>
        </p:nvGraphicFramePr>
        <p:xfrm>
          <a:off x="5788025" y="1887538"/>
          <a:ext cx="935038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3" name="公式" r:id="rId17" imgW="520700" imgH="393700" progId="Equation.3">
                  <p:embed/>
                </p:oleObj>
              </mc:Choice>
              <mc:Fallback>
                <p:oleObj name="公式" r:id="rId17" imgW="520700" imgH="393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8025" y="1887538"/>
                        <a:ext cx="935038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2" name="Object 11"/>
          <p:cNvGraphicFramePr>
            <a:graphicFrameLocks noChangeAspect="1"/>
          </p:cNvGraphicFramePr>
          <p:nvPr/>
        </p:nvGraphicFramePr>
        <p:xfrm>
          <a:off x="3729038" y="3586163"/>
          <a:ext cx="478790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4" name="公式" r:id="rId19" imgW="2705100" imgH="635000" progId="Equation.3">
                  <p:embed/>
                </p:oleObj>
              </mc:Choice>
              <mc:Fallback>
                <p:oleObj name="公式" r:id="rId19" imgW="2705100" imgH="635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038" y="3586163"/>
                        <a:ext cx="4787900" cy="1081087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日期占位符 1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1805F7D-4662-41FB-A06D-61694192F652}" type="datetime1">
              <a:rPr lang="zh-CN" altLang="en-US"/>
            </a:fld>
            <a:endParaRPr lang="en-US" altLang="zh-CN" dirty="0"/>
          </a:p>
        </p:txBody>
      </p:sp>
      <p:graphicFrame>
        <p:nvGraphicFramePr>
          <p:cNvPr id="152583" name="Object 12"/>
          <p:cNvGraphicFramePr>
            <a:graphicFrameLocks noChangeAspect="1"/>
          </p:cNvGraphicFramePr>
          <p:nvPr/>
        </p:nvGraphicFramePr>
        <p:xfrm>
          <a:off x="5946775" y="2882900"/>
          <a:ext cx="31972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5" name="公式" r:id="rId21" imgW="1905000" imgH="393700" progId="Equation.3">
                  <p:embed/>
                </p:oleObj>
              </mc:Choice>
              <mc:Fallback>
                <p:oleObj name="公式" r:id="rId21" imgW="1905000" imgH="393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775" y="2882900"/>
                        <a:ext cx="3197225" cy="619125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7" name="Object 13"/>
          <p:cNvGraphicFramePr>
            <a:graphicFrameLocks noChangeAspect="1"/>
          </p:cNvGraphicFramePr>
          <p:nvPr/>
        </p:nvGraphicFramePr>
        <p:xfrm>
          <a:off x="4111625" y="2889250"/>
          <a:ext cx="15970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6" name="公式" r:id="rId23" imgW="876300" imgH="228600" progId="Equation.3">
                  <p:embed/>
                </p:oleObj>
              </mc:Choice>
              <mc:Fallback>
                <p:oleObj name="公式" r:id="rId23" imgW="8763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25" y="2889250"/>
                        <a:ext cx="1597025" cy="4175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69888" y="3625850"/>
          <a:ext cx="21685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37" name="公式" r:id="rId25" imgW="1078865" imgH="203200" progId="Equation.3">
                  <p:embed/>
                </p:oleObj>
              </mc:Choice>
              <mc:Fallback>
                <p:oleObj name="公式" r:id="rId25" imgW="1078865" imgH="2032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3625850"/>
                        <a:ext cx="2168525" cy="4079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0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60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6600CC"/>
                </a:solidFill>
              </a:rPr>
              <a:t>     </a:t>
            </a:r>
            <a:endParaRPr lang="zh-CN" altLang="en-US" sz="2400"/>
          </a:p>
        </p:txBody>
      </p:sp>
      <p:sp>
        <p:nvSpPr>
          <p:cNvPr id="161795" name="Text Box 3"/>
          <p:cNvSpPr txBox="1">
            <a:spLocks noChangeArrowheads="1"/>
          </p:cNvSpPr>
          <p:nvPr/>
        </p:nvSpPr>
        <p:spPr bwMode="auto">
          <a:xfrm>
            <a:off x="1187450" y="1844675"/>
            <a:ext cx="6796088" cy="402113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3855" indent="-36385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50000"/>
              </a:spcBef>
              <a:buSzPct val="150000"/>
              <a:buFontTx/>
              <a:buBlip>
                <a:blip r:embed="rId1"/>
              </a:buBlip>
            </a:pPr>
            <a:r>
              <a:rPr lang="zh-CN" altLang="en-US" sz="2800">
                <a:latin typeface="黑体" panose="02010609060101010101" pitchFamily="49" charset="-122"/>
                <a:ea typeface="华文新魏" panose="02010800040101010101" pitchFamily="2" charset="-122"/>
              </a:rPr>
              <a:t>系统的时域特性由系统在特定信号激励下的响应来表示，通常就是系统的冲激响应。</a:t>
            </a:r>
            <a:endParaRPr lang="zh-CN" altLang="en-US" sz="2800">
              <a:latin typeface="黑体" panose="02010609060101010101" pitchFamily="49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45000"/>
              </a:lnSpc>
              <a:spcBef>
                <a:spcPct val="50000"/>
              </a:spcBef>
              <a:buSzPct val="150000"/>
              <a:buFontTx/>
              <a:buBlip>
                <a:blip r:embed="rId1"/>
              </a:buBlip>
            </a:pPr>
            <a:r>
              <a:rPr lang="zh-CN" altLang="en-US" sz="2800">
                <a:latin typeface="黑体" panose="02010609060101010101" pitchFamily="49" charset="-122"/>
                <a:ea typeface="华文新魏" panose="02010800040101010101" pitchFamily="2" charset="-122"/>
              </a:rPr>
              <a:t>系统的自然响应与冲激响应具有相同的形式，系统地受迫响应同时与冲激响应及激励函数有关。</a:t>
            </a:r>
            <a:endParaRPr lang="zh-CN" altLang="en-US" sz="2800">
              <a:latin typeface="黑体" panose="02010609060101010101" pitchFamily="49" charset="-122"/>
              <a:ea typeface="华文新魏" panose="02010800040101010101" pitchFamily="2" charset="-122"/>
            </a:endParaRPr>
          </a:p>
        </p:txBody>
      </p:sp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179388" y="620713"/>
            <a:ext cx="7015162" cy="57626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§2.9 </a:t>
            </a:r>
            <a:r>
              <a:rPr lang="zh-CN" altLang="en-US" sz="280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线性系统响应的时域求解</a:t>
            </a:r>
            <a:endParaRPr lang="zh-CN" altLang="en-US" sz="280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6EA0965-4D12-4DAA-9F90-8FB0FF2EDBBF}" type="datetime1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61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61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987425"/>
            <a:ext cx="4429125" cy="571500"/>
          </a:xfr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3600" dirty="0"/>
              <a:t>总结</a:t>
            </a:r>
            <a:r>
              <a:rPr lang="en-US" altLang="zh-CN" sz="3600" baseline="30000" dirty="0"/>
              <a:t>1—</a:t>
            </a:r>
            <a:r>
              <a:rPr lang="zh-CN" altLang="en-US" sz="3600" baseline="30000" dirty="0"/>
              <a:t>基本要求</a:t>
            </a:r>
            <a:endParaRPr lang="zh-CN" altLang="en-US" sz="3600" dirty="0"/>
          </a:p>
        </p:txBody>
      </p:sp>
      <p:sp>
        <p:nvSpPr>
          <p:cNvPr id="5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703388" y="1841500"/>
            <a:ext cx="5737225" cy="4249738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>
                <a:solidFill>
                  <a:srgbClr val="FF0000"/>
                </a:solidFill>
              </a:rPr>
              <a:t>1</a:t>
            </a:r>
            <a:r>
              <a:rPr lang="zh-CN" altLang="en-US" sz="2400">
                <a:solidFill>
                  <a:srgbClr val="FF0000"/>
                </a:solidFill>
              </a:rPr>
              <a:t>、零输入响应的求解</a:t>
            </a:r>
            <a:endParaRPr lang="zh-CN" altLang="en-US" sz="2400"/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>
                <a:solidFill>
                  <a:srgbClr val="FF0000"/>
                </a:solidFill>
              </a:rPr>
              <a:t>2</a:t>
            </a:r>
            <a:r>
              <a:rPr lang="zh-CN" altLang="en-US" sz="2400">
                <a:solidFill>
                  <a:srgbClr val="FF0000"/>
                </a:solidFill>
              </a:rPr>
              <a:t>、奇异函数</a:t>
            </a:r>
            <a:endParaRPr lang="zh-CN" altLang="en-US" sz="2400"/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>
                <a:solidFill>
                  <a:srgbClr val="FF0000"/>
                </a:solidFill>
              </a:rPr>
              <a:t>3</a:t>
            </a:r>
            <a:r>
              <a:rPr lang="zh-CN" altLang="en-US" sz="2400">
                <a:solidFill>
                  <a:srgbClr val="FF0000"/>
                </a:solidFill>
              </a:rPr>
              <a:t>、零状态响应的求解</a:t>
            </a:r>
            <a:endParaRPr lang="en-US" altLang="zh-CN" sz="240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>
                <a:solidFill>
                  <a:srgbClr val="262699"/>
                </a:solidFill>
              </a:rPr>
              <a:t>     4</a:t>
            </a:r>
            <a:r>
              <a:rPr lang="zh-CN" altLang="en-US" sz="2400">
                <a:solidFill>
                  <a:srgbClr val="262699"/>
                </a:solidFill>
              </a:rPr>
              <a:t>、单位冲激响应的求解</a:t>
            </a:r>
            <a:endParaRPr lang="zh-CN" altLang="en-US" sz="2400">
              <a:solidFill>
                <a:srgbClr val="262699"/>
              </a:solidFill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>
                <a:solidFill>
                  <a:srgbClr val="262699"/>
                </a:solidFill>
              </a:rPr>
              <a:t>     5</a:t>
            </a:r>
            <a:r>
              <a:rPr lang="zh-CN" altLang="en-US" sz="2400">
                <a:solidFill>
                  <a:srgbClr val="262699"/>
                </a:solidFill>
              </a:rPr>
              <a:t>、卷积积分</a:t>
            </a:r>
            <a:endParaRPr lang="zh-CN" altLang="en-US" sz="2400">
              <a:solidFill>
                <a:srgbClr val="262699"/>
              </a:solidFill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>
                <a:solidFill>
                  <a:srgbClr val="FF0000"/>
                </a:solidFill>
              </a:rPr>
              <a:t>6</a:t>
            </a:r>
            <a:r>
              <a:rPr lang="zh-CN" altLang="en-US" sz="2400">
                <a:solidFill>
                  <a:srgbClr val="FF0000"/>
                </a:solidFill>
              </a:rPr>
              <a:t>、全响应的求解</a:t>
            </a:r>
            <a:endParaRPr lang="zh-CN" altLang="en-US" sz="2400"/>
          </a:p>
        </p:txBody>
      </p:sp>
      <p:sp>
        <p:nvSpPr>
          <p:cNvPr id="128004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0535" name="Rectangle 9"/>
          <p:cNvSpPr>
            <a:spLocks noChangeArrowheads="1"/>
          </p:cNvSpPr>
          <p:nvPr/>
        </p:nvSpPr>
        <p:spPr bwMode="auto">
          <a:xfrm>
            <a:off x="685800" y="1446213"/>
            <a:ext cx="6221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Font typeface="宋体" panose="02010600030101010101" pitchFamily="2" charset="-122"/>
              <a:buAutoNum type="alphaLcParenR"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将系统微分方程转换为算子表达式的形式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0" y="577850"/>
            <a:ext cx="4976813" cy="569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3" tIns="45716" rIns="91433" bIns="45716" anchor="ctr"/>
          <a:lstStyle/>
          <a:p>
            <a:pPr algn="ctr">
              <a:defRPr/>
            </a:pPr>
            <a:r>
              <a:rPr lang="zh-CN" altLang="en-US" noProof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总结</a:t>
            </a:r>
            <a:r>
              <a:rPr lang="en-US" altLang="zh-CN" baseline="30000" noProof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-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系统的零输入响应求解</a:t>
            </a:r>
            <a:endParaRPr lang="zh-CN" altLang="en-US" sz="200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sym typeface="+mn-ea"/>
            </a:endParaRPr>
          </a:p>
        </p:txBody>
      </p:sp>
      <p:graphicFrame>
        <p:nvGraphicFramePr>
          <p:cNvPr id="129029" name="Object 16"/>
          <p:cNvGraphicFramePr>
            <a:graphicFrameLocks noChangeAspect="1"/>
          </p:cNvGraphicFramePr>
          <p:nvPr/>
        </p:nvGraphicFramePr>
        <p:xfrm>
          <a:off x="4502150" y="577850"/>
          <a:ext cx="31496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5" name="" r:id="rId1" imgW="1765300" imgH="419100" progId="Equation.3">
                  <p:embed/>
                </p:oleObj>
              </mc:Choice>
              <mc:Fallback>
                <p:oleObj name="" r:id="rId1" imgW="1765300" imgH="4191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577850"/>
                        <a:ext cx="3149600" cy="747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9" name="Object 17"/>
          <p:cNvGraphicFramePr>
            <a:graphicFrameLocks noChangeAspect="1"/>
          </p:cNvGraphicFramePr>
          <p:nvPr/>
        </p:nvGraphicFramePr>
        <p:xfrm>
          <a:off x="2028825" y="2093913"/>
          <a:ext cx="29479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6" name="" r:id="rId3" imgW="1485900" imgH="228600" progId="Equation.3">
                  <p:embed/>
                </p:oleObj>
              </mc:Choice>
              <mc:Fallback>
                <p:oleObj name="" r:id="rId3" imgW="14859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825" y="2093913"/>
                        <a:ext cx="2947988" cy="454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7"/>
          <p:cNvGraphicFramePr>
            <a:graphicFrameLocks noChangeAspect="1"/>
          </p:cNvGraphicFramePr>
          <p:nvPr/>
        </p:nvGraphicFramePr>
        <p:xfrm>
          <a:off x="2198688" y="3432175"/>
          <a:ext cx="2014537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7" name="" r:id="rId5" imgW="901700" imgH="457200" progId="Equation.3">
                  <p:embed/>
                </p:oleObj>
              </mc:Choice>
              <mc:Fallback>
                <p:oleObj name="" r:id="rId5" imgW="901700" imgH="457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688" y="3432175"/>
                        <a:ext cx="2014537" cy="10239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1374775" y="5103813"/>
          <a:ext cx="4843463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8" name="" r:id="rId7" imgW="3960495" imgH="527685" progId="Equation.KSEE3">
                  <p:embed/>
                </p:oleObj>
              </mc:Choice>
              <mc:Fallback>
                <p:oleObj name="" r:id="rId7" imgW="3960495" imgH="527685" progId="Equation.KSEE3">
                  <p:embed/>
                  <p:pic>
                    <p:nvPicPr>
                      <p:cNvPr id="0" name="对象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5103813"/>
                        <a:ext cx="4843463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6218238" y="4508500"/>
          <a:ext cx="14335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9" name="" r:id="rId9" imgW="723900" imgH="228600" progId="Equation.KSEE3">
                  <p:embed/>
                </p:oleObj>
              </mc:Choice>
              <mc:Fallback>
                <p:oleObj name="" r:id="rId9" imgW="723900" imgH="228600" progId="Equation.KSEE3">
                  <p:embed/>
                  <p:pic>
                    <p:nvPicPr>
                      <p:cNvPr id="0" name="对象 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4508500"/>
                        <a:ext cx="143351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/>
          <p:cNvCxnSpPr/>
          <p:nvPr/>
        </p:nvCxnSpPr>
        <p:spPr>
          <a:xfrm>
            <a:off x="354013" y="1325563"/>
            <a:ext cx="8397875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 bwMode="auto">
          <a:xfrm>
            <a:off x="373063" y="2668588"/>
            <a:ext cx="8397875" cy="763587"/>
            <a:chOff x="588" y="4203"/>
            <a:chExt cx="13225" cy="1203"/>
          </a:xfrm>
        </p:grpSpPr>
        <p:sp>
          <p:nvSpPr>
            <p:cNvPr id="129042" name="Rectangle 9"/>
            <p:cNvSpPr>
              <a:spLocks noChangeArrowheads="1"/>
            </p:cNvSpPr>
            <p:nvPr/>
          </p:nvSpPr>
          <p:spPr bwMode="auto">
            <a:xfrm>
              <a:off x="1079" y="4386"/>
              <a:ext cx="5808" cy="1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457200" indent="-4572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buFont typeface="宋体" panose="02010600030101010101" pitchFamily="2" charset="-122"/>
                <a:buAutoNum type="alphaLcParenR" startAt="2"/>
              </a:pP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求解特征方程的根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588" y="4203"/>
              <a:ext cx="13225" cy="0"/>
            </a:xfrm>
            <a:prstGeom prst="line">
              <a:avLst/>
            </a:prstGeom>
            <a:ln w="41275" cmpd="sng">
              <a:solidFill>
                <a:schemeClr val="accent1">
                  <a:shade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 bwMode="auto">
          <a:xfrm>
            <a:off x="354013" y="4456113"/>
            <a:ext cx="8397875" cy="700087"/>
            <a:chOff x="558" y="7017"/>
            <a:chExt cx="13225" cy="1104"/>
          </a:xfrm>
        </p:grpSpPr>
        <p:sp>
          <p:nvSpPr>
            <p:cNvPr id="129040" name="Rectangle 9"/>
            <p:cNvSpPr>
              <a:spLocks noChangeArrowheads="1"/>
            </p:cNvSpPr>
            <p:nvPr/>
          </p:nvSpPr>
          <p:spPr bwMode="auto">
            <a:xfrm>
              <a:off x="1184" y="7101"/>
              <a:ext cx="6905" cy="1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457200" indent="-4572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buFont typeface="宋体" panose="02010600030101010101" pitchFamily="2" charset="-122"/>
                <a:buAutoNum type="alphaLcParenR" startAt="3"/>
              </a:pP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根据根的情况写出解的形式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58" y="7017"/>
              <a:ext cx="13225" cy="0"/>
            </a:xfrm>
            <a:prstGeom prst="line">
              <a:avLst/>
            </a:prstGeom>
            <a:ln w="41275" cmpd="sng">
              <a:solidFill>
                <a:schemeClr val="accent1">
                  <a:shade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 bwMode="auto">
          <a:xfrm>
            <a:off x="373063" y="6105525"/>
            <a:ext cx="8396287" cy="647700"/>
            <a:chOff x="587" y="9614"/>
            <a:chExt cx="13224" cy="1021"/>
          </a:xfrm>
        </p:grpSpPr>
        <p:sp>
          <p:nvSpPr>
            <p:cNvPr id="129038" name="Rectangle 9"/>
            <p:cNvSpPr>
              <a:spLocks noChangeArrowheads="1"/>
            </p:cNvSpPr>
            <p:nvPr/>
          </p:nvSpPr>
          <p:spPr bwMode="auto">
            <a:xfrm>
              <a:off x="1436" y="9615"/>
              <a:ext cx="6400" cy="1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457200" indent="-4572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buFont typeface="宋体" panose="02010600030101010101" pitchFamily="2" charset="-122"/>
                <a:buAutoNum type="alphaLcParenR" startAt="4"/>
              </a:pP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根据初始条件求解系数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587" y="9614"/>
              <a:ext cx="13224" cy="0"/>
            </a:xfrm>
            <a:prstGeom prst="line">
              <a:avLst/>
            </a:prstGeom>
            <a:ln w="41275" cmpd="sng">
              <a:solidFill>
                <a:schemeClr val="accent1">
                  <a:shade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5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5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9388" y="1412875"/>
            <a:ext cx="2230437" cy="5762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>
                <a:solidFill>
                  <a:srgbClr val="FF3300"/>
                </a:solidFill>
              </a:rPr>
              <a:t>n</a:t>
            </a:r>
            <a:r>
              <a:rPr lang="zh-CN" altLang="en-US" sz="2800">
                <a:solidFill>
                  <a:srgbClr val="FF3300"/>
                </a:solidFill>
              </a:rPr>
              <a:t>阶系统</a:t>
            </a:r>
            <a:endParaRPr lang="zh-CN" altLang="en-US" sz="2800">
              <a:solidFill>
                <a:srgbClr val="FF3300"/>
              </a:solidFill>
            </a:endParaRPr>
          </a:p>
        </p:txBody>
      </p:sp>
      <p:graphicFrame>
        <p:nvGraphicFramePr>
          <p:cNvPr id="78851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979612" y="1503364"/>
          <a:ext cx="5184775" cy="196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89" name="公式" r:id="rId1" imgW="2476500" imgH="939800" progId="Equation.3">
                  <p:embed/>
                </p:oleObj>
              </mc:Choice>
              <mc:Fallback>
                <p:oleObj name="公式" r:id="rId1" imgW="2476500" imgH="93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2" y="1503364"/>
                        <a:ext cx="5184775" cy="1966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187450" y="4581525"/>
          <a:ext cx="139858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0" name="公式" r:id="rId3" imgW="431800" imgH="203200" progId="Equation.3">
                  <p:embed/>
                </p:oleObj>
              </mc:Choice>
              <mc:Fallback>
                <p:oleObj name="公式" r:id="rId3" imgW="4318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581525"/>
                        <a:ext cx="1398588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 bwMode="auto">
          <a:xfrm>
            <a:off x="1476375" y="5661025"/>
            <a:ext cx="6142038" cy="695325"/>
            <a:chOff x="748" y="3612"/>
            <a:chExt cx="3311" cy="408"/>
          </a:xfrm>
        </p:grpSpPr>
        <p:sp>
          <p:nvSpPr>
            <p:cNvPr id="130059" name="Rectangle 9"/>
            <p:cNvSpPr>
              <a:spLocks noChangeArrowheads="1"/>
            </p:cNvSpPr>
            <p:nvPr/>
          </p:nvSpPr>
          <p:spPr bwMode="auto">
            <a:xfrm>
              <a:off x="748" y="3612"/>
              <a:ext cx="3311" cy="40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黑体" panose="02010609060101010101" pitchFamily="49" charset="-122"/>
                </a:rPr>
                <a:t>上式中各     值为响应中的自然频率</a:t>
              </a:r>
              <a:endParaRPr lang="zh-CN" altLang="en-US" sz="2800">
                <a:latin typeface="黑体" panose="02010609060101010101" pitchFamily="49" charset="-122"/>
              </a:endParaRPr>
            </a:p>
          </p:txBody>
        </p:sp>
        <p:graphicFrame>
          <p:nvGraphicFramePr>
            <p:cNvPr id="130060" name="Object 10"/>
            <p:cNvGraphicFramePr>
              <a:graphicFrameLocks noChangeAspect="1"/>
            </p:cNvGraphicFramePr>
            <p:nvPr/>
          </p:nvGraphicFramePr>
          <p:xfrm>
            <a:off x="1746" y="3702"/>
            <a:ext cx="182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91" name="公式" r:id="rId5" imgW="139700" imgH="177800" progId="Equation.3">
                    <p:embed/>
                  </p:oleObj>
                </mc:Choice>
                <mc:Fallback>
                  <p:oleObj name="公式" r:id="rId5" imgW="139700" imgH="1778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702"/>
                          <a:ext cx="182" cy="226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848" name="Object 6"/>
          <p:cNvGraphicFramePr>
            <a:graphicFrameLocks noChangeAspect="1"/>
          </p:cNvGraphicFramePr>
          <p:nvPr/>
        </p:nvGraphicFramePr>
        <p:xfrm>
          <a:off x="250825" y="3716338"/>
          <a:ext cx="84883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2" name="公式" r:id="rId7" imgW="3746500" imgH="241300" progId="Equation.3">
                  <p:embed/>
                </p:oleObj>
              </mc:Choice>
              <mc:Fallback>
                <p:oleObj name="公式" r:id="rId7" imgW="37465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716338"/>
                        <a:ext cx="848836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9" name="Object 5"/>
          <p:cNvGraphicFramePr>
            <a:graphicFrameLocks noChangeAspect="1"/>
          </p:cNvGraphicFramePr>
          <p:nvPr/>
        </p:nvGraphicFramePr>
        <p:xfrm>
          <a:off x="2700338" y="4508500"/>
          <a:ext cx="496887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3" name="公式" r:id="rId9" imgW="1511300" imgH="241300" progId="Equation.3">
                  <p:embed/>
                </p:oleObj>
              </mc:Choice>
              <mc:Fallback>
                <p:oleObj name="公式" r:id="rId9" imgW="15113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508500"/>
                        <a:ext cx="4968875" cy="793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0" name="Rectangle 10"/>
          <p:cNvSpPr>
            <a:spLocks noChangeArrowheads="1"/>
          </p:cNvSpPr>
          <p:nvPr/>
        </p:nvSpPr>
        <p:spPr bwMode="auto">
          <a:xfrm>
            <a:off x="1293813" y="492125"/>
            <a:ext cx="6934200" cy="8239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 anchor="b"/>
          <a:lstStyle/>
          <a:p>
            <a:pPr algn="ctr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总结</a:t>
            </a:r>
            <a:r>
              <a:rPr lang="en-US" altLang="zh-CN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2—</a:t>
            </a:r>
            <a:r>
              <a:rPr lang="zh-CN" altLang="en-US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零输入响应的求解</a:t>
            </a:r>
            <a:endParaRPr lang="zh-CN" altLang="en-US" sz="3800" dirty="0">
              <a:solidFill>
                <a:srgbClr val="0000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1E5A54-6153-4FE9-AF2D-F27D9ECFD06A}" type="datetime1">
              <a:rPr lang="zh-CN" altLang="en-US"/>
            </a:fld>
            <a:endParaRPr lang="en-US" altLang="zh-CN"/>
          </a:p>
        </p:txBody>
      </p:sp>
      <p:sp>
        <p:nvSpPr>
          <p:cNvPr id="1300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27088" y="1484313"/>
            <a:ext cx="4321175" cy="536575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/>
              <a:t>当方程有一</a:t>
            </a:r>
            <a:r>
              <a:rPr lang="en-US" altLang="zh-CN" sz="2800"/>
              <a:t>k</a:t>
            </a:r>
            <a:r>
              <a:rPr lang="zh-CN" altLang="en-US" sz="2800"/>
              <a:t>阶重根时</a:t>
            </a:r>
            <a:r>
              <a:rPr lang="en-US" altLang="zh-CN" sz="2800"/>
              <a:t>,</a:t>
            </a:r>
            <a:endParaRPr lang="en-US" altLang="zh-CN" sz="2800"/>
          </a:p>
        </p:txBody>
      </p:sp>
      <p:graphicFrame>
        <p:nvGraphicFramePr>
          <p:cNvPr id="79875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116013" y="2276475"/>
          <a:ext cx="7092950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0" name="公式" r:id="rId1" imgW="2184400" imgH="482600" progId="Equation.3">
                  <p:embed/>
                </p:oleObj>
              </mc:Choice>
              <mc:Fallback>
                <p:oleObj name="公式" r:id="rId1" imgW="21844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276475"/>
                        <a:ext cx="7092950" cy="15668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8" name="Object 4"/>
          <p:cNvGraphicFramePr>
            <a:graphicFrameLocks noChangeAspect="1"/>
          </p:cNvGraphicFramePr>
          <p:nvPr/>
        </p:nvGraphicFramePr>
        <p:xfrm>
          <a:off x="611188" y="4508500"/>
          <a:ext cx="10810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1" name="公式" r:id="rId3" imgW="393700" imgH="203200" progId="Equation.3">
                  <p:embed/>
                </p:oleObj>
              </mc:Choice>
              <mc:Fallback>
                <p:oleObj name="公式" r:id="rId3" imgW="3937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508500"/>
                        <a:ext cx="108108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 bwMode="auto">
          <a:xfrm>
            <a:off x="1835150" y="3644900"/>
            <a:ext cx="4537075" cy="1439863"/>
            <a:chOff x="1156" y="2296"/>
            <a:chExt cx="2858" cy="907"/>
          </a:xfrm>
        </p:grpSpPr>
        <p:graphicFrame>
          <p:nvGraphicFramePr>
            <p:cNvPr id="131085" name="Object 5"/>
            <p:cNvGraphicFramePr>
              <a:graphicFrameLocks noChangeAspect="1"/>
            </p:cNvGraphicFramePr>
            <p:nvPr/>
          </p:nvGraphicFramePr>
          <p:xfrm>
            <a:off x="1156" y="2759"/>
            <a:ext cx="2722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92" name="公式" r:id="rId5" imgW="1828800" imgH="241300" progId="Equation.3">
                    <p:embed/>
                  </p:oleObj>
                </mc:Choice>
                <mc:Fallback>
                  <p:oleObj name="公式" r:id="rId5" imgW="1828800" imgH="241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2759"/>
                          <a:ext cx="2722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1086" name="Group 7"/>
            <p:cNvGrpSpPr/>
            <p:nvPr/>
          </p:nvGrpSpPr>
          <p:grpSpPr bwMode="auto">
            <a:xfrm>
              <a:off x="1156" y="2296"/>
              <a:ext cx="2858" cy="907"/>
              <a:chOff x="1156" y="2296"/>
              <a:chExt cx="2858" cy="907"/>
            </a:xfrm>
          </p:grpSpPr>
          <p:sp>
            <p:nvSpPr>
              <p:cNvPr id="131087" name="Rectangle 5"/>
              <p:cNvSpPr>
                <a:spLocks noChangeArrowheads="1"/>
              </p:cNvSpPr>
              <p:nvPr/>
            </p:nvSpPr>
            <p:spPr bwMode="auto">
              <a:xfrm>
                <a:off x="1156" y="2795"/>
                <a:ext cx="2858" cy="408"/>
              </a:xfrm>
              <a:prstGeom prst="rect">
                <a:avLst/>
              </a:prstGeom>
              <a:noFill/>
              <a:ln w="28575">
                <a:solidFill>
                  <a:srgbClr val="FF33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  <p:sp>
            <p:nvSpPr>
              <p:cNvPr id="131088" name="Line 9"/>
              <p:cNvSpPr>
                <a:spLocks noChangeShapeType="1"/>
              </p:cNvSpPr>
              <p:nvPr/>
            </p:nvSpPr>
            <p:spPr bwMode="auto">
              <a:xfrm>
                <a:off x="1791" y="2296"/>
                <a:ext cx="227" cy="499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0"/>
          <p:cNvGrpSpPr/>
          <p:nvPr/>
        </p:nvGrpSpPr>
        <p:grpSpPr bwMode="auto">
          <a:xfrm>
            <a:off x="4021138" y="3789363"/>
            <a:ext cx="4367212" cy="1485900"/>
            <a:chOff x="2533" y="2387"/>
            <a:chExt cx="2751" cy="936"/>
          </a:xfrm>
        </p:grpSpPr>
        <p:grpSp>
          <p:nvGrpSpPr>
            <p:cNvPr id="131081" name="Group 11"/>
            <p:cNvGrpSpPr/>
            <p:nvPr/>
          </p:nvGrpSpPr>
          <p:grpSpPr bwMode="auto">
            <a:xfrm>
              <a:off x="2533" y="2387"/>
              <a:ext cx="1905" cy="366"/>
              <a:chOff x="2533" y="2387"/>
              <a:chExt cx="1905" cy="366"/>
            </a:xfrm>
          </p:grpSpPr>
          <p:sp>
            <p:nvSpPr>
              <p:cNvPr id="131083" name="Line 12"/>
              <p:cNvSpPr>
                <a:spLocks noChangeShapeType="1"/>
              </p:cNvSpPr>
              <p:nvPr/>
            </p:nvSpPr>
            <p:spPr bwMode="auto">
              <a:xfrm>
                <a:off x="2533" y="2389"/>
                <a:ext cx="1905" cy="0"/>
              </a:xfrm>
              <a:prstGeom prst="line">
                <a:avLst/>
              </a:prstGeom>
              <a:noFill/>
              <a:ln w="38100">
                <a:solidFill>
                  <a:srgbClr val="6600CC"/>
                </a:solidFill>
                <a:round/>
              </a:ln>
              <a:effectLst>
                <a:outerShdw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4" name="Line 13"/>
              <p:cNvSpPr>
                <a:spLocks noChangeShapeType="1"/>
              </p:cNvSpPr>
              <p:nvPr/>
            </p:nvSpPr>
            <p:spPr bwMode="auto">
              <a:xfrm>
                <a:off x="3651" y="2387"/>
                <a:ext cx="635" cy="366"/>
              </a:xfrm>
              <a:prstGeom prst="line">
                <a:avLst/>
              </a:prstGeom>
              <a:noFill/>
              <a:ln w="38100">
                <a:solidFill>
                  <a:srgbClr val="6600CC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31082" name="Object 4"/>
            <p:cNvGraphicFramePr>
              <a:graphicFrameLocks noChangeAspect="1"/>
            </p:cNvGraphicFramePr>
            <p:nvPr/>
          </p:nvGraphicFramePr>
          <p:xfrm>
            <a:off x="4150" y="2614"/>
            <a:ext cx="1134" cy="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793" name="公式" r:id="rId7" imgW="711200" imgH="444500" progId="Equation.3">
                    <p:embed/>
                  </p:oleObj>
                </mc:Choice>
                <mc:Fallback>
                  <p:oleObj name="公式" r:id="rId7" imgW="711200" imgH="444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2614"/>
                          <a:ext cx="1134" cy="7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879" name="Rectangle 15"/>
          <p:cNvSpPr>
            <a:spLocks noChangeArrowheads="1"/>
          </p:cNvSpPr>
          <p:nvPr/>
        </p:nvSpPr>
        <p:spPr bwMode="auto">
          <a:xfrm>
            <a:off x="1403350" y="188913"/>
            <a:ext cx="6934200" cy="8239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 anchor="b"/>
          <a:lstStyle/>
          <a:p>
            <a:pPr algn="ctr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总结</a:t>
            </a:r>
            <a:r>
              <a:rPr lang="en-US" altLang="zh-CN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2—</a:t>
            </a:r>
            <a:r>
              <a:rPr lang="zh-CN" altLang="en-US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零输入响应的求解</a:t>
            </a:r>
            <a:endParaRPr lang="zh-CN" altLang="en-US" sz="3800" dirty="0">
              <a:solidFill>
                <a:srgbClr val="0000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73CA8A3-D9D8-4E04-960B-5DDF4E9B0BF5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403350" y="1511300"/>
            <a:ext cx="5903913" cy="649288"/>
          </a:xfrm>
        </p:spPr>
        <p:txBody>
          <a:bodyPr/>
          <a:lstStyle/>
          <a:p>
            <a:pPr eaLnBrk="1" hangingPunct="1">
              <a:lnSpc>
                <a:spcPct val="155000"/>
              </a:lnSpc>
              <a:spcBef>
                <a:spcPct val="60000"/>
              </a:spcBef>
            </a:pPr>
            <a:r>
              <a:rPr lang="zh-CN" altLang="en-US" sz="2000">
                <a:solidFill>
                  <a:srgbClr val="006600"/>
                </a:solidFill>
              </a:rPr>
              <a:t>奇异函数：</a:t>
            </a:r>
            <a:r>
              <a:rPr lang="zh-CN" altLang="en-US" sz="2000"/>
              <a:t>函数在某处间断或某阶导数不连续。</a:t>
            </a:r>
            <a:endParaRPr lang="zh-CN" altLang="en-US" sz="2000"/>
          </a:p>
        </p:txBody>
      </p:sp>
      <p:graphicFrame>
        <p:nvGraphicFramePr>
          <p:cNvPr id="81935" name="Object 1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042988" y="2519363"/>
          <a:ext cx="2735262" cy="159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4" name="" r:id="rId1" imgW="1218565" imgH="711200" progId="Equation.3">
                  <p:embed/>
                </p:oleObj>
              </mc:Choice>
              <mc:Fallback>
                <p:oleObj name="" r:id="rId1" imgW="1218565" imgH="711200" progId="Equation.3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519363"/>
                        <a:ext cx="2735262" cy="159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4932363" y="2519363"/>
          <a:ext cx="2232025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5" name="" r:id="rId3" imgW="1016000" imgH="812800" progId="Equation.3">
                  <p:embed/>
                </p:oleObj>
              </mc:Choice>
              <mc:Fallback>
                <p:oleObj name="" r:id="rId3" imgW="1016000" imgH="81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519363"/>
                        <a:ext cx="2232025" cy="178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8"/>
          <p:cNvGraphicFramePr>
            <a:graphicFrameLocks noChangeAspect="1"/>
          </p:cNvGraphicFramePr>
          <p:nvPr/>
        </p:nvGraphicFramePr>
        <p:xfrm>
          <a:off x="611188" y="4752975"/>
          <a:ext cx="3743325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6" name="" r:id="rId5" imgW="1676400" imgH="762000" progId="Equation.3">
                  <p:embed/>
                </p:oleObj>
              </mc:Choice>
              <mc:Fallback>
                <p:oleObj name="" r:id="rId5" imgW="1676400" imgH="762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752975"/>
                        <a:ext cx="3743325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7" name="Object 9"/>
          <p:cNvGraphicFramePr>
            <a:graphicFrameLocks noChangeAspect="1"/>
          </p:cNvGraphicFramePr>
          <p:nvPr/>
        </p:nvGraphicFramePr>
        <p:xfrm>
          <a:off x="5003800" y="5472113"/>
          <a:ext cx="36004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7" name="" r:id="rId7" imgW="1549400" imgH="330200" progId="Equation.3">
                  <p:embed/>
                </p:oleObj>
              </mc:Choice>
              <mc:Fallback>
                <p:oleObj name="" r:id="rId7" imgW="1549400" imgH="330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472113"/>
                        <a:ext cx="36004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3" name="Rectangle 2"/>
          <p:cNvSpPr txBox="1">
            <a:spLocks noChangeArrowheads="1"/>
          </p:cNvSpPr>
          <p:nvPr/>
        </p:nvSpPr>
        <p:spPr bwMode="auto">
          <a:xfrm>
            <a:off x="214313" y="746125"/>
            <a:ext cx="3811587" cy="620713"/>
          </a:xfrm>
          <a:prstGeom prst="rect">
            <a:avLst/>
          </a:prstGeom>
          <a:solidFill>
            <a:schemeClr val="bg1"/>
          </a:solidFill>
          <a:ln w="9525">
            <a:solidFill>
              <a:srgbClr val="BFBFBF"/>
            </a:solidFill>
            <a:round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zh-CN" altLang="en-US" sz="4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总结</a:t>
            </a:r>
            <a:r>
              <a:rPr lang="en-US" altLang="zh-CN" sz="4000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3--</a:t>
            </a:r>
            <a:r>
              <a:rPr lang="zh-CN" altLang="en-US" sz="4000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 sz="40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2104" name="Text Box 6"/>
          <p:cNvSpPr txBox="1">
            <a:spLocks noChangeArrowheads="1"/>
          </p:cNvSpPr>
          <p:nvPr/>
        </p:nvSpPr>
        <p:spPr bwMode="auto">
          <a:xfrm>
            <a:off x="0" y="-68263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1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23" name="Object 9"/>
          <p:cNvGraphicFramePr>
            <a:graphicFrameLocks noChangeAspect="1"/>
          </p:cNvGraphicFramePr>
          <p:nvPr/>
        </p:nvGraphicFramePr>
        <p:xfrm>
          <a:off x="1620838" y="1852613"/>
          <a:ext cx="2833687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61" name="" r:id="rId1" imgW="1219200" imgH="330200" progId="Equation.3">
                  <p:embed/>
                </p:oleObj>
              </mc:Choice>
              <mc:Fallback>
                <p:oleObj name="" r:id="rId1" imgW="1219200" imgH="330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1852613"/>
                        <a:ext cx="2833687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8" name="Object 10"/>
          <p:cNvGraphicFramePr>
            <a:graphicFrameLocks noChangeAspect="1"/>
          </p:cNvGraphicFramePr>
          <p:nvPr/>
        </p:nvGraphicFramePr>
        <p:xfrm>
          <a:off x="1987550" y="3876675"/>
          <a:ext cx="2867025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62" name="" r:id="rId3" imgW="1422400" imgH="1041400" progId="Equation.3">
                  <p:embed/>
                </p:oleObj>
              </mc:Choice>
              <mc:Fallback>
                <p:oleObj name="" r:id="rId3" imgW="1422400" imgH="1041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3876675"/>
                        <a:ext cx="2867025" cy="209867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9" name="Object 11"/>
          <p:cNvGraphicFramePr>
            <a:graphicFrameLocks noChangeAspect="1"/>
          </p:cNvGraphicFramePr>
          <p:nvPr/>
        </p:nvGraphicFramePr>
        <p:xfrm>
          <a:off x="4429125" y="1997075"/>
          <a:ext cx="7540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63" name="" r:id="rId5" imgW="355600" imgH="215900" progId="Equation.3">
                  <p:embed/>
                </p:oleObj>
              </mc:Choice>
              <mc:Fallback>
                <p:oleObj name="" r:id="rId5" imgW="355600" imgH="215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1997075"/>
                        <a:ext cx="7540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6" name="Object 12"/>
          <p:cNvGraphicFramePr>
            <a:graphicFrameLocks noChangeAspect="1"/>
          </p:cNvGraphicFramePr>
          <p:nvPr/>
        </p:nvGraphicFramePr>
        <p:xfrm>
          <a:off x="1554163" y="2925763"/>
          <a:ext cx="20955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64" name="" r:id="rId7" imgW="901065" imgH="215900" progId="Equation.3">
                  <p:embed/>
                </p:oleObj>
              </mc:Choice>
              <mc:Fallback>
                <p:oleObj name="" r:id="rId7" imgW="901065" imgH="215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2925763"/>
                        <a:ext cx="20955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61" name="Object 13"/>
          <p:cNvGraphicFramePr>
            <a:graphicFrameLocks noChangeAspect="1"/>
          </p:cNvGraphicFramePr>
          <p:nvPr/>
        </p:nvGraphicFramePr>
        <p:xfrm>
          <a:off x="3786188" y="2925763"/>
          <a:ext cx="17240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65" name="" r:id="rId9" imgW="812165" imgH="215900" progId="Equation.3">
                  <p:embed/>
                </p:oleObj>
              </mc:Choice>
              <mc:Fallback>
                <p:oleObj name="" r:id="rId9" imgW="812165" imgH="215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925763"/>
                        <a:ext cx="17240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8" name="Rectangle 2"/>
          <p:cNvSpPr txBox="1">
            <a:spLocks noChangeArrowheads="1"/>
          </p:cNvSpPr>
          <p:nvPr/>
        </p:nvSpPr>
        <p:spPr bwMode="auto">
          <a:xfrm>
            <a:off x="714375" y="782638"/>
            <a:ext cx="3811588" cy="620712"/>
          </a:xfrm>
          <a:prstGeom prst="rect">
            <a:avLst/>
          </a:prstGeom>
          <a:solidFill>
            <a:schemeClr val="bg1"/>
          </a:solidFill>
          <a:ln w="9525">
            <a:solidFill>
              <a:srgbClr val="BFBFBF"/>
            </a:solidFill>
            <a:round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zh-CN" altLang="en-US" sz="4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总结</a:t>
            </a:r>
            <a:r>
              <a:rPr lang="en-US" altLang="zh-CN" sz="4000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3--</a:t>
            </a:r>
            <a:r>
              <a:rPr lang="zh-CN" altLang="en-US" sz="4000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 sz="40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129" name="Text Box 6"/>
          <p:cNvSpPr txBox="1">
            <a:spLocks noChangeArrowheads="1"/>
          </p:cNvSpPr>
          <p:nvPr/>
        </p:nvSpPr>
        <p:spPr bwMode="auto">
          <a:xfrm>
            <a:off x="-46038" y="-53975"/>
            <a:ext cx="9144001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28625" y="1770063"/>
            <a:ext cx="3313113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信号的脉冲分解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555874" y="5949950"/>
            <a:ext cx="6048375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进行信号的脉冲分解的目的是什么？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graphicFrame>
        <p:nvGraphicFramePr>
          <p:cNvPr id="112644" name="Object 4"/>
          <p:cNvGraphicFramePr>
            <a:graphicFrameLocks noChangeAspect="1"/>
          </p:cNvGraphicFramePr>
          <p:nvPr/>
        </p:nvGraphicFramePr>
        <p:xfrm>
          <a:off x="125413" y="5273675"/>
          <a:ext cx="485933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2" name="" r:id="rId1" imgW="2184400" imgH="330200" progId="Equation.3">
                  <p:embed/>
                </p:oleObj>
              </mc:Choice>
              <mc:Fallback>
                <p:oleObj name="" r:id="rId1" imgW="2184400" imgH="33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5273675"/>
                        <a:ext cx="4859337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5" name="Object 5"/>
          <p:cNvGraphicFramePr>
            <a:graphicFrameLocks noChangeAspect="1"/>
          </p:cNvGraphicFramePr>
          <p:nvPr/>
        </p:nvGraphicFramePr>
        <p:xfrm>
          <a:off x="4932363" y="4487863"/>
          <a:ext cx="40195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3" name="" r:id="rId3" imgW="1498600" imgH="330200" progId="Equation.3">
                  <p:embed/>
                </p:oleObj>
              </mc:Choice>
              <mc:Fallback>
                <p:oleObj name="" r:id="rId3" imgW="1498600" imgH="330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4487863"/>
                        <a:ext cx="40195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7" name="Object 3"/>
          <p:cNvGraphicFramePr>
            <a:graphicFrameLocks noChangeAspect="1"/>
          </p:cNvGraphicFramePr>
          <p:nvPr/>
        </p:nvGraphicFramePr>
        <p:xfrm>
          <a:off x="4643438" y="2039938"/>
          <a:ext cx="3960812" cy="253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4" name="" r:id="rId5" imgW="10833100" imgH="6938645" progId="Visio.Drawing.11">
                  <p:embed/>
                </p:oleObj>
              </mc:Choice>
              <mc:Fallback>
                <p:oleObj name="" r:id="rId5" imgW="10833100" imgH="693864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33" t="33360" r="9993" b="8102"/>
                      <a:stretch>
                        <a:fillRect/>
                      </a:stretch>
                    </p:blipFill>
                    <p:spPr bwMode="auto">
                      <a:xfrm>
                        <a:off x="4643438" y="2039938"/>
                        <a:ext cx="3960812" cy="25352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3" name="Object 9"/>
          <p:cNvGraphicFramePr>
            <a:graphicFrameLocks noChangeAspect="1"/>
          </p:cNvGraphicFramePr>
          <p:nvPr/>
        </p:nvGraphicFramePr>
        <p:xfrm>
          <a:off x="285750" y="2341563"/>
          <a:ext cx="3995738" cy="295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65" name="" r:id="rId7" imgW="10833100" imgH="6938645" progId="Visio.Drawing.11">
                  <p:embed/>
                </p:oleObj>
              </mc:Choice>
              <mc:Fallback>
                <p:oleObj name="" r:id="rId7" imgW="10833100" imgH="693864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33" t="20158" r="9993" b="8102"/>
                      <a:stretch>
                        <a:fillRect/>
                      </a:stretch>
                    </p:blipFill>
                    <p:spPr bwMode="auto">
                      <a:xfrm>
                        <a:off x="285750" y="2341563"/>
                        <a:ext cx="3995738" cy="295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2" name="Rectangle 2"/>
          <p:cNvSpPr txBox="1">
            <a:spLocks noChangeArrowheads="1"/>
          </p:cNvSpPr>
          <p:nvPr/>
        </p:nvSpPr>
        <p:spPr bwMode="auto">
          <a:xfrm>
            <a:off x="785813" y="742950"/>
            <a:ext cx="3454400" cy="5984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zh-CN" altLang="en-US" sz="4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总结</a:t>
            </a:r>
            <a:r>
              <a:rPr lang="en-US" altLang="zh-CN" sz="4000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3--</a:t>
            </a:r>
            <a:r>
              <a:rPr lang="zh-CN" altLang="en-US" sz="4000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奇异函数</a:t>
            </a:r>
            <a:endParaRPr lang="zh-CN" altLang="en-US" sz="4000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4153" name="Text Box 6"/>
          <p:cNvSpPr txBox="1">
            <a:spLocks noChangeArrowheads="1"/>
          </p:cNvSpPr>
          <p:nvPr/>
        </p:nvSpPr>
        <p:spPr bwMode="auto">
          <a:xfrm>
            <a:off x="-14288" y="-117475"/>
            <a:ext cx="9144001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7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7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1331913" y="2060575"/>
            <a:ext cx="6121400" cy="287972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35921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533400" indent="-5334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求解系统的单位冲激响应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h(t)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将激励信号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e(t)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h(t)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做卷积，卷积的结果便为该激励信号所产生的系统响应；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69988" name="Object 2"/>
          <p:cNvGraphicFramePr>
            <a:graphicFrameLocks noChangeAspect="1"/>
          </p:cNvGraphicFramePr>
          <p:nvPr/>
        </p:nvGraphicFramePr>
        <p:xfrm>
          <a:off x="3348038" y="4221163"/>
          <a:ext cx="22637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7" name="公式" r:id="rId1" imgW="989965" imgH="203200" progId="Equation.3">
                  <p:embed/>
                </p:oleObj>
              </mc:Choice>
              <mc:Fallback>
                <p:oleObj name="公式" r:id="rId1" imgW="989965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221163"/>
                        <a:ext cx="2263775" cy="4651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CC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9" name="Rectangle 5"/>
          <p:cNvSpPr>
            <a:spLocks noGrp="1" noChangeArrowheads="1"/>
          </p:cNvSpPr>
          <p:nvPr>
            <p:ph type="title"/>
          </p:nvPr>
        </p:nvSpPr>
        <p:spPr>
          <a:xfrm>
            <a:off x="1931988" y="338138"/>
            <a:ext cx="6437312" cy="752475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algn="ctr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kern="1200" dirty="0">
                <a:solidFill>
                  <a:srgbClr val="0000FF"/>
                </a:solidFill>
              </a:rPr>
              <a:t>总结</a:t>
            </a:r>
            <a:r>
              <a:rPr lang="en-US" altLang="zh-CN" b="1" kern="1200" dirty="0">
                <a:solidFill>
                  <a:srgbClr val="0000FF"/>
                </a:solidFill>
              </a:rPr>
              <a:t>4—</a:t>
            </a:r>
            <a:r>
              <a:rPr lang="zh-CN" altLang="en-US" b="1" kern="1200" dirty="0">
                <a:solidFill>
                  <a:srgbClr val="0000FF"/>
                </a:solidFill>
              </a:rPr>
              <a:t>零状态响应的求解</a:t>
            </a:r>
            <a:endParaRPr lang="zh-CN" altLang="en-US" b="1" kern="12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2" name="Rectangle 4"/>
          <p:cNvSpPr>
            <a:spLocks noGrp="1" noChangeArrowheads="1"/>
          </p:cNvSpPr>
          <p:nvPr>
            <p:ph type="title"/>
          </p:nvPr>
        </p:nvSpPr>
        <p:spPr>
          <a:xfrm>
            <a:off x="1549400" y="358775"/>
            <a:ext cx="7054850" cy="752475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algn="ctr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kern="1200" dirty="0">
                <a:solidFill>
                  <a:srgbClr val="0000FF"/>
                </a:solidFill>
              </a:rPr>
              <a:t>总结</a:t>
            </a:r>
            <a:r>
              <a:rPr lang="en-US" altLang="zh-CN" b="1" kern="1200" dirty="0">
                <a:solidFill>
                  <a:srgbClr val="0000FF"/>
                </a:solidFill>
              </a:rPr>
              <a:t>4—</a:t>
            </a:r>
            <a:r>
              <a:rPr lang="zh-CN" altLang="en-US" b="1" kern="1200" dirty="0">
                <a:solidFill>
                  <a:srgbClr val="0000FF"/>
                </a:solidFill>
              </a:rPr>
              <a:t>单位冲激响应的求解</a:t>
            </a:r>
            <a:endParaRPr lang="zh-CN" altLang="en-US" b="1" kern="1200" dirty="0">
              <a:solidFill>
                <a:srgbClr val="0000FF"/>
              </a:solidFill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4D8578C-6DCB-4FBC-BE5F-AECB4898B7EF}" type="datetime1">
              <a:rPr lang="zh-CN" altLang="en-US"/>
            </a:fld>
            <a:endParaRPr lang="zh-CN" alt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724025" y="1916113"/>
            <a:ext cx="4895850" cy="302418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35750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转移算子直接分解</a:t>
            </a:r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系数平衡法</a:t>
            </a:r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零输入响应法</a:t>
            </a:r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线性时不变系统的性质</a:t>
            </a:r>
            <a:endParaRPr lang="zh-CN" altLang="en-US" sz="2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1258888" y="1125538"/>
          <a:ext cx="6842125" cy="434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41" name="公式" r:id="rId1" imgW="3200400" imgH="2032000" progId="Equation.3">
                  <p:embed/>
                </p:oleObj>
              </mc:Choice>
              <mc:Fallback>
                <p:oleObj name="公式" r:id="rId1" imgW="3200400" imgH="2032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125538"/>
                        <a:ext cx="6842125" cy="434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83" name="Rectangle 3"/>
          <p:cNvSpPr>
            <a:spLocks noChangeArrowheads="1"/>
          </p:cNvSpPr>
          <p:nvPr/>
        </p:nvSpPr>
        <p:spPr bwMode="auto">
          <a:xfrm>
            <a:off x="900113" y="188913"/>
            <a:ext cx="7345362" cy="752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 anchor="b"/>
          <a:lstStyle/>
          <a:p>
            <a:pPr algn="ctr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总结</a:t>
            </a:r>
            <a:r>
              <a:rPr lang="en-US" altLang="zh-CN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4—</a:t>
            </a:r>
            <a:r>
              <a:rPr lang="zh-CN" altLang="en-US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单位冲激响应的求解</a:t>
            </a:r>
            <a:endParaRPr lang="zh-CN" altLang="en-US" sz="3800" dirty="0">
              <a:solidFill>
                <a:srgbClr val="0000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9EA85F2-E5E2-45F0-AAA9-95D378E9ADDC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242" name="Object 4"/>
          <p:cNvGraphicFramePr>
            <a:graphicFrameLocks noChangeAspect="1"/>
          </p:cNvGraphicFramePr>
          <p:nvPr/>
        </p:nvGraphicFramePr>
        <p:xfrm>
          <a:off x="811213" y="2103438"/>
          <a:ext cx="608647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03" name="公式" r:id="rId1" imgW="2628900" imgH="419100" progId="Equation.3">
                  <p:embed/>
                </p:oleObj>
              </mc:Choice>
              <mc:Fallback>
                <p:oleObj name="公式" r:id="rId1" imgW="26289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2103438"/>
                        <a:ext cx="608647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-755650" y="3244850"/>
            <a:ext cx="468471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系统的算子表达式为：</a:t>
            </a:r>
            <a:endParaRPr lang="zh-CN" altLang="en-US" sz="24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2036" name="Object 3"/>
          <p:cNvGraphicFramePr>
            <a:graphicFrameLocks noChangeAspect="1"/>
          </p:cNvGraphicFramePr>
          <p:nvPr/>
        </p:nvGraphicFramePr>
        <p:xfrm>
          <a:off x="3186113" y="3244850"/>
          <a:ext cx="59578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04" name="公式" r:id="rId3" imgW="2387600" imgH="228600" progId="Equation.3">
                  <p:embed/>
                </p:oleObj>
              </mc:Choice>
              <mc:Fallback>
                <p:oleObj name="公式" r:id="rId3" imgW="23876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3244850"/>
                        <a:ext cx="5957887" cy="5048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1285875" y="3794125"/>
          <a:ext cx="3481388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05" name="公式" r:id="rId5" imgW="1396365" imgH="444500" progId="Equation.3">
                  <p:embed/>
                </p:oleObj>
              </mc:Choice>
              <mc:Fallback>
                <p:oleObj name="公式" r:id="rId5" imgW="1396365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794125"/>
                        <a:ext cx="3481388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4962525" y="3910013"/>
          <a:ext cx="31337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06" name="公式" r:id="rId7" imgW="1257300" imgH="419100" progId="Equation.3">
                  <p:embed/>
                </p:oleObj>
              </mc:Choice>
              <mc:Fallback>
                <p:oleObj name="公式" r:id="rId7" imgW="12573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525" y="3910013"/>
                        <a:ext cx="313372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2173288" y="4702175"/>
          <a:ext cx="389413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07" name="公式" r:id="rId9" imgW="1562100" imgH="419100" progId="Equation.3">
                  <p:embed/>
                </p:oleObj>
              </mc:Choice>
              <mc:Fallback>
                <p:oleObj name="公式" r:id="rId9" imgW="15621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4702175"/>
                        <a:ext cx="3894137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0" name="Object 7"/>
          <p:cNvGraphicFramePr>
            <a:graphicFrameLocks noChangeAspect="1"/>
          </p:cNvGraphicFramePr>
          <p:nvPr/>
        </p:nvGraphicFramePr>
        <p:xfrm>
          <a:off x="2152650" y="6219825"/>
          <a:ext cx="39370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08" name="公式" r:id="rId11" imgW="1409700" imgH="228600" progId="Equation.3">
                  <p:embed/>
                </p:oleObj>
              </mc:Choice>
              <mc:Fallback>
                <p:oleObj name="公式" r:id="rId11" imgW="14097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6219825"/>
                        <a:ext cx="3937000" cy="638175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2041" name="AutoShape 9"/>
          <p:cNvSpPr>
            <a:spLocks noChangeArrowheads="1"/>
          </p:cNvSpPr>
          <p:nvPr/>
        </p:nvSpPr>
        <p:spPr bwMode="auto">
          <a:xfrm>
            <a:off x="4972050" y="5775325"/>
            <a:ext cx="287338" cy="431800"/>
          </a:xfrm>
          <a:prstGeom prst="downArrow">
            <a:avLst>
              <a:gd name="adj1" fmla="val 50000"/>
              <a:gd name="adj2" fmla="val 37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900113" y="0"/>
            <a:ext cx="7345362" cy="752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 anchor="b"/>
          <a:lstStyle/>
          <a:p>
            <a:pPr algn="ctr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总结</a:t>
            </a:r>
            <a:r>
              <a:rPr lang="en-US" altLang="zh-CN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4—</a:t>
            </a:r>
            <a:r>
              <a:rPr lang="zh-CN" altLang="en-US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单位冲激响应的求解</a:t>
            </a:r>
            <a:endParaRPr lang="zh-CN" altLang="en-US" sz="3800" dirty="0">
              <a:solidFill>
                <a:srgbClr val="0000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FA3E609-5B44-4DA5-8ADF-38DEDFBD49A0}" type="datetime1">
              <a:rPr lang="zh-CN" altLang="en-US"/>
            </a:fld>
            <a:endParaRPr lang="en-US" altLang="zh-CN"/>
          </a:p>
        </p:txBody>
      </p:sp>
      <p:graphicFrame>
        <p:nvGraphicFramePr>
          <p:cNvPr id="138252" name="Object 4"/>
          <p:cNvGraphicFramePr>
            <a:graphicFrameLocks noChangeAspect="1"/>
          </p:cNvGraphicFramePr>
          <p:nvPr/>
        </p:nvGraphicFramePr>
        <p:xfrm>
          <a:off x="180975" y="1111250"/>
          <a:ext cx="85153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09" name="公式" r:id="rId13" imgW="3759200" imgH="419100" progId="Equation.3">
                  <p:embed/>
                </p:oleObj>
              </mc:Choice>
              <mc:Fallback>
                <p:oleObj name="公式" r:id="rId13" imgW="37592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" y="1111250"/>
                        <a:ext cx="85153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1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266" name="Object 4"/>
          <p:cNvGraphicFramePr>
            <a:graphicFrameLocks noChangeAspect="1"/>
          </p:cNvGraphicFramePr>
          <p:nvPr/>
        </p:nvGraphicFramePr>
        <p:xfrm>
          <a:off x="395288" y="765175"/>
          <a:ext cx="6557962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73" name="公式" r:id="rId1" imgW="2628900" imgH="419100" progId="Equation.3">
                  <p:embed/>
                </p:oleObj>
              </mc:Choice>
              <mc:Fallback>
                <p:oleObj name="公式" r:id="rId1" imgW="26289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765175"/>
                        <a:ext cx="6557962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67" name="Text Box 3"/>
          <p:cNvSpPr txBox="1">
            <a:spLocks noChangeArrowheads="1"/>
          </p:cNvSpPr>
          <p:nvPr/>
        </p:nvSpPr>
        <p:spPr bwMode="auto">
          <a:xfrm>
            <a:off x="1042988" y="1700213"/>
            <a:ext cx="1296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因为：</a:t>
            </a:r>
            <a:endParaRPr lang="zh-CN" altLang="en-US" sz="28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5108" name="Object 3"/>
          <p:cNvGraphicFramePr>
            <a:graphicFrameLocks noChangeAspect="1"/>
          </p:cNvGraphicFramePr>
          <p:nvPr/>
        </p:nvGraphicFramePr>
        <p:xfrm>
          <a:off x="1187450" y="3068638"/>
          <a:ext cx="9810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74" name="公式" r:id="rId3" imgW="393700" imgH="203200" progId="Equation.3">
                  <p:embed/>
                </p:oleObj>
              </mc:Choice>
              <mc:Fallback>
                <p:oleObj name="公式" r:id="rId3" imgW="3937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068638"/>
                        <a:ext cx="9810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09" name="Text Box 3"/>
          <p:cNvSpPr txBox="1">
            <a:spLocks noChangeArrowheads="1"/>
          </p:cNvSpPr>
          <p:nvPr/>
        </p:nvSpPr>
        <p:spPr bwMode="auto">
          <a:xfrm>
            <a:off x="250825" y="2492375"/>
            <a:ext cx="2735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所以解的形式为：</a:t>
            </a:r>
            <a:endParaRPr lang="zh-CN" altLang="en-US" sz="28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5110" name="Object 6"/>
          <p:cNvGraphicFramePr>
            <a:graphicFrameLocks noChangeAspect="1"/>
          </p:cNvGraphicFramePr>
          <p:nvPr/>
        </p:nvGraphicFramePr>
        <p:xfrm>
          <a:off x="2555875" y="1700213"/>
          <a:ext cx="228123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75" name="公式" r:id="rId5" imgW="914400" imgH="381000" progId="Equation.3">
                  <p:embed/>
                </p:oleObj>
              </mc:Choice>
              <mc:Fallback>
                <p:oleObj name="公式" r:id="rId5" imgW="914400" imgH="38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700213"/>
                        <a:ext cx="2281238" cy="8413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1" name="Object 5"/>
          <p:cNvGraphicFramePr>
            <a:graphicFrameLocks noChangeAspect="1"/>
          </p:cNvGraphicFramePr>
          <p:nvPr/>
        </p:nvGraphicFramePr>
        <p:xfrm>
          <a:off x="2124075" y="3860800"/>
          <a:ext cx="55768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76" name="公式" r:id="rId7" imgW="2235200" imgH="228600" progId="Equation.3">
                  <p:embed/>
                </p:oleObj>
              </mc:Choice>
              <mc:Fallback>
                <p:oleObj name="公式" r:id="rId7" imgW="22352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860800"/>
                        <a:ext cx="5576888" cy="5048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 bwMode="auto">
          <a:xfrm>
            <a:off x="611188" y="4508500"/>
            <a:ext cx="8018462" cy="479425"/>
            <a:chOff x="119" y="3385"/>
            <a:chExt cx="5051" cy="302"/>
          </a:xfrm>
        </p:grpSpPr>
        <p:graphicFrame>
          <p:nvGraphicFramePr>
            <p:cNvPr id="139279" name="Object 12"/>
            <p:cNvGraphicFramePr>
              <a:graphicFrameLocks noChangeAspect="1"/>
            </p:cNvGraphicFramePr>
            <p:nvPr/>
          </p:nvGraphicFramePr>
          <p:xfrm>
            <a:off x="119" y="3430"/>
            <a:ext cx="1117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077" name="公式" r:id="rId9" imgW="837565" imgH="215900" progId="Equation.3">
                    <p:embed/>
                  </p:oleObj>
                </mc:Choice>
                <mc:Fallback>
                  <p:oleObj name="公式" r:id="rId9" imgW="837565" imgH="215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" y="3430"/>
                          <a:ext cx="1117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9280" name="Text Box 8"/>
            <p:cNvSpPr txBox="1">
              <a:spLocks noChangeArrowheads="1"/>
            </p:cNvSpPr>
            <p:nvPr/>
          </p:nvSpPr>
          <p:spPr bwMode="auto">
            <a:xfrm>
              <a:off x="1247" y="3385"/>
              <a:ext cx="39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楷体_GB2312" pitchFamily="49" charset="-122"/>
                  <a:ea typeface="楷体_GB2312" pitchFamily="49" charset="-122"/>
                </a:rPr>
                <a:t>代入输入输出方程，利用系数平衡法解得：</a:t>
              </a:r>
              <a:endParaRPr lang="zh-CN" altLang="en-US" sz="280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aphicFrame>
        <p:nvGraphicFramePr>
          <p:cNvPr id="175115" name="Object 6"/>
          <p:cNvGraphicFramePr>
            <a:graphicFrameLocks noChangeAspect="1"/>
          </p:cNvGraphicFramePr>
          <p:nvPr/>
        </p:nvGraphicFramePr>
        <p:xfrm>
          <a:off x="755650" y="5084763"/>
          <a:ext cx="30956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78" name="公式" r:id="rId11" imgW="1091565" imgH="215900" progId="Equation.3">
                  <p:embed/>
                </p:oleObj>
              </mc:Choice>
              <mc:Fallback>
                <p:oleObj name="公式" r:id="rId11" imgW="1091565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084763"/>
                        <a:ext cx="3095625" cy="5397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6" name="Object 7"/>
          <p:cNvGraphicFramePr>
            <a:graphicFrameLocks noChangeAspect="1"/>
          </p:cNvGraphicFramePr>
          <p:nvPr/>
        </p:nvGraphicFramePr>
        <p:xfrm>
          <a:off x="1835150" y="5949950"/>
          <a:ext cx="527685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79" name="公式" r:id="rId13" imgW="1676400" imgH="228600" progId="Equation.3">
                  <p:embed/>
                </p:oleObj>
              </mc:Choice>
              <mc:Fallback>
                <p:oleObj name="公式" r:id="rId13" imgW="16764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949950"/>
                        <a:ext cx="5276850" cy="636588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7" name="Object 8"/>
          <p:cNvGraphicFramePr>
            <a:graphicFrameLocks noChangeAspect="1"/>
          </p:cNvGraphicFramePr>
          <p:nvPr/>
        </p:nvGraphicFramePr>
        <p:xfrm>
          <a:off x="2268538" y="3068638"/>
          <a:ext cx="40243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80" name="公式" r:id="rId15" imgW="1612900" imgH="228600" progId="Equation.3">
                  <p:embed/>
                </p:oleObj>
              </mc:Choice>
              <mc:Fallback>
                <p:oleObj name="公式" r:id="rId15" imgW="16129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068638"/>
                        <a:ext cx="4024312" cy="5048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8" name="Object 9"/>
          <p:cNvGraphicFramePr>
            <a:graphicFrameLocks noChangeAspect="1"/>
          </p:cNvGraphicFramePr>
          <p:nvPr/>
        </p:nvGraphicFramePr>
        <p:xfrm>
          <a:off x="1042988" y="3789363"/>
          <a:ext cx="1076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81" name="公式" r:id="rId17" imgW="431800" imgH="228600" progId="Equation.3">
                  <p:embed/>
                </p:oleObj>
              </mc:Choice>
              <mc:Fallback>
                <p:oleObj name="公式" r:id="rId17" imgW="4318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789363"/>
                        <a:ext cx="10763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9" name="Rectangle 15"/>
          <p:cNvSpPr>
            <a:spLocks noChangeArrowheads="1"/>
          </p:cNvSpPr>
          <p:nvPr/>
        </p:nvSpPr>
        <p:spPr bwMode="auto">
          <a:xfrm>
            <a:off x="889000" y="57150"/>
            <a:ext cx="7345363" cy="635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 anchor="b"/>
          <a:lstStyle/>
          <a:p>
            <a:pPr algn="ctr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总结</a:t>
            </a:r>
            <a:r>
              <a:rPr lang="en-US" altLang="zh-CN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4—</a:t>
            </a:r>
            <a:r>
              <a:rPr lang="zh-CN" altLang="en-US" sz="38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单位冲激响应的求解</a:t>
            </a:r>
            <a:endParaRPr lang="zh-CN" altLang="en-US" sz="3800" dirty="0">
              <a:solidFill>
                <a:srgbClr val="0000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日期占位符 1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8C97276-AD41-4ADA-94A4-CF32BE78BFAD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5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5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5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5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9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290" name="Object 4"/>
          <p:cNvGraphicFramePr>
            <a:graphicFrameLocks noChangeAspect="1"/>
          </p:cNvGraphicFramePr>
          <p:nvPr/>
        </p:nvGraphicFramePr>
        <p:xfrm>
          <a:off x="539750" y="692150"/>
          <a:ext cx="60864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7" name="公式" r:id="rId1" imgW="2628900" imgH="419100" progId="Equation.3">
                  <p:embed/>
                </p:oleObj>
              </mc:Choice>
              <mc:Fallback>
                <p:oleObj name="公式" r:id="rId1" imgW="26289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692150"/>
                        <a:ext cx="60864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8" name="Object 2"/>
          <p:cNvGraphicFramePr>
            <a:graphicFrameLocks noChangeAspect="1"/>
          </p:cNvGraphicFramePr>
          <p:nvPr/>
        </p:nvGraphicFramePr>
        <p:xfrm>
          <a:off x="5724525" y="1557338"/>
          <a:ext cx="216058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8" name="公式" r:id="rId3" imgW="927100" imgH="241300" progId="Equation.3">
                  <p:embed/>
                </p:oleObj>
              </mc:Choice>
              <mc:Fallback>
                <p:oleObj name="公式" r:id="rId3" imgW="9271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1557338"/>
                        <a:ext cx="216058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3851275" y="3644900"/>
          <a:ext cx="28813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99" name="公式" r:id="rId5" imgW="1155700" imgH="228600" progId="Equation.3">
                  <p:embed/>
                </p:oleObj>
              </mc:Choice>
              <mc:Fallback>
                <p:oleObj name="公式" r:id="rId5" imgW="11557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644900"/>
                        <a:ext cx="28813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7" name="Object 5"/>
          <p:cNvGraphicFramePr>
            <a:graphicFrameLocks noChangeAspect="1"/>
          </p:cNvGraphicFramePr>
          <p:nvPr/>
        </p:nvGraphicFramePr>
        <p:xfrm>
          <a:off x="2257425" y="5708650"/>
          <a:ext cx="4681538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0" name="公式" r:id="rId7" imgW="1676400" imgH="228600" progId="Equation.3">
                  <p:embed/>
                </p:oleObj>
              </mc:Choice>
              <mc:Fallback>
                <p:oleObj name="公式" r:id="rId7" imgW="16764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425" y="5708650"/>
                        <a:ext cx="4681538" cy="636588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8" name="Object 6"/>
          <p:cNvGraphicFramePr>
            <a:graphicFrameLocks noChangeAspect="1"/>
          </p:cNvGraphicFramePr>
          <p:nvPr/>
        </p:nvGraphicFramePr>
        <p:xfrm>
          <a:off x="827088" y="1557338"/>
          <a:ext cx="3671887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1" name="公式" r:id="rId9" imgW="2005965" imgH="635000" progId="Equation.3">
                  <p:embed/>
                </p:oleObj>
              </mc:Choice>
              <mc:Fallback>
                <p:oleObj name="公式" r:id="rId9" imgW="2005965" imgH="635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557338"/>
                        <a:ext cx="3671887" cy="1190625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9" name="Object 7"/>
          <p:cNvGraphicFramePr>
            <a:graphicFrameLocks noChangeAspect="1"/>
          </p:cNvGraphicFramePr>
          <p:nvPr/>
        </p:nvGraphicFramePr>
        <p:xfrm>
          <a:off x="1547813" y="2924175"/>
          <a:ext cx="53467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2" name="公式" r:id="rId11" imgW="2324100" imgH="393700" progId="Equation.3">
                  <p:embed/>
                </p:oleObj>
              </mc:Choice>
              <mc:Fallback>
                <p:oleObj name="公式" r:id="rId11" imgW="23241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924175"/>
                        <a:ext cx="53467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0" name="Object 8"/>
          <p:cNvGraphicFramePr>
            <a:graphicFrameLocks noChangeAspect="1"/>
          </p:cNvGraphicFramePr>
          <p:nvPr/>
        </p:nvGraphicFramePr>
        <p:xfrm>
          <a:off x="1187450" y="4221163"/>
          <a:ext cx="64277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3" name="公式" r:id="rId13" imgW="2794000" imgH="419100" progId="Equation.3">
                  <p:embed/>
                </p:oleObj>
              </mc:Choice>
              <mc:Fallback>
                <p:oleObj name="公式" r:id="rId13" imgW="27940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221163"/>
                        <a:ext cx="64277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1" name="Object 9"/>
          <p:cNvGraphicFramePr>
            <a:graphicFrameLocks noChangeAspect="1"/>
          </p:cNvGraphicFramePr>
          <p:nvPr/>
        </p:nvGraphicFramePr>
        <p:xfrm>
          <a:off x="3563938" y="5157788"/>
          <a:ext cx="36004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4" name="公式" r:id="rId15" imgW="1562100" imgH="228600" progId="Equation.3">
                  <p:embed/>
                </p:oleObj>
              </mc:Choice>
              <mc:Fallback>
                <p:oleObj name="公式" r:id="rId15" imgW="15621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157788"/>
                        <a:ext cx="36004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62" name="Object 10"/>
          <p:cNvGraphicFramePr>
            <a:graphicFrameLocks noChangeAspect="1"/>
          </p:cNvGraphicFramePr>
          <p:nvPr/>
        </p:nvGraphicFramePr>
        <p:xfrm>
          <a:off x="5580063" y="2276475"/>
          <a:ext cx="327501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5" name="公式" r:id="rId17" imgW="1714500" imgH="241300" progId="Equation.3">
                  <p:embed/>
                </p:oleObj>
              </mc:Choice>
              <mc:Fallback>
                <p:oleObj name="公式" r:id="rId17" imgW="17145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276475"/>
                        <a:ext cx="327501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日期占位符 10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3BB1919-447B-4770-BD01-834295418573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7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7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7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7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1331913" y="1196975"/>
            <a:ext cx="5256212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卷积运算的定义及求解方法？</a:t>
            </a:r>
            <a:endParaRPr lang="zh-CN" altLang="en-US" sz="28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78180" name="Object 2"/>
          <p:cNvGraphicFramePr>
            <a:graphicFrameLocks noChangeAspect="1"/>
          </p:cNvGraphicFramePr>
          <p:nvPr/>
        </p:nvGraphicFramePr>
        <p:xfrm>
          <a:off x="1619250" y="2205038"/>
          <a:ext cx="493553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37" name="公式" r:id="rId1" imgW="2159000" imgH="330200" progId="Equation.3">
                  <p:embed/>
                </p:oleObj>
              </mc:Choice>
              <mc:Fallback>
                <p:oleObj name="公式" r:id="rId1" imgW="2159000" imgH="330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205038"/>
                        <a:ext cx="4935538" cy="7540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1" name="Rectangle 5"/>
          <p:cNvSpPr>
            <a:spLocks noChangeArrowheads="1"/>
          </p:cNvSpPr>
          <p:nvPr/>
        </p:nvSpPr>
        <p:spPr bwMode="auto">
          <a:xfrm>
            <a:off x="558800" y="3378200"/>
            <a:ext cx="8399463" cy="2395538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35921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533400" indent="-5334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解析法，直接积分法（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注意积分区间的取定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）；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图解法（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分情况，分段求得结果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）；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根据卷积性质简化卷积运算。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8182" name="Rectangle 6"/>
          <p:cNvSpPr>
            <a:spLocks noGrp="1" noChangeArrowheads="1"/>
          </p:cNvSpPr>
          <p:nvPr>
            <p:ph type="title"/>
          </p:nvPr>
        </p:nvSpPr>
        <p:spPr>
          <a:xfrm>
            <a:off x="1187450" y="188913"/>
            <a:ext cx="6934200" cy="823912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algn="ctr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kern="1200" dirty="0">
                <a:solidFill>
                  <a:srgbClr val="0000FF"/>
                </a:solidFill>
              </a:rPr>
              <a:t>总结</a:t>
            </a:r>
            <a:r>
              <a:rPr lang="en-US" altLang="zh-CN" b="1" kern="1200" dirty="0">
                <a:solidFill>
                  <a:srgbClr val="0000FF"/>
                </a:solidFill>
              </a:rPr>
              <a:t>5 --</a:t>
            </a:r>
            <a:r>
              <a:rPr lang="zh-CN" altLang="en-US" b="1" kern="1200" dirty="0">
                <a:solidFill>
                  <a:srgbClr val="0000FF"/>
                </a:solidFill>
              </a:rPr>
              <a:t>关于卷积积分</a:t>
            </a:r>
            <a:endParaRPr lang="zh-CN" altLang="en-US" b="1" kern="12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1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-127000" y="665163"/>
            <a:ext cx="6265863" cy="823912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algn="ctr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kern="1200" dirty="0">
                <a:solidFill>
                  <a:srgbClr val="0000FF"/>
                </a:solidFill>
              </a:rPr>
              <a:t>总结</a:t>
            </a:r>
            <a:r>
              <a:rPr lang="en-US" altLang="zh-CN" b="1" kern="1200" dirty="0">
                <a:solidFill>
                  <a:srgbClr val="0000FF"/>
                </a:solidFill>
              </a:rPr>
              <a:t>5 --</a:t>
            </a:r>
            <a:r>
              <a:rPr lang="zh-CN" altLang="en-US" b="1" kern="1200" dirty="0">
                <a:solidFill>
                  <a:srgbClr val="0000FF"/>
                </a:solidFill>
              </a:rPr>
              <a:t>关于卷积积分</a:t>
            </a:r>
            <a:endParaRPr lang="zh-CN" altLang="en-US" b="1" kern="1200" dirty="0">
              <a:solidFill>
                <a:srgbClr val="0000FF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CCF8CE6-5DF4-4D59-9D59-D8F7336DE0DC}" type="datetime1">
              <a:rPr lang="zh-CN" altLang="en-US"/>
            </a:fld>
            <a:endParaRPr lang="zh-CN" altLang="en-US"/>
          </a:p>
        </p:txBody>
      </p:sp>
      <p:sp>
        <p:nvSpPr>
          <p:cNvPr id="142340" name="Rectangle 3"/>
          <p:cNvSpPr>
            <a:spLocks noChangeArrowheads="1"/>
          </p:cNvSpPr>
          <p:nvPr/>
        </p:nvSpPr>
        <p:spPr bwMode="auto">
          <a:xfrm>
            <a:off x="6489700" y="792163"/>
            <a:ext cx="2382838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5000"/>
              </a:lnSpc>
              <a:spcBef>
                <a:spcPct val="40000"/>
              </a:spcBef>
            </a:pPr>
            <a:r>
              <a:rPr lang="zh-CN" altLang="en-US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卷积的性质</a:t>
            </a:r>
            <a:endParaRPr lang="zh-CN" altLang="en-US" sz="24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509588" y="1736725"/>
          <a:ext cx="7643812" cy="489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61" name="公式" r:id="rId1" imgW="4127500" imgH="2641600" progId="Equation.3">
                  <p:embed/>
                </p:oleObj>
              </mc:Choice>
              <mc:Fallback>
                <p:oleObj name="公式" r:id="rId1" imgW="4127500" imgH="2641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1736725"/>
                        <a:ext cx="7643812" cy="4892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80963" y="3810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3" name="Rectangle 3"/>
          <p:cNvSpPr>
            <a:spLocks noChangeArrowheads="1"/>
          </p:cNvSpPr>
          <p:nvPr/>
        </p:nvSpPr>
        <p:spPr bwMode="auto">
          <a:xfrm>
            <a:off x="5500688" y="673100"/>
            <a:ext cx="2382837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5000"/>
              </a:lnSpc>
              <a:spcBef>
                <a:spcPct val="40000"/>
              </a:spcBef>
            </a:pPr>
            <a:r>
              <a:rPr lang="zh-CN" altLang="en-US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卷积的性质</a:t>
            </a:r>
            <a:endParaRPr lang="zh-CN" altLang="en-US" sz="24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8182" name="Rectangle 6"/>
          <p:cNvSpPr>
            <a:spLocks noGrp="1" noChangeArrowheads="1"/>
          </p:cNvSpPr>
          <p:nvPr>
            <p:ph type="title" sz="quarter"/>
          </p:nvPr>
        </p:nvSpPr>
        <p:spPr>
          <a:xfrm>
            <a:off x="500063" y="601663"/>
            <a:ext cx="4786312" cy="571500"/>
          </a:xfr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3600"/>
              <a:t>总结</a:t>
            </a:r>
            <a:r>
              <a:rPr lang="en-US" altLang="zh-CN" sz="3600"/>
              <a:t>5 </a:t>
            </a:r>
            <a:r>
              <a:rPr lang="en-US" altLang="zh-CN" sz="3600" baseline="30000"/>
              <a:t>--</a:t>
            </a:r>
            <a:r>
              <a:rPr lang="zh-CN" altLang="en-US" sz="3600" baseline="30000"/>
              <a:t>关于卷积积分</a:t>
            </a:r>
            <a:endParaRPr lang="zh-CN" altLang="en-US" sz="3600" baseline="30000"/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500063" y="1387475"/>
          <a:ext cx="5548312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69" name="" r:id="rId1" imgW="2844800" imgH="698500" progId="Equation.3">
                  <p:embed/>
                </p:oleObj>
              </mc:Choice>
              <mc:Fallback>
                <p:oleObj name="" r:id="rId1" imgW="2844800" imgH="698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387475"/>
                        <a:ext cx="5548312" cy="1360488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2" name="Object 2"/>
          <p:cNvGraphicFramePr>
            <a:graphicFrameLocks noChangeAspect="1"/>
          </p:cNvGraphicFramePr>
          <p:nvPr/>
        </p:nvGraphicFramePr>
        <p:xfrm>
          <a:off x="758825" y="3163888"/>
          <a:ext cx="28082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0" name="" r:id="rId3" imgW="1078865" imgH="203200" progId="Equation.3">
                  <p:embed/>
                </p:oleObj>
              </mc:Choice>
              <mc:Fallback>
                <p:oleObj name="" r:id="rId3" imgW="1078865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3163888"/>
                        <a:ext cx="2808288" cy="527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5" name="Object 5"/>
          <p:cNvGraphicFramePr>
            <a:graphicFrameLocks noChangeAspect="1"/>
          </p:cNvGraphicFramePr>
          <p:nvPr/>
        </p:nvGraphicFramePr>
        <p:xfrm>
          <a:off x="4143375" y="4316413"/>
          <a:ext cx="122396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1" name="" r:id="rId5" imgW="546100" imgH="228600" progId="Equation.3">
                  <p:embed/>
                </p:oleObj>
              </mc:Choice>
              <mc:Fallback>
                <p:oleObj name="" r:id="rId5" imgW="5461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4316413"/>
                        <a:ext cx="1223963" cy="5127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6" name="Object 6"/>
          <p:cNvGraphicFramePr>
            <a:graphicFrameLocks noChangeAspect="1"/>
          </p:cNvGraphicFramePr>
          <p:nvPr/>
        </p:nvGraphicFramePr>
        <p:xfrm>
          <a:off x="1479550" y="4316413"/>
          <a:ext cx="22685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2" name="" r:id="rId7" imgW="1016000" imgH="228600" progId="Equation.3">
                  <p:embed/>
                </p:oleObj>
              </mc:Choice>
              <mc:Fallback>
                <p:oleObj name="" r:id="rId7" imgW="10160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4316413"/>
                        <a:ext cx="2268538" cy="5127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7" name="Object 7"/>
          <p:cNvGraphicFramePr>
            <a:graphicFrameLocks noChangeAspect="1"/>
          </p:cNvGraphicFramePr>
          <p:nvPr/>
        </p:nvGraphicFramePr>
        <p:xfrm>
          <a:off x="4143375" y="5324475"/>
          <a:ext cx="16573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3" name="" r:id="rId9" imgW="761365" imgH="228600" progId="Equation.3">
                  <p:embed/>
                </p:oleObj>
              </mc:Choice>
              <mc:Fallback>
                <p:oleObj name="" r:id="rId9" imgW="761365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5324475"/>
                        <a:ext cx="1657350" cy="496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8" name="Object 8"/>
          <p:cNvGraphicFramePr>
            <a:graphicFrameLocks noChangeAspect="1"/>
          </p:cNvGraphicFramePr>
          <p:nvPr/>
        </p:nvGraphicFramePr>
        <p:xfrm>
          <a:off x="1335088" y="5324475"/>
          <a:ext cx="259238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4" name="" r:id="rId11" imgW="1244600" imgH="228600" progId="Equation.3">
                  <p:embed/>
                </p:oleObj>
              </mc:Choice>
              <mc:Fallback>
                <p:oleObj name="" r:id="rId11" imgW="12446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5324475"/>
                        <a:ext cx="2592387" cy="4778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9" name="Object 9"/>
          <p:cNvGraphicFramePr>
            <a:graphicFrameLocks noChangeAspect="1"/>
          </p:cNvGraphicFramePr>
          <p:nvPr/>
        </p:nvGraphicFramePr>
        <p:xfrm>
          <a:off x="4143375" y="6116638"/>
          <a:ext cx="7207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5" name="" r:id="rId13" imgW="342900" imgH="228600" progId="Equation.3">
                  <p:embed/>
                </p:oleObj>
              </mc:Choice>
              <mc:Fallback>
                <p:oleObj name="" r:id="rId13" imgW="3429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6116638"/>
                        <a:ext cx="720725" cy="481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0" name="Object 10"/>
          <p:cNvGraphicFramePr>
            <a:graphicFrameLocks noChangeAspect="1"/>
          </p:cNvGraphicFramePr>
          <p:nvPr/>
        </p:nvGraphicFramePr>
        <p:xfrm>
          <a:off x="4646613" y="2947988"/>
          <a:ext cx="35274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6" name="" r:id="rId15" imgW="1447800" imgH="330200" progId="Equation.3">
                  <p:embed/>
                </p:oleObj>
              </mc:Choice>
              <mc:Fallback>
                <p:oleObj name="" r:id="rId15" imgW="1447800" imgH="330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2947988"/>
                        <a:ext cx="3527425" cy="806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1" name="Object 11"/>
          <p:cNvGraphicFramePr>
            <a:graphicFrameLocks noChangeAspect="1"/>
          </p:cNvGraphicFramePr>
          <p:nvPr/>
        </p:nvGraphicFramePr>
        <p:xfrm>
          <a:off x="2127250" y="6188075"/>
          <a:ext cx="16557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7" name="" r:id="rId17" imgW="825500" imgH="228600" progId="Equation.3">
                  <p:embed/>
                </p:oleObj>
              </mc:Choice>
              <mc:Fallback>
                <p:oleObj name="" r:id="rId17" imgW="8255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6188075"/>
                        <a:ext cx="1655763" cy="460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4" name="Text Box 6"/>
          <p:cNvSpPr txBox="1">
            <a:spLocks noChangeArrowheads="1"/>
          </p:cNvSpPr>
          <p:nvPr/>
        </p:nvSpPr>
        <p:spPr bwMode="auto">
          <a:xfrm>
            <a:off x="36513" y="-93663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3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3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692275" y="188913"/>
            <a:ext cx="5759450" cy="752475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algn="ctr">
              <a:lnSpc>
                <a:spcPct val="85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kern="1200" dirty="0">
                <a:solidFill>
                  <a:srgbClr val="0000FF"/>
                </a:solidFill>
              </a:rPr>
              <a:t>总结</a:t>
            </a:r>
            <a:r>
              <a:rPr lang="en-US" altLang="zh-CN" b="1" kern="1200" dirty="0">
                <a:solidFill>
                  <a:srgbClr val="0000FF"/>
                </a:solidFill>
              </a:rPr>
              <a:t>5—</a:t>
            </a:r>
            <a:r>
              <a:rPr lang="zh-CN" altLang="en-US" b="1" kern="1200" dirty="0">
                <a:solidFill>
                  <a:srgbClr val="0000FF"/>
                </a:solidFill>
              </a:rPr>
              <a:t>卷积积分</a:t>
            </a:r>
            <a:endParaRPr lang="zh-CN" altLang="en-US" b="1" kern="1200" dirty="0">
              <a:solidFill>
                <a:srgbClr val="0000FF"/>
              </a:solidFill>
            </a:endParaRPr>
          </a:p>
        </p:txBody>
      </p:sp>
      <p:graphicFrame>
        <p:nvGraphicFramePr>
          <p:cNvPr id="144387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684213" y="1341438"/>
          <a:ext cx="8280400" cy="442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9" name="Image" r:id="rId1" imgW="3249295" imgH="1737360" progId="">
                  <p:embed/>
                </p:oleObj>
              </mc:Choice>
              <mc:Fallback>
                <p:oleObj name="Image" r:id="rId1" imgW="3249295" imgH="173736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341438"/>
                        <a:ext cx="8280400" cy="442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9DAD146-B8B3-4651-86A5-926428949935}" type="datetime1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692150"/>
            <a:ext cx="5524500" cy="752475"/>
          </a:xfr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4000" b="1" dirty="0">
                <a:solidFill>
                  <a:srgbClr val="0000FF"/>
                </a:solidFill>
              </a:rPr>
              <a:t>总结</a:t>
            </a:r>
            <a:r>
              <a:rPr lang="en-US" altLang="zh-CN" sz="4000" b="1" baseline="30000" dirty="0">
                <a:solidFill>
                  <a:srgbClr val="0000FF"/>
                </a:solidFill>
              </a:rPr>
              <a:t>6—</a:t>
            </a:r>
            <a:r>
              <a:rPr lang="zh-CN" altLang="en-US" sz="4000" b="1" baseline="30000" dirty="0">
                <a:solidFill>
                  <a:srgbClr val="0000FF"/>
                </a:solidFill>
              </a:rPr>
              <a:t>全响应求解过程</a:t>
            </a: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187450" y="1628775"/>
            <a:ext cx="6165850" cy="5072063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/>
              <a:t>1</a:t>
            </a:r>
            <a:r>
              <a:rPr lang="zh-CN" altLang="en-US" sz="2400"/>
              <a:t>、根据系统建立微分方程</a:t>
            </a:r>
            <a:endParaRPr lang="zh-CN" altLang="en-US" sz="2400"/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/>
              <a:t>2</a:t>
            </a:r>
            <a:r>
              <a:rPr lang="zh-CN" altLang="en-US" sz="2400"/>
              <a:t>、根据微分方程求算子方程</a:t>
            </a:r>
            <a:endParaRPr lang="zh-CN" altLang="en-US" sz="2400"/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/>
              <a:t>3</a:t>
            </a:r>
            <a:r>
              <a:rPr lang="zh-CN" altLang="en-US" sz="2400"/>
              <a:t>、令算子方程的左边等于</a:t>
            </a:r>
            <a:r>
              <a:rPr lang="en-US" altLang="zh-CN" sz="2400"/>
              <a:t>0</a:t>
            </a:r>
            <a:r>
              <a:rPr lang="zh-CN" altLang="en-US" sz="2400"/>
              <a:t>，得到特征方程，求特征方程的根</a:t>
            </a:r>
            <a:endParaRPr lang="zh-CN" altLang="en-US" sz="2400"/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/>
              <a:t>4</a:t>
            </a:r>
            <a:r>
              <a:rPr lang="zh-CN" altLang="en-US" sz="2400"/>
              <a:t>、由特征根求系统零输入响应</a:t>
            </a:r>
            <a:endParaRPr lang="zh-CN" altLang="en-US" sz="2400"/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/>
              <a:t>5</a:t>
            </a:r>
            <a:r>
              <a:rPr lang="zh-CN" altLang="en-US" sz="2400"/>
              <a:t>、由算子方程求解冲激响应</a:t>
            </a:r>
            <a:endParaRPr lang="en-US" altLang="zh-CN" sz="2400"/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/>
              <a:t>6</a:t>
            </a:r>
            <a:r>
              <a:rPr lang="zh-CN" altLang="en-US" sz="2400"/>
              <a:t>、求系统零状态响应</a:t>
            </a:r>
            <a:endParaRPr lang="zh-CN" altLang="en-US" sz="2400"/>
          </a:p>
          <a:p>
            <a:pPr>
              <a:lnSpc>
                <a:spcPct val="150000"/>
              </a:lnSpc>
              <a:spcBef>
                <a:spcPct val="20000"/>
              </a:spcBef>
              <a:buFont typeface="Monotype Sorts" pitchFamily="2" charset="2"/>
              <a:buChar char=" "/>
            </a:pPr>
            <a:r>
              <a:rPr lang="en-US" altLang="zh-CN" sz="2400"/>
              <a:t>7</a:t>
            </a:r>
            <a:r>
              <a:rPr lang="zh-CN" altLang="en-US" sz="2400"/>
              <a:t>、全响应的求解</a:t>
            </a:r>
            <a:r>
              <a:rPr lang="en-US" altLang="zh-CN" sz="2400"/>
              <a:t>=</a:t>
            </a:r>
            <a:r>
              <a:rPr lang="zh-CN" altLang="en-US" sz="2400"/>
              <a:t>零输入</a:t>
            </a:r>
            <a:r>
              <a:rPr lang="en-US" altLang="zh-CN" sz="2400"/>
              <a:t>+</a:t>
            </a:r>
            <a:r>
              <a:rPr lang="zh-CN" altLang="en-US" sz="2400"/>
              <a:t>零状态</a:t>
            </a:r>
            <a:endParaRPr lang="zh-CN" altLang="en-US" sz="2400"/>
          </a:p>
        </p:txBody>
      </p:sp>
      <p:sp>
        <p:nvSpPr>
          <p:cNvPr id="145412" name="Text Box 6"/>
          <p:cNvSpPr txBox="1">
            <a:spLocks noChangeArrowheads="1"/>
          </p:cNvSpPr>
          <p:nvPr/>
        </p:nvSpPr>
        <p:spPr bwMode="auto">
          <a:xfrm>
            <a:off x="0" y="-23813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ChangeArrowheads="1"/>
          </p:cNvSpPr>
          <p:nvPr/>
        </p:nvSpPr>
        <p:spPr bwMode="auto">
          <a:xfrm>
            <a:off x="755650" y="2205038"/>
            <a:ext cx="27368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sz="200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:1</a:t>
            </a: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）求零输入响应</a:t>
            </a:r>
            <a:endParaRPr lang="zh-CN" altLang="en-US" sz="2000">
              <a:solidFill>
                <a:srgbClr val="0066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323" name="Rectangle 3"/>
          <p:cNvSpPr>
            <a:spLocks noChangeArrowheads="1"/>
          </p:cNvSpPr>
          <p:nvPr/>
        </p:nvSpPr>
        <p:spPr bwMode="auto">
          <a:xfrm>
            <a:off x="1127125" y="2674938"/>
            <a:ext cx="200501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特征方程为</a:t>
            </a:r>
            <a:r>
              <a:rPr lang="en-US" altLang="zh-CN" sz="2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0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4324" name="Object 4"/>
          <p:cNvGraphicFramePr>
            <a:graphicFrameLocks noChangeAspect="1"/>
          </p:cNvGraphicFramePr>
          <p:nvPr/>
        </p:nvGraphicFramePr>
        <p:xfrm>
          <a:off x="1169988" y="3402013"/>
          <a:ext cx="2306637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02" name="" r:id="rId1" imgW="1231265" imgH="698500" progId="Equation.3">
                  <p:embed/>
                </p:oleObj>
              </mc:Choice>
              <mc:Fallback>
                <p:oleObj name="" r:id="rId1" imgW="1231265" imgH="698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988" y="3402013"/>
                        <a:ext cx="2306637" cy="13081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5" name="Object 5"/>
          <p:cNvGraphicFramePr>
            <a:graphicFrameLocks noChangeAspect="1"/>
          </p:cNvGraphicFramePr>
          <p:nvPr/>
        </p:nvGraphicFramePr>
        <p:xfrm>
          <a:off x="4283075" y="3213100"/>
          <a:ext cx="4406900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03" name="" r:id="rId3" imgW="1943100" imgH="711200" progId="Equation.3">
                  <p:embed/>
                </p:oleObj>
              </mc:Choice>
              <mc:Fallback>
                <p:oleObj name="" r:id="rId3" imgW="19431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075" y="3213100"/>
                        <a:ext cx="4406900" cy="13763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6" name="Rectangle 6"/>
          <p:cNvSpPr>
            <a:spLocks noChangeArrowheads="1"/>
          </p:cNvSpPr>
          <p:nvPr/>
        </p:nvSpPr>
        <p:spPr bwMode="auto">
          <a:xfrm>
            <a:off x="4500563" y="2636838"/>
            <a:ext cx="34575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则系统的零输入响应形式为</a:t>
            </a:r>
            <a:r>
              <a:rPr lang="en-US" altLang="zh-CN" sz="2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0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327" name="Rectangle 7"/>
          <p:cNvSpPr>
            <a:spLocks noChangeArrowheads="1"/>
          </p:cNvSpPr>
          <p:nvPr/>
        </p:nvSpPr>
        <p:spPr bwMode="auto">
          <a:xfrm>
            <a:off x="827088" y="4868863"/>
            <a:ext cx="345598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则系统的零输入响应为</a:t>
            </a:r>
            <a:r>
              <a:rPr lang="en-US" altLang="zh-CN" sz="24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4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4328" name="Object 8"/>
          <p:cNvGraphicFramePr>
            <a:graphicFrameLocks noChangeAspect="1"/>
          </p:cNvGraphicFramePr>
          <p:nvPr/>
        </p:nvGraphicFramePr>
        <p:xfrm>
          <a:off x="889000" y="5689600"/>
          <a:ext cx="451643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04" name="" r:id="rId5" imgW="1854200" imgH="241300" progId="Equation.3">
                  <p:embed/>
                </p:oleObj>
              </mc:Choice>
              <mc:Fallback>
                <p:oleObj name="" r:id="rId5" imgW="18542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5689600"/>
                        <a:ext cx="4516438" cy="5699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9" name="Rectangle 9"/>
          <p:cNvSpPr>
            <a:spLocks noChangeArrowheads="1"/>
          </p:cNvSpPr>
          <p:nvPr/>
        </p:nvSpPr>
        <p:spPr bwMode="auto">
          <a:xfrm>
            <a:off x="5722938" y="5110163"/>
            <a:ext cx="216058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系统自然频率为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330" name="Rectangle 10"/>
          <p:cNvSpPr>
            <a:spLocks noChangeArrowheads="1"/>
          </p:cNvSpPr>
          <p:nvPr/>
        </p:nvSpPr>
        <p:spPr bwMode="auto">
          <a:xfrm>
            <a:off x="6191250" y="5684838"/>
            <a:ext cx="12255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-3,-2</a:t>
            </a:r>
            <a:endParaRPr lang="en-US" altLang="zh-CN" sz="24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6443" name="Object 11"/>
          <p:cNvGraphicFramePr>
            <a:graphicFrameLocks noChangeAspect="1"/>
          </p:cNvGraphicFramePr>
          <p:nvPr/>
        </p:nvGraphicFramePr>
        <p:xfrm>
          <a:off x="957263" y="717550"/>
          <a:ext cx="7877175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05" name="" r:id="rId7" imgW="4978400" imgH="876300" progId="Equation.3">
                  <p:embed/>
                </p:oleObj>
              </mc:Choice>
              <mc:Fallback>
                <p:oleObj name="" r:id="rId7" imgW="4978400" imgH="876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3" y="717550"/>
                        <a:ext cx="7877175" cy="13430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4" name="Text Box 6"/>
          <p:cNvSpPr txBox="1">
            <a:spLocks noChangeArrowheads="1"/>
          </p:cNvSpPr>
          <p:nvPr/>
        </p:nvSpPr>
        <p:spPr bwMode="auto">
          <a:xfrm>
            <a:off x="0" y="-109538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8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/>
      <p:bldP spid="184323" grpId="0"/>
      <p:bldP spid="184326" grpId="0"/>
      <p:bldP spid="184327" grpId="0"/>
      <p:bldP spid="184329" grpId="0"/>
      <p:bldP spid="184330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722313" y="1743075"/>
            <a:ext cx="2160587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系统算子方程为</a:t>
            </a:r>
            <a:r>
              <a:rPr lang="en-US" altLang="zh-CN" sz="200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000">
              <a:solidFill>
                <a:srgbClr val="0066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5348" name="Rectangle 4"/>
          <p:cNvSpPr>
            <a:spLocks noChangeArrowheads="1"/>
          </p:cNvSpPr>
          <p:nvPr/>
        </p:nvSpPr>
        <p:spPr bwMode="auto">
          <a:xfrm>
            <a:off x="896938" y="2579688"/>
            <a:ext cx="16573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冲激响应为</a:t>
            </a:r>
            <a:r>
              <a:rPr lang="en-US" altLang="zh-CN" sz="2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0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5349" name="Rectangle 5"/>
          <p:cNvSpPr>
            <a:spLocks noChangeArrowheads="1"/>
          </p:cNvSpPr>
          <p:nvPr/>
        </p:nvSpPr>
        <p:spPr bwMode="auto">
          <a:xfrm>
            <a:off x="896938" y="4286250"/>
            <a:ext cx="345598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则系统的零状态响应为</a:t>
            </a:r>
            <a:r>
              <a:rPr lang="en-US" altLang="zh-CN" sz="24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4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7461" name="Rectangle 6"/>
          <p:cNvSpPr>
            <a:spLocks noChangeArrowheads="1"/>
          </p:cNvSpPr>
          <p:nvPr/>
        </p:nvSpPr>
        <p:spPr bwMode="auto">
          <a:xfrm>
            <a:off x="777875" y="1108075"/>
            <a:ext cx="223361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）求零状态响应</a:t>
            </a:r>
            <a:endParaRPr lang="zh-CN" altLang="en-US" sz="2000">
              <a:solidFill>
                <a:srgbClr val="0066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5351" name="Object 7"/>
          <p:cNvGraphicFramePr>
            <a:graphicFrameLocks noChangeAspect="1"/>
          </p:cNvGraphicFramePr>
          <p:nvPr/>
        </p:nvGraphicFramePr>
        <p:xfrm>
          <a:off x="3035300" y="1517650"/>
          <a:ext cx="55784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72" name="" r:id="rId1" imgW="3175000" imgH="431800" progId="Equation.3">
                  <p:embed/>
                </p:oleObj>
              </mc:Choice>
              <mc:Fallback>
                <p:oleObj name="" r:id="rId1" imgW="31750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1517650"/>
                        <a:ext cx="5578475" cy="7588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2" name="Object 8"/>
          <p:cNvGraphicFramePr>
            <a:graphicFrameLocks noChangeAspect="1"/>
          </p:cNvGraphicFramePr>
          <p:nvPr/>
        </p:nvGraphicFramePr>
        <p:xfrm>
          <a:off x="1212850" y="3389313"/>
          <a:ext cx="22510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73" name="" r:id="rId3" imgW="927100" imgH="228600" progId="Equation.3">
                  <p:embed/>
                </p:oleObj>
              </mc:Choice>
              <mc:Fallback>
                <p:oleObj name="" r:id="rId3" imgW="9271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3389313"/>
                        <a:ext cx="2251075" cy="5556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4" name="Rectangle 10"/>
          <p:cNvSpPr>
            <a:spLocks noChangeArrowheads="1"/>
          </p:cNvSpPr>
          <p:nvPr/>
        </p:nvSpPr>
        <p:spPr bwMode="auto">
          <a:xfrm>
            <a:off x="903288" y="5588000"/>
            <a:ext cx="288131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则系统的全响应为</a:t>
            </a:r>
            <a:r>
              <a:rPr lang="en-US" altLang="zh-CN" sz="24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sz="24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7465" name="Rectangle 17"/>
          <p:cNvSpPr>
            <a:spLocks noChangeArrowheads="1"/>
          </p:cNvSpPr>
          <p:nvPr/>
        </p:nvSpPr>
        <p:spPr bwMode="auto">
          <a:xfrm>
            <a:off x="722313" y="654050"/>
            <a:ext cx="1728787" cy="40481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零输入响应：</a:t>
            </a:r>
            <a:endParaRPr lang="zh-CN" altLang="en-US" sz="2000">
              <a:solidFill>
                <a:srgbClr val="0066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2857500" y="604838"/>
          <a:ext cx="38004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74" name="" r:id="rId5" imgW="1854200" imgH="241300" progId="Equation.3">
                  <p:embed/>
                </p:oleObj>
              </mc:Choice>
              <mc:Fallback>
                <p:oleObj name="" r:id="rId5" imgW="18542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604838"/>
                        <a:ext cx="3800475" cy="4794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6"/>
          <p:cNvGraphicFramePr>
            <a:graphicFrameLocks noChangeAspect="1"/>
          </p:cNvGraphicFramePr>
          <p:nvPr/>
        </p:nvGraphicFramePr>
        <p:xfrm>
          <a:off x="1212850" y="4908550"/>
          <a:ext cx="52689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75" name="" r:id="rId7" imgW="2222500" imgH="241300" progId="Equation.3">
                  <p:embed/>
                </p:oleObj>
              </mc:Choice>
              <mc:Fallback>
                <p:oleObj name="" r:id="rId7" imgW="2222500" imgH="2413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4908550"/>
                        <a:ext cx="52689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1"/>
          <p:cNvGraphicFramePr>
            <a:graphicFrameLocks noChangeAspect="1"/>
          </p:cNvGraphicFramePr>
          <p:nvPr/>
        </p:nvGraphicFramePr>
        <p:xfrm>
          <a:off x="1301750" y="6202363"/>
          <a:ext cx="59007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76" name="" r:id="rId9" imgW="5902325" imgH="541020" progId="Equation.3">
                  <p:embed/>
                </p:oleObj>
              </mc:Choice>
              <mc:Fallback>
                <p:oleObj name="" r:id="rId9" imgW="5902325" imgH="54102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6202363"/>
                        <a:ext cx="5900738" cy="539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7"/>
          <p:cNvGraphicFramePr>
            <a:graphicFrameLocks noChangeAspect="1"/>
          </p:cNvGraphicFramePr>
          <p:nvPr/>
        </p:nvGraphicFramePr>
        <p:xfrm>
          <a:off x="2882900" y="2474913"/>
          <a:ext cx="39957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77" name="" r:id="rId11" imgW="1663700" imgH="241300" progId="Equation.3">
                  <p:embed/>
                </p:oleObj>
              </mc:Choice>
              <mc:Fallback>
                <p:oleObj name="" r:id="rId11" imgW="16637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900" y="2474913"/>
                        <a:ext cx="39957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70" name="Text Box 6"/>
          <p:cNvSpPr txBox="1">
            <a:spLocks noChangeArrowheads="1"/>
          </p:cNvSpPr>
          <p:nvPr/>
        </p:nvSpPr>
        <p:spPr bwMode="auto">
          <a:xfrm>
            <a:off x="0" y="-61913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/>
      <p:bldP spid="185348" grpId="0"/>
      <p:bldP spid="185349" grpId="0"/>
      <p:bldP spid="185354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ChangeArrowheads="1"/>
          </p:cNvSpPr>
          <p:nvPr/>
        </p:nvSpPr>
        <p:spPr bwMode="auto">
          <a:xfrm>
            <a:off x="755650" y="2205038"/>
            <a:ext cx="27368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000">
                <a:solidFill>
                  <a:srgbClr val="006600"/>
                </a:solidFill>
                <a:latin typeface="宋体" panose="02010600030101010101" pitchFamily="2" charset="-122"/>
              </a:rPr>
              <a:t>:1</a:t>
            </a: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</a:rPr>
              <a:t>）求零输入响应</a:t>
            </a:r>
            <a:endParaRPr lang="zh-CN" altLang="en-US" sz="200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184323" name="Rectangle 3"/>
          <p:cNvSpPr>
            <a:spLocks noChangeArrowheads="1"/>
          </p:cNvSpPr>
          <p:nvPr/>
        </p:nvSpPr>
        <p:spPr bwMode="auto">
          <a:xfrm>
            <a:off x="1187450" y="2852738"/>
            <a:ext cx="15843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3300"/>
                </a:solidFill>
                <a:latin typeface="宋体" panose="02010600030101010101" pitchFamily="2" charset="-122"/>
              </a:rPr>
              <a:t>特征方程为</a:t>
            </a:r>
            <a:r>
              <a:rPr lang="en-US" altLang="zh-CN" sz="20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0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4324" name="Object 2"/>
          <p:cNvGraphicFramePr>
            <a:graphicFrameLocks noChangeAspect="1"/>
          </p:cNvGraphicFramePr>
          <p:nvPr/>
        </p:nvGraphicFramePr>
        <p:xfrm>
          <a:off x="1476375" y="3357563"/>
          <a:ext cx="1949450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50" name="公式" r:id="rId1" imgW="1041400" imgH="685800" progId="Equation.3">
                  <p:embed/>
                </p:oleObj>
              </mc:Choice>
              <mc:Fallback>
                <p:oleObj name="公式" r:id="rId1" imgW="1041400" imgH="685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357563"/>
                        <a:ext cx="1949450" cy="12842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5" name="Object 3"/>
          <p:cNvGraphicFramePr>
            <a:graphicFrameLocks noChangeAspect="1"/>
          </p:cNvGraphicFramePr>
          <p:nvPr/>
        </p:nvGraphicFramePr>
        <p:xfrm>
          <a:off x="4602163" y="3194050"/>
          <a:ext cx="3543300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51" name="公式" r:id="rId3" imgW="1562100" imgH="698500" progId="Equation.3">
                  <p:embed/>
                </p:oleObj>
              </mc:Choice>
              <mc:Fallback>
                <p:oleObj name="公式" r:id="rId3" imgW="1562100" imgH="698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3194050"/>
                        <a:ext cx="3543300" cy="13509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6" name="Rectangle 6"/>
          <p:cNvSpPr>
            <a:spLocks noChangeArrowheads="1"/>
          </p:cNvSpPr>
          <p:nvPr/>
        </p:nvSpPr>
        <p:spPr bwMode="auto">
          <a:xfrm>
            <a:off x="4500563" y="2636838"/>
            <a:ext cx="34575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3300"/>
                </a:solidFill>
                <a:latin typeface="宋体" panose="02010600030101010101" pitchFamily="2" charset="-122"/>
              </a:rPr>
              <a:t>则系统的零输入响应形式为</a:t>
            </a:r>
            <a:r>
              <a:rPr lang="en-US" altLang="zh-CN" sz="20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0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84327" name="Rectangle 7"/>
          <p:cNvSpPr>
            <a:spLocks noChangeArrowheads="1"/>
          </p:cNvSpPr>
          <p:nvPr/>
        </p:nvSpPr>
        <p:spPr bwMode="auto">
          <a:xfrm>
            <a:off x="827088" y="4868863"/>
            <a:ext cx="459581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则系统的零输入响应为</a:t>
            </a: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4328" name="Object 4"/>
          <p:cNvGraphicFramePr>
            <a:graphicFrameLocks noChangeAspect="1"/>
          </p:cNvGraphicFramePr>
          <p:nvPr/>
        </p:nvGraphicFramePr>
        <p:xfrm>
          <a:off x="900113" y="5661025"/>
          <a:ext cx="36195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52" name="公式" r:id="rId5" imgW="1485900" imgH="241300" progId="Equation.3">
                  <p:embed/>
                </p:oleObj>
              </mc:Choice>
              <mc:Fallback>
                <p:oleObj name="公式" r:id="rId5" imgW="14859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661025"/>
                        <a:ext cx="3619500" cy="5699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9" name="Rectangle 9"/>
          <p:cNvSpPr>
            <a:spLocks noChangeArrowheads="1"/>
          </p:cNvSpPr>
          <p:nvPr/>
        </p:nvSpPr>
        <p:spPr bwMode="auto">
          <a:xfrm>
            <a:off x="5076825" y="5373688"/>
            <a:ext cx="216058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latin typeface="宋体" panose="02010600030101010101" pitchFamily="2" charset="-122"/>
              </a:rPr>
              <a:t>系统自然频率为</a:t>
            </a:r>
            <a:r>
              <a:rPr lang="en-US" altLang="zh-CN" sz="2000">
                <a:latin typeface="宋体" panose="02010600030101010101" pitchFamily="2" charset="-122"/>
              </a:rPr>
              <a:t>:</a:t>
            </a:r>
            <a:endParaRPr lang="en-US" altLang="zh-CN" sz="2000">
              <a:latin typeface="宋体" panose="02010600030101010101" pitchFamily="2" charset="-122"/>
            </a:endParaRPr>
          </a:p>
        </p:txBody>
      </p:sp>
      <p:sp>
        <p:nvSpPr>
          <p:cNvPr id="184330" name="Rectangle 10"/>
          <p:cNvSpPr>
            <a:spLocks noChangeArrowheads="1"/>
          </p:cNvSpPr>
          <p:nvPr/>
        </p:nvSpPr>
        <p:spPr bwMode="auto">
          <a:xfrm>
            <a:off x="5867400" y="5949950"/>
            <a:ext cx="12255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-1,-2</a:t>
            </a:r>
            <a:endParaRPr lang="en-US" altLang="zh-CN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48491" name="Object 5"/>
          <p:cNvGraphicFramePr>
            <a:graphicFrameLocks noChangeAspect="1"/>
          </p:cNvGraphicFramePr>
          <p:nvPr/>
        </p:nvGraphicFramePr>
        <p:xfrm>
          <a:off x="404813" y="122238"/>
          <a:ext cx="8559800" cy="185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53" name="公式" r:id="rId7" imgW="5143500" imgH="1117600" progId="Equation.3">
                  <p:embed/>
                </p:oleObj>
              </mc:Choice>
              <mc:Fallback>
                <p:oleObj name="公式" r:id="rId7" imgW="5143500" imgH="1117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122238"/>
                        <a:ext cx="8559800" cy="185261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00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8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/>
      <p:bldP spid="184323" grpId="0"/>
      <p:bldP spid="184326" grpId="0"/>
      <p:bldP spid="184327" grpId="0"/>
      <p:bldP spid="184329" grpId="0"/>
      <p:bldP spid="184330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900113" y="1196975"/>
            <a:ext cx="2160587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</a:rPr>
              <a:t>系统算子方程为</a:t>
            </a:r>
            <a:r>
              <a:rPr lang="en-US" altLang="zh-CN" sz="2000">
                <a:solidFill>
                  <a:srgbClr val="006600"/>
                </a:solidFill>
                <a:latin typeface="宋体" panose="02010600030101010101" pitchFamily="2" charset="-122"/>
              </a:rPr>
              <a:t>:</a:t>
            </a:r>
            <a:endParaRPr lang="en-US" altLang="zh-CN" sz="200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5347" name="Object 2"/>
          <p:cNvGraphicFramePr>
            <a:graphicFrameLocks noChangeAspect="1"/>
          </p:cNvGraphicFramePr>
          <p:nvPr/>
        </p:nvGraphicFramePr>
        <p:xfrm>
          <a:off x="3492500" y="1989138"/>
          <a:ext cx="31400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66" name="公式" r:id="rId1" imgW="1384300" imgH="228600" progId="Equation.3">
                  <p:embed/>
                </p:oleObj>
              </mc:Choice>
              <mc:Fallback>
                <p:oleObj name="公式" r:id="rId1" imgW="1384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989138"/>
                        <a:ext cx="3140075" cy="44291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8" name="Rectangle 4"/>
          <p:cNvSpPr>
            <a:spLocks noChangeArrowheads="1"/>
          </p:cNvSpPr>
          <p:nvPr/>
        </p:nvSpPr>
        <p:spPr bwMode="auto">
          <a:xfrm>
            <a:off x="1258888" y="1989138"/>
            <a:ext cx="16573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3300"/>
                </a:solidFill>
                <a:latin typeface="宋体" panose="02010600030101010101" pitchFamily="2" charset="-122"/>
              </a:rPr>
              <a:t>冲激响应为</a:t>
            </a:r>
            <a:r>
              <a:rPr lang="en-US" altLang="zh-CN" sz="20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0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85349" name="Rectangle 5"/>
          <p:cNvSpPr>
            <a:spLocks noChangeArrowheads="1"/>
          </p:cNvSpPr>
          <p:nvPr/>
        </p:nvSpPr>
        <p:spPr bwMode="auto">
          <a:xfrm>
            <a:off x="390525" y="2636838"/>
            <a:ext cx="41735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则系统的零状态响应为</a:t>
            </a: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827088" y="549275"/>
            <a:ext cx="223361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66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</a:rPr>
              <a:t>）求零状态响应</a:t>
            </a:r>
            <a:endParaRPr lang="zh-CN" altLang="en-US" sz="200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5351" name="Object 3"/>
          <p:cNvGraphicFramePr>
            <a:graphicFrameLocks noChangeAspect="1"/>
          </p:cNvGraphicFramePr>
          <p:nvPr/>
        </p:nvGraphicFramePr>
        <p:xfrm>
          <a:off x="3132138" y="908050"/>
          <a:ext cx="4751387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67" name="公式" r:id="rId3" imgW="2705100" imgH="431800" progId="Equation.3">
                  <p:embed/>
                </p:oleObj>
              </mc:Choice>
              <mc:Fallback>
                <p:oleObj name="公式" r:id="rId3" imgW="27051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908050"/>
                        <a:ext cx="4751387" cy="7588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2" name="Object 4"/>
          <p:cNvGraphicFramePr>
            <a:graphicFrameLocks noChangeAspect="1"/>
          </p:cNvGraphicFramePr>
          <p:nvPr/>
        </p:nvGraphicFramePr>
        <p:xfrm>
          <a:off x="6877050" y="188913"/>
          <a:ext cx="1223963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68" name="公式" r:id="rId5" imgW="660400" imgH="203200" progId="Equation.3">
                  <p:embed/>
                </p:oleObj>
              </mc:Choice>
              <mc:Fallback>
                <p:oleObj name="公式" r:id="rId5" imgW="6604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188913"/>
                        <a:ext cx="1223963" cy="3762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3" name="Object 5"/>
          <p:cNvGraphicFramePr>
            <a:graphicFrameLocks noChangeAspect="1"/>
          </p:cNvGraphicFramePr>
          <p:nvPr/>
        </p:nvGraphicFramePr>
        <p:xfrm>
          <a:off x="577851" y="3249613"/>
          <a:ext cx="3489325" cy="364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69" name="公式" r:id="rId7" imgW="1866900" imgH="2260600" progId="Equation.3">
                  <p:embed/>
                </p:oleObj>
              </mc:Choice>
              <mc:Fallback>
                <p:oleObj name="公式" r:id="rId7" imgW="1866900" imgH="2260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1" y="3249613"/>
                        <a:ext cx="3489325" cy="36449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4" name="Rectangle 10"/>
          <p:cNvSpPr>
            <a:spLocks noChangeArrowheads="1"/>
          </p:cNvSpPr>
          <p:nvPr/>
        </p:nvSpPr>
        <p:spPr bwMode="auto">
          <a:xfrm>
            <a:off x="4859338" y="2708275"/>
            <a:ext cx="38941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则系统的全响应为</a:t>
            </a: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49515" name="Object 6"/>
          <p:cNvGraphicFramePr>
            <a:graphicFrameLocks noChangeAspect="1"/>
          </p:cNvGraphicFramePr>
          <p:nvPr/>
        </p:nvGraphicFramePr>
        <p:xfrm>
          <a:off x="2816225" y="122238"/>
          <a:ext cx="3619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70" name="公式" r:id="rId9" imgW="1485900" imgH="241300" progId="Equation.3">
                  <p:embed/>
                </p:oleObj>
              </mc:Choice>
              <mc:Fallback>
                <p:oleObj name="公式" r:id="rId9" imgW="14859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122238"/>
                        <a:ext cx="3619500" cy="4540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6" name="Object 7"/>
          <p:cNvGraphicFramePr>
            <a:graphicFrameLocks noChangeAspect="1"/>
          </p:cNvGraphicFramePr>
          <p:nvPr/>
        </p:nvGraphicFramePr>
        <p:xfrm>
          <a:off x="4787900" y="3357563"/>
          <a:ext cx="309721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71" name="公式" r:id="rId11" imgW="1511300" imgH="635000" progId="Equation.3">
                  <p:embed/>
                </p:oleObj>
              </mc:Choice>
              <mc:Fallback>
                <p:oleObj name="公式" r:id="rId11" imgW="1511300" imgH="635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357563"/>
                        <a:ext cx="3097213" cy="122396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0066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7" name="Rectangle 13"/>
          <p:cNvSpPr>
            <a:spLocks noChangeArrowheads="1"/>
          </p:cNvSpPr>
          <p:nvPr/>
        </p:nvSpPr>
        <p:spPr bwMode="auto">
          <a:xfrm>
            <a:off x="4643438" y="4724400"/>
            <a:ext cx="400526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</a:rPr>
              <a:t>自由响应分量为</a:t>
            </a:r>
            <a:r>
              <a:rPr lang="en-US" altLang="zh-CN" sz="280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80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5358" name="Object 8"/>
          <p:cNvGraphicFramePr>
            <a:graphicFrameLocks noChangeAspect="1"/>
          </p:cNvGraphicFramePr>
          <p:nvPr/>
        </p:nvGraphicFramePr>
        <p:xfrm>
          <a:off x="5076825" y="5229225"/>
          <a:ext cx="180022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72" name="公式" r:id="rId13" imgW="1143000" imgH="393700" progId="Equation.3">
                  <p:embed/>
                </p:oleObj>
              </mc:Choice>
              <mc:Fallback>
                <p:oleObj name="公式" r:id="rId13" imgW="1143000" imgH="393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5229225"/>
                        <a:ext cx="1800225" cy="6207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9" name="Rectangle 15"/>
          <p:cNvSpPr>
            <a:spLocks noChangeArrowheads="1"/>
          </p:cNvSpPr>
          <p:nvPr/>
        </p:nvSpPr>
        <p:spPr bwMode="auto">
          <a:xfrm>
            <a:off x="4281488" y="6080125"/>
            <a:ext cx="3022600" cy="777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受迫响应分量为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:</a:t>
            </a:r>
            <a:endParaRPr lang="en-US" altLang="zh-CN" sz="2800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5360" name="Object 9"/>
          <p:cNvGraphicFramePr>
            <a:graphicFrameLocks noChangeAspect="1"/>
          </p:cNvGraphicFramePr>
          <p:nvPr/>
        </p:nvGraphicFramePr>
        <p:xfrm>
          <a:off x="7304088" y="6091238"/>
          <a:ext cx="792162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273" name="公式" r:id="rId15" imgW="405765" imgH="393065" progId="Equation.3">
                  <p:embed/>
                </p:oleObj>
              </mc:Choice>
              <mc:Fallback>
                <p:oleObj name="公式" r:id="rId15" imgW="405765" imgH="39306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4088" y="6091238"/>
                        <a:ext cx="792162" cy="76676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38100">
                        <a:solidFill>
                          <a:srgbClr val="6600CC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1" name="Rectangle 17"/>
          <p:cNvSpPr>
            <a:spLocks noChangeArrowheads="1"/>
          </p:cNvSpPr>
          <p:nvPr/>
        </p:nvSpPr>
        <p:spPr bwMode="auto">
          <a:xfrm>
            <a:off x="971550" y="115888"/>
            <a:ext cx="1728788" cy="40481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6600"/>
                </a:solidFill>
                <a:latin typeface="宋体" panose="02010600030101010101" pitchFamily="2" charset="-122"/>
              </a:rPr>
              <a:t>零输入响应：</a:t>
            </a:r>
            <a:endParaRPr lang="zh-CN" altLang="en-US" sz="200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5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5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5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8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/>
      <p:bldP spid="185348" grpId="0"/>
      <p:bldP spid="185349" grpId="0"/>
      <p:bldP spid="185354" grpId="0"/>
      <p:bldP spid="185357" grpId="0"/>
      <p:bldP spid="185359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473075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91435" tIns="45718" rIns="91435" bIns="45718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                          第一章绪论</a:t>
            </a:r>
            <a:endParaRPr lang="zh-CN" altLang="en-US" sz="24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0532" name="Rectangle 20"/>
          <p:cNvSpPr>
            <a:spLocks noChangeArrowheads="1"/>
          </p:cNvSpPr>
          <p:nvPr/>
        </p:nvSpPr>
        <p:spPr bwMode="auto">
          <a:xfrm>
            <a:off x="971550" y="1916113"/>
            <a:ext cx="4968875" cy="16557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zh-CN" altLang="en-US" sz="9600">
                <a:solidFill>
                  <a:srgbClr val="FF3300"/>
                </a:solidFill>
                <a:latin typeface="Times New Roman" panose="02020603050405020304" pitchFamily="18" charset="0"/>
                <a:ea typeface="华文琥珀" panose="02010800040101010101" pitchFamily="2" charset="-122"/>
              </a:rPr>
              <a:t>结束</a:t>
            </a:r>
            <a:endParaRPr lang="zh-CN" altLang="en-US" sz="9600">
              <a:solidFill>
                <a:srgbClr val="FF3300"/>
              </a:solidFill>
              <a:latin typeface="Times New Roman" panose="02020603050405020304" pitchFamily="18" charset="0"/>
              <a:ea typeface="华文琥珀" panose="02010800040101010101" pitchFamily="2" charset="-122"/>
            </a:endParaRPr>
          </a:p>
        </p:txBody>
      </p:sp>
      <p:pic>
        <p:nvPicPr>
          <p:cNvPr id="236565" name="Picture 21" descr="NA0086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3141663"/>
            <a:ext cx="4103688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3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112395" y="473710"/>
            <a:ext cx="1460500" cy="569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3" tIns="45716" rIns="91433" bIns="45716" anchor="ctr"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黑体" panose="02010609060101010101" pitchFamily="49" charset="-122"/>
              </a:rPr>
              <a:t>回顾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Group 12"/>
          <p:cNvGrpSpPr/>
          <p:nvPr/>
        </p:nvGrpSpPr>
        <p:grpSpPr bwMode="auto">
          <a:xfrm>
            <a:off x="125413" y="630238"/>
            <a:ext cx="3241675" cy="1296987"/>
            <a:chOff x="3429" y="3363"/>
            <a:chExt cx="2132" cy="1135"/>
          </a:xfrm>
        </p:grpSpPr>
        <p:sp>
          <p:nvSpPr>
            <p:cNvPr id="151567" name="Rectangle 13"/>
            <p:cNvSpPr>
              <a:spLocks noChangeArrowheads="1"/>
            </p:cNvSpPr>
            <p:nvPr/>
          </p:nvSpPr>
          <p:spPr bwMode="auto">
            <a:xfrm>
              <a:off x="3429" y="3681"/>
              <a:ext cx="680" cy="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3" tIns="45716" rIns="91433" bIns="45716"/>
            <a:lstStyle>
              <a:lvl1pPr marL="342900" indent="-3429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45000"/>
                </a:lnSpc>
                <a:spcBef>
                  <a:spcPct val="40000"/>
                </a:spcBef>
                <a:buFont typeface="Wingdings" panose="05000000000000000000" pitchFamily="2" charset="2"/>
                <a:buNone/>
              </a:pPr>
              <a:r>
                <a:rPr lang="zh-CN" altLang="en-US" sz="2800">
                  <a:solidFill>
                    <a:srgbClr val="0000FF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系统</a:t>
              </a:r>
              <a:endParaRPr lang="zh-CN" altLang="en-US" sz="28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151568" name="Group 14"/>
            <p:cNvGrpSpPr/>
            <p:nvPr/>
          </p:nvGrpSpPr>
          <p:grpSpPr bwMode="auto">
            <a:xfrm>
              <a:off x="4472" y="3363"/>
              <a:ext cx="1089" cy="1133"/>
              <a:chOff x="3202" y="3635"/>
              <a:chExt cx="635" cy="1133"/>
            </a:xfrm>
          </p:grpSpPr>
          <p:sp>
            <p:nvSpPr>
              <p:cNvPr id="151570" name="Rectangle 15"/>
              <p:cNvSpPr>
                <a:spLocks noChangeArrowheads="1"/>
              </p:cNvSpPr>
              <p:nvPr/>
            </p:nvSpPr>
            <p:spPr bwMode="auto">
              <a:xfrm>
                <a:off x="3202" y="3635"/>
                <a:ext cx="635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3" tIns="45716" rIns="91433" bIns="45716"/>
              <a:lstStyle>
                <a:lvl1pPr marL="342900" indent="-3429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145000"/>
                  </a:lnSpc>
                  <a:spcBef>
                    <a:spcPct val="4000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概念</a:t>
                </a:r>
                <a:endParaRPr lang="zh-CN" altLang="en-US" sz="280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151571" name="Rectangle 16"/>
              <p:cNvSpPr>
                <a:spLocks noChangeArrowheads="1"/>
              </p:cNvSpPr>
              <p:nvPr/>
            </p:nvSpPr>
            <p:spPr bwMode="auto">
              <a:xfrm>
                <a:off x="3202" y="4360"/>
                <a:ext cx="635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3" tIns="45716" rIns="91433" bIns="45716"/>
              <a:lstStyle>
                <a:lvl1pPr marL="342900" indent="-3429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145000"/>
                  </a:lnSpc>
                  <a:spcBef>
                    <a:spcPct val="40000"/>
                  </a:spcBef>
                  <a:buFont typeface="Wingdings" panose="05000000000000000000" pitchFamily="2" charset="2"/>
                  <a:buNone/>
                </a:pPr>
                <a:r>
                  <a:rPr lang="zh-CN" altLang="en-US" sz="2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分类</a:t>
                </a:r>
                <a:endParaRPr lang="zh-CN" altLang="en-US" sz="280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151569" name="AutoShape 17"/>
            <p:cNvSpPr/>
            <p:nvPr/>
          </p:nvSpPr>
          <p:spPr bwMode="auto">
            <a:xfrm>
              <a:off x="4245" y="3636"/>
              <a:ext cx="136" cy="862"/>
            </a:xfrm>
            <a:prstGeom prst="leftBrace">
              <a:avLst>
                <a:gd name="adj1" fmla="val 52819"/>
                <a:gd name="adj2" fmla="val 50000"/>
              </a:avLst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131529" tIns="65765" rIns="131529" bIns="65765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2800">
                <a:latin typeface="黑体" panose="02010609060101010101" pitchFamily="49" charset="-122"/>
              </a:endParaRPr>
            </a:p>
          </p:txBody>
        </p:sp>
      </p:grpSp>
      <p:sp>
        <p:nvSpPr>
          <p:cNvPr id="69651" name="Rectangle 19"/>
          <p:cNvSpPr>
            <a:spLocks noChangeArrowheads="1"/>
          </p:cNvSpPr>
          <p:nvPr/>
        </p:nvSpPr>
        <p:spPr bwMode="auto">
          <a:xfrm>
            <a:off x="755650" y="2205038"/>
            <a:ext cx="4792663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线性时不变系统的分析步骤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Rectangle 19"/>
          <p:cNvSpPr>
            <a:spLocks noChangeArrowheads="1"/>
          </p:cNvSpPr>
          <p:nvPr/>
        </p:nvSpPr>
        <p:spPr bwMode="auto">
          <a:xfrm>
            <a:off x="2838450" y="1385888"/>
            <a:ext cx="6564313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线性非线性、时变时不变、因果非因果</a:t>
            </a:r>
            <a:endParaRPr lang="en-US" altLang="zh-CN" sz="28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Rectangle 19"/>
          <p:cNvSpPr>
            <a:spLocks noChangeArrowheads="1"/>
          </p:cNvSpPr>
          <p:nvPr/>
        </p:nvSpPr>
        <p:spPr bwMode="auto">
          <a:xfrm>
            <a:off x="755650" y="2708275"/>
            <a:ext cx="4546600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线性时不变连续系统的模型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747713" y="3227388"/>
            <a:ext cx="4772025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输入输出方程的算子表示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747713" y="5805488"/>
            <a:ext cx="7953375" cy="1120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系统全响应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=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零输入响应</a:t>
            </a: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sz="2800">
                <a:latin typeface="华文中宋" panose="02010600040101010101" pitchFamily="2" charset="-122"/>
                <a:ea typeface="华文中宋" panose="02010600040101010101" pitchFamily="2" charset="-122"/>
              </a:rPr>
              <a:t>零状态响应 </a:t>
            </a:r>
            <a:endParaRPr lang="zh-CN" altLang="en-US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=</a:t>
            </a:r>
            <a:r>
              <a:rPr lang="zh-CN" altLang="en-US" sz="2800">
                <a:solidFill>
                  <a:srgbClr val="6600CC"/>
                </a:solidFill>
                <a:latin typeface="黑体" panose="02010609060101010101" pitchFamily="49" charset="-122"/>
              </a:rPr>
              <a:t>自然响应（自由响应） </a:t>
            </a:r>
            <a:r>
              <a:rPr lang="en-US" altLang="zh-CN" sz="2800">
                <a:solidFill>
                  <a:srgbClr val="6600CC"/>
                </a:solidFill>
                <a:latin typeface="黑体" panose="02010609060101010101" pitchFamily="49" charset="-122"/>
              </a:rPr>
              <a:t>+</a:t>
            </a:r>
            <a:r>
              <a:rPr lang="zh-CN" altLang="en-US" sz="2800">
                <a:solidFill>
                  <a:srgbClr val="6600CC"/>
                </a:solidFill>
                <a:latin typeface="黑体" panose="02010609060101010101" pitchFamily="49" charset="-122"/>
              </a:rPr>
              <a:t>受迫响应</a:t>
            </a:r>
            <a:endParaRPr lang="zh-CN" altLang="en-US" sz="2800">
              <a:solidFill>
                <a:srgbClr val="6600CC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187408" name="Object 2"/>
          <p:cNvGraphicFramePr>
            <a:graphicFrameLocks noChangeAspect="1"/>
          </p:cNvGraphicFramePr>
          <p:nvPr/>
        </p:nvGraphicFramePr>
        <p:xfrm>
          <a:off x="1160463" y="4005263"/>
          <a:ext cx="31496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98" name="公式" r:id="rId1" imgW="1765300" imgH="419100" progId="Equation.3">
                  <p:embed/>
                </p:oleObj>
              </mc:Choice>
              <mc:Fallback>
                <p:oleObj name="公式" r:id="rId1" imgW="17653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4005263"/>
                        <a:ext cx="3149600" cy="7477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9" name="Object 3"/>
          <p:cNvGraphicFramePr>
            <a:graphicFrameLocks noChangeAspect="1"/>
          </p:cNvGraphicFramePr>
          <p:nvPr/>
        </p:nvGraphicFramePr>
        <p:xfrm>
          <a:off x="5365750" y="3937000"/>
          <a:ext cx="26527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99" name="公式" r:id="rId3" imgW="1485900" imgH="228600" progId="Equation.3">
                  <p:embed/>
                </p:oleObj>
              </mc:Choice>
              <mc:Fallback>
                <p:oleObj name="公式" r:id="rId3" imgW="14859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3937000"/>
                        <a:ext cx="2652713" cy="4079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99CCFF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10" name="Object 4"/>
          <p:cNvGraphicFramePr>
            <a:graphicFrameLocks noChangeAspect="1"/>
          </p:cNvGraphicFramePr>
          <p:nvPr/>
        </p:nvGraphicFramePr>
        <p:xfrm>
          <a:off x="971550" y="4941888"/>
          <a:ext cx="27368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00" name="公式" r:id="rId5" imgW="1498600" imgH="419100" progId="Equation.3">
                  <p:embed/>
                </p:oleObj>
              </mc:Choice>
              <mc:Fallback>
                <p:oleObj name="公式" r:id="rId5" imgW="14986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941888"/>
                        <a:ext cx="273685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11" name="Object 5"/>
          <p:cNvGraphicFramePr>
            <a:graphicFrameLocks noChangeAspect="1"/>
          </p:cNvGraphicFramePr>
          <p:nvPr/>
        </p:nvGraphicFramePr>
        <p:xfrm>
          <a:off x="5500688" y="4872038"/>
          <a:ext cx="13144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01" name="公式" r:id="rId7" imgW="736600" imgH="419100" progId="Equation.3">
                  <p:embed/>
                </p:oleObj>
              </mc:Choice>
              <mc:Fallback>
                <p:oleObj name="公式" r:id="rId7" imgW="7366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4872038"/>
                        <a:ext cx="1314450" cy="749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99CCFF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日期占位符 1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2C5C1F6-C0C1-45DA-9BDD-000DB3D9E5A9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9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7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7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8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7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51" grpId="0"/>
      <p:bldP spid="2" grpId="0"/>
      <p:bldP spid="3" grpId="0"/>
      <p:bldP spid="5" grpId="0"/>
      <p:bldP spid="6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179388" y="620713"/>
            <a:ext cx="2573337" cy="503237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1</a:t>
            </a:r>
            <a:r>
              <a:rPr lang="zh-CN" altLang="en-US" dirty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）数学模型</a:t>
            </a:r>
            <a:endParaRPr lang="zh-CN" altLang="en-US" dirty="0">
              <a:solidFill>
                <a:srgbClr val="0033CC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152579" name="Text Box 12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第二章连续时间系统时域分析             回顾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52580" name="Object 8"/>
          <p:cNvGraphicFramePr>
            <a:graphicFrameLocks noChangeAspect="1"/>
          </p:cNvGraphicFramePr>
          <p:nvPr/>
        </p:nvGraphicFramePr>
        <p:xfrm>
          <a:off x="2143125" y="1177925"/>
          <a:ext cx="542925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3" name="" r:id="rId1" imgW="3416300" imgH="1295400" progId="Equation.3">
                  <p:embed/>
                </p:oleObj>
              </mc:Choice>
              <mc:Fallback>
                <p:oleObj name="" r:id="rId1" imgW="3416300" imgH="1295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1177925"/>
                        <a:ext cx="5429250" cy="2171700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530600"/>
            <a:ext cx="4376738" cy="503238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2</a:t>
            </a:r>
            <a:r>
              <a:rPr lang="zh-CN" altLang="en-US" dirty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）零输入响应求解方法</a:t>
            </a:r>
            <a:endParaRPr lang="zh-CN" altLang="en-US" dirty="0">
              <a:solidFill>
                <a:srgbClr val="0033CC"/>
              </a:solidFill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25" name="Rectangle 11"/>
          <p:cNvSpPr>
            <a:spLocks noChangeArrowheads="1"/>
          </p:cNvSpPr>
          <p:nvPr/>
        </p:nvSpPr>
        <p:spPr bwMode="auto">
          <a:xfrm>
            <a:off x="1643041" y="4087812"/>
            <a:ext cx="5929333" cy="28863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dirty="0">
                <a:sym typeface="+mn-ea"/>
              </a:rPr>
              <a:t>将系统方程变为算子表示</a:t>
            </a:r>
            <a:endParaRPr lang="en-US" altLang="zh-CN" dirty="0"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dirty="0">
                <a:sym typeface="+mn-ea"/>
              </a:rPr>
              <a:t>求解特征方程的根</a:t>
            </a:r>
            <a:endParaRPr lang="en-US" altLang="zh-CN" dirty="0"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dirty="0">
                <a:sym typeface="+mn-ea"/>
              </a:rPr>
              <a:t>根据根的形式写出解的形式</a:t>
            </a:r>
            <a:endParaRPr lang="en-US" altLang="zh-CN" dirty="0">
              <a:sym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dirty="0">
                <a:sym typeface="+mn-ea"/>
              </a:rPr>
              <a:t>根据初始条件求解系数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0535" name="Rectangle 9"/>
          <p:cNvSpPr>
            <a:spLocks noChangeArrowheads="1"/>
          </p:cNvSpPr>
          <p:nvPr/>
        </p:nvSpPr>
        <p:spPr bwMode="auto">
          <a:xfrm>
            <a:off x="685800" y="1446213"/>
            <a:ext cx="6221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457200" indent="-4572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Font typeface="宋体" panose="02010600030101010101" pitchFamily="2" charset="-122"/>
              <a:buAutoNum type="alphaLcParenR"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将系统微分方程转换为算子表达式的形式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0" y="577850"/>
            <a:ext cx="4976813" cy="569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3" tIns="45716" rIns="91433" bIns="45716" anchor="ctr"/>
          <a:lstStyle/>
          <a:p>
            <a:pPr algn="ctr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回顾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-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系统的零输入响应</a:t>
            </a:r>
            <a:endParaRPr lang="zh-CN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sym typeface="+mn-ea"/>
            </a:endParaRPr>
          </a:p>
        </p:txBody>
      </p:sp>
      <p:graphicFrame>
        <p:nvGraphicFramePr>
          <p:cNvPr id="153605" name="Object 16"/>
          <p:cNvGraphicFramePr>
            <a:graphicFrameLocks noChangeAspect="1"/>
          </p:cNvGraphicFramePr>
          <p:nvPr/>
        </p:nvGraphicFramePr>
        <p:xfrm>
          <a:off x="4502150" y="577850"/>
          <a:ext cx="31496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9" name="" r:id="rId1" imgW="1765300" imgH="419100" progId="Equation.3">
                  <p:embed/>
                </p:oleObj>
              </mc:Choice>
              <mc:Fallback>
                <p:oleObj name="" r:id="rId1" imgW="1765300" imgH="4191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577850"/>
                        <a:ext cx="3149600" cy="747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9" name="Object 17"/>
          <p:cNvGraphicFramePr>
            <a:graphicFrameLocks noChangeAspect="1"/>
          </p:cNvGraphicFramePr>
          <p:nvPr/>
        </p:nvGraphicFramePr>
        <p:xfrm>
          <a:off x="2028825" y="2093913"/>
          <a:ext cx="29479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70" name="" r:id="rId3" imgW="1485900" imgH="228600" progId="Equation.3">
                  <p:embed/>
                </p:oleObj>
              </mc:Choice>
              <mc:Fallback>
                <p:oleObj name="" r:id="rId3" imgW="14859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825" y="2093913"/>
                        <a:ext cx="2947988" cy="454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7"/>
          <p:cNvGraphicFramePr>
            <a:graphicFrameLocks noChangeAspect="1"/>
          </p:cNvGraphicFramePr>
          <p:nvPr/>
        </p:nvGraphicFramePr>
        <p:xfrm>
          <a:off x="2198688" y="3432175"/>
          <a:ext cx="2014537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71" name="" r:id="rId5" imgW="901700" imgH="457200" progId="Equation.3">
                  <p:embed/>
                </p:oleObj>
              </mc:Choice>
              <mc:Fallback>
                <p:oleObj name="" r:id="rId5" imgW="901700" imgH="457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8688" y="3432175"/>
                        <a:ext cx="2014537" cy="10239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1374775" y="5103813"/>
          <a:ext cx="4843463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72" name="" r:id="rId7" imgW="3960495" imgH="527685" progId="Equation.KSEE3">
                  <p:embed/>
                </p:oleObj>
              </mc:Choice>
              <mc:Fallback>
                <p:oleObj name="" r:id="rId7" imgW="3960495" imgH="527685" progId="Equation.KSEE3">
                  <p:embed/>
                  <p:pic>
                    <p:nvPicPr>
                      <p:cNvPr id="0" name="对象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775" y="5103813"/>
                        <a:ext cx="4843463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6218238" y="4508500"/>
          <a:ext cx="14335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73" name="" r:id="rId9" imgW="723900" imgH="228600" progId="Equation.KSEE3">
                  <p:embed/>
                </p:oleObj>
              </mc:Choice>
              <mc:Fallback>
                <p:oleObj name="" r:id="rId9" imgW="723900" imgH="228600" progId="Equation.KSEE3">
                  <p:embed/>
                  <p:pic>
                    <p:nvPicPr>
                      <p:cNvPr id="0" name="对象 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4508500"/>
                        <a:ext cx="143351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连接符 10"/>
          <p:cNvCxnSpPr/>
          <p:nvPr/>
        </p:nvCxnSpPr>
        <p:spPr>
          <a:xfrm>
            <a:off x="354013" y="1325563"/>
            <a:ext cx="8397875" cy="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 bwMode="auto">
          <a:xfrm>
            <a:off x="373063" y="2668588"/>
            <a:ext cx="8397875" cy="763587"/>
            <a:chOff x="588" y="4202"/>
            <a:chExt cx="13225" cy="1204"/>
          </a:xfrm>
        </p:grpSpPr>
        <p:sp>
          <p:nvSpPr>
            <p:cNvPr id="153618" name="Rectangle 9"/>
            <p:cNvSpPr>
              <a:spLocks noChangeArrowheads="1"/>
            </p:cNvSpPr>
            <p:nvPr/>
          </p:nvSpPr>
          <p:spPr bwMode="auto">
            <a:xfrm>
              <a:off x="1079" y="4386"/>
              <a:ext cx="5808" cy="1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457200" indent="-4572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buFont typeface="宋体" panose="02010600030101010101" pitchFamily="2" charset="-122"/>
                <a:buAutoNum type="alphaLcParenR" startAt="2"/>
              </a:pP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求解特征方程的根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588" y="4202"/>
              <a:ext cx="13225" cy="0"/>
            </a:xfrm>
            <a:prstGeom prst="line">
              <a:avLst/>
            </a:prstGeom>
            <a:ln w="41275" cmpd="sng">
              <a:solidFill>
                <a:schemeClr val="accent1">
                  <a:shade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 bwMode="auto">
          <a:xfrm>
            <a:off x="354013" y="4456113"/>
            <a:ext cx="8397875" cy="700087"/>
            <a:chOff x="558" y="7016"/>
            <a:chExt cx="13225" cy="1105"/>
          </a:xfrm>
        </p:grpSpPr>
        <p:sp>
          <p:nvSpPr>
            <p:cNvPr id="153616" name="Rectangle 9"/>
            <p:cNvSpPr>
              <a:spLocks noChangeArrowheads="1"/>
            </p:cNvSpPr>
            <p:nvPr/>
          </p:nvSpPr>
          <p:spPr bwMode="auto">
            <a:xfrm>
              <a:off x="1184" y="7101"/>
              <a:ext cx="6905" cy="1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457200" indent="-4572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buFont typeface="宋体" panose="02010600030101010101" pitchFamily="2" charset="-122"/>
                <a:buAutoNum type="alphaLcParenR" startAt="3"/>
              </a:pP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根据根的情况写出解的形式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58" y="7016"/>
              <a:ext cx="13225" cy="0"/>
            </a:xfrm>
            <a:prstGeom prst="line">
              <a:avLst/>
            </a:prstGeom>
            <a:ln w="41275" cmpd="sng">
              <a:solidFill>
                <a:schemeClr val="accent1">
                  <a:shade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 bwMode="auto">
          <a:xfrm>
            <a:off x="420688" y="6159500"/>
            <a:ext cx="8396287" cy="647700"/>
            <a:chOff x="587" y="9614"/>
            <a:chExt cx="13224" cy="1020"/>
          </a:xfrm>
        </p:grpSpPr>
        <p:sp>
          <p:nvSpPr>
            <p:cNvPr id="153614" name="Rectangle 9"/>
            <p:cNvSpPr>
              <a:spLocks noChangeArrowheads="1"/>
            </p:cNvSpPr>
            <p:nvPr/>
          </p:nvSpPr>
          <p:spPr bwMode="auto">
            <a:xfrm>
              <a:off x="1145" y="9614"/>
              <a:ext cx="11335" cy="10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marL="457200" indent="-4572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>
                <a:buFont typeface="宋体" panose="02010600030101010101" pitchFamily="2" charset="-122"/>
                <a:buAutoNum type="alphaLcParenR" startAt="4"/>
              </a:pPr>
              <a:r>
                <a: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根据初始条件求解系数</a:t>
              </a: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587" y="9614"/>
              <a:ext cx="13224" cy="0"/>
            </a:xfrm>
            <a:prstGeom prst="line">
              <a:avLst/>
            </a:prstGeom>
            <a:ln w="41275" cmpd="sng">
              <a:solidFill>
                <a:schemeClr val="accent1">
                  <a:shade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5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7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5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9388" y="1412875"/>
            <a:ext cx="2230437" cy="5762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>
                <a:solidFill>
                  <a:srgbClr val="FF3300"/>
                </a:solidFill>
              </a:rPr>
              <a:t>n</a:t>
            </a:r>
            <a:r>
              <a:rPr lang="zh-CN" altLang="en-US" sz="2800">
                <a:solidFill>
                  <a:srgbClr val="FF3300"/>
                </a:solidFill>
              </a:rPr>
              <a:t>阶系统</a:t>
            </a:r>
            <a:endParaRPr lang="zh-CN" altLang="en-US" sz="2800">
              <a:solidFill>
                <a:srgbClr val="FF3300"/>
              </a:solidFill>
            </a:endParaRPr>
          </a:p>
        </p:txBody>
      </p:sp>
      <p:graphicFrame>
        <p:nvGraphicFramePr>
          <p:cNvPr id="78851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692275" y="1412875"/>
          <a:ext cx="5184775" cy="196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93" name="公式" r:id="rId1" imgW="2476500" imgH="939800" progId="Equation.3">
                  <p:embed/>
                </p:oleObj>
              </mc:Choice>
              <mc:Fallback>
                <p:oleObj name="公式" r:id="rId1" imgW="2476500" imgH="93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412875"/>
                        <a:ext cx="5184775" cy="1966913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187450" y="4581525"/>
          <a:ext cx="139858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94" name="公式" r:id="rId3" imgW="431800" imgH="203200" progId="Equation.3">
                  <p:embed/>
                </p:oleObj>
              </mc:Choice>
              <mc:Fallback>
                <p:oleObj name="公式" r:id="rId3" imgW="4318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581525"/>
                        <a:ext cx="1398588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4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619250" y="620713"/>
            <a:ext cx="3635375" cy="647700"/>
          </a:xfrm>
          <a:solidFill>
            <a:srgbClr val="FFFFCC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系统的零输入响应</a:t>
            </a:r>
            <a:endParaRPr lang="zh-CN" altLang="en-US" sz="28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54630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1476375" y="5661025"/>
            <a:ext cx="5256213" cy="647700"/>
            <a:chOff x="748" y="3612"/>
            <a:chExt cx="3311" cy="408"/>
          </a:xfrm>
        </p:grpSpPr>
        <p:sp>
          <p:nvSpPr>
            <p:cNvPr id="154636" name="Rectangle 9"/>
            <p:cNvSpPr>
              <a:spLocks noChangeArrowheads="1"/>
            </p:cNvSpPr>
            <p:nvPr/>
          </p:nvSpPr>
          <p:spPr bwMode="auto">
            <a:xfrm>
              <a:off x="748" y="3612"/>
              <a:ext cx="3311" cy="40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Ø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ü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u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800">
                  <a:latin typeface="黑体" panose="02010609060101010101" pitchFamily="49" charset="-122"/>
                </a:rPr>
                <a:t>上式中各     值为响应中的自然频率</a:t>
              </a:r>
              <a:endParaRPr lang="zh-CN" altLang="en-US" sz="2800">
                <a:latin typeface="黑体" panose="02010609060101010101" pitchFamily="49" charset="-122"/>
              </a:endParaRPr>
            </a:p>
          </p:txBody>
        </p:sp>
        <p:graphicFrame>
          <p:nvGraphicFramePr>
            <p:cNvPr id="154637" name="Object 10"/>
            <p:cNvGraphicFramePr>
              <a:graphicFrameLocks noChangeAspect="1"/>
            </p:cNvGraphicFramePr>
            <p:nvPr/>
          </p:nvGraphicFramePr>
          <p:xfrm>
            <a:off x="1746" y="3702"/>
            <a:ext cx="182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295" name="公式" r:id="rId5" imgW="139700" imgH="177800" progId="Equation.3">
                    <p:embed/>
                  </p:oleObj>
                </mc:Choice>
                <mc:Fallback>
                  <p:oleObj name="公式" r:id="rId5" imgW="139700" imgH="1778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702"/>
                          <a:ext cx="182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0" y="577850"/>
            <a:ext cx="1460500" cy="569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3" tIns="45716" rIns="91433" bIns="45716"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黑体" panose="02010609060101010101" pitchFamily="49" charset="-122"/>
              </a:rPr>
              <a:t>回顾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8427" name="Object 9"/>
          <p:cNvGraphicFramePr>
            <a:graphicFrameLocks noChangeAspect="1"/>
          </p:cNvGraphicFramePr>
          <p:nvPr/>
        </p:nvGraphicFramePr>
        <p:xfrm>
          <a:off x="250825" y="3716338"/>
          <a:ext cx="84883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96" name="公式" r:id="rId7" imgW="3746500" imgH="241300" progId="Equation.3">
                  <p:embed/>
                </p:oleObj>
              </mc:Choice>
              <mc:Fallback>
                <p:oleObj name="公式" r:id="rId7" imgW="37465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716338"/>
                        <a:ext cx="848836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8" name="Object 5"/>
          <p:cNvGraphicFramePr>
            <a:graphicFrameLocks noChangeAspect="1"/>
          </p:cNvGraphicFramePr>
          <p:nvPr/>
        </p:nvGraphicFramePr>
        <p:xfrm>
          <a:off x="2700338" y="4508500"/>
          <a:ext cx="496887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97" name="公式" r:id="rId9" imgW="1511300" imgH="241300" progId="Equation.3">
                  <p:embed/>
                </p:oleObj>
              </mc:Choice>
              <mc:Fallback>
                <p:oleObj name="公式" r:id="rId9" imgW="15113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508500"/>
                        <a:ext cx="4968875" cy="7937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日期占位符 1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C5B67CD-F6B6-4230-B715-D64A65DB8F55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27088" y="1484313"/>
            <a:ext cx="4321175" cy="5365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/>
              <a:t>当方程有一</a:t>
            </a:r>
            <a:r>
              <a:rPr lang="en-US" altLang="zh-CN" sz="2800"/>
              <a:t>k</a:t>
            </a:r>
            <a:r>
              <a:rPr lang="zh-CN" altLang="en-US" sz="2800"/>
              <a:t>阶重根时</a:t>
            </a:r>
            <a:r>
              <a:rPr lang="en-US" altLang="zh-CN" sz="2800"/>
              <a:t>,</a:t>
            </a:r>
            <a:endParaRPr lang="en-US" altLang="zh-CN" sz="2800"/>
          </a:p>
        </p:txBody>
      </p:sp>
      <p:graphicFrame>
        <p:nvGraphicFramePr>
          <p:cNvPr id="79875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116013" y="2276475"/>
          <a:ext cx="7092950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94" name="公式" r:id="rId1" imgW="2184400" imgH="482600" progId="Equation.3">
                  <p:embed/>
                </p:oleObj>
              </mc:Choice>
              <mc:Fallback>
                <p:oleObj name="公式" r:id="rId1" imgW="21844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276475"/>
                        <a:ext cx="7092950" cy="15668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2843213" y="765175"/>
            <a:ext cx="3635375" cy="6477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系统的零输入响应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5653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0" y="577850"/>
            <a:ext cx="1460500" cy="569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3" tIns="45716" rIns="91433" bIns="45716"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黑体" panose="02010609060101010101" pitchFamily="49" charset="-122"/>
              </a:rPr>
              <a:t>回顾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9447" name="Object 7"/>
          <p:cNvGraphicFramePr>
            <a:graphicFrameLocks noChangeAspect="1"/>
          </p:cNvGraphicFramePr>
          <p:nvPr/>
        </p:nvGraphicFramePr>
        <p:xfrm>
          <a:off x="611188" y="4508500"/>
          <a:ext cx="10810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95" name="公式" r:id="rId3" imgW="393700" imgH="203200" progId="Equation.3">
                  <p:embed/>
                </p:oleObj>
              </mc:Choice>
              <mc:Fallback>
                <p:oleObj name="公式" r:id="rId3" imgW="3937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508500"/>
                        <a:ext cx="108108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/>
          <p:nvPr/>
        </p:nvGrpSpPr>
        <p:grpSpPr bwMode="auto">
          <a:xfrm>
            <a:off x="1835150" y="3644900"/>
            <a:ext cx="4537075" cy="1439863"/>
            <a:chOff x="1156" y="2296"/>
            <a:chExt cx="2858" cy="907"/>
          </a:xfrm>
        </p:grpSpPr>
        <p:graphicFrame>
          <p:nvGraphicFramePr>
            <p:cNvPr id="155663" name="Object 5"/>
            <p:cNvGraphicFramePr>
              <a:graphicFrameLocks noChangeAspect="1"/>
            </p:cNvGraphicFramePr>
            <p:nvPr/>
          </p:nvGraphicFramePr>
          <p:xfrm>
            <a:off x="1156" y="2759"/>
            <a:ext cx="2722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296" name="公式" r:id="rId5" imgW="1828800" imgH="241300" progId="Equation.3">
                    <p:embed/>
                  </p:oleObj>
                </mc:Choice>
                <mc:Fallback>
                  <p:oleObj name="公式" r:id="rId5" imgW="1828800" imgH="241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2759"/>
                          <a:ext cx="2722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5664" name="Group 10"/>
            <p:cNvGrpSpPr/>
            <p:nvPr/>
          </p:nvGrpSpPr>
          <p:grpSpPr bwMode="auto">
            <a:xfrm>
              <a:off x="1156" y="2296"/>
              <a:ext cx="2858" cy="907"/>
              <a:chOff x="1156" y="2296"/>
              <a:chExt cx="2858" cy="907"/>
            </a:xfrm>
          </p:grpSpPr>
          <p:sp>
            <p:nvSpPr>
              <p:cNvPr id="155665" name="Rectangle 5"/>
              <p:cNvSpPr>
                <a:spLocks noChangeArrowheads="1"/>
              </p:cNvSpPr>
              <p:nvPr/>
            </p:nvSpPr>
            <p:spPr bwMode="auto">
              <a:xfrm>
                <a:off x="1156" y="2795"/>
                <a:ext cx="2858" cy="408"/>
              </a:xfrm>
              <a:prstGeom prst="rect">
                <a:avLst/>
              </a:prstGeom>
              <a:noFill/>
              <a:ln w="28575">
                <a:solidFill>
                  <a:srgbClr val="FF33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ü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u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85000"/>
                  </a:lnSpc>
                  <a:buFont typeface="Wingdings" panose="05000000000000000000" pitchFamily="2" charset="2"/>
                  <a:buNone/>
                </a:pPr>
                <a:endParaRPr lang="zh-CN" altLang="en-US" sz="2800">
                  <a:latin typeface="黑体" panose="02010609060101010101" pitchFamily="49" charset="-122"/>
                </a:endParaRPr>
              </a:p>
            </p:txBody>
          </p:sp>
          <p:sp>
            <p:nvSpPr>
              <p:cNvPr id="155666" name="Line 12"/>
              <p:cNvSpPr>
                <a:spLocks noChangeShapeType="1"/>
              </p:cNvSpPr>
              <p:nvPr/>
            </p:nvSpPr>
            <p:spPr bwMode="auto">
              <a:xfrm>
                <a:off x="1791" y="2296"/>
                <a:ext cx="227" cy="499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3"/>
          <p:cNvGrpSpPr/>
          <p:nvPr/>
        </p:nvGrpSpPr>
        <p:grpSpPr bwMode="auto">
          <a:xfrm>
            <a:off x="4021138" y="3789363"/>
            <a:ext cx="4367212" cy="1485900"/>
            <a:chOff x="2533" y="2387"/>
            <a:chExt cx="2751" cy="936"/>
          </a:xfrm>
        </p:grpSpPr>
        <p:grpSp>
          <p:nvGrpSpPr>
            <p:cNvPr id="155659" name="Group 14"/>
            <p:cNvGrpSpPr/>
            <p:nvPr/>
          </p:nvGrpSpPr>
          <p:grpSpPr bwMode="auto">
            <a:xfrm>
              <a:off x="2533" y="2387"/>
              <a:ext cx="1905" cy="366"/>
              <a:chOff x="2533" y="2387"/>
              <a:chExt cx="1905" cy="366"/>
            </a:xfrm>
          </p:grpSpPr>
          <p:sp>
            <p:nvSpPr>
              <p:cNvPr id="155661" name="Line 15"/>
              <p:cNvSpPr>
                <a:spLocks noChangeShapeType="1"/>
              </p:cNvSpPr>
              <p:nvPr/>
            </p:nvSpPr>
            <p:spPr bwMode="auto">
              <a:xfrm>
                <a:off x="2533" y="2389"/>
                <a:ext cx="1905" cy="0"/>
              </a:xfrm>
              <a:prstGeom prst="line">
                <a:avLst/>
              </a:prstGeom>
              <a:noFill/>
              <a:ln w="38100">
                <a:solidFill>
                  <a:srgbClr val="6600CC"/>
                </a:solidFill>
                <a:round/>
              </a:ln>
              <a:effectLst>
                <a:outerShdw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2" name="Line 16"/>
              <p:cNvSpPr>
                <a:spLocks noChangeShapeType="1"/>
              </p:cNvSpPr>
              <p:nvPr/>
            </p:nvSpPr>
            <p:spPr bwMode="auto">
              <a:xfrm>
                <a:off x="3651" y="2387"/>
                <a:ext cx="635" cy="366"/>
              </a:xfrm>
              <a:prstGeom prst="line">
                <a:avLst/>
              </a:prstGeom>
              <a:noFill/>
              <a:ln w="38100">
                <a:solidFill>
                  <a:srgbClr val="6600CC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55660" name="Object 4"/>
            <p:cNvGraphicFramePr>
              <a:graphicFrameLocks noChangeAspect="1"/>
            </p:cNvGraphicFramePr>
            <p:nvPr/>
          </p:nvGraphicFramePr>
          <p:xfrm>
            <a:off x="4150" y="2614"/>
            <a:ext cx="1134" cy="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297" name="公式" r:id="rId7" imgW="711200" imgH="444500" progId="Equation.3">
                    <p:embed/>
                  </p:oleObj>
                </mc:Choice>
                <mc:Fallback>
                  <p:oleObj name="公式" r:id="rId7" imgW="711200" imgH="4445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2614"/>
                          <a:ext cx="1134" cy="7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kx="-3284103" algn="br" rotWithShape="0">
                                  <a:schemeClr val="bg2">
                                    <a:alpha val="50000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日期占位符 1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0A615FF-432D-4343-8247-F49E4F9F405B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9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2" descr="back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6421438"/>
            <a:ext cx="1116012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577850"/>
            <a:ext cx="1460500" cy="569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3" tIns="45716" rIns="91433" bIns="45716"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黑体" panose="02010609060101010101" pitchFamily="49" charset="-122"/>
              </a:rPr>
              <a:t>回顾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黑体" panose="02010609060101010101" pitchFamily="49" charset="-122"/>
            </a:endParaRPr>
          </a:p>
        </p:txBody>
      </p:sp>
      <p:sp>
        <p:nvSpPr>
          <p:cNvPr id="156676" name="Rectangle 1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403350" y="908050"/>
            <a:ext cx="5903913" cy="649288"/>
          </a:xfrm>
        </p:spPr>
        <p:txBody>
          <a:bodyPr/>
          <a:lstStyle/>
          <a:p>
            <a:pPr eaLnBrk="1" hangingPunct="1">
              <a:lnSpc>
                <a:spcPct val="155000"/>
              </a:lnSpc>
              <a:spcBef>
                <a:spcPct val="60000"/>
              </a:spcBef>
            </a:pPr>
            <a:r>
              <a:rPr lang="zh-CN" altLang="en-US" sz="2000">
                <a:solidFill>
                  <a:srgbClr val="006600"/>
                </a:solidFill>
              </a:rPr>
              <a:t>奇异函数：</a:t>
            </a:r>
            <a:r>
              <a:rPr lang="zh-CN" altLang="en-US" sz="2000"/>
              <a:t>函数在某处间断或某阶导数不连续。</a:t>
            </a:r>
            <a:endParaRPr lang="zh-CN" altLang="en-US" sz="2000"/>
          </a:p>
        </p:txBody>
      </p:sp>
      <p:graphicFrame>
        <p:nvGraphicFramePr>
          <p:cNvPr id="81935" name="Object 1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042988" y="1916113"/>
          <a:ext cx="2735262" cy="159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18" name="公式" r:id="rId3" imgW="1218565" imgH="711200" progId="Equation.3">
                  <p:embed/>
                </p:oleObj>
              </mc:Choice>
              <mc:Fallback>
                <p:oleObj name="公式" r:id="rId3" imgW="1218565" imgH="71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916113"/>
                        <a:ext cx="2735262" cy="159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4932363" y="1916113"/>
          <a:ext cx="2232025" cy="178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19" name="公式" r:id="rId5" imgW="1016000" imgH="812800" progId="Equation.3">
                  <p:embed/>
                </p:oleObj>
              </mc:Choice>
              <mc:Fallback>
                <p:oleObj name="公式" r:id="rId5" imgW="1016000" imgH="812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916113"/>
                        <a:ext cx="2232025" cy="178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7"/>
          <p:cNvGraphicFramePr>
            <a:graphicFrameLocks noChangeAspect="1"/>
          </p:cNvGraphicFramePr>
          <p:nvPr/>
        </p:nvGraphicFramePr>
        <p:xfrm>
          <a:off x="611188" y="4149725"/>
          <a:ext cx="3743325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20" name="公式" r:id="rId7" imgW="1676400" imgH="762000" progId="Equation.3">
                  <p:embed/>
                </p:oleObj>
              </mc:Choice>
              <mc:Fallback>
                <p:oleObj name="公式" r:id="rId7" imgW="1676400" imgH="762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149725"/>
                        <a:ext cx="3743325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7" name="Object 5"/>
          <p:cNvGraphicFramePr>
            <a:graphicFrameLocks noChangeAspect="1"/>
          </p:cNvGraphicFramePr>
          <p:nvPr/>
        </p:nvGraphicFramePr>
        <p:xfrm>
          <a:off x="5003800" y="4868863"/>
          <a:ext cx="36004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21" name="公式" r:id="rId9" imgW="1549400" imgH="330200" progId="Equation.3">
                  <p:embed/>
                </p:oleObj>
              </mc:Choice>
              <mc:Fallback>
                <p:oleObj name="公式" r:id="rId9" imgW="1549400" imgH="330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868863"/>
                        <a:ext cx="36004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kx="-3284103" algn="br" rotWithShape="0">
                                <a:schemeClr val="bg2">
                                  <a:alpha val="50000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日期占位符 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37A7C06-31D4-45DF-BD67-9717C4F6E629}" type="datetime1">
              <a:rPr lang="zh-CN" altLang="en-US"/>
            </a:fld>
            <a:endParaRPr lang="en-US" altLang="zh-CN"/>
          </a:p>
        </p:txBody>
      </p:sp>
      <p:sp>
        <p:nvSpPr>
          <p:cNvPr id="156682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1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1pPr>
            <a:lvl2pPr marL="742950" indent="-28575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2pPr>
            <a:lvl3pPr marL="11430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ü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3pPr>
            <a:lvl4pPr marL="1600200" indent="-228600" defTabSz="130683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4pPr>
            <a:lvl5pPr marL="2057400" indent="-228600" defTabSz="130683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1" lang="zh-CN" altLang="en-US" sz="28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kumimoji="1" lang="zh-CN" altLang="en-US" sz="280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0" y="577850"/>
            <a:ext cx="1460500" cy="569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3" tIns="45716" rIns="91433" bIns="45716"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黑体" panose="02010609060101010101" pitchFamily="49" charset="-122"/>
              </a:rPr>
              <a:t>回顾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31913" y="620713"/>
            <a:ext cx="3313112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信号的脉冲分解</a:t>
            </a:r>
            <a:endParaRPr lang="zh-CN" altLang="en-US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159000" y="5949950"/>
            <a:ext cx="665003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进行信号的脉冲分解的目的是什么？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2644" name="Object 4"/>
          <p:cNvGraphicFramePr>
            <a:graphicFrameLocks noChangeAspect="1"/>
          </p:cNvGraphicFramePr>
          <p:nvPr/>
        </p:nvGraphicFramePr>
        <p:xfrm>
          <a:off x="179388" y="4797425"/>
          <a:ext cx="485933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2" name="公式" r:id="rId1" imgW="2184400" imgH="330200" progId="Equation.3">
                  <p:embed/>
                </p:oleObj>
              </mc:Choice>
              <mc:Fallback>
                <p:oleObj name="公式" r:id="rId1" imgW="2184400" imgH="33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797425"/>
                        <a:ext cx="4859337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5" name="Object 5"/>
          <p:cNvGraphicFramePr>
            <a:graphicFrameLocks noChangeAspect="1"/>
          </p:cNvGraphicFramePr>
          <p:nvPr/>
        </p:nvGraphicFramePr>
        <p:xfrm>
          <a:off x="4932363" y="3860800"/>
          <a:ext cx="40195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3" name="公式" r:id="rId3" imgW="1498600" imgH="330200" progId="Equation.3">
                  <p:embed/>
                </p:oleObj>
              </mc:Choice>
              <mc:Fallback>
                <p:oleObj name="公式" r:id="rId3" imgW="1498600" imgH="330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3860800"/>
                        <a:ext cx="401955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7" name="Object 3"/>
          <p:cNvGraphicFramePr>
            <a:graphicFrameLocks noChangeAspect="1"/>
          </p:cNvGraphicFramePr>
          <p:nvPr/>
        </p:nvGraphicFramePr>
        <p:xfrm>
          <a:off x="4643438" y="1412875"/>
          <a:ext cx="3960812" cy="253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4" name="Visio" r:id="rId5" imgW="10833100" imgH="6938645" progId="Visio.Drawing.11">
                  <p:embed/>
                </p:oleObj>
              </mc:Choice>
              <mc:Fallback>
                <p:oleObj name="Visio" r:id="rId5" imgW="10833100" imgH="693864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33" t="33360" r="9993" b="8102"/>
                      <a:stretch>
                        <a:fillRect/>
                      </a:stretch>
                    </p:blipFill>
                    <p:spPr bwMode="auto">
                      <a:xfrm>
                        <a:off x="4643438" y="1412875"/>
                        <a:ext cx="3960812" cy="25352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3" name="Object 9"/>
          <p:cNvGraphicFramePr>
            <a:graphicFrameLocks noChangeAspect="1"/>
          </p:cNvGraphicFramePr>
          <p:nvPr/>
        </p:nvGraphicFramePr>
        <p:xfrm>
          <a:off x="323850" y="1628775"/>
          <a:ext cx="3995738" cy="295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5" name="Visio" r:id="rId7" imgW="10833100" imgH="6938645" progId="Visio.Drawing.11">
                  <p:embed/>
                </p:oleObj>
              </mc:Choice>
              <mc:Fallback>
                <p:oleObj name="Visio" r:id="rId7" imgW="10833100" imgH="6938645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33" t="20158" r="9993" b="8102"/>
                      <a:stretch>
                        <a:fillRect/>
                      </a:stretch>
                    </p:blipFill>
                    <p:spPr bwMode="auto">
                      <a:xfrm>
                        <a:off x="323850" y="1628775"/>
                        <a:ext cx="3995738" cy="295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日期占位符 9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F934AE-5690-4269-9681-21B599A9A85C}" type="datetime1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7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7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3"/>
          <p:cNvSpPr>
            <a:spLocks noGrp="1" noChangeArrowheads="1"/>
          </p:cNvSpPr>
          <p:nvPr>
            <p:ph type="title"/>
          </p:nvPr>
        </p:nvSpPr>
        <p:spPr>
          <a:xfrm>
            <a:off x="395288" y="836613"/>
            <a:ext cx="3673475" cy="608012"/>
          </a:xfrm>
          <a:solidFill>
            <a:schemeClr val="bg1"/>
          </a:solidFill>
          <a:ln>
            <a:solidFill>
              <a:schemeClr val="bg2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zh-CN" altLang="en-US" sz="2800" dirty="0"/>
              <a:t>回顾</a:t>
            </a:r>
            <a:r>
              <a:rPr lang="en-US" altLang="zh-CN" sz="2400" dirty="0">
                <a:solidFill>
                  <a:srgbClr val="FF3300"/>
                </a:solidFill>
              </a:rPr>
              <a:t>—</a:t>
            </a:r>
            <a:r>
              <a:rPr lang="zh-CN" altLang="en-US" sz="2400" dirty="0">
                <a:solidFill>
                  <a:srgbClr val="FF3300"/>
                </a:solidFill>
              </a:rPr>
              <a:t>叠加积分</a:t>
            </a:r>
            <a:endParaRPr lang="zh-CN" altLang="en-US" sz="2400" dirty="0">
              <a:solidFill>
                <a:srgbClr val="FF3300"/>
              </a:solidFill>
            </a:endParaRPr>
          </a:p>
        </p:txBody>
      </p:sp>
      <p:graphicFrame>
        <p:nvGraphicFramePr>
          <p:cNvPr id="224261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468313" y="1412875"/>
          <a:ext cx="3313112" cy="211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89" name="" r:id="rId1" imgW="11729085" imgH="7495540" progId="Visio.Drawing.11">
                  <p:embed/>
                </p:oleObj>
              </mc:Choice>
              <mc:Fallback>
                <p:oleObj name="" r:id="rId1" imgW="11729085" imgH="7495540" progId="Visio.Drawing.11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33" t="33360" r="9993" b="8102"/>
                      <a:stretch>
                        <a:fillRect/>
                      </a:stretch>
                    </p:blipFill>
                    <p:spPr bwMode="auto">
                      <a:xfrm>
                        <a:off x="468313" y="1412875"/>
                        <a:ext cx="3313112" cy="211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4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24262" name="Object 6"/>
          <p:cNvGraphicFramePr>
            <a:graphicFrameLocks noChangeAspect="1"/>
          </p:cNvGraphicFramePr>
          <p:nvPr/>
        </p:nvGraphicFramePr>
        <p:xfrm>
          <a:off x="539750" y="3500438"/>
          <a:ext cx="38877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90" name="" r:id="rId3" imgW="1841500" imgH="431800" progId="Equation.3">
                  <p:embed/>
                </p:oleObj>
              </mc:Choice>
              <mc:Fallback>
                <p:oleObj name="" r:id="rId3" imgW="18415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500438"/>
                        <a:ext cx="3887788" cy="914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3" name="Object 7"/>
          <p:cNvGraphicFramePr>
            <a:graphicFrameLocks noChangeAspect="1"/>
          </p:cNvGraphicFramePr>
          <p:nvPr/>
        </p:nvGraphicFramePr>
        <p:xfrm>
          <a:off x="4606925" y="3357563"/>
          <a:ext cx="4537075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91" name="" r:id="rId5" imgW="1828800" imgH="431800" progId="Equation.3">
                  <p:embed/>
                </p:oleObj>
              </mc:Choice>
              <mc:Fallback>
                <p:oleObj name="" r:id="rId5" imgW="18288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6925" y="3357563"/>
                        <a:ext cx="4537075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4" name="Object 8"/>
          <p:cNvGraphicFramePr>
            <a:graphicFrameLocks noChangeAspect="1"/>
          </p:cNvGraphicFramePr>
          <p:nvPr/>
        </p:nvGraphicFramePr>
        <p:xfrm>
          <a:off x="1258888" y="4868863"/>
          <a:ext cx="5111750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92" name="" r:id="rId7" imgW="2235200" imgH="685800" progId="Equation.3">
                  <p:embed/>
                </p:oleObj>
              </mc:Choice>
              <mc:Fallback>
                <p:oleObj name="" r:id="rId7" imgW="2235200" imgH="685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868863"/>
                        <a:ext cx="5111750" cy="1568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5" name="Object 9"/>
          <p:cNvGraphicFramePr>
            <a:graphicFrameLocks noGrp="1" noChangeAspect="1"/>
          </p:cNvGraphicFramePr>
          <p:nvPr>
            <p:ph sz="half" idx="1"/>
          </p:nvPr>
        </p:nvGraphicFramePr>
        <p:xfrm>
          <a:off x="4787900" y="1196975"/>
          <a:ext cx="3200400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93" name="" r:id="rId9" imgW="11729085" imgH="7495540" progId="Visio.Drawing.11">
                  <p:embed/>
                </p:oleObj>
              </mc:Choice>
              <mc:Fallback>
                <p:oleObj name="" r:id="rId9" imgW="11729085" imgH="7495540" progId="Visio.Drawing.11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5433" t="33360" r="9993" b="8102"/>
                      <a:stretch>
                        <a:fillRect/>
                      </a:stretch>
                    </p:blipFill>
                    <p:spPr bwMode="auto">
                      <a:xfrm>
                        <a:off x="4787900" y="1196975"/>
                        <a:ext cx="3200400" cy="204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6" name="Picture 2" descr="ba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6421438"/>
            <a:ext cx="1116012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1331913" y="1125538"/>
            <a:ext cx="5256212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5000"/>
              </a:lnSpc>
              <a:spcBef>
                <a:spcPct val="40000"/>
              </a:spcBef>
            </a:pPr>
            <a:r>
              <a:rPr lang="en-US" altLang="zh-CN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）卷积运算的定义及求解方法？</a:t>
            </a:r>
            <a:endParaRPr lang="zh-CN" altLang="en-US" sz="24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27332" name="Object 4"/>
          <p:cNvGraphicFramePr>
            <a:graphicFrameLocks noChangeAspect="1"/>
          </p:cNvGraphicFramePr>
          <p:nvPr/>
        </p:nvGraphicFramePr>
        <p:xfrm>
          <a:off x="1619250" y="1989138"/>
          <a:ext cx="493553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21" name="" r:id="rId2" imgW="2159000" imgH="330200" progId="Equation.3">
                  <p:embed/>
                </p:oleObj>
              </mc:Choice>
              <mc:Fallback>
                <p:oleObj name="" r:id="rId2" imgW="2159000" imgH="33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989138"/>
                        <a:ext cx="4935538" cy="7540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57150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1547813" y="2852738"/>
            <a:ext cx="6121400" cy="2879725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35921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533400" indent="-5334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解析法，直接积分法（</a:t>
            </a:r>
            <a:r>
              <a:rPr lang="zh-CN" altLang="en-US" sz="24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注意积分区间的取定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）；</a:t>
            </a: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图解法（</a:t>
            </a:r>
            <a:r>
              <a:rPr lang="zh-CN" altLang="en-US" sz="24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分情况，分段求得结果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）；</a:t>
            </a: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5000"/>
              </a:lnSpc>
              <a:spcBef>
                <a:spcPct val="40000"/>
              </a:spcBef>
              <a:buFont typeface="Wingdings" panose="05000000000000000000" pitchFamily="2" charset="2"/>
              <a:buAutoNum type="alphaLcParenR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根据卷积性质简化卷积运算</a:t>
            </a: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9750" name="Rectangle 8"/>
          <p:cNvSpPr>
            <a:spLocks noGrp="1" noChangeArrowheads="1"/>
          </p:cNvSpPr>
          <p:nvPr>
            <p:ph type="title" sz="quarter"/>
          </p:nvPr>
        </p:nvSpPr>
        <p:spPr>
          <a:xfrm>
            <a:off x="539750" y="692150"/>
            <a:ext cx="1152525" cy="431800"/>
          </a:xfrm>
          <a:solidFill>
            <a:schemeClr val="bg1"/>
          </a:solidFill>
          <a:ln>
            <a:solidFill>
              <a:schemeClr val="bg2"/>
            </a:solidFill>
            <a:miter lim="800000"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zh-CN" altLang="en-US" sz="3600" dirty="0">
                <a:solidFill>
                  <a:srgbClr val="FF3300"/>
                </a:solidFill>
              </a:rPr>
              <a:t>回顾</a:t>
            </a:r>
            <a:endParaRPr lang="zh-CN" altLang="en-US" sz="3600" dirty="0">
              <a:solidFill>
                <a:srgbClr val="FF3300"/>
              </a:solidFill>
            </a:endParaRPr>
          </a:p>
        </p:txBody>
      </p:sp>
      <p:sp>
        <p:nvSpPr>
          <p:cNvPr id="159751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9752" name="Rectangle 10"/>
          <p:cNvSpPr>
            <a:spLocks noChangeArrowheads="1"/>
          </p:cNvSpPr>
          <p:nvPr/>
        </p:nvSpPr>
        <p:spPr bwMode="auto">
          <a:xfrm>
            <a:off x="1403350" y="5805488"/>
            <a:ext cx="5256213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5000"/>
              </a:lnSpc>
              <a:spcBef>
                <a:spcPct val="40000"/>
              </a:spcBef>
            </a:pPr>
            <a:r>
              <a:rPr lang="en-US" altLang="zh-CN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40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）卷积的性质</a:t>
            </a:r>
            <a:endParaRPr lang="zh-CN" altLang="en-US" sz="240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7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3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22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971550" y="1628775"/>
          <a:ext cx="28082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29" name="" r:id="rId1" imgW="1078865" imgH="203200" progId="Equation.3">
                  <p:embed/>
                </p:oleObj>
              </mc:Choice>
              <mc:Fallback>
                <p:oleObj name="" r:id="rId1" imgW="1078865" imgH="203200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28775"/>
                        <a:ext cx="2808288" cy="527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250825" y="836613"/>
            <a:ext cx="3313113" cy="57626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回顾</a:t>
            </a:r>
            <a:r>
              <a:rPr lang="en-US" altLang="zh-CN" dirty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—</a:t>
            </a:r>
            <a:r>
              <a:rPr lang="zh-CN" altLang="en-US" sz="200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卷积性质</a:t>
            </a:r>
            <a:endParaRPr lang="zh-CN" altLang="en-US" sz="2000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0772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35525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4356100" y="2781300"/>
          <a:ext cx="12239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30" name="" r:id="rId3" imgW="546100" imgH="228600" progId="Equation.3">
                  <p:embed/>
                </p:oleObj>
              </mc:Choice>
              <mc:Fallback>
                <p:oleObj name="" r:id="rId3" imgW="546100" imgH="228600" progId="Equation.3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781300"/>
                        <a:ext cx="1223963" cy="512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6" name="Object 6"/>
          <p:cNvGraphicFramePr>
            <a:graphicFrameLocks noChangeAspect="1"/>
          </p:cNvGraphicFramePr>
          <p:nvPr/>
        </p:nvGraphicFramePr>
        <p:xfrm>
          <a:off x="1692275" y="2781300"/>
          <a:ext cx="22685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31" name="" r:id="rId5" imgW="1016000" imgH="228600" progId="Equation.3">
                  <p:embed/>
                </p:oleObj>
              </mc:Choice>
              <mc:Fallback>
                <p:oleObj name="" r:id="rId5" imgW="10160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781300"/>
                        <a:ext cx="2268538" cy="512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7" name="Object 7"/>
          <p:cNvGraphicFramePr>
            <a:graphicFrameLocks noChangeAspect="1"/>
          </p:cNvGraphicFramePr>
          <p:nvPr/>
        </p:nvGraphicFramePr>
        <p:xfrm>
          <a:off x="4356100" y="3789363"/>
          <a:ext cx="16573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32" name="" r:id="rId7" imgW="761365" imgH="228600" progId="Equation.3">
                  <p:embed/>
                </p:oleObj>
              </mc:Choice>
              <mc:Fallback>
                <p:oleObj name="" r:id="rId7" imgW="761365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789363"/>
                        <a:ext cx="1657350" cy="4968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8" name="Object 8"/>
          <p:cNvGraphicFramePr>
            <a:graphicFrameLocks noChangeAspect="1"/>
          </p:cNvGraphicFramePr>
          <p:nvPr/>
        </p:nvGraphicFramePr>
        <p:xfrm>
          <a:off x="1547813" y="3789363"/>
          <a:ext cx="2592387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33" name="" r:id="rId9" imgW="1244600" imgH="228600" progId="Equation.3">
                  <p:embed/>
                </p:oleObj>
              </mc:Choice>
              <mc:Fallback>
                <p:oleObj name="" r:id="rId9" imgW="12446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789363"/>
                        <a:ext cx="2592387" cy="4778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9" name="Object 9"/>
          <p:cNvGraphicFramePr>
            <a:graphicFrameLocks noChangeAspect="1"/>
          </p:cNvGraphicFramePr>
          <p:nvPr/>
        </p:nvGraphicFramePr>
        <p:xfrm>
          <a:off x="4356100" y="4581525"/>
          <a:ext cx="7207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34" name="" r:id="rId11" imgW="342900" imgH="228600" progId="Equation.3">
                  <p:embed/>
                </p:oleObj>
              </mc:Choice>
              <mc:Fallback>
                <p:oleObj name="" r:id="rId11" imgW="3429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581525"/>
                        <a:ext cx="720725" cy="481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0" name="Object 10"/>
          <p:cNvGraphicFramePr>
            <a:graphicFrameLocks noChangeAspect="1"/>
          </p:cNvGraphicFramePr>
          <p:nvPr/>
        </p:nvGraphicFramePr>
        <p:xfrm>
          <a:off x="4859338" y="1412875"/>
          <a:ext cx="35274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35" name="" r:id="rId13" imgW="1447800" imgH="330200" progId="Equation.3">
                  <p:embed/>
                </p:oleObj>
              </mc:Choice>
              <mc:Fallback>
                <p:oleObj name="" r:id="rId13" imgW="1447800" imgH="330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412875"/>
                        <a:ext cx="3527425" cy="806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1" name="Object 11"/>
          <p:cNvGraphicFramePr>
            <a:graphicFrameLocks noChangeAspect="1"/>
          </p:cNvGraphicFramePr>
          <p:nvPr/>
        </p:nvGraphicFramePr>
        <p:xfrm>
          <a:off x="2339975" y="4652963"/>
          <a:ext cx="16557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36" name="" r:id="rId15" imgW="825500" imgH="228600" progId="Equation.3">
                  <p:embed/>
                </p:oleObj>
              </mc:Choice>
              <mc:Fallback>
                <p:oleObj name="" r:id="rId15" imgW="8255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652963"/>
                        <a:ext cx="1655763" cy="460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2" name="Object 12"/>
          <p:cNvGraphicFramePr>
            <a:graphicFrameLocks noChangeAspect="1"/>
          </p:cNvGraphicFramePr>
          <p:nvPr/>
        </p:nvGraphicFramePr>
        <p:xfrm>
          <a:off x="2484438" y="6092825"/>
          <a:ext cx="15128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537" name="" r:id="rId17" imgW="698500" imgH="228600" progId="Equation.3">
                  <p:embed/>
                </p:oleObj>
              </mc:Choice>
              <mc:Fallback>
                <p:oleObj name="" r:id="rId17" imgW="6985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6092825"/>
                        <a:ext cx="1512887" cy="496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33" name="Text Box 13"/>
          <p:cNvSpPr txBox="1">
            <a:spLocks noChangeArrowheads="1"/>
          </p:cNvSpPr>
          <p:nvPr/>
        </p:nvSpPr>
        <p:spPr bwMode="auto">
          <a:xfrm>
            <a:off x="3708400" y="5445125"/>
            <a:ext cx="2447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卷积的微分性质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34" name="Line 14"/>
          <p:cNvSpPr>
            <a:spLocks noChangeShapeType="1"/>
          </p:cNvSpPr>
          <p:nvPr/>
        </p:nvSpPr>
        <p:spPr bwMode="auto">
          <a:xfrm>
            <a:off x="3132138" y="5229225"/>
            <a:ext cx="0" cy="863600"/>
          </a:xfrm>
          <a:prstGeom prst="line">
            <a:avLst/>
          </a:prstGeom>
          <a:noFill/>
          <a:ln w="38100">
            <a:solidFill>
              <a:srgbClr val="66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35" name="Line 15"/>
          <p:cNvSpPr>
            <a:spLocks noChangeShapeType="1"/>
          </p:cNvSpPr>
          <p:nvPr/>
        </p:nvSpPr>
        <p:spPr bwMode="auto">
          <a:xfrm>
            <a:off x="3276600" y="5229225"/>
            <a:ext cx="0" cy="863600"/>
          </a:xfrm>
          <a:prstGeom prst="line">
            <a:avLst/>
          </a:prstGeom>
          <a:noFill/>
          <a:ln w="38100">
            <a:solidFill>
              <a:srgbClr val="66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5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5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3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5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5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3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35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35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3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3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3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26988" y="692150"/>
            <a:ext cx="3421062" cy="569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3" tIns="45716" rIns="91433" bIns="45716" anchor="ctr"/>
          <a:lstStyle/>
          <a:p>
            <a:pPr algn="ctr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回顾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-</a:t>
            </a:r>
            <a:r>
              <a:rPr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单位冲激响应的求解</a:t>
            </a:r>
            <a:endParaRPr lang="zh-CN" altLang="en-US" sz="20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sym typeface="+mn-ea"/>
            </a:endParaRPr>
          </a:p>
        </p:txBody>
      </p:sp>
      <p:sp>
        <p:nvSpPr>
          <p:cNvPr id="161795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3190" name="Object 6"/>
          <p:cNvGraphicFramePr>
            <a:graphicFrameLocks noGrp="1" noChangeAspect="1"/>
          </p:cNvGraphicFramePr>
          <p:nvPr>
            <p:ph sz="half" idx="1"/>
          </p:nvPr>
        </p:nvGraphicFramePr>
        <p:xfrm>
          <a:off x="1001713" y="4625975"/>
          <a:ext cx="6500812" cy="181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69" name="" r:id="rId1" imgW="3365500" imgH="939800" progId="Equation.3">
                  <p:embed/>
                </p:oleObj>
              </mc:Choice>
              <mc:Fallback>
                <p:oleObj name="" r:id="rId1" imgW="3365500" imgH="939800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4625975"/>
                        <a:ext cx="6500812" cy="18161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43050" y="1354138"/>
            <a:ext cx="4651375" cy="28797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35750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转移算子直接分解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系数平衡法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零输入响应法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spcAft>
                <a:spcPct val="30000"/>
              </a:spcAft>
              <a:buFont typeface="Arial" panose="020B0604020202020204" pitchFamily="34" charset="0"/>
              <a:buAutoNum type="alphaLcParenR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线性时不变系统的性质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1258888" y="2708275"/>
          <a:ext cx="5978525" cy="379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6" name="" r:id="rId1" imgW="3200400" imgH="2032000" progId="Equation.3">
                  <p:embed/>
                </p:oleObj>
              </mc:Choice>
              <mc:Fallback>
                <p:oleObj name="" r:id="rId1" imgW="3200400" imgH="2032000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708275"/>
                        <a:ext cx="5978525" cy="379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19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rgbClr val="FFFF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50825" y="695325"/>
            <a:ext cx="3422650" cy="569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3" tIns="45716" rIns="91433" bIns="45716" anchor="ctr"/>
          <a:lstStyle/>
          <a:p>
            <a:pPr algn="ctr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回顾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-</a:t>
            </a:r>
            <a:r>
              <a:rPr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sym typeface="+mn-ea"/>
              </a:rPr>
              <a:t>单位冲激响应的求解</a:t>
            </a:r>
            <a:endParaRPr lang="zh-CN" altLang="en-US" sz="20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sym typeface="+mn-ea"/>
            </a:endParaRPr>
          </a:p>
        </p:txBody>
      </p:sp>
      <p:graphicFrame>
        <p:nvGraphicFramePr>
          <p:cNvPr id="162821" name="对象 1"/>
          <p:cNvGraphicFramePr>
            <a:graphicFrameLocks noGrp="1" noChangeAspect="1"/>
          </p:cNvGraphicFramePr>
          <p:nvPr/>
        </p:nvGraphicFramePr>
        <p:xfrm>
          <a:off x="1116013" y="1412875"/>
          <a:ext cx="594201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7" name="" r:id="rId3" imgW="3911600" imgH="457200" progId="Equation.3">
                  <p:embed/>
                </p:oleObj>
              </mc:Choice>
              <mc:Fallback>
                <p:oleObj name="" r:id="rId3" imgW="3911600" imgH="457200" progId="Equation.3">
                  <p:embed/>
                  <p:pic>
                    <p:nvPicPr>
                      <p:cNvPr id="0" name="对象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412875"/>
                        <a:ext cx="5942012" cy="10080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50" name="Rectangle 6"/>
          <p:cNvSpPr>
            <a:spLocks noChangeArrowheads="1"/>
          </p:cNvSpPr>
          <p:nvPr/>
        </p:nvSpPr>
        <p:spPr bwMode="auto">
          <a:xfrm>
            <a:off x="323850" y="692150"/>
            <a:ext cx="4535488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§2.6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+mn-ea"/>
              </a:rPr>
              <a:t>阶跃响应和冲激响应</a:t>
            </a:r>
            <a:endParaRPr lang="zh-CN" altLang="en-US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sym typeface="+mn-ea"/>
            </a:endParaRPr>
          </a:p>
        </p:txBody>
      </p:sp>
      <p:sp>
        <p:nvSpPr>
          <p:cNvPr id="163843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566738"/>
          </a:xfrm>
          <a:prstGeom prst="rect">
            <a:avLst/>
          </a:prstGeom>
          <a:gradFill rotWithShape="1">
            <a:gsLst>
              <a:gs pos="0">
                <a:srgbClr val="33CC33"/>
              </a:gs>
              <a:gs pos="50000">
                <a:srgbClr val="185E18"/>
              </a:gs>
              <a:gs pos="100000">
                <a:srgbClr val="33CC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lIns="130622" tIns="65311" rIns="130622" bIns="65311">
            <a:spAutoFit/>
          </a:bodyPr>
          <a:lstStyle>
            <a:lvl1pPr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130683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130683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信号与系统             第二章连续时间系统时域分析</a:t>
            </a:r>
            <a:endParaRPr lang="zh-CN" altLang="en-US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844" name="Text Box 3"/>
          <p:cNvSpPr txBox="1">
            <a:spLocks noChangeArrowheads="1"/>
          </p:cNvSpPr>
          <p:nvPr/>
        </p:nvSpPr>
        <p:spPr bwMode="auto">
          <a:xfrm>
            <a:off x="468313" y="2205038"/>
            <a:ext cx="3095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系统的算子表达式为：</a:t>
            </a:r>
            <a:endParaRPr lang="zh-CN" altLang="en-US" sz="20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4217" name="Object 9"/>
          <p:cNvGraphicFramePr>
            <a:graphicFrameLocks noChangeAspect="1"/>
          </p:cNvGraphicFramePr>
          <p:nvPr/>
        </p:nvGraphicFramePr>
        <p:xfrm>
          <a:off x="669925" y="2713038"/>
          <a:ext cx="41751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1" name="" r:id="rId1" imgW="2387600" imgH="228600" progId="Equation.3">
                  <p:embed/>
                </p:oleObj>
              </mc:Choice>
              <mc:Fallback>
                <p:oleObj name="" r:id="rId1" imgW="23876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2713038"/>
                        <a:ext cx="41751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8" name="Object 2"/>
          <p:cNvGraphicFramePr>
            <a:graphicFrameLocks noChangeAspect="1"/>
          </p:cNvGraphicFramePr>
          <p:nvPr/>
        </p:nvGraphicFramePr>
        <p:xfrm>
          <a:off x="4092575" y="3792538"/>
          <a:ext cx="25400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2" name="" r:id="rId3" imgW="1396365" imgH="444500" progId="Equation.3">
                  <p:embed/>
                </p:oleObj>
              </mc:Choice>
              <mc:Fallback>
                <p:oleObj name="" r:id="rId3" imgW="1396365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575" y="3792538"/>
                        <a:ext cx="25400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0"/>
          <p:cNvGraphicFramePr>
            <a:graphicFrameLocks noChangeAspect="1"/>
          </p:cNvGraphicFramePr>
          <p:nvPr/>
        </p:nvGraphicFramePr>
        <p:xfrm>
          <a:off x="6740525" y="3792538"/>
          <a:ext cx="230505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3" name="" r:id="rId5" imgW="1257300" imgH="419100" progId="Equation.3">
                  <p:embed/>
                </p:oleObj>
              </mc:Choice>
              <mc:Fallback>
                <p:oleObj name="" r:id="rId5" imgW="1257300" imgH="4191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0525" y="3792538"/>
                        <a:ext cx="230505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1"/>
          <p:cNvGraphicFramePr>
            <a:graphicFrameLocks noChangeAspect="1"/>
          </p:cNvGraphicFramePr>
          <p:nvPr/>
        </p:nvGraphicFramePr>
        <p:xfrm>
          <a:off x="4572000" y="4514850"/>
          <a:ext cx="26844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4" name="" r:id="rId7" imgW="1562100" imgH="419100" progId="Equation.3">
                  <p:embed/>
                </p:oleObj>
              </mc:Choice>
              <mc:Fallback>
                <p:oleObj name="" r:id="rId7" imgW="1562100" imgH="4191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14850"/>
                        <a:ext cx="268446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30" name="Object 22"/>
          <p:cNvGraphicFramePr>
            <a:graphicFrameLocks noChangeAspect="1"/>
          </p:cNvGraphicFramePr>
          <p:nvPr/>
        </p:nvGraphicFramePr>
        <p:xfrm>
          <a:off x="4597400" y="5427663"/>
          <a:ext cx="259238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5" name="" r:id="rId9" imgW="1409700" imgH="228600" progId="Equation.3">
                  <p:embed/>
                </p:oleObj>
              </mc:Choice>
              <mc:Fallback>
                <p:oleObj name="" r:id="rId9" imgW="1409700" imgH="2286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400" y="5427663"/>
                        <a:ext cx="2592388" cy="4206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31" name="AutoShape 23"/>
          <p:cNvSpPr>
            <a:spLocks noChangeArrowheads="1"/>
          </p:cNvSpPr>
          <p:nvPr/>
        </p:nvSpPr>
        <p:spPr bwMode="auto">
          <a:xfrm>
            <a:off x="5748338" y="4995863"/>
            <a:ext cx="287337" cy="431800"/>
          </a:xfrm>
          <a:prstGeom prst="downArrow">
            <a:avLst>
              <a:gd name="adj1" fmla="val 50000"/>
              <a:gd name="adj2" fmla="val 374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eaVert"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50825" y="2205038"/>
            <a:ext cx="8524875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09563" y="3414713"/>
            <a:ext cx="8524875" cy="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3853" name="对象 3"/>
          <p:cNvGraphicFramePr>
            <a:graphicFrameLocks noChangeAspect="1"/>
          </p:cNvGraphicFramePr>
          <p:nvPr/>
        </p:nvGraphicFramePr>
        <p:xfrm>
          <a:off x="438150" y="1196975"/>
          <a:ext cx="674052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6" name="" r:id="rId11" imgW="4546600" imgH="660400" progId="Equation.3">
                  <p:embed/>
                </p:oleObj>
              </mc:Choice>
              <mc:Fallback>
                <p:oleObj name="" r:id="rId11" imgW="4546600" imgH="6604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1196975"/>
                        <a:ext cx="6740525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"/>
          <p:cNvGraphicFramePr>
            <a:graphicFrameLocks noChangeAspect="1"/>
          </p:cNvGraphicFramePr>
          <p:nvPr/>
        </p:nvGraphicFramePr>
        <p:xfrm>
          <a:off x="5292725" y="2433638"/>
          <a:ext cx="31273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7" name="" r:id="rId13" imgW="1663065" imgH="431800" progId="Equation.3">
                  <p:embed/>
                </p:oleObj>
              </mc:Choice>
              <mc:Fallback>
                <p:oleObj name="" r:id="rId13" imgW="1663065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433638"/>
                        <a:ext cx="312737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"/>
          <p:cNvGraphicFramePr>
            <a:graphicFrameLocks noChangeAspect="1"/>
          </p:cNvGraphicFramePr>
          <p:nvPr/>
        </p:nvGraphicFramePr>
        <p:xfrm>
          <a:off x="330200" y="4008438"/>
          <a:ext cx="2879725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8" name="" r:id="rId15" imgW="1637665" imgH="1180465" progId="Equation.3">
                  <p:embed/>
                </p:oleObj>
              </mc:Choice>
              <mc:Fallback>
                <p:oleObj name="" r:id="rId15" imgW="1637665" imgH="118046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" y="4008438"/>
                        <a:ext cx="2879725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6" name="Text Box 3"/>
          <p:cNvSpPr txBox="1">
            <a:spLocks noChangeArrowheads="1"/>
          </p:cNvSpPr>
          <p:nvPr/>
        </p:nvSpPr>
        <p:spPr bwMode="auto">
          <a:xfrm>
            <a:off x="330200" y="3415030"/>
            <a:ext cx="255841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零输入响应求解：</a:t>
            </a:r>
            <a:endParaRPr lang="zh-CN" altLang="en-US" sz="20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857" name="Text Box 3"/>
          <p:cNvSpPr txBox="1">
            <a:spLocks noChangeArrowheads="1"/>
          </p:cNvSpPr>
          <p:nvPr/>
        </p:nvSpPr>
        <p:spPr bwMode="auto">
          <a:xfrm>
            <a:off x="3996055" y="3418205"/>
            <a:ext cx="457136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零状态（单位冲激响应）响应求解：</a:t>
            </a:r>
            <a:endParaRPr lang="zh-CN" altLang="en-US" sz="20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606800" y="3427413"/>
            <a:ext cx="0" cy="2809875"/>
          </a:xfrm>
          <a:prstGeom prst="line">
            <a:avLst/>
          </a:prstGeom>
          <a:ln w="254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859" name="Text Box 3"/>
          <p:cNvSpPr txBox="1">
            <a:spLocks noChangeArrowheads="1"/>
          </p:cNvSpPr>
          <p:nvPr/>
        </p:nvSpPr>
        <p:spPr bwMode="auto">
          <a:xfrm>
            <a:off x="66675" y="6237605"/>
            <a:ext cx="180467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系统响应为：</a:t>
            </a:r>
            <a:endParaRPr lang="zh-CN" altLang="en-US" sz="200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63713" y="6237288"/>
          <a:ext cx="66786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609" name="" r:id="rId17" imgW="3757295" imgH="241300" progId="Equation.3">
                  <p:embed/>
                </p:oleObj>
              </mc:Choice>
              <mc:Fallback>
                <p:oleObj name="" r:id="rId17" imgW="3757295" imgH="2413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6237288"/>
                        <a:ext cx="6678612" cy="542925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4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4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4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4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4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31" grpId="0" bldLvl="0" animBg="1"/>
    </p:bldLst>
  </p:timing>
</p:sld>
</file>

<file path=ppt/tags/tag1.xml><?xml version="1.0" encoding="utf-8"?>
<p:tagLst xmlns:p="http://schemas.openxmlformats.org/presentationml/2006/main">
  <p:tag name="TIMING" val="|238.3"/>
</p:tagLst>
</file>

<file path=ppt/tags/tag2.xml><?xml version="1.0" encoding="utf-8"?>
<p:tagLst xmlns:p="http://schemas.openxmlformats.org/presentationml/2006/main">
  <p:tag name="TIMING" val="|69.7"/>
</p:tagLst>
</file>

<file path=ppt/tags/tag3.xml><?xml version="1.0" encoding="utf-8"?>
<p:tagLst xmlns:p="http://schemas.openxmlformats.org/presentationml/2006/main">
  <p:tag name="TIMING" val="|14.7|193.1"/>
</p:tagLst>
</file>

<file path=ppt/tags/tag4.xml><?xml version="1.0" encoding="utf-8"?>
<p:tagLst xmlns:p="http://schemas.openxmlformats.org/presentationml/2006/main">
  <p:tag name="TIMING" val="|12.6|70.1|34|71.7"/>
</p:tagLst>
</file>

<file path=ppt/tags/tag5.xml><?xml version="1.0" encoding="utf-8"?>
<p:tagLst xmlns:p="http://schemas.openxmlformats.org/presentationml/2006/main">
  <p:tag name="TIMING" val="|0.9|0.7"/>
</p:tagLst>
</file>

<file path=ppt/tags/tag6.xml><?xml version="1.0" encoding="utf-8"?>
<p:tagLst xmlns:p="http://schemas.openxmlformats.org/presentationml/2006/main">
  <p:tag name="TIMING" val="|24.3|40.5|82.8|16.9"/>
</p:tagLst>
</file>

<file path=ppt/tags/tag7.xml><?xml version="1.0" encoding="utf-8"?>
<p:tagLst xmlns:p="http://schemas.openxmlformats.org/presentationml/2006/main">
  <p:tag name="TIMING" val="|10.4|50.9|13.1|46.5"/>
</p:tagLst>
</file>

<file path=ppt/tags/tag8.xml><?xml version="1.0" encoding="utf-8"?>
<p:tagLst xmlns:p="http://schemas.openxmlformats.org/presentationml/2006/main">
  <p:tag name="TIMING" val="|2"/>
</p:tagLst>
</file>

<file path=ppt/tags/tag9.xml><?xml version="1.0" encoding="utf-8"?>
<p:tagLst xmlns:p="http://schemas.openxmlformats.org/presentationml/2006/main">
  <p:tag name="TIMING" val="|0.4"/>
</p:tagLst>
</file>

<file path=ppt/tags/tag10.xml><?xml version="1.0" encoding="utf-8"?>
<p:tagLst xmlns:p="http://schemas.openxmlformats.org/presentationml/2006/main">
  <p:tag name="TIMING" val="|0"/>
</p:tagLst>
</file>

<file path=ppt/tags/tag11.xml><?xml version="1.0" encoding="utf-8"?>
<p:tagLst xmlns:p="http://schemas.openxmlformats.org/presentationml/2006/main">
  <p:tag name="TIMING" val="|82.1"/>
</p:tagLst>
</file>

<file path=ppt/tags/tag12.xml><?xml version="1.0" encoding="utf-8"?>
<p:tagLst xmlns:p="http://schemas.openxmlformats.org/presentationml/2006/main">
  <p:tag name="TIMING" val="|1.6"/>
</p:tagLst>
</file>

<file path=ppt/tags/tag13.xml><?xml version="1.0" encoding="utf-8"?>
<p:tagLst xmlns:p="http://schemas.openxmlformats.org/presentationml/2006/main">
  <p:tag name="TIMING" val="|40.5"/>
</p:tagLst>
</file>

<file path=ppt/tags/tag14.xml><?xml version="1.0" encoding="utf-8"?>
<p:tagLst xmlns:p="http://schemas.openxmlformats.org/presentationml/2006/main">
  <p:tag name="TIMING" val="|203.5|54.8|40"/>
</p:tagLst>
</file>

<file path=ppt/tags/tag15.xml><?xml version="1.0" encoding="utf-8"?>
<p:tagLst xmlns:p="http://schemas.openxmlformats.org/presentationml/2006/main">
  <p:tag name="TIMING" val="|9.3|9.2|2|34.6|65.3|2.8"/>
</p:tagLst>
</file>

<file path=ppt/tags/tag16.xml><?xml version="1.0" encoding="utf-8"?>
<p:tagLst xmlns:p="http://schemas.openxmlformats.org/presentationml/2006/main">
  <p:tag name="TIMING" val="|2"/>
</p:tagLst>
</file>

<file path=ppt/tags/tag17.xml><?xml version="1.0" encoding="utf-8"?>
<p:tagLst xmlns:p="http://schemas.openxmlformats.org/presentationml/2006/main">
  <p:tag name="TIMING" val="|122.2|103.6"/>
</p:tagLst>
</file>

<file path=ppt/tags/tag18.xml><?xml version="1.0" encoding="utf-8"?>
<p:tagLst xmlns:p="http://schemas.openxmlformats.org/presentationml/2006/main">
  <p:tag name="TIMING" val="|2.9|0.8|0.2|0.1|0.1"/>
</p:tagLst>
</file>

<file path=ppt/tags/tag19.xml><?xml version="1.0" encoding="utf-8"?>
<p:tagLst xmlns:p="http://schemas.openxmlformats.org/presentationml/2006/main">
  <p:tag name="TIMING" val="|2"/>
</p:tagLst>
</file>

<file path=ppt/tags/tag20.xml><?xml version="1.0" encoding="utf-8"?>
<p:tagLst xmlns:p="http://schemas.openxmlformats.org/presentationml/2006/main">
  <p:tag name="TIMING" val="|30.2|37.7"/>
</p:tagLst>
</file>

<file path=ppt/tags/tag21.xml><?xml version="1.0" encoding="utf-8"?>
<p:tagLst xmlns:p="http://schemas.openxmlformats.org/presentationml/2006/main">
  <p:tag name="TIMING" val="|3.8"/>
</p:tagLst>
</file>

<file path=ppt/tags/tag22.xml><?xml version="1.0" encoding="utf-8"?>
<p:tagLst xmlns:p="http://schemas.openxmlformats.org/presentationml/2006/main">
  <p:tag name="TIMING" val="|61.8"/>
</p:tagLst>
</file>

<file path=ppt/tags/tag23.xml><?xml version="1.0" encoding="utf-8"?>
<p:tagLst xmlns:p="http://schemas.openxmlformats.org/presentationml/2006/main">
  <p:tag name="TIMING" val="|3.4"/>
</p:tagLst>
</file>

<file path=ppt/tags/tag24.xml><?xml version="1.0" encoding="utf-8"?>
<p:tagLst xmlns:p="http://schemas.openxmlformats.org/presentationml/2006/main">
  <p:tag name="TIMING" val="|79.4|73.1|67.5"/>
</p:tagLst>
</file>

<file path=ppt/tags/tag25.xml><?xml version="1.0" encoding="utf-8"?>
<p:tagLst xmlns:p="http://schemas.openxmlformats.org/presentationml/2006/main">
  <p:tag name="TIMING" val="|90.2"/>
</p:tagLst>
</file>

<file path=ppt/tags/tag26.xml><?xml version="1.0" encoding="utf-8"?>
<p:tagLst xmlns:p="http://schemas.openxmlformats.org/presentationml/2006/main">
  <p:tag name="TIMING" val="|0.3|0.1|0.1|0.1|0.1"/>
</p:tagLst>
</file>

<file path=ppt/tags/tag27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</p:tagLst>
</file>

<file path=ppt/tags/tag28.xml><?xml version="1.0" encoding="utf-8"?>
<p:tagLst xmlns:p="http://schemas.openxmlformats.org/presentationml/2006/main">
  <p:tag name="TIMING" val="|0"/>
</p:tagLst>
</file>

<file path=ppt/tags/tag29.xml><?xml version="1.0" encoding="utf-8"?>
<p:tagLst xmlns:p="http://schemas.openxmlformats.org/presentationml/2006/main">
  <p:tag name="TIMING" val="|0.1"/>
</p:tagLst>
</file>

<file path=ppt/tags/tag30.xml><?xml version="1.0" encoding="utf-8"?>
<p:tagLst xmlns:p="http://schemas.openxmlformats.org/presentationml/2006/main">
  <p:tag name="TIMING" val="|0.1"/>
</p:tagLst>
</file>

<file path=ppt/tags/tag31.xml><?xml version="1.0" encoding="utf-8"?>
<p:tagLst xmlns:p="http://schemas.openxmlformats.org/presentationml/2006/main">
  <p:tag name="TIMING" val="|0.3|0.5|0.3|0.5"/>
</p:tagLst>
</file>

<file path=ppt/tags/tag32.xml><?xml version="1.0" encoding="utf-8"?>
<p:tagLst xmlns:p="http://schemas.openxmlformats.org/presentationml/2006/main">
  <p:tag name="TIMING" val="|8.9|10.5|56.3|57.8"/>
</p:tagLst>
</file>

<file path=ppt/tags/tag33.xml><?xml version="1.0" encoding="utf-8"?>
<p:tagLst xmlns:p="http://schemas.openxmlformats.org/presentationml/2006/main">
  <p:tag name="TIMING" val="|0.8|3.9|76.4|33.9"/>
</p:tagLst>
</file>

<file path=ppt/tags/tag34.xml><?xml version="1.0" encoding="utf-8"?>
<p:tagLst xmlns:p="http://schemas.openxmlformats.org/presentationml/2006/main">
  <p:tag name="TIMING" val="|1.9|15.8|19.4|36.2|42.1"/>
</p:tagLst>
</file>

<file path=ppt/tags/tag35.xml><?xml version="1.0" encoding="utf-8"?>
<p:tagLst xmlns:p="http://schemas.openxmlformats.org/presentationml/2006/main">
  <p:tag name="TIMING" val="|1|0.8|41.2"/>
</p:tagLst>
</file>

<file path=ppt/tags/tag36.xml><?xml version="1.0" encoding="utf-8"?>
<p:tagLst xmlns:p="http://schemas.openxmlformats.org/presentationml/2006/main">
  <p:tag name="TIMING" val="|20.9"/>
</p:tagLst>
</file>

<file path=ppt/tags/tag37.xml><?xml version="1.0" encoding="utf-8"?>
<p:tagLst xmlns:p="http://schemas.openxmlformats.org/presentationml/2006/main">
  <p:tag name="TIMING" val="|16"/>
</p:tagLst>
</file>

<file path=ppt/tags/tag38.xml><?xml version="1.0" encoding="utf-8"?>
<p:tagLst xmlns:p="http://schemas.openxmlformats.org/presentationml/2006/main">
  <p:tag name="TIMING" val="|30.2|37.7"/>
</p:tagLst>
</file>

<file path=ppt/tags/tag39.xml><?xml version="1.0" encoding="utf-8"?>
<p:tagLst xmlns:p="http://schemas.openxmlformats.org/presentationml/2006/main">
  <p:tag name="TIMING" val="|79.4|73.1|67.5"/>
</p:tagLst>
</file>

<file path=ppt/tags/tag40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</p:tagLst>
</file>

<file path=ppt/tags/tag41.xml><?xml version="1.0" encoding="utf-8"?>
<p:tagLst xmlns:p="http://schemas.openxmlformats.org/presentationml/2006/main">
  <p:tag name="TIMING" val="|0.8|3.9|76.4|33.9"/>
</p:tagLst>
</file>

<file path=ppt/tags/tag42.xml><?xml version="1.0" encoding="utf-8"?>
<p:tagLst xmlns:p="http://schemas.openxmlformats.org/presentationml/2006/main">
  <p:tag name="TIMING" val="|16"/>
</p:tagLst>
</file>

<file path=ppt/tags/tag43.xml><?xml version="1.0" encoding="utf-8"?>
<p:tagLst xmlns:p="http://schemas.openxmlformats.org/presentationml/2006/main">
  <p:tag name="TIMING" val="|122"/>
</p:tagLst>
</file>

<file path=ppt/tags/tag44.xml><?xml version="1.0" encoding="utf-8"?>
<p:tagLst xmlns:p="http://schemas.openxmlformats.org/presentationml/2006/main">
  <p:tag name="TIMING" val="|4.5"/>
</p:tagLst>
</file>

<file path=ppt/tags/tag45.xml><?xml version="1.0" encoding="utf-8"?>
<p:tagLst xmlns:p="http://schemas.openxmlformats.org/presentationml/2006/main">
  <p:tag name="TIMING" val="|29.5|26.8|143.4"/>
</p:tagLst>
</file>

<file path=ppt/tags/tag46.xml><?xml version="1.0" encoding="utf-8"?>
<p:tagLst xmlns:p="http://schemas.openxmlformats.org/presentationml/2006/main">
  <p:tag name="TIMING" val="|28.3|113|475.4|19.1|13.1"/>
</p:tagLst>
</file>

<file path=ppt/tags/tag47.xml><?xml version="1.0" encoding="utf-8"?>
<p:tagLst xmlns:p="http://schemas.openxmlformats.org/presentationml/2006/main">
  <p:tag name="TIMING" val="|43.8"/>
</p:tagLst>
</file>

<file path=ppt/tags/tag48.xml><?xml version="1.0" encoding="utf-8"?>
<p:tagLst xmlns:p="http://schemas.openxmlformats.org/presentationml/2006/main">
  <p:tag name="TIMING" val="|3.9|0.9"/>
</p:tagLst>
</file>

<file path=ppt/tags/tag49.xml><?xml version="1.0" encoding="utf-8"?>
<p:tagLst xmlns:p="http://schemas.openxmlformats.org/presentationml/2006/main">
  <p:tag name="TIMING" val="|1.7|22.2|53.4|2.3|17.6"/>
</p:tagLst>
</file>

<file path=ppt/tags/tag50.xml><?xml version="1.0" encoding="utf-8"?>
<p:tagLst xmlns:p="http://schemas.openxmlformats.org/presentationml/2006/main">
  <p:tag name="TIMING" val="|61.1|67.3"/>
</p:tagLst>
</file>

<file path=ppt/tags/tag51.xml><?xml version="1.0" encoding="utf-8"?>
<p:tagLst xmlns:p="http://schemas.openxmlformats.org/presentationml/2006/main">
  <p:tag name="TIMING" val="|3.1|7"/>
</p:tagLst>
</file>

<file path=ppt/tags/tag52.xml><?xml version="1.0" encoding="utf-8"?>
<p:tagLst xmlns:p="http://schemas.openxmlformats.org/presentationml/2006/main">
  <p:tag name="TIMING" val="|5.7|44|9.5|10.9|3.3|14.8|35.4"/>
</p:tagLst>
</file>

<file path=ppt/tags/tag53.xml><?xml version="1.0" encoding="utf-8"?>
<p:tagLst xmlns:p="http://schemas.openxmlformats.org/presentationml/2006/main">
  <p:tag name="TIMING" val="|4.3|25.4|10.1"/>
</p:tagLst>
</file>

<file path=ppt/tags/tag54.xml><?xml version="1.0" encoding="utf-8"?>
<p:tagLst xmlns:p="http://schemas.openxmlformats.org/presentationml/2006/main">
  <p:tag name="TIMING" val="|1.6"/>
</p:tagLst>
</file>

<file path=ppt/tags/tag55.xml><?xml version="1.0" encoding="utf-8"?>
<p:tagLst xmlns:p="http://schemas.openxmlformats.org/presentationml/2006/main">
  <p:tag name="TIMING" val="|1.2|5.9|11.4|57.6|13.2|138.9|29.1"/>
</p:tagLst>
</file>

<file path=ppt/tags/tag56.xml><?xml version="1.0" encoding="utf-8"?>
<p:tagLst xmlns:p="http://schemas.openxmlformats.org/presentationml/2006/main">
  <p:tag name="TIMING" val="|64.4|42.9|25.7|18.4|42.2|11.4"/>
</p:tagLst>
</file>

<file path=ppt/tags/tag57.xml><?xml version="1.0" encoding="utf-8"?>
<p:tagLst xmlns:p="http://schemas.openxmlformats.org/presentationml/2006/main">
  <p:tag name="TIMING" val="|7.4|3.4|9.9|3.6|19.3|1.3|20.3|38.6|3.6|8.7"/>
</p:tagLst>
</file>

<file path=ppt/tags/tag58.xml><?xml version="1.0" encoding="utf-8"?>
<p:tagLst xmlns:p="http://schemas.openxmlformats.org/presentationml/2006/main">
  <p:tag name="TIMING" val="|3.1"/>
</p:tagLst>
</file>

<file path=ppt/tags/tag59.xml><?xml version="1.0" encoding="utf-8"?>
<p:tagLst xmlns:p="http://schemas.openxmlformats.org/presentationml/2006/main">
  <p:tag name="TIMING" val="|1.1"/>
</p:tagLst>
</file>

<file path=ppt/tags/tag60.xml><?xml version="1.0" encoding="utf-8"?>
<p:tagLst xmlns:p="http://schemas.openxmlformats.org/presentationml/2006/main">
  <p:tag name="TIMING" val="|61.4|2.7"/>
</p:tagLst>
</file>

<file path=ppt/tags/tag61.xml><?xml version="1.0" encoding="utf-8"?>
<p:tagLst xmlns:p="http://schemas.openxmlformats.org/presentationml/2006/main">
  <p:tag name="TIMING" val="|42.9|104.1|26.5"/>
</p:tagLst>
</file>

<file path=ppt/tags/tag62.xml><?xml version="1.0" encoding="utf-8"?>
<p:tagLst xmlns:p="http://schemas.openxmlformats.org/presentationml/2006/main">
  <p:tag name="TIMING" val="|14.9"/>
</p:tagLst>
</file>

<file path=ppt/tags/tag63.xml><?xml version="1.0" encoding="utf-8"?>
<p:tagLst xmlns:p="http://schemas.openxmlformats.org/presentationml/2006/main">
  <p:tag name="TIMING" val="|10.3|20.6|62.2"/>
</p:tagLst>
</file>

<file path=ppt/tags/tag64.xml><?xml version="1.0" encoding="utf-8"?>
<p:tagLst xmlns:p="http://schemas.openxmlformats.org/presentationml/2006/main">
  <p:tag name="TIMING" val="|1|3"/>
</p:tagLst>
</file>

<file path=ppt/tags/tag65.xml><?xml version="1.0" encoding="utf-8"?>
<p:tagLst xmlns:p="http://schemas.openxmlformats.org/presentationml/2006/main">
  <p:tag name="TIMING" val="|1"/>
</p:tagLst>
</file>

<file path=ppt/tags/tag66.xml><?xml version="1.0" encoding="utf-8"?>
<p:tagLst xmlns:p="http://schemas.openxmlformats.org/presentationml/2006/main">
  <p:tag name="TIMING" val="|0.2"/>
</p:tagLst>
</file>

<file path=ppt/tags/tag67.xml><?xml version="1.0" encoding="utf-8"?>
<p:tagLst xmlns:p="http://schemas.openxmlformats.org/presentationml/2006/main">
  <p:tag name="TIMING" val="|2.5|16|20.8|12"/>
</p:tagLst>
</file>

<file path=ppt/tags/tag68.xml><?xml version="1.0" encoding="utf-8"?>
<p:tagLst xmlns:p="http://schemas.openxmlformats.org/presentationml/2006/main">
  <p:tag name="TIMING" val="|1|13.1|134.7|1.6|13.9"/>
</p:tagLst>
</file>

<file path=ppt/tags/tag69.xml><?xml version="1.0" encoding="utf-8"?>
<p:tagLst xmlns:p="http://schemas.openxmlformats.org/presentationml/2006/main">
  <p:tag name="TIMING" val="|13.7|11.2|8.5|11.6|27.9"/>
</p:tagLst>
</file>

<file path=ppt/tags/tag70.xml><?xml version="1.0" encoding="utf-8"?>
<p:tagLst xmlns:p="http://schemas.openxmlformats.org/presentationml/2006/main">
  <p:tag name="TIMING" val="|9.3|22|34.8|6.1|28"/>
</p:tagLst>
</file>

<file path=ppt/tags/tag71.xml><?xml version="1.0" encoding="utf-8"?>
<p:tagLst xmlns:p="http://schemas.openxmlformats.org/presentationml/2006/main">
  <p:tag name="TIMING" val="|17|1.9"/>
</p:tagLst>
</file>

<file path=ppt/tags/tag72.xml><?xml version="1.0" encoding="utf-8"?>
<p:tagLst xmlns:p="http://schemas.openxmlformats.org/presentationml/2006/main">
  <p:tag name="TIMING" val="|4.5"/>
</p:tagLst>
</file>

<file path=ppt/tags/tag73.xml><?xml version="1.0" encoding="utf-8"?>
<p:tagLst xmlns:p="http://schemas.openxmlformats.org/presentationml/2006/main">
  <p:tag name="TIMING" val="|3.1|7"/>
</p:tagLst>
</file>

<file path=ppt/tags/tag74.xml><?xml version="1.0" encoding="utf-8"?>
<p:tagLst xmlns:p="http://schemas.openxmlformats.org/presentationml/2006/main">
  <p:tag name="TIMING" val="|0.5|0.2|0.3|0.2|0.3|0.4"/>
</p:tagLst>
</file>

<file path=ppt/tags/tag75.xml><?xml version="1.0" encoding="utf-8"?>
<p:tagLst xmlns:p="http://schemas.openxmlformats.org/presentationml/2006/main">
  <p:tag name="TIMING" val="|0.6"/>
</p:tagLst>
</file>

<file path=ppt/tags/tag76.xml><?xml version="1.0" encoding="utf-8"?>
<p:tagLst xmlns:p="http://schemas.openxmlformats.org/presentationml/2006/main">
  <p:tag name="TIMING" val="|63.1"/>
</p:tagLst>
</file>

<file path=ppt/tags/tag77.xml><?xml version="1.0" encoding="utf-8"?>
<p:tagLst xmlns:p="http://schemas.openxmlformats.org/presentationml/2006/main">
  <p:tag name="TIMING" val="|9.6|233.3|47.9"/>
</p:tagLst>
</file>

<file path=ppt/tags/tag78.xml><?xml version="1.0" encoding="utf-8"?>
<p:tagLst xmlns:p="http://schemas.openxmlformats.org/presentationml/2006/main">
  <p:tag name="TIMING" val="|1.7|0.5|0.7"/>
</p:tagLst>
</file>

<file path=ppt/tags/tag79.xml><?xml version="1.0" encoding="utf-8"?>
<p:tagLst xmlns:p="http://schemas.openxmlformats.org/presentationml/2006/main">
  <p:tag name="TIMING" val="|212.1"/>
</p:tagLst>
</file>

<file path=ppt/tags/tag80.xml><?xml version="1.0" encoding="utf-8"?>
<p:tagLst xmlns:p="http://schemas.openxmlformats.org/presentationml/2006/main">
  <p:tag name="TIMING" val="|87.2"/>
</p:tagLst>
</file>

<file path=ppt/tags/tag81.xml><?xml version="1.0" encoding="utf-8"?>
<p:tagLst xmlns:p="http://schemas.openxmlformats.org/presentationml/2006/main">
  <p:tag name="TIMING" val="|21.2"/>
</p:tagLst>
</file>

<file path=ppt/tags/tag82.xml><?xml version="1.0" encoding="utf-8"?>
<p:tagLst xmlns:p="http://schemas.openxmlformats.org/presentationml/2006/main">
  <p:tag name="TIMING" val="|30.3|12.7|12.8|4.8|24.5|19.4"/>
</p:tagLst>
</file>

<file path=ppt/tags/tag83.xml><?xml version="1.0" encoding="utf-8"?>
<p:tagLst xmlns:p="http://schemas.openxmlformats.org/presentationml/2006/main">
  <p:tag name="TIMING" val="|20.6|4.8|6.5|27.1"/>
</p:tagLst>
</file>

<file path=ppt/tags/tag84.xml><?xml version="1.0" encoding="utf-8"?>
<p:tagLst xmlns:p="http://schemas.openxmlformats.org/presentationml/2006/main">
  <p:tag name="TIMING" val="|46.2"/>
</p:tagLst>
</file>

<file path=ppt/tags/tag85.xml><?xml version="1.0" encoding="utf-8"?>
<p:tagLst xmlns:p="http://schemas.openxmlformats.org/presentationml/2006/main">
  <p:tag name="TIMING" val="|25.7"/>
</p:tagLst>
</file>

<file path=ppt/tags/tag86.xml><?xml version="1.0" encoding="utf-8"?>
<p:tagLst xmlns:p="http://schemas.openxmlformats.org/presentationml/2006/main">
  <p:tag name="TIMING" val="|15.1"/>
</p:tagLst>
</file>

<file path=ppt/tags/tag87.xml><?xml version="1.0" encoding="utf-8"?>
<p:tagLst xmlns:p="http://schemas.openxmlformats.org/presentationml/2006/main">
  <p:tag name="TIMING" val="|31.3"/>
</p:tagLst>
</file>

<file path=ppt/tags/tag88.xml><?xml version="1.0" encoding="utf-8"?>
<p:tagLst xmlns:p="http://schemas.openxmlformats.org/presentationml/2006/main">
  <p:tag name="TIMING" val="|12.1|11.7|10.9|25.7|3.1|44.1|12.2|14.6|1.9"/>
</p:tagLst>
</file>

<file path=ppt/tags/tag89.xml><?xml version="1.0" encoding="utf-8"?>
<p:tagLst xmlns:p="http://schemas.openxmlformats.org/presentationml/2006/main">
  <p:tag name="TIMING" val="|19.8|24.8|0.8"/>
</p:tagLst>
</file>

<file path=ppt/tags/tag90.xml><?xml version="1.0" encoding="utf-8"?>
<p:tagLst xmlns:p="http://schemas.openxmlformats.org/presentationml/2006/main">
  <p:tag name="TIMING" val="|1.9|1.8|1.1"/>
</p:tagLst>
</file>

<file path=ppt/tags/tag91.xml><?xml version="1.0" encoding="utf-8"?>
<p:tagLst xmlns:p="http://schemas.openxmlformats.org/presentationml/2006/main">
  <p:tag name="TIMING" val="|1.6|0.1|1"/>
</p:tagLst>
</file>

<file path=ppt/tags/tag92.xml><?xml version="1.0" encoding="utf-8"?>
<p:tagLst xmlns:p="http://schemas.openxmlformats.org/presentationml/2006/main">
  <p:tag name="TIMING" val="|102.2|85.1|12.8|63.5|36.3|11.3"/>
</p:tagLst>
</file>

<file path=ppt/tags/tag93.xml><?xml version="1.0" encoding="utf-8"?>
<p:tagLst xmlns:p="http://schemas.openxmlformats.org/presentationml/2006/main">
  <p:tag name="TIMING" val="|68.4|46|38.9|1.6"/>
</p:tagLst>
</file>

<file path=ppt/tags/tag94.xml><?xml version="1.0" encoding="utf-8"?>
<p:tagLst xmlns:p="http://schemas.openxmlformats.org/presentationml/2006/main">
  <p:tag name="TIMING" val="|33.3|3.7|27.3|4.7|10"/>
</p:tagLst>
</file>

<file path=ppt/tags/tag95.xml><?xml version="1.0" encoding="utf-8"?>
<p:tagLst xmlns:p="http://schemas.openxmlformats.org/presentationml/2006/main">
  <p:tag name="TIMING" val="|48.4|22.1|43.5|10.7"/>
</p:tagLst>
</file>

<file path=ppt/tags/tag96.xml><?xml version="1.0" encoding="utf-8"?>
<p:tagLst xmlns:p="http://schemas.openxmlformats.org/presentationml/2006/main">
  <p:tag name="TIMING" val="|53|4.2|18.1"/>
</p:tagLst>
</file>

<file path=ppt/tags/tag97.xml><?xml version="1.0" encoding="utf-8"?>
<p:tagLst xmlns:p="http://schemas.openxmlformats.org/presentationml/2006/main">
  <p:tag name="TIMING" val="|42|32.9|20.7"/>
</p:tagLst>
</file>

<file path=ppt/tags/tag98.xml><?xml version="1.0" encoding="utf-8"?>
<p:tagLst xmlns:p="http://schemas.openxmlformats.org/presentationml/2006/main">
  <p:tag name="TIMING" val="|1.9|1.8|1.1"/>
</p:tagLst>
</file>

<file path=ppt/tags/tag99.xml><?xml version="1.0" encoding="utf-8"?>
<p:tagLst xmlns:p="http://schemas.openxmlformats.org/presentationml/2006/main">
  <p:tag name="TIMING" val="|102.2|85.1|12.8|63.5|36.3|11.3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sm"/>
        </a:ln>
      </a:spPr>
      <a:bodyPr vert="horz" wrap="square" lIns="91440" tIns="45720" rIns="91440" bIns="45720" numCol="1" anchor="t" anchorCtr="0" compatLnSpc="1">
        <a:spAutoFit/>
      </a:bodyPr>
      <a:lstStyle>
        <a:defPPr marL="367030" marR="0" indent="-187325" algn="ctr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sm"/>
        </a:ln>
      </a:spPr>
      <a:bodyPr vert="horz" wrap="square" lIns="91440" tIns="45720" rIns="91440" bIns="45720" numCol="1" anchor="t" anchorCtr="0" compatLnSpc="1">
        <a:spAutoFit/>
      </a:bodyPr>
      <a:lstStyle>
        <a:defPPr marL="367030" marR="0" indent="-187325" algn="ctr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13364</Words>
  <Application>WPS 演示</Application>
  <PresentationFormat>全屏显示(4:3)</PresentationFormat>
  <Paragraphs>1703</Paragraphs>
  <Slides>184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622</vt:i4>
      </vt:variant>
      <vt:variant>
        <vt:lpstr>幻灯片标题</vt:lpstr>
      </vt:variant>
      <vt:variant>
        <vt:i4>184</vt:i4>
      </vt:variant>
    </vt:vector>
  </HeadingPairs>
  <TitlesOfParts>
    <vt:vector size="831" baseType="lpstr">
      <vt:lpstr>Arial</vt:lpstr>
      <vt:lpstr>宋体</vt:lpstr>
      <vt:lpstr>Wingdings</vt:lpstr>
      <vt:lpstr>黑体</vt:lpstr>
      <vt:lpstr>楷体_GB2312</vt:lpstr>
      <vt:lpstr>新宋体</vt:lpstr>
      <vt:lpstr>Verdana</vt:lpstr>
      <vt:lpstr>Times New Roman</vt:lpstr>
      <vt:lpstr>隶书</vt:lpstr>
      <vt:lpstr>Cambria Math</vt:lpstr>
      <vt:lpstr>微软雅黑</vt:lpstr>
      <vt:lpstr>Arial Unicode MS</vt:lpstr>
      <vt:lpstr>华文行楷</vt:lpstr>
      <vt:lpstr>Calibri</vt:lpstr>
      <vt:lpstr>Wingdings</vt:lpstr>
      <vt:lpstr>SimSun-ExtB</vt:lpstr>
      <vt:lpstr>华文中宋</vt:lpstr>
      <vt:lpstr>华文新魏</vt:lpstr>
      <vt:lpstr>ˎ̥</vt:lpstr>
      <vt:lpstr>AMGDT</vt:lpstr>
      <vt:lpstr>Symbol</vt:lpstr>
      <vt:lpstr>UniversalMath1 BT</vt:lpstr>
      <vt:lpstr>Monotype Sorts</vt:lpstr>
      <vt:lpstr>华文琥珀</vt:lpstr>
      <vt:lpstr>Profile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Visio.Drawing.11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Visio.Drawing.11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Visio.Drawing.11</vt:lpstr>
      <vt:lpstr>Visio.Drawing.11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Word.Picture.8</vt:lpstr>
      <vt:lpstr>Equation.3</vt:lpstr>
      <vt:lpstr>Equation.3</vt:lpstr>
      <vt:lpstr>Visio.Drawing.11</vt:lpstr>
      <vt:lpstr>Word.Picture.8</vt:lpstr>
      <vt:lpstr>Word.Picture.8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Visio.Drawing.11</vt:lpstr>
      <vt:lpstr>Visio.Drawing.11</vt:lpstr>
      <vt:lpstr>Visio.Drawing.11</vt:lpstr>
      <vt:lpstr>Equation.3</vt:lpstr>
      <vt:lpstr>Equation.3</vt:lpstr>
      <vt:lpstr>Equation.3</vt:lpstr>
      <vt:lpstr>Visio.Drawing.11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Equation.KSEE3</vt:lpstr>
      <vt:lpstr>Equation.3</vt:lpstr>
      <vt:lpstr>Visio.Drawing.11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Visio.Drawing.11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Visio.Drawing.11</vt:lpstr>
      <vt:lpstr>Visio.Drawing.11</vt:lpstr>
      <vt:lpstr>Equation.3</vt:lpstr>
      <vt:lpstr>Equation.3</vt:lpstr>
      <vt:lpstr>Visio.Drawing.11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Visio.Drawing.11</vt:lpstr>
      <vt:lpstr>Equation.3</vt:lpstr>
      <vt:lpstr>Equation.3</vt:lpstr>
      <vt:lpstr>Equation.3</vt:lpstr>
      <vt:lpstr>Equation.3</vt:lpstr>
      <vt:lpstr>Visio.Drawing.11</vt:lpstr>
      <vt:lpstr>Equation.3</vt:lpstr>
      <vt:lpstr>Equation.3</vt:lpstr>
      <vt:lpstr>Equation.3</vt:lpstr>
      <vt:lpstr>PowerPoint 演示文稿</vt:lpstr>
      <vt:lpstr>基本内容及学习要求</vt:lpstr>
      <vt:lpstr>§2.1 引言-分析方法</vt:lpstr>
      <vt:lpstr>§2.1 引言-建立模型</vt:lpstr>
      <vt:lpstr>§2.1 引言-求解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回顾</vt:lpstr>
      <vt:lpstr>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§2.4 奇异函数    </vt:lpstr>
      <vt:lpstr>§2.4 奇异函数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§2.5 信号的脉冲分解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单位冲激响应的求解                  **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单位冲激响应的求解</vt:lpstr>
      <vt:lpstr>PowerPoint 演示文稿</vt:lpstr>
      <vt:lpstr>PowerPoint 演示文稿</vt:lpstr>
      <vt:lpstr>PowerPoint 演示文稿</vt:lpstr>
      <vt:lpstr>单位冲激响应的求解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单位冲激响应的求解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回顾    单位冲激响应的求解</vt:lpstr>
      <vt:lpstr>PowerPoint 演示文稿</vt:lpstr>
      <vt:lpstr>PowerPoint 演示文稿</vt:lpstr>
      <vt:lpstr>PowerPoint 演示文稿</vt:lpstr>
      <vt:lpstr>PowerPoint 演示文稿</vt:lpstr>
      <vt:lpstr>§2.7 叠加积分</vt:lpstr>
      <vt:lpstr>§2.7 叠加积分</vt:lpstr>
      <vt:lpstr>§2.7 叠加积分</vt:lpstr>
      <vt:lpstr>PowerPoint 演示文稿</vt:lpstr>
      <vt:lpstr>§2.7 叠加积分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§2.9 线性系统响应的时域求解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总结1—基本要求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总结4—零状态响应的求解</vt:lpstr>
      <vt:lpstr>总结4—单位冲激响应的求解</vt:lpstr>
      <vt:lpstr>PowerPoint 演示文稿</vt:lpstr>
      <vt:lpstr>PowerPoint 演示文稿</vt:lpstr>
      <vt:lpstr>PowerPoint 演示文稿</vt:lpstr>
      <vt:lpstr>PowerPoint 演示文稿</vt:lpstr>
      <vt:lpstr>总结5 --关于卷积积分</vt:lpstr>
      <vt:lpstr>总结5 --关于卷积积分</vt:lpstr>
      <vt:lpstr>总结5 --关于卷积积分</vt:lpstr>
      <vt:lpstr>总结5—卷积积分</vt:lpstr>
      <vt:lpstr>总结6—全响应求解过程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系统的零输入响应</vt:lpstr>
      <vt:lpstr>PowerPoint 演示文稿</vt:lpstr>
      <vt:lpstr>PowerPoint 演示文稿</vt:lpstr>
      <vt:lpstr>PowerPoint 演示文稿</vt:lpstr>
      <vt:lpstr>回顾—叠加积分</vt:lpstr>
      <vt:lpstr>回顾</vt:lpstr>
      <vt:lpstr>PowerPoint 演示文稿</vt:lpstr>
      <vt:lpstr>PowerPoint 演示文稿</vt:lpstr>
      <vt:lpstr>PowerPoint 演示文稿</vt:lpstr>
      <vt:lpstr>PowerPoint 演示文稿</vt:lpstr>
    </vt:vector>
  </TitlesOfParts>
  <Company>syict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连续系统时域分析</dc:title>
  <dc:creator>翟正军</dc:creator>
  <cp:lastModifiedBy>Administrator</cp:lastModifiedBy>
  <cp:revision>405</cp:revision>
  <dcterms:created xsi:type="dcterms:W3CDTF">2000-06-04T02:32:00Z</dcterms:created>
  <dcterms:modified xsi:type="dcterms:W3CDTF">2026-03-13T07:45:17Z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327666E8E9744D24ADBED74C639F28A1</vt:lpwstr>
  </property>
</Properties>
</file>